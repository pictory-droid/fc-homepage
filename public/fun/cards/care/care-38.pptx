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일상으로 돌아가는 길을 돕습니다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