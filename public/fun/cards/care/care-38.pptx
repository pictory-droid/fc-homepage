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4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944000" y="216000"/>
            <a:ext cx="10800" cy="1368000"/>
          </a:xfrm>
          <a:prstGeom prst="rect">
            <a:avLst/>
          </a:pr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16000" y="201600"/>
            <a:ext cx="1584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300">
                <a:solidFill>
                  <a:srgbClr val="82654C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4" name="Freeform 3"/>
          <p:cNvSpPr/>
          <p:nvPr/>
        </p:nvSpPr>
        <p:spPr>
          <a:xfrm>
            <a:off x="315216" y="430704"/>
            <a:ext cx="161568" cy="213840"/>
          </a:xfrm>
          <a:custGeom>
            <a:avLst/>
            <a:gdLst/>
            <a:ahLst/>
            <a:cxnLst/>
            <a:rect l="l" t="t" r="r" b="b"/>
            <a:pathLst>
              <a:path w="161568" h="213840">
                <a:moveTo>
                  <a:pt x="0" y="23760"/>
                </a:moveTo>
                <a:lnTo>
                  <a:pt x="80784" y="0"/>
                </a:lnTo>
                <a:lnTo>
                  <a:pt x="161568" y="23760"/>
                </a:lnTo>
                <a:lnTo>
                  <a:pt x="161568" y="114048"/>
                </a:lnTo>
                <a:lnTo>
                  <a:pt x="80784" y="213840"/>
                </a:lnTo>
                <a:lnTo>
                  <a:pt x="0" y="114048"/>
                </a:lnTo>
                <a:close/>
              </a:path>
            </a:pathLst>
          </a:custGeom>
          <a:solidFill>
            <a:srgbClr val="CA702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362736" y="540000"/>
            <a:ext cx="26136" cy="28512"/>
          </a:xfrm>
          <a:prstGeom prst="line">
            <a:avLst/>
          </a:prstGeom>
          <a:ln w="16632">
            <a:solidFill>
              <a:srgbClr val="FAE9D9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388872" y="511488"/>
            <a:ext cx="45144" cy="57024"/>
          </a:xfrm>
          <a:prstGeom prst="line">
            <a:avLst/>
          </a:prstGeom>
          <a:ln w="16632">
            <a:solidFill>
              <a:srgbClr val="FAE9D9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16000" y="972000"/>
            <a:ext cx="1728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1">
                <a:solidFill>
                  <a:srgbClr val="A25A1A"/>
                </a:solidFill>
                <a:latin typeface="맑은 고딕"/>
                <a:ea typeface="맑은 고딕"/>
              </a:rPr>
              <a:t>상담실장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16000" y="1123200"/>
            <a:ext cx="1728000" cy="346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45"/>
              </a:lnSpc>
            </a:pPr>
            <a:r>
              <a:rPr sz="2100" b="1" spc="50">
                <a:solidFill>
                  <a:srgbClr val="723F13"/>
                </a:solidFill>
                <a:latin typeface="맑은 고딕"/>
                <a:ea typeface="맑은 고딕"/>
              </a:rPr>
              <a:t>피유나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073600" y="540000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A25A1A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217600" y="540000"/>
            <a:ext cx="900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723F13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73600" y="708911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A25A1A"/>
                </a:solidFill>
                <a:latin typeface="맑은 고딕"/>
                <a:ea typeface="맑은 고딕"/>
              </a:rPr>
              <a:t>E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217600" y="708911"/>
            <a:ext cx="900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723F13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73600" y="877822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A25A1A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17600" y="877822"/>
            <a:ext cx="900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723F13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25A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10800">
            <a:solidFill>
              <a:srgbClr val="F8DFC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396000" y="504000"/>
            <a:ext cx="2448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739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일상으로 돌아가는 길을 돕습니다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260000" y="1080000"/>
            <a:ext cx="684000" cy="0"/>
          </a:xfrm>
          <a:prstGeom prst="line">
            <a:avLst/>
          </a:prstGeom>
          <a:ln w="7200">
            <a:solidFill>
              <a:srgbClr val="F8DFC9"/>
            </a:solidFill>
          </a:ln>
        </p:spPr>
      </p:cxnSp>
      <p:sp>
        <p:nvSpPr>
          <p:cNvPr id="5" name="Oval 4"/>
          <p:cNvSpPr/>
          <p:nvPr/>
        </p:nvSpPr>
        <p:spPr>
          <a:xfrm>
            <a:off x="1594800" y="1054800"/>
            <a:ext cx="50400" cy="50400"/>
          </a:xfrm>
          <a:prstGeom prst="ellipse">
            <a:avLst/>
          </a:pr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360000" y="12240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87"/>
              </a:lnSpc>
            </a:pPr>
            <a:r>
              <a:rPr sz="750" b="1" spc="300">
                <a:solidFill>
                  <a:srgbClr val="F5EEE7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7" name="Freeform 6"/>
          <p:cNvSpPr/>
          <p:nvPr/>
        </p:nvSpPr>
        <p:spPr>
          <a:xfrm>
            <a:off x="1558800" y="241200"/>
            <a:ext cx="122400" cy="162000"/>
          </a:xfrm>
          <a:custGeom>
            <a:avLst/>
            <a:gdLst/>
            <a:ahLst/>
            <a:cxnLst/>
            <a:rect l="l" t="t" r="r" b="b"/>
            <a:pathLst>
              <a:path w="122400" h="162000">
                <a:moveTo>
                  <a:pt x="0" y="18000"/>
                </a:moveTo>
                <a:lnTo>
                  <a:pt x="61200" y="0"/>
                </a:lnTo>
                <a:lnTo>
                  <a:pt x="122400" y="18000"/>
                </a:lnTo>
                <a:lnTo>
                  <a:pt x="122400" y="86400"/>
                </a:lnTo>
                <a:lnTo>
                  <a:pt x="61200" y="162000"/>
                </a:lnTo>
                <a:lnTo>
                  <a:pt x="0" y="86400"/>
                </a:lnTo>
                <a:close/>
              </a:path>
            </a:pathLst>
          </a:custGeom>
          <a:solidFill>
            <a:srgbClr val="F8DF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594800" y="324000"/>
            <a:ext cx="19800" cy="21600"/>
          </a:xfrm>
          <a:prstGeom prst="line">
            <a:avLst/>
          </a:prstGeom>
          <a:ln w="12600">
            <a:solidFill>
              <a:srgbClr val="B1743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1614600" y="302400"/>
            <a:ext cx="34200" cy="43200"/>
          </a:xfrm>
          <a:prstGeom prst="line">
            <a:avLst/>
          </a:prstGeom>
          <a:ln w="12600">
            <a:solidFill>
              <a:srgbClr val="B1743F"/>
            </a:solidFill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상담실장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