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우OO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상담실장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40496" y="943776"/>
            <a:ext cx="131328" cy="131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4176" y="943776"/>
            <a:ext cx="131328" cy="1313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443952" y="1037088"/>
            <a:ext cx="228096" cy="145152"/>
          </a:xfrm>
          <a:custGeom>
            <a:avLst/>
            <a:gdLst/>
            <a:ahLst/>
            <a:cxnLst/>
            <a:rect l="l" t="t" r="r" b="b"/>
            <a:pathLst>
              <a:path w="228096" h="145152">
                <a:moveTo>
                  <a:pt x="0" y="0"/>
                </a:moveTo>
                <a:lnTo>
                  <a:pt x="228096" y="0"/>
                </a:lnTo>
                <a:lnTo>
                  <a:pt x="114048" y="1451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3C40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233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평일 09:00 – 18:00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