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예방 접종  ·  재활 치료  ·  물리 치료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