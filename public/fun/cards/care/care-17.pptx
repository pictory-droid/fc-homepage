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594A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594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9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9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9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38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약 한 알에도 정성을 담습니다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