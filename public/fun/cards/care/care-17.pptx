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4C91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CDE0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89607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71285B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417B32"/>
                </a:solidFill>
                <a:latin typeface="맑은 고딕"/>
                <a:ea typeface="맑은 고딕"/>
              </a:rPr>
              <a:t>치과위생사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71285B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71285B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89607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Oval 10"/>
          <p:cNvSpPr/>
          <p:nvPr/>
        </p:nvSpPr>
        <p:spPr>
          <a:xfrm>
            <a:off x="1557072" y="1485072"/>
            <a:ext cx="125856" cy="125856"/>
          </a:xfrm>
          <a:prstGeom prst="ellipse">
            <a:avLst/>
          </a:prstGeom>
          <a:solidFill>
            <a:srgbClr val="CDE0C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02216" y="1501488"/>
            <a:ext cx="35568" cy="93024"/>
          </a:xfrm>
          <a:prstGeom prst="roundRect">
            <a:avLst>
              <a:gd name="adj" fmla="val 11538"/>
            </a:avLst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73488" y="1530216"/>
            <a:ext cx="93024" cy="35568"/>
          </a:xfrm>
          <a:prstGeom prst="roundRect">
            <a:avLst>
              <a:gd name="adj" fmla="val 11538"/>
            </a:avLst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54400" y="374400"/>
            <a:ext cx="331200" cy="331200"/>
          </a:xfrm>
          <a:prstGeom prst="ellipse">
            <a:avLst/>
          </a:prstGeom>
          <a:solidFill>
            <a:srgbClr val="737373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73200" y="417600"/>
            <a:ext cx="93600" cy="2448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97600" y="493200"/>
            <a:ext cx="244800" cy="93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약 한 알에도 정성을 담습니다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