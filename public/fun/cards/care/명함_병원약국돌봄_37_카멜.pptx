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A873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8733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치과위생사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A8733C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0A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BBCB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A0A1A5"/>
                </a:solidFill>
                <a:latin typeface="맑은 고딕"/>
                <a:ea typeface="맑은 고딕"/>
              </a:rPr>
              <a:t>물리 치료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영양 상담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A0A1A5"/>
                </a:solidFill>
                <a:latin typeface="맑은 고딕"/>
                <a:ea typeface="맑은 고딕"/>
              </a:rPr>
              <a:t>건강 상담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BBBCB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BBBCBF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