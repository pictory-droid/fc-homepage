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936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224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088800" y="1224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117600" y="936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936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7" name="Connector 6"/>
          <p:cNvCxnSpPr/>
          <p:nvPr/>
        </p:nvCxnSpPr>
        <p:spPr>
          <a:xfrm>
            <a:off x="1224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8" name="Connector 7"/>
          <p:cNvCxnSpPr/>
          <p:nvPr/>
        </p:nvCxnSpPr>
        <p:spPr>
          <a:xfrm>
            <a:off x="3088800" y="1677600"/>
            <a:ext cx="57600" cy="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cxnSp>
        <p:nvCxnSpPr>
          <p:cNvPr id="9" name="Connector 8"/>
          <p:cNvCxnSpPr/>
          <p:nvPr/>
        </p:nvCxnSpPr>
        <p:spPr>
          <a:xfrm>
            <a:off x="3117600" y="1648800"/>
            <a:ext cx="0" cy="57600"/>
          </a:xfrm>
          <a:prstGeom prst="line">
            <a:avLst/>
          </a:prstGeom>
          <a:ln w="3600">
            <a:solidFill>
              <a:srgbClr val="E6E4DF"/>
            </a:solidFill>
          </a:ln>
        </p:spPr>
      </p:cxnSp>
      <p:sp>
        <p:nvSpPr>
          <p:cNvPr id="10" name="Oval 9"/>
          <p:cNvSpPr/>
          <p:nvPr/>
        </p:nvSpPr>
        <p:spPr>
          <a:xfrm>
            <a:off x="1526400" y="237600"/>
            <a:ext cx="187200" cy="187200"/>
          </a:xfrm>
          <a:prstGeom prst="ellipse">
            <a:avLst/>
          </a:prstGeom>
          <a:noFill/>
          <a:ln w="5040">
            <a:solidFill>
              <a:srgbClr val="A8733C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1476000" y="237600"/>
            <a:ext cx="288000" cy="18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1305"/>
              </a:lnSpc>
            </a:pPr>
            <a:r>
              <a:rPr sz="900" b="1">
                <a:solidFill>
                  <a:srgbClr val="A8733C"/>
                </a:solidFill>
                <a:latin typeface="맑은 고딕"/>
                <a:ea typeface="맑은 고딕"/>
              </a:rPr>
              <a:t>A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540000"/>
            <a:ext cx="252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957"/>
              </a:lnSpc>
            </a:pPr>
            <a:r>
              <a:rPr sz="1350" b="1" spc="120">
                <a:solidFill>
                  <a:srgbClr val="14171D"/>
                </a:solidFill>
                <a:latin typeface="맑은 고딕"/>
                <a:ea typeface="맑은 고딕"/>
              </a:rPr>
              <a:t>주OO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92000"/>
            <a:ext cx="252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 spc="60">
                <a:solidFill>
                  <a:srgbClr val="666B73"/>
                </a:solidFill>
                <a:latin typeface="맑은 고딕"/>
                <a:ea typeface="맑은 고딕"/>
              </a:rPr>
              <a:t>치과위생사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1440000" y="1015200"/>
            <a:ext cx="360000" cy="0"/>
          </a:xfrm>
          <a:prstGeom prst="line">
            <a:avLst/>
          </a:prstGeom>
          <a:ln w="7920">
            <a:solidFill>
              <a:srgbClr val="A8733C"/>
            </a:solidFill>
          </a:ln>
        </p:spPr>
      </p:cxnSp>
      <p:sp>
        <p:nvSpPr>
          <p:cNvPr id="15" name="텍스트"/>
          <p:cNvSpPr txBox="1"/>
          <p:nvPr/>
        </p:nvSpPr>
        <p:spPr>
          <a:xfrm>
            <a:off x="360000" y="11016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1" spc="220">
                <a:solidFill>
                  <a:srgbClr val="666B73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3392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14171D"/>
                </a:solidFill>
                <a:latin typeface="맑은 고딕"/>
                <a:ea typeface="맑은 고딕"/>
              </a:rPr>
              <a:t>010-1234-5678     |     name@example.com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360000" y="14760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942"/>
              </a:lnSpc>
            </a:pPr>
            <a:r>
              <a:rPr sz="650" b="0">
                <a:solidFill>
                  <a:srgbClr val="666B73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B2E3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0400" cy="1800000"/>
          </a:xfrm>
          <a:prstGeom prst="rect">
            <a:avLst/>
          </a:prstGeom>
          <a:solidFill>
            <a:srgbClr val="A0A1A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08800"/>
            <a:ext cx="1512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BBBCBF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3600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일반 진료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552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0A1A5"/>
                </a:solidFill>
                <a:latin typeface="맑은 고딕"/>
                <a:ea typeface="맑은 고딕"/>
              </a:rPr>
              <a:t>물리 치료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9504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FFFFFF"/>
                </a:solidFill>
                <a:latin typeface="맑은 고딕"/>
                <a:ea typeface="맑은 고딕"/>
              </a:rPr>
              <a:t>영양 상담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245600"/>
            <a:ext cx="2016000" cy="28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>
                <a:solidFill>
                  <a:srgbClr val="A0A1A5"/>
                </a:solidFill>
                <a:latin typeface="맑은 고딕"/>
                <a:ea typeface="맑은 고딕"/>
              </a:rPr>
              <a:t>건강 상담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376000" y="13680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BBBCBF"/>
                </a:solidFill>
                <a:latin typeface="맑은 고딕"/>
                <a:ea typeface="맑은 고딕"/>
              </a:rPr>
              <a:t>평일 09:00 – 18:00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376000" y="1497600"/>
            <a:ext cx="720000" cy="10668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ts val="811"/>
              </a:lnSpc>
            </a:pPr>
            <a:r>
              <a:rPr sz="560" b="0">
                <a:solidFill>
                  <a:srgbClr val="BBBCBF"/>
                </a:solidFill>
                <a:latin typeface="맑은 고딕"/>
                <a:ea typeface="맑은 고딕"/>
              </a:rPr>
              <a:t>www.example.com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치과위생사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