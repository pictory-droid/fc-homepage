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8F0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8F0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8F0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C8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94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94A"/>
                </a:solidFill>
                <a:latin typeface="맑은 고딕"/>
                <a:ea typeface="맑은 고딕"/>
              </a:rPr>
              <a:t>치과위생사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94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94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94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