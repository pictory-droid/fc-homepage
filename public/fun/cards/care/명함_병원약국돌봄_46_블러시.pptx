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2E5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B57D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9434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9434A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434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F0DFE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434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F0DFE1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434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87D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87D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87D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87D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