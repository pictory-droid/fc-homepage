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7C93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송OO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A7ABB4"/>
                </a:solidFill>
                <a:latin typeface="바탕"/>
                <a:ea typeface="바탕"/>
              </a:rPr>
              <a:t>상담실장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7C93A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7C93A6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846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846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9B2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4171D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86459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