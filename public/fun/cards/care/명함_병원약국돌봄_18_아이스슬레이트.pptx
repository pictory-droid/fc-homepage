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C93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송OO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상담실장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7C93A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7C93A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846F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86459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