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4C74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6184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68720" y="684720"/>
            <a:ext cx="430560" cy="430560"/>
          </a:xfrm>
          <a:prstGeom prst="ellipse">
            <a:avLst/>
          </a:prstGeom>
          <a:solidFill>
            <a:srgbClr val="A6BAA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3160" y="740880"/>
            <a:ext cx="121680" cy="3182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24880" y="839160"/>
            <a:ext cx="318240" cy="1216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CCBC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CCBC3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61847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BC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BC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BC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71F2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B2D4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4F2D4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4F2D4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B2D4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71F2C"/>
                </a:solidFill>
                <a:latin typeface="맑은 고딕"/>
                <a:ea typeface="맑은 고딕"/>
              </a:rPr>
              <a:t>평일 09:00 – 18:00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