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FFF3C6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FFF3C6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FFF3C6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5911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FFF0B8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5911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5911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C8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치아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