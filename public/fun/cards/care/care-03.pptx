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3D5AFE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편안한 마음으로 오세요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