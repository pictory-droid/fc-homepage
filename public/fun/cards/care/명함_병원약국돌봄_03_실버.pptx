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89A2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A9BA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1E3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AECEE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0D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AECE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