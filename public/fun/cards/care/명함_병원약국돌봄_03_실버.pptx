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89A2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A9BA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5F6672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7E8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1E3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EAECEE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B0D7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65A0A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65A0A2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65A0A2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65A0A2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EAECEE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