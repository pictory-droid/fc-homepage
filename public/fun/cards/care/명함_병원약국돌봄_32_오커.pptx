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956C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8C758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8C758C"/>
          </a:solidFill>
          <a:ln w="5760">
            <a:solidFill>
              <a:srgbClr val="8C75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8C75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8C75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