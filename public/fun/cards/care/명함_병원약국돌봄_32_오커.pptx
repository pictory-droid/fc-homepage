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0" cy="1800000"/>
          </a:xfrm>
          <a:prstGeom prst="rect">
            <a:avLst/>
          </a:prstGeom>
          <a:solidFill>
            <a:srgbClr val="956C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6000" y="576000"/>
            <a:ext cx="648000" cy="648000"/>
          </a:xfrm>
          <a:prstGeom prst="ellipse">
            <a:avLst/>
          </a:prstGeom>
          <a:noFill/>
          <a:ln w="36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18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84000"/>
            <a:ext cx="122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FFFFFF"/>
                </a:solidFill>
                <a:latin typeface="맑은 고딕"/>
                <a:ea typeface="맑은 고딕"/>
              </a:rPr>
              <a:t>노OO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36000"/>
            <a:ext cx="1224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약사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872000" y="58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74400" y="57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872000" y="76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74400" y="75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872000" y="94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74400" y="93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00000" y="540000"/>
            <a:ext cx="0" cy="7200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446400"/>
          </a:xfrm>
          <a:prstGeom prst="line">
            <a:avLst/>
          </a:prstGeom>
          <a:ln w="5760">
            <a:solidFill>
              <a:srgbClr val="8C758C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8C758C"/>
          </a:solidFill>
          <a:ln w="5760">
            <a:solidFill>
              <a:srgbClr val="8C75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예방 접종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101216"/>
          </a:solidFill>
          <a:ln w="5760">
            <a:solidFill>
              <a:srgbClr val="8C75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한방 치료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101216"/>
          </a:solidFill>
          <a:ln w="5760">
            <a:solidFill>
              <a:srgbClr val="8C75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침 · 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A7ABB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A7ABB4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약사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