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C4E3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2E9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D487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서나연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D4872"/>
                </a:solidFill>
                <a:latin typeface="맑은 고딕"/>
                <a:ea typeface="맑은 고딕"/>
              </a:rPr>
              <a:t>간호사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C4E3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D48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58A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