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D48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D4872"/>
                </a:solidFill>
                <a:latin typeface="맑은 고딕"/>
                <a:ea typeface="맑은 고딕"/>
              </a:rPr>
              <a:t>간호사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C4E3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1D48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1D48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1D4872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12151C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친절한 설명이 첫 번째 치료입니다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365A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18324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