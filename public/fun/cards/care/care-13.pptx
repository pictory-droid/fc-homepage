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3600">
            <a:solidFill>
              <a:srgbClr val="C4E3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2000" y="252000"/>
            <a:ext cx="79200" cy="79200"/>
          </a:xfrm>
          <a:prstGeom prst="rect">
            <a:avLst/>
          </a:prstGeom>
          <a:solidFill>
            <a:srgbClr val="2E9B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259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1D4872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2000" y="446400"/>
            <a:ext cx="2736000" cy="0"/>
          </a:xfrm>
          <a:prstGeom prst="line">
            <a:avLst/>
          </a:prstGeom>
          <a:ln w="3600">
            <a:solidFill>
              <a:srgbClr val="C4E3FF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964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서나연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16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1D4872"/>
                </a:solidFill>
                <a:latin typeface="맑은 고딕"/>
                <a:ea typeface="맑은 고딕"/>
              </a:rPr>
              <a:t>간호사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72000" y="943200"/>
            <a:ext cx="0" cy="604800"/>
          </a:xfrm>
          <a:prstGeom prst="line">
            <a:avLst/>
          </a:prstGeom>
          <a:ln w="3600">
            <a:solidFill>
              <a:srgbClr val="C4E3FF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016000" y="1033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D4872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318400" y="10224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16000" y="1177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D4872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18400" y="11664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16000" y="1321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D4872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18400" y="13104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9B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58A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3600">
            <a:solidFill>
              <a:srgbClr val="12151C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88000" y="2808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12151C"/>
                </a:solidFill>
                <a:latin typeface="맑은 고딕"/>
                <a:ea typeface="맑은 고딕"/>
              </a:rPr>
              <a:t>진료 · 상담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88000" y="4680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2151C"/>
                </a:solidFill>
                <a:latin typeface="맑은 고딕"/>
                <a:ea typeface="맑은 고딕"/>
              </a:rPr>
              <a:t>건강 검진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8000" y="669600"/>
            <a:ext cx="1728000" cy="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88000" y="6912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2151C"/>
                </a:solidFill>
                <a:latin typeface="맑은 고딕"/>
                <a:ea typeface="맑은 고딕"/>
              </a:rPr>
              <a:t>재활 치료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88000" y="892800"/>
            <a:ext cx="1728000" cy="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88000" y="9144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2151C"/>
                </a:solidFill>
                <a:latin typeface="맑은 고딕"/>
                <a:ea typeface="맑은 고딕"/>
              </a:rPr>
              <a:t>물리 치료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8000" y="1116000"/>
            <a:ext cx="1728000" cy="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88000" y="11376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2151C"/>
                </a:solidFill>
                <a:latin typeface="맑은 고딕"/>
                <a:ea typeface="맑은 고딕"/>
              </a:rPr>
              <a:t>영양 상담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8000" y="1339200"/>
            <a:ext cx="1728000" cy="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268000" y="468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151C">
                    <a:alpha val="75000"/>
                  </a:srgbClr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68000" y="576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12151C"/>
                </a:solidFill>
                <a:latin typeface="맑은 고딕"/>
                <a:ea typeface="맑은 고딕"/>
              </a:rPr>
              <a:t>평일 09:00 – 18:00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268000" y="900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151C">
                    <a:alpha val="75000"/>
                  </a:srgbClr>
                </a:solidFill>
                <a:latin typeface="맑은 고딕"/>
                <a:ea typeface="맑은 고딕"/>
              </a:rPr>
              <a:t>WEB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268000" y="1008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12151C"/>
                </a:solidFill>
                <a:latin typeface="맑은 고딕"/>
                <a:ea typeface="맑은 고딕"/>
              </a:rPr>
              <a:t>www.example.com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88000" y="15120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12151C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간호사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