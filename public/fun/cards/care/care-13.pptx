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720000"/>
          </a:xfrm>
          <a:prstGeom prst="rect">
            <a:avLst/>
          </a:prstGeom>
          <a:solidFill>
            <a:srgbClr val="3B915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 rot="2280000">
            <a:off x="2767968" y="214848"/>
            <a:ext cx="152064" cy="290304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V="1">
            <a:off x="2754144" y="256320"/>
            <a:ext cx="172800" cy="207360"/>
          </a:xfrm>
          <a:prstGeom prst="line">
            <a:avLst/>
          </a:prstGeom>
          <a:ln w="13824">
            <a:solidFill>
              <a:srgbClr val="737373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30400" y="187200"/>
            <a:ext cx="2160000" cy="30543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82"/>
              </a:lnSpc>
            </a:pPr>
            <a:r>
              <a:rPr sz="1850" b="1" spc="50">
                <a:solidFill>
                  <a:srgbClr val="FFFFFF"/>
                </a:solidFill>
                <a:latin typeface="맑은 고딕"/>
                <a:ea typeface="맑은 고딕"/>
              </a:rPr>
              <a:t>서나연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30400" y="475200"/>
            <a:ext cx="2160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FFFFFF"/>
                </a:solidFill>
                <a:latin typeface="맑은 고딕"/>
                <a:ea typeface="맑은 고딕"/>
              </a:rPr>
              <a:t>간호사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30400" y="835200"/>
            <a:ext cx="1800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995E6A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30400" y="1015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45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74400" y="1015200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9E2E4A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30400" y="1184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45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74400" y="1184111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9E2E4A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0400" y="1353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327B45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374400" y="1353022"/>
            <a:ext cx="1872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9E2E4A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2E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4800" cy="1800000"/>
          </a:xfrm>
          <a:prstGeom prst="rect">
            <a:avLst/>
          </a:prstGeom>
          <a:solidFill>
            <a:srgbClr val="DE8D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432000"/>
            <a:ext cx="2016000" cy="25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65"/>
              </a:lnSpc>
            </a:pPr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878400"/>
            <a:ext cx="20160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0">
                <a:solidFill>
                  <a:srgbClr val="E6C8D0"/>
                </a:solidFill>
                <a:latin typeface="맑은 고딕"/>
                <a:ea typeface="맑은 고딕"/>
              </a:rPr>
              <a:t>친절한 설명이 첫 번째 치료입니다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  <a:ln w="9000">
            <a:solidFill>
              <a:srgbClr val="DE8DA1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520000" y="1080000"/>
            <a:ext cx="504000" cy="5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E6C8D0"/>
                </a:solidFill>
                <a:latin typeface="맑은 고딕"/>
                <a:ea typeface="맑은 고딕"/>
              </a:rPr>
              <a:t>QR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000" y="763200"/>
            <a:ext cx="201600" cy="14400"/>
          </a:xfrm>
          <a:prstGeom prst="rect">
            <a:avLst/>
          </a:prstGeom>
          <a:solidFill>
            <a:srgbClr val="DE8D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 rot="2280000">
            <a:off x="2700720" y="295920"/>
            <a:ext cx="142560" cy="272160"/>
          </a:xfrm>
          <a:prstGeom prst="ellipse">
            <a:avLst/>
          </a:prstGeom>
          <a:solidFill>
            <a:srgbClr val="DE8DA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V="1">
            <a:off x="2687760" y="334800"/>
            <a:ext cx="162000" cy="194400"/>
          </a:xfrm>
          <a:prstGeom prst="line">
            <a:avLst/>
          </a:prstGeom>
          <a:ln w="12960">
            <a:solidFill>
              <a:srgbClr val="AE4F67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간호사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