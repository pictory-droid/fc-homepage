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B73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87F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48647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87F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48647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87F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48647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87F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48647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87F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48647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887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486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887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월–금 09:30 – 18:30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