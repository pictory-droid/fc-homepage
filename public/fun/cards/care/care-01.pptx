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건강한 일상을 함께 지켜 드립니다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