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3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5600" cy="1800000"/>
          </a:xfrm>
          <a:prstGeom prst="rec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5600" y="0"/>
            <a:ext cx="36000" cy="1800000"/>
          </a:xfrm>
          <a:prstGeom prst="rect">
            <a:avLst/>
          </a:prstGeom>
          <a:solidFill>
            <a:srgbClr val="7954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49024" y="219024"/>
            <a:ext cx="317952" cy="317952"/>
          </a:xfrm>
          <a:prstGeom prst="ellipse">
            <a:avLst/>
          </a:prstGeom>
          <a:solidFill>
            <a:srgbClr val="795448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63072" y="260496"/>
            <a:ext cx="89856" cy="235008"/>
          </a:xfrm>
          <a:prstGeom prst="roundRect">
            <a:avLst>
              <a:gd name="adj" fmla="val 11538"/>
            </a:avLst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90496" y="333072"/>
            <a:ext cx="235008" cy="89856"/>
          </a:xfrm>
          <a:prstGeom prst="roundRect">
            <a:avLst>
              <a:gd name="adj" fmla="val 11538"/>
            </a:avLst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96000" y="223200"/>
            <a:ext cx="201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C7B8B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5400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바탕"/>
                <a:ea typeface="바탕"/>
              </a:rPr>
              <a:t>김하늘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96000" y="835200"/>
            <a:ext cx="2160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EFD9D1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1051200"/>
            <a:ext cx="230400" cy="14400"/>
          </a:xfrm>
          <a:prstGeom prst="rec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396000" y="118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FD9D1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40000" y="11880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96000" y="135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FD9D1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40000" y="13569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52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FD9D1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40000" y="15258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54400" y="374400"/>
            <a:ext cx="331200" cy="331200"/>
          </a:xfrm>
          <a:prstGeom prst="ellipse">
            <a:avLst/>
          </a:prstGeom>
          <a:solidFill>
            <a:srgbClr val="808080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73200" y="417600"/>
            <a:ext cx="93600" cy="2448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97600" y="493200"/>
            <a:ext cx="244800" cy="93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건강한 일상을 함께 지켜 드립니다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