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8DDDB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8DDDB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8DDD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5869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C0CB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586982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B9C0CB"/>
                </a:solidFill>
                <a:latin typeface="맑은 고딕"/>
                <a:ea typeface="맑은 고딕"/>
              </a:rPr>
              <a:t>토 09:00 – 13:00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