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11111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의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임건우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영양사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8181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의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예방 접종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방문 요양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물리 치료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3A9B5"/>
                </a:solidFill>
                <a:latin typeface="맑은 고딕"/>
                <a:ea typeface="맑은 고딕"/>
              </a:rPr>
              <a:t>토 09:00 – 13:00   |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영양사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