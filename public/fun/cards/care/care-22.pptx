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360000" y="2016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E745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3" name="Freeform 2"/>
          <p:cNvSpPr/>
          <p:nvPr/>
        </p:nvSpPr>
        <p:spPr>
          <a:xfrm>
            <a:off x="1546560" y="404640"/>
            <a:ext cx="146880" cy="194400"/>
          </a:xfrm>
          <a:custGeom>
            <a:avLst/>
            <a:gdLst/>
            <a:ahLst/>
            <a:cxnLst/>
            <a:rect l="l" t="t" r="r" b="b"/>
            <a:pathLst>
              <a:path w="146880" h="194400">
                <a:moveTo>
                  <a:pt x="0" y="21600"/>
                </a:moveTo>
                <a:lnTo>
                  <a:pt x="73440" y="0"/>
                </a:lnTo>
                <a:lnTo>
                  <a:pt x="146880" y="21600"/>
                </a:lnTo>
                <a:lnTo>
                  <a:pt x="146880" y="103680"/>
                </a:lnTo>
                <a:lnTo>
                  <a:pt x="73440" y="194400"/>
                </a:lnTo>
                <a:lnTo>
                  <a:pt x="0" y="103680"/>
                </a:lnTo>
                <a:close/>
              </a:path>
            </a:pathLst>
          </a:cu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89760" y="504000"/>
            <a:ext cx="23760" cy="25920"/>
          </a:xfrm>
          <a:prstGeom prst="line">
            <a:avLst/>
          </a:prstGeom>
          <a:ln w="15120">
            <a:solidFill>
              <a:srgbClr val="E4EBD6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1613520" y="478080"/>
            <a:ext cx="41040" cy="51840"/>
          </a:xfrm>
          <a:prstGeom prst="line">
            <a:avLst/>
          </a:prstGeom>
          <a:ln w="15120">
            <a:solidFill>
              <a:srgbClr val="E4EBD6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684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49562E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0512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677A42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245600"/>
            <a:ext cx="216000" cy="10800"/>
          </a:xfrm>
          <a:prstGeom prst="rect">
            <a:avLst/>
          </a:prstGeom>
          <a:solidFill>
            <a:srgbClr val="81985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49562E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6E745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47528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49562E"/>
                </a:solidFill>
                <a:latin typeface="바탕"/>
                <a:ea typeface="바탕"/>
              </a:rPr>
              <a:t>당신의 곁에서 함께 걷겠습니다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475285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4752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C725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Freeform 6"/>
          <p:cNvSpPr/>
          <p:nvPr/>
        </p:nvSpPr>
        <p:spPr>
          <a:xfrm>
            <a:off x="1558800" y="241200"/>
            <a:ext cx="122400" cy="162000"/>
          </a:xfrm>
          <a:custGeom>
            <a:avLst/>
            <a:gdLst/>
            <a:ahLst/>
            <a:cxnLst/>
            <a:rect l="l" t="t" r="r" b="b"/>
            <a:pathLst>
              <a:path w="122400" h="162000">
                <a:moveTo>
                  <a:pt x="0" y="18000"/>
                </a:moveTo>
                <a:lnTo>
                  <a:pt x="61200" y="0"/>
                </a:lnTo>
                <a:lnTo>
                  <a:pt x="122400" y="18000"/>
                </a:lnTo>
                <a:lnTo>
                  <a:pt x="122400" y="86400"/>
                </a:lnTo>
                <a:lnTo>
                  <a:pt x="61200" y="162000"/>
                </a:lnTo>
                <a:lnTo>
                  <a:pt x="0" y="86400"/>
                </a:lnTo>
                <a:close/>
              </a:path>
            </a:pathLst>
          </a:custGeom>
          <a:solidFill>
            <a:srgbClr val="4752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594800" y="324000"/>
            <a:ext cx="19800" cy="21600"/>
          </a:xfrm>
          <a:prstGeom prst="line">
            <a:avLst/>
          </a:prstGeom>
          <a:ln w="12600">
            <a:solidFill>
              <a:srgbClr val="CBCFDD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14600" y="302400"/>
            <a:ext cx="34200" cy="43200"/>
          </a:xfrm>
          <a:prstGeom prst="line">
            <a:avLst/>
          </a:prstGeom>
          <a:ln w="12600">
            <a:solidFill>
              <a:srgbClr val="CBCFDD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