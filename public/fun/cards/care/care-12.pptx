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7A6D4D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3" name="Oval 2"/>
          <p:cNvSpPr/>
          <p:nvPr/>
        </p:nvSpPr>
        <p:spPr>
          <a:xfrm>
            <a:off x="1520640" y="404640"/>
            <a:ext cx="198720" cy="198720"/>
          </a:xfrm>
          <a:prstGeom prst="ellipse">
            <a:avLst/>
          </a:prstGeom>
          <a:solidFill>
            <a:srgbClr val="C8DBE0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91920" y="430560"/>
            <a:ext cx="56160" cy="146880"/>
          </a:xfrm>
          <a:prstGeom prst="roundRect">
            <a:avLst>
              <a:gd name="adj" fmla="val 11538"/>
            </a:avLst>
          </a:prstGeom>
          <a:solidFill>
            <a:srgbClr val="3B80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46560" y="475920"/>
            <a:ext cx="146880" cy="56160"/>
          </a:xfrm>
          <a:prstGeom prst="roundRect">
            <a:avLst>
              <a:gd name="adj" fmla="val 11538"/>
            </a:avLst>
          </a:prstGeom>
          <a:solidFill>
            <a:srgbClr val="3B80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74591B"/>
                </a:solidFill>
                <a:latin typeface="바탕"/>
                <a:ea typeface="바탕"/>
              </a:rPr>
              <a:t>오지호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387A8A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3B80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4591B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A6D4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7C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F5E9CC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A17C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믿고 찾을 수 있는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동네 건강 파트너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