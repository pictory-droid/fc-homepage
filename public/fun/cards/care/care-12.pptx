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CEDBF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CEDBFF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믿고 찾을 수 있는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동네 건강 파트너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EDB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