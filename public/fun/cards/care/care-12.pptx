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FF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DB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F5BFF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F5BFF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F5BFF"/>
          </a:solidFill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799D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DBF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DBFF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CEDBF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CEDBFF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