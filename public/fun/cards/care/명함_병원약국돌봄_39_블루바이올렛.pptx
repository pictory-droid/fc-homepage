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6F6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F6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사회복지사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6F6F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F6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F6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F6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