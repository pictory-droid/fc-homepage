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DADC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3E5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555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8C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966D37"/>
          </a:solidFill>
          <a:ln w="3600">
            <a:solidFill>
              <a:srgbClr val="A27E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C8B2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966D37"/>
          </a:solidFill>
          <a:ln w="3600">
            <a:solidFill>
              <a:srgbClr val="A27E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D2AE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966D37"/>
          </a:solidFill>
          <a:ln w="3600">
            <a:solidFill>
              <a:srgbClr val="A27E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D2AE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966D37"/>
          </a:solidFill>
          <a:ln w="3600">
            <a:solidFill>
              <a:srgbClr val="A27E4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C8B2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8C9B5"/>
                </a:solidFill>
                <a:latin typeface="맑은 고딕"/>
                <a:ea typeface="맑은 고딕"/>
              </a:rPr>
              <a:t>토 09:00 – 13:00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