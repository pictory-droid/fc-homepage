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6000"/>
            <a:ext cx="3240000" cy="504000"/>
          </a:xfrm>
          <a:prstGeom prst="rect">
            <a:avLst/>
          </a:prstGeom>
          <a:solidFill>
            <a:srgbClr val="FFED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3240000" cy="144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C5111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남도현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C5111"/>
                </a:solidFill>
                <a:latin typeface="맑은 고딕"/>
                <a:ea typeface="맑은 고딕"/>
              </a:rPr>
              <a:t>물리치료사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5111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512000"/>
            <a:ext cx="900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72800" y="1411200"/>
            <a:ext cx="0" cy="201600"/>
          </a:xfrm>
          <a:prstGeom prst="line">
            <a:avLst/>
          </a:prstGeom>
          <a:ln w="3600">
            <a:solidFill>
              <a:srgbClr val="FFEAB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5111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52000" y="1512000"/>
            <a:ext cx="1008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80800" y="1411200"/>
            <a:ext cx="0" cy="201600"/>
          </a:xfrm>
          <a:prstGeom prst="line">
            <a:avLst/>
          </a:prstGeom>
          <a:ln w="3600">
            <a:solidFill>
              <a:srgbClr val="FFEAB8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5111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60000" y="15120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FFEAB8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FFEAB8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FFEAB8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FFEAB8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FFEAB8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FFEAB8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FFEAB8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FFEAB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C5111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6C5111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12151C"/>
                </a:solidFill>
                <a:latin typeface="맑은 고딕"/>
                <a:ea typeface="맑은 고딕"/>
              </a:rPr>
              <a:t>한방 치료  ·  조제  ·  방문 요양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FFEAB8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월–금 09:30 – 18:30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FFEAB8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물리치료사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