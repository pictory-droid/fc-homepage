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0" y="1260161"/>
            <a:ext cx="3240000" cy="539839"/>
          </a:xfrm>
          <a:custGeom>
            <a:avLst/>
            <a:gdLst/>
            <a:ahLst/>
            <a:cxnLst/>
            <a:rect l="l" t="t" r="r" b="b"/>
            <a:pathLst>
              <a:path w="3240000" h="539839">
                <a:moveTo>
                  <a:pt x="0" y="57439"/>
                </a:moveTo>
                <a:lnTo>
                  <a:pt x="36000" y="66024"/>
                </a:lnTo>
                <a:lnTo>
                  <a:pt x="72000" y="74417"/>
                </a:lnTo>
                <a:lnTo>
                  <a:pt x="108000" y="82431"/>
                </a:lnTo>
                <a:lnTo>
                  <a:pt x="144000" y="89886"/>
                </a:lnTo>
                <a:lnTo>
                  <a:pt x="180000" y="96617"/>
                </a:lnTo>
                <a:lnTo>
                  <a:pt x="216000" y="102472"/>
                </a:lnTo>
                <a:lnTo>
                  <a:pt x="252000" y="107322"/>
                </a:lnTo>
                <a:lnTo>
                  <a:pt x="288000" y="111057"/>
                </a:lnTo>
                <a:lnTo>
                  <a:pt x="324000" y="113595"/>
                </a:lnTo>
                <a:lnTo>
                  <a:pt x="360000" y="114878"/>
                </a:lnTo>
                <a:lnTo>
                  <a:pt x="396000" y="114878"/>
                </a:lnTo>
                <a:lnTo>
                  <a:pt x="432000" y="113595"/>
                </a:lnTo>
                <a:lnTo>
                  <a:pt x="468000" y="111057"/>
                </a:lnTo>
                <a:lnTo>
                  <a:pt x="504000" y="107322"/>
                </a:lnTo>
                <a:lnTo>
                  <a:pt x="540000" y="102472"/>
                </a:lnTo>
                <a:lnTo>
                  <a:pt x="576000" y="96617"/>
                </a:lnTo>
                <a:lnTo>
                  <a:pt x="612000" y="89886"/>
                </a:lnTo>
                <a:lnTo>
                  <a:pt x="648000" y="82431"/>
                </a:lnTo>
                <a:lnTo>
                  <a:pt x="684000" y="74417"/>
                </a:lnTo>
                <a:lnTo>
                  <a:pt x="720000" y="66024"/>
                </a:lnTo>
                <a:lnTo>
                  <a:pt x="756000" y="57439"/>
                </a:lnTo>
                <a:lnTo>
                  <a:pt x="792000" y="48854"/>
                </a:lnTo>
                <a:lnTo>
                  <a:pt x="828000" y="40461"/>
                </a:lnTo>
                <a:lnTo>
                  <a:pt x="864000" y="32447"/>
                </a:lnTo>
                <a:lnTo>
                  <a:pt x="900000" y="24992"/>
                </a:lnTo>
                <a:lnTo>
                  <a:pt x="936000" y="18261"/>
                </a:lnTo>
                <a:lnTo>
                  <a:pt x="972000" y="12406"/>
                </a:lnTo>
                <a:lnTo>
                  <a:pt x="1008000" y="7556"/>
                </a:lnTo>
                <a:lnTo>
                  <a:pt x="1044000" y="3821"/>
                </a:lnTo>
                <a:lnTo>
                  <a:pt x="1080000" y="1283"/>
                </a:lnTo>
                <a:lnTo>
                  <a:pt x="1116000" y="0"/>
                </a:lnTo>
                <a:lnTo>
                  <a:pt x="1152000" y="0"/>
                </a:lnTo>
                <a:lnTo>
                  <a:pt x="1188000" y="1283"/>
                </a:lnTo>
                <a:lnTo>
                  <a:pt x="1224000" y="3821"/>
                </a:lnTo>
                <a:lnTo>
                  <a:pt x="1260000" y="7556"/>
                </a:lnTo>
                <a:lnTo>
                  <a:pt x="1296000" y="12406"/>
                </a:lnTo>
                <a:lnTo>
                  <a:pt x="1332000" y="18261"/>
                </a:lnTo>
                <a:lnTo>
                  <a:pt x="1368000" y="24992"/>
                </a:lnTo>
                <a:lnTo>
                  <a:pt x="1404000" y="32447"/>
                </a:lnTo>
                <a:lnTo>
                  <a:pt x="1440000" y="40461"/>
                </a:lnTo>
                <a:lnTo>
                  <a:pt x="1476000" y="48854"/>
                </a:lnTo>
                <a:lnTo>
                  <a:pt x="1512000" y="57439"/>
                </a:lnTo>
                <a:lnTo>
                  <a:pt x="1548000" y="66024"/>
                </a:lnTo>
                <a:lnTo>
                  <a:pt x="1584000" y="74417"/>
                </a:lnTo>
                <a:lnTo>
                  <a:pt x="1620000" y="82431"/>
                </a:lnTo>
                <a:lnTo>
                  <a:pt x="1656000" y="89886"/>
                </a:lnTo>
                <a:lnTo>
                  <a:pt x="1692000" y="96617"/>
                </a:lnTo>
                <a:lnTo>
                  <a:pt x="1728000" y="102472"/>
                </a:lnTo>
                <a:lnTo>
                  <a:pt x="1764000" y="107322"/>
                </a:lnTo>
                <a:lnTo>
                  <a:pt x="1800000" y="111057"/>
                </a:lnTo>
                <a:lnTo>
                  <a:pt x="1836000" y="113595"/>
                </a:lnTo>
                <a:lnTo>
                  <a:pt x="1872000" y="114878"/>
                </a:lnTo>
                <a:lnTo>
                  <a:pt x="1908000" y="114878"/>
                </a:lnTo>
                <a:lnTo>
                  <a:pt x="1944000" y="113595"/>
                </a:lnTo>
                <a:lnTo>
                  <a:pt x="1980000" y="111057"/>
                </a:lnTo>
                <a:lnTo>
                  <a:pt x="2016000" y="107322"/>
                </a:lnTo>
                <a:lnTo>
                  <a:pt x="2052000" y="102472"/>
                </a:lnTo>
                <a:lnTo>
                  <a:pt x="2088000" y="96617"/>
                </a:lnTo>
                <a:lnTo>
                  <a:pt x="2124000" y="89886"/>
                </a:lnTo>
                <a:lnTo>
                  <a:pt x="2160000" y="82431"/>
                </a:lnTo>
                <a:lnTo>
                  <a:pt x="2196000" y="74417"/>
                </a:lnTo>
                <a:lnTo>
                  <a:pt x="2232000" y="66024"/>
                </a:lnTo>
                <a:lnTo>
                  <a:pt x="2268000" y="57439"/>
                </a:lnTo>
                <a:lnTo>
                  <a:pt x="2304000" y="48854"/>
                </a:lnTo>
                <a:lnTo>
                  <a:pt x="2340000" y="40461"/>
                </a:lnTo>
                <a:lnTo>
                  <a:pt x="2376000" y="32447"/>
                </a:lnTo>
                <a:lnTo>
                  <a:pt x="2412000" y="24992"/>
                </a:lnTo>
                <a:lnTo>
                  <a:pt x="2448000" y="18261"/>
                </a:lnTo>
                <a:lnTo>
                  <a:pt x="2484000" y="12406"/>
                </a:lnTo>
                <a:lnTo>
                  <a:pt x="2520000" y="7556"/>
                </a:lnTo>
                <a:lnTo>
                  <a:pt x="2556000" y="3821"/>
                </a:lnTo>
                <a:lnTo>
                  <a:pt x="2592000" y="1283"/>
                </a:lnTo>
                <a:lnTo>
                  <a:pt x="2628000" y="0"/>
                </a:lnTo>
                <a:lnTo>
                  <a:pt x="2664000" y="0"/>
                </a:lnTo>
                <a:lnTo>
                  <a:pt x="2700000" y="1283"/>
                </a:lnTo>
                <a:lnTo>
                  <a:pt x="2736000" y="3821"/>
                </a:lnTo>
                <a:lnTo>
                  <a:pt x="2772000" y="7556"/>
                </a:lnTo>
                <a:lnTo>
                  <a:pt x="2808000" y="12406"/>
                </a:lnTo>
                <a:lnTo>
                  <a:pt x="2844000" y="18261"/>
                </a:lnTo>
                <a:lnTo>
                  <a:pt x="2880000" y="24992"/>
                </a:lnTo>
                <a:lnTo>
                  <a:pt x="2916000" y="32447"/>
                </a:lnTo>
                <a:lnTo>
                  <a:pt x="2952000" y="40461"/>
                </a:lnTo>
                <a:lnTo>
                  <a:pt x="2988000" y="48854"/>
                </a:lnTo>
                <a:lnTo>
                  <a:pt x="3024000" y="57439"/>
                </a:lnTo>
                <a:lnTo>
                  <a:pt x="3060000" y="66024"/>
                </a:lnTo>
                <a:lnTo>
                  <a:pt x="3096000" y="74417"/>
                </a:lnTo>
                <a:lnTo>
                  <a:pt x="3132000" y="82431"/>
                </a:lnTo>
                <a:lnTo>
                  <a:pt x="3168000" y="89886"/>
                </a:lnTo>
                <a:lnTo>
                  <a:pt x="3204000" y="96617"/>
                </a:lnTo>
                <a:lnTo>
                  <a:pt x="3240000" y="102472"/>
                </a:lnTo>
                <a:lnTo>
                  <a:pt x="3240000" y="539839"/>
                </a:lnTo>
                <a:lnTo>
                  <a:pt x="0" y="539839"/>
                </a:lnTo>
                <a:close/>
              </a:path>
            </a:pathLst>
          </a:custGeom>
          <a:solidFill>
            <a:srgbClr val="82A2C6">
              <a:alpha val="5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0" y="1332000"/>
            <a:ext cx="3240000" cy="468000"/>
          </a:xfrm>
          <a:custGeom>
            <a:avLst/>
            <a:gdLst/>
            <a:ahLst/>
            <a:cxnLst/>
            <a:rect l="l" t="t" r="r" b="b"/>
            <a:pathLst>
              <a:path w="3240000" h="468000">
                <a:moveTo>
                  <a:pt x="0" y="94048"/>
                </a:moveTo>
                <a:lnTo>
                  <a:pt x="36000" y="89009"/>
                </a:lnTo>
                <a:lnTo>
                  <a:pt x="72000" y="82796"/>
                </a:lnTo>
                <a:lnTo>
                  <a:pt x="108000" y="75600"/>
                </a:lnTo>
                <a:lnTo>
                  <a:pt x="144000" y="67638"/>
                </a:lnTo>
                <a:lnTo>
                  <a:pt x="180000" y="59152"/>
                </a:lnTo>
                <a:lnTo>
                  <a:pt x="216000" y="50400"/>
                </a:lnTo>
                <a:lnTo>
                  <a:pt x="252000" y="41648"/>
                </a:lnTo>
                <a:lnTo>
                  <a:pt x="288000" y="33162"/>
                </a:lnTo>
                <a:lnTo>
                  <a:pt x="324000" y="25200"/>
                </a:lnTo>
                <a:lnTo>
                  <a:pt x="360000" y="18004"/>
                </a:lnTo>
                <a:lnTo>
                  <a:pt x="396000" y="11791"/>
                </a:lnTo>
                <a:lnTo>
                  <a:pt x="432000" y="6752"/>
                </a:lnTo>
                <a:lnTo>
                  <a:pt x="468000" y="3039"/>
                </a:lnTo>
                <a:lnTo>
                  <a:pt x="504000" y="766"/>
                </a:lnTo>
                <a:lnTo>
                  <a:pt x="540000" y="0"/>
                </a:lnTo>
                <a:lnTo>
                  <a:pt x="576000" y="766"/>
                </a:lnTo>
                <a:lnTo>
                  <a:pt x="612000" y="3039"/>
                </a:lnTo>
                <a:lnTo>
                  <a:pt x="648000" y="6752"/>
                </a:lnTo>
                <a:lnTo>
                  <a:pt x="684000" y="11791"/>
                </a:lnTo>
                <a:lnTo>
                  <a:pt x="720000" y="18004"/>
                </a:lnTo>
                <a:lnTo>
                  <a:pt x="756000" y="25200"/>
                </a:lnTo>
                <a:lnTo>
                  <a:pt x="792000" y="33162"/>
                </a:lnTo>
                <a:lnTo>
                  <a:pt x="828000" y="41648"/>
                </a:lnTo>
                <a:lnTo>
                  <a:pt x="864000" y="50400"/>
                </a:lnTo>
                <a:lnTo>
                  <a:pt x="900000" y="59152"/>
                </a:lnTo>
                <a:lnTo>
                  <a:pt x="936000" y="67638"/>
                </a:lnTo>
                <a:lnTo>
                  <a:pt x="972000" y="75600"/>
                </a:lnTo>
                <a:lnTo>
                  <a:pt x="1008000" y="82796"/>
                </a:lnTo>
                <a:lnTo>
                  <a:pt x="1044000" y="89009"/>
                </a:lnTo>
                <a:lnTo>
                  <a:pt x="1080000" y="94048"/>
                </a:lnTo>
                <a:lnTo>
                  <a:pt x="1116000" y="97761"/>
                </a:lnTo>
                <a:lnTo>
                  <a:pt x="1152000" y="100034"/>
                </a:lnTo>
                <a:lnTo>
                  <a:pt x="1188000" y="100800"/>
                </a:lnTo>
                <a:lnTo>
                  <a:pt x="1224000" y="100034"/>
                </a:lnTo>
                <a:lnTo>
                  <a:pt x="1260000" y="97761"/>
                </a:lnTo>
                <a:lnTo>
                  <a:pt x="1296000" y="94048"/>
                </a:lnTo>
                <a:lnTo>
                  <a:pt x="1332000" y="89009"/>
                </a:lnTo>
                <a:lnTo>
                  <a:pt x="1368000" y="82796"/>
                </a:lnTo>
                <a:lnTo>
                  <a:pt x="1404000" y="75600"/>
                </a:lnTo>
                <a:lnTo>
                  <a:pt x="1440000" y="67638"/>
                </a:lnTo>
                <a:lnTo>
                  <a:pt x="1476000" y="59152"/>
                </a:lnTo>
                <a:lnTo>
                  <a:pt x="1512000" y="50400"/>
                </a:lnTo>
                <a:lnTo>
                  <a:pt x="1548000" y="41648"/>
                </a:lnTo>
                <a:lnTo>
                  <a:pt x="1584000" y="33162"/>
                </a:lnTo>
                <a:lnTo>
                  <a:pt x="1620000" y="25200"/>
                </a:lnTo>
                <a:lnTo>
                  <a:pt x="1656000" y="18004"/>
                </a:lnTo>
                <a:lnTo>
                  <a:pt x="1692000" y="11791"/>
                </a:lnTo>
                <a:lnTo>
                  <a:pt x="1728000" y="6752"/>
                </a:lnTo>
                <a:lnTo>
                  <a:pt x="1764000" y="3039"/>
                </a:lnTo>
                <a:lnTo>
                  <a:pt x="1800000" y="766"/>
                </a:lnTo>
                <a:lnTo>
                  <a:pt x="1836000" y="0"/>
                </a:lnTo>
                <a:lnTo>
                  <a:pt x="1872000" y="766"/>
                </a:lnTo>
                <a:lnTo>
                  <a:pt x="1908000" y="3039"/>
                </a:lnTo>
                <a:lnTo>
                  <a:pt x="1944000" y="6752"/>
                </a:lnTo>
                <a:lnTo>
                  <a:pt x="1980000" y="11791"/>
                </a:lnTo>
                <a:lnTo>
                  <a:pt x="2016000" y="18004"/>
                </a:lnTo>
                <a:lnTo>
                  <a:pt x="2052000" y="25200"/>
                </a:lnTo>
                <a:lnTo>
                  <a:pt x="2088000" y="33162"/>
                </a:lnTo>
                <a:lnTo>
                  <a:pt x="2124000" y="41648"/>
                </a:lnTo>
                <a:lnTo>
                  <a:pt x="2160000" y="50400"/>
                </a:lnTo>
                <a:lnTo>
                  <a:pt x="2196000" y="59152"/>
                </a:lnTo>
                <a:lnTo>
                  <a:pt x="2232000" y="67638"/>
                </a:lnTo>
                <a:lnTo>
                  <a:pt x="2268000" y="75600"/>
                </a:lnTo>
                <a:lnTo>
                  <a:pt x="2304000" y="82796"/>
                </a:lnTo>
                <a:lnTo>
                  <a:pt x="2340000" y="89009"/>
                </a:lnTo>
                <a:lnTo>
                  <a:pt x="2376000" y="94048"/>
                </a:lnTo>
                <a:lnTo>
                  <a:pt x="2412000" y="97761"/>
                </a:lnTo>
                <a:lnTo>
                  <a:pt x="2448000" y="100034"/>
                </a:lnTo>
                <a:lnTo>
                  <a:pt x="2484000" y="100800"/>
                </a:lnTo>
                <a:lnTo>
                  <a:pt x="2520000" y="100034"/>
                </a:lnTo>
                <a:lnTo>
                  <a:pt x="2556000" y="97761"/>
                </a:lnTo>
                <a:lnTo>
                  <a:pt x="2592000" y="94048"/>
                </a:lnTo>
                <a:lnTo>
                  <a:pt x="2628000" y="89009"/>
                </a:lnTo>
                <a:lnTo>
                  <a:pt x="2664000" y="82796"/>
                </a:lnTo>
                <a:lnTo>
                  <a:pt x="2700000" y="75600"/>
                </a:lnTo>
                <a:lnTo>
                  <a:pt x="2736000" y="67638"/>
                </a:lnTo>
                <a:lnTo>
                  <a:pt x="2772000" y="59152"/>
                </a:lnTo>
                <a:lnTo>
                  <a:pt x="2808000" y="50400"/>
                </a:lnTo>
                <a:lnTo>
                  <a:pt x="2844000" y="41648"/>
                </a:lnTo>
                <a:lnTo>
                  <a:pt x="2880000" y="33162"/>
                </a:lnTo>
                <a:lnTo>
                  <a:pt x="2916000" y="25200"/>
                </a:lnTo>
                <a:lnTo>
                  <a:pt x="2952000" y="18004"/>
                </a:lnTo>
                <a:lnTo>
                  <a:pt x="2988000" y="11791"/>
                </a:lnTo>
                <a:lnTo>
                  <a:pt x="3024000" y="6752"/>
                </a:lnTo>
                <a:lnTo>
                  <a:pt x="3060000" y="3039"/>
                </a:lnTo>
                <a:lnTo>
                  <a:pt x="3096000" y="766"/>
                </a:lnTo>
                <a:lnTo>
                  <a:pt x="3132000" y="0"/>
                </a:lnTo>
                <a:lnTo>
                  <a:pt x="3168000" y="766"/>
                </a:lnTo>
                <a:lnTo>
                  <a:pt x="3204000" y="3039"/>
                </a:lnTo>
                <a:lnTo>
                  <a:pt x="3240000" y="6752"/>
                </a:lnTo>
                <a:lnTo>
                  <a:pt x="3240000" y="468000"/>
                </a:lnTo>
                <a:lnTo>
                  <a:pt x="0" y="468000"/>
                </a:lnTo>
                <a:close/>
              </a:path>
            </a:pathLst>
          </a:custGeom>
          <a:solidFill>
            <a:srgbClr val="6A7C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216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D93BD"/>
                </a:solidFill>
                <a:latin typeface="맑은 고딕"/>
                <a:ea typeface="맑은 고딕"/>
              </a:rPr>
              <a:t>의원 · 약국 이름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432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B2230"/>
                </a:solidFill>
                <a:latin typeface="맑은 고딕"/>
                <a:ea typeface="맑은 고딕"/>
              </a:rPr>
              <a:t>배OO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684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5F6672"/>
                </a:solidFill>
                <a:latin typeface="맑은 고딕"/>
                <a:ea typeface="맑은 고딕"/>
              </a:rPr>
              <a:t>요양보호사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52000" y="1512000"/>
            <a:ext cx="936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1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1188000" y="1512000"/>
            <a:ext cx="1188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1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376000" y="1512000"/>
            <a:ext cx="612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FFFFFF"/>
                </a:solidFill>
                <a:latin typeface="맑은 고딕"/>
                <a:ea typeface="맑은 고딕"/>
              </a:rPr>
              <a:t/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A9BFD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8000" y="432000"/>
            <a:ext cx="936000" cy="936000"/>
          </a:xfrm>
          <a:prstGeom prst="ellipse">
            <a:avLst/>
          </a:prstGeom>
          <a:solidFill>
            <a:srgbClr val="CBD9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0" y="324000"/>
            <a:ext cx="1152000" cy="1152000"/>
          </a:xfrm>
          <a:prstGeom prst="ellipse">
            <a:avLst/>
          </a:prstGeom>
          <a:noFill/>
          <a:ln w="4320">
            <a:solidFill>
              <a:srgbClr val="8FA3B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29120" y="774720"/>
            <a:ext cx="164160" cy="164160"/>
          </a:xfrm>
          <a:prstGeom prst="ellipse">
            <a:avLst/>
          </a:prstGeom>
          <a:solidFill>
            <a:srgbClr val="1B223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58720" y="774720"/>
            <a:ext cx="164160" cy="164160"/>
          </a:xfrm>
          <a:prstGeom prst="ellipse">
            <a:avLst/>
          </a:prstGeom>
          <a:solidFill>
            <a:srgbClr val="1B223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433440" y="891360"/>
            <a:ext cx="285120" cy="181440"/>
          </a:xfrm>
          <a:custGeom>
            <a:avLst/>
            <a:gdLst/>
            <a:ahLst/>
            <a:cxnLst/>
            <a:rect l="l" t="t" r="r" b="b"/>
            <a:pathLst>
              <a:path w="285120" h="181440">
                <a:moveTo>
                  <a:pt x="0" y="0"/>
                </a:moveTo>
                <a:lnTo>
                  <a:pt x="285120" y="0"/>
                </a:lnTo>
                <a:lnTo>
                  <a:pt x="142560" y="181440"/>
                </a:lnTo>
                <a:close/>
              </a:path>
            </a:pathLst>
          </a:custGeom>
          <a:solidFill>
            <a:srgbClr val="1B223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1368000" y="252000"/>
            <a:ext cx="1512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4F6932"/>
                </a:solidFill>
                <a:latin typeface="맑은 고딕"/>
                <a:ea typeface="맑은 고딕"/>
              </a:rPr>
              <a:t>진료 · 상담</a:t>
            </a:r>
          </a:p>
        </p:txBody>
      </p:sp>
      <p:sp>
        <p:nvSpPr>
          <p:cNvPr id="8" name="Oval 7"/>
          <p:cNvSpPr/>
          <p:nvPr/>
        </p:nvSpPr>
        <p:spPr>
          <a:xfrm>
            <a:off x="1371600" y="482400"/>
            <a:ext cx="43200" cy="43200"/>
          </a:xfrm>
          <a:prstGeom prst="ellipse">
            <a:avLst/>
          </a:prstGeom>
          <a:solidFill>
            <a:srgbClr val="515E7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텍스트"/>
          <p:cNvSpPr txBox="1"/>
          <p:nvPr/>
        </p:nvSpPr>
        <p:spPr>
          <a:xfrm>
            <a:off x="1476000" y="4248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건강 검진</a:t>
            </a:r>
          </a:p>
        </p:txBody>
      </p:sp>
      <p:sp>
        <p:nvSpPr>
          <p:cNvPr id="10" name="Oval 9"/>
          <p:cNvSpPr/>
          <p:nvPr/>
        </p:nvSpPr>
        <p:spPr>
          <a:xfrm>
            <a:off x="1371600" y="705600"/>
            <a:ext cx="43200" cy="43200"/>
          </a:xfrm>
          <a:prstGeom prst="ellipse">
            <a:avLst/>
          </a:prstGeom>
          <a:solidFill>
            <a:srgbClr val="59763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텍스트"/>
          <p:cNvSpPr txBox="1"/>
          <p:nvPr/>
        </p:nvSpPr>
        <p:spPr>
          <a:xfrm>
            <a:off x="1476000" y="6480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한방 치료</a:t>
            </a:r>
          </a:p>
        </p:txBody>
      </p:sp>
      <p:sp>
        <p:nvSpPr>
          <p:cNvPr id="12" name="Oval 11"/>
          <p:cNvSpPr/>
          <p:nvPr/>
        </p:nvSpPr>
        <p:spPr>
          <a:xfrm>
            <a:off x="1371600" y="928800"/>
            <a:ext cx="43200" cy="43200"/>
          </a:xfrm>
          <a:prstGeom prst="ellipse">
            <a:avLst/>
          </a:prstGeom>
          <a:solidFill>
            <a:srgbClr val="515E7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텍스트"/>
          <p:cNvSpPr txBox="1"/>
          <p:nvPr/>
        </p:nvSpPr>
        <p:spPr>
          <a:xfrm>
            <a:off x="1476000" y="8712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침 · 뜸</a:t>
            </a:r>
          </a:p>
        </p:txBody>
      </p:sp>
      <p:sp>
        <p:nvSpPr>
          <p:cNvPr id="14" name="Oval 13"/>
          <p:cNvSpPr/>
          <p:nvPr/>
        </p:nvSpPr>
        <p:spPr>
          <a:xfrm>
            <a:off x="1371600" y="1152000"/>
            <a:ext cx="43200" cy="43200"/>
          </a:xfrm>
          <a:prstGeom prst="ellipse">
            <a:avLst/>
          </a:prstGeom>
          <a:solidFill>
            <a:srgbClr val="59763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텍스트"/>
          <p:cNvSpPr txBox="1"/>
          <p:nvPr/>
        </p:nvSpPr>
        <p:spPr>
          <a:xfrm>
            <a:off x="1476000" y="10944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조제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368000" y="1440000"/>
            <a:ext cx="1656000" cy="0"/>
          </a:xfrm>
          <a:prstGeom prst="line">
            <a:avLst/>
          </a:prstGeom>
          <a:ln w="3600">
            <a:solidFill>
              <a:srgbClr val="8FA3BA"/>
            </a:solidFill>
          </a:ln>
        </p:spPr>
      </p:cxnSp>
      <p:sp>
        <p:nvSpPr>
          <p:cNvPr id="17" name="텍스트"/>
          <p:cNvSpPr txBox="1"/>
          <p:nvPr/>
        </p:nvSpPr>
        <p:spPr>
          <a:xfrm>
            <a:off x="1368000" y="1512000"/>
            <a:ext cx="1656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0">
                <a:solidFill>
                  <a:srgbClr val="465162"/>
                </a:solidFill>
                <a:latin typeface="맑은 고딕"/>
                <a:ea typeface="맑은 고딕"/>
              </a:rPr>
              <a:t>진료 · 상담 예약     @채널아이디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요양보호사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