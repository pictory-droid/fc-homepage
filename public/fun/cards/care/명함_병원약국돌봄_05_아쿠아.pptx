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304000" y="684000"/>
            <a:ext cx="432000" cy="432000"/>
          </a:xfrm>
          <a:prstGeom prst="ellipse">
            <a:avLst/>
          </a:prstGeom>
          <a:noFill/>
          <a:ln w="4320">
            <a:solidFill>
              <a:srgbClr val="DCDFE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124000" y="504000"/>
            <a:ext cx="792000" cy="792000"/>
          </a:xfrm>
          <a:prstGeom prst="ellipse">
            <a:avLst/>
          </a:prstGeom>
          <a:noFill/>
          <a:ln w="4320">
            <a:solidFill>
              <a:srgbClr val="DCDFE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980000" y="360000"/>
            <a:ext cx="1080000" cy="1080000"/>
          </a:xfrm>
          <a:prstGeom prst="ellipse">
            <a:avLst/>
          </a:prstGeom>
          <a:noFill/>
          <a:ln w="4320">
            <a:solidFill>
              <a:srgbClr val="DCDFE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72000" y="252000"/>
            <a:ext cx="1296000" cy="1296000"/>
          </a:xfrm>
          <a:prstGeom prst="ellipse">
            <a:avLst/>
          </a:prstGeom>
          <a:noFill/>
          <a:ln w="4320">
            <a:solidFill>
              <a:srgbClr val="00D0E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469600" y="849600"/>
            <a:ext cx="100800" cy="100800"/>
          </a:xfrm>
          <a:prstGeom prst="ellipse">
            <a:avLst/>
          </a:prstGeom>
          <a:solidFill>
            <a:srgbClr val="00D0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955600" y="421200"/>
            <a:ext cx="43200" cy="43200"/>
          </a:xfrm>
          <a:prstGeom prst="ellipse">
            <a:avLst/>
          </a:prstGeom>
          <a:solidFill>
            <a:srgbClr val="00D0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61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정유진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86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B7280"/>
                </a:solidFill>
                <a:latin typeface="맑은 고딕"/>
                <a:ea typeface="맑은 고딕"/>
              </a:rPr>
              <a:t>한의사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2000" y="1080000"/>
            <a:ext cx="129600" cy="14400"/>
          </a:xfrm>
          <a:prstGeom prst="rect">
            <a:avLst/>
          </a:prstGeom>
          <a:solidFill>
            <a:srgbClr val="00D0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252000" y="1213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583200" y="12024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52000" y="13428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583200" y="13320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52000" y="14724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583200" y="14616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B7280"/>
                </a:solidFill>
                <a:latin typeface="맑은 고딕"/>
                <a:ea typeface="맑은 고딕"/>
              </a:rPr>
              <a:t>진료 · 상담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52800"/>
            <a:ext cx="108000" cy="14400"/>
          </a:xfrm>
          <a:prstGeom prst="rect">
            <a:avLst/>
          </a:prstGeom>
          <a:solidFill>
            <a:srgbClr val="00D0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52000" y="468000"/>
            <a:ext cx="1512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5" name="텍스트"/>
          <p:cNvSpPr txBox="1"/>
          <p:nvPr/>
        </p:nvSpPr>
        <p:spPr>
          <a:xfrm>
            <a:off x="252000" y="5112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복약 상담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655200"/>
            <a:ext cx="1512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6984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건강 상담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2000" y="842400"/>
            <a:ext cx="1512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52000" y="8856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예약 문의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1029600"/>
            <a:ext cx="1512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11" name="Rectangle 10"/>
          <p:cNvSpPr/>
          <p:nvPr/>
        </p:nvSpPr>
        <p:spPr>
          <a:xfrm>
            <a:off x="2196000" y="396000"/>
            <a:ext cx="720000" cy="720000"/>
          </a:xfrm>
          <a:prstGeom prst="rect">
            <a:avLst/>
          </a:prstGeom>
          <a:noFill/>
          <a:ln w="4320">
            <a:solidFill>
              <a:srgbClr val="6B728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2196000" y="396000"/>
            <a:ext cx="720000" cy="7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6B7280"/>
                </a:solidFill>
                <a:latin typeface="맑은 고딕"/>
                <a:ea typeface="맑은 고딕"/>
              </a:rPr>
              <a:t>QR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196000" y="12096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www.example.com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196000" y="13536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6B7280"/>
                </a:solidFill>
                <a:latin typeface="맑은 고딕"/>
                <a:ea typeface="맑은 고딕"/>
              </a:rPr>
              <a:t>월–금 09:30 – 18:30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한의사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