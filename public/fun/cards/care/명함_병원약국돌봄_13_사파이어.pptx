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3F63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C9D7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9024" y="885024"/>
            <a:ext cx="317952" cy="317952"/>
          </a:xfrm>
          <a:prstGeom prst="ellipse">
            <a:avLst/>
          </a:prstGeom>
          <a:solidFill>
            <a:srgbClr val="627C79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3072" y="926496"/>
            <a:ext cx="89856" cy="235008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0496" y="999072"/>
            <a:ext cx="235008" cy="89856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459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459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BED1CB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E74"/>
                </a:solidFill>
                <a:latin typeface="맑은 고딕"/>
                <a:ea typeface="맑은 고딕"/>
              </a:rPr>
              <a:t>진료 · 상담 예약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