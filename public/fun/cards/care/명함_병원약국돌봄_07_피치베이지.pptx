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D885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8855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15554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D8855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A6D7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1555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2D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C15768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55D2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C15768"/>
          </a:solidFill>
          <a:ln w="5760">
            <a:solidFill>
              <a:srgbClr val="C157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FD2D7"/>
          </a:solidFill>
          <a:ln w="5760">
            <a:solidFill>
              <a:srgbClr val="C157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FD2D7"/>
          </a:solidFill>
          <a:ln w="5760">
            <a:solidFill>
              <a:srgbClr val="C157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EFD2D7"/>
          </a:solidFill>
          <a:ln w="5760">
            <a:solidFill>
              <a:srgbClr val="C157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56F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56F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C65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C656F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