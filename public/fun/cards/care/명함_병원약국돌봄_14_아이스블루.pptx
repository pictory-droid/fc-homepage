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4CC3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12151C"/>
                </a:solidFill>
                <a:latin typeface="맑은 고딕"/>
                <a:ea typeface="맑은 고딕"/>
              </a:rPr>
              <a:t>의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85772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CDEEFF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신태민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285772"/>
                </a:solidFill>
                <a:latin typeface="맑은 고딕"/>
                <a:ea typeface="맑은 고딕"/>
              </a:rPr>
              <a:t>물리치료사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CDEEFF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857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857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857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C3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1F3B4E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1F3B4E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1F3B4E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1F3B4E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1F3B4E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1F3B4E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1F3B4E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1F3B4E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1F3B4E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1F3B4E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12151C"/>
                </a:solidFill>
                <a:latin typeface="맑은 고딕"/>
                <a:ea typeface="맑은 고딕"/>
              </a:rPr>
              <a:t>재활 치료  ·  침 · 뜸  ·  방문 요양  ·  물리 치료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357DA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357DA4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물리치료사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