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2F4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9024" y="885024"/>
            <a:ext cx="317952" cy="317952"/>
          </a:xfrm>
          <a:prstGeom prst="ellipse">
            <a:avLst/>
          </a:prstGeom>
          <a:solidFill>
            <a:srgbClr val="C6C7AE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3072" y="926496"/>
            <a:ext cx="89856" cy="23500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496" y="999072"/>
            <a:ext cx="235008" cy="8985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