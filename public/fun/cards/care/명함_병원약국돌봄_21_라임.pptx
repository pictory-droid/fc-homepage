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C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F7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A6E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632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63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63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63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