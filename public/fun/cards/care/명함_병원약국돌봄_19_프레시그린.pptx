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8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BDEBD5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533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2B7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2B76A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전보라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2533A"/>
                </a:solidFill>
                <a:latin typeface="맑은 고딕"/>
                <a:ea typeface="맑은 고딕"/>
              </a:rPr>
              <a:t>사회복지사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BDEBD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5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5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5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B76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B76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B76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B76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