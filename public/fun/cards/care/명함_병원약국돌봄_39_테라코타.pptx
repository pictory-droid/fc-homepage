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64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AF72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AF72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AF72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D0ACA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DC4BD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DC4BD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DC4B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DC4B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DC4B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73A4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01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5401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6025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56025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73A40"/>
                </a:solidFill>
                <a:latin typeface="맑은 고딕"/>
                <a:ea typeface="맑은 고딕"/>
              </a:rPr>
              <a:t>토 09:00 – 13:00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