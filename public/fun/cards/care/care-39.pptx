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건강 걱정은 가볍게 나눠요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