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46640" y="573840"/>
            <a:ext cx="191520" cy="19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97840" y="573840"/>
            <a:ext cx="191520" cy="19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551680" y="709920"/>
            <a:ext cx="332640" cy="211680"/>
          </a:xfrm>
          <a:custGeom>
            <a:avLst/>
            <a:gdLst/>
            <a:ahLst/>
            <a:cxnLst/>
            <a:rect l="l" t="t" r="r" b="b"/>
            <a:pathLst>
              <a:path w="332640" h="211680">
                <a:moveTo>
                  <a:pt x="0" y="0"/>
                </a:moveTo>
                <a:lnTo>
                  <a:pt x="332640" y="0"/>
                </a:lnTo>
                <a:lnTo>
                  <a:pt x="166320" y="2116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9472C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56A41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56A4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472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56A4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472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56A4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472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E65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937E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94320" y="1402920"/>
            <a:ext cx="95760" cy="9576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869920" y="1402920"/>
            <a:ext cx="95760" cy="9576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796840" y="1470960"/>
            <a:ext cx="166320" cy="105840"/>
          </a:xfrm>
          <a:custGeom>
            <a:avLst/>
            <a:gdLst/>
            <a:ahLst/>
            <a:cxnLst/>
            <a:rect l="l" t="t" r="r" b="b"/>
            <a:pathLst>
              <a:path w="166320" h="105840">
                <a:moveTo>
                  <a:pt x="0" y="0"/>
                </a:moveTo>
                <a:lnTo>
                  <a:pt x="166320" y="0"/>
                </a:lnTo>
                <a:lnTo>
                  <a:pt x="83160" y="105840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건강 걱정은 가볍게 나눠요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EDE9E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