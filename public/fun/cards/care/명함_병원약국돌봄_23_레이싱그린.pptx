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376B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376B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376B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376B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376B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376BD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376B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376B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F6B5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6376BD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16878"/>
                </a:solidFill>
                <a:latin typeface="맑은 고딕"/>
                <a:ea typeface="맑은 고딕"/>
              </a:rPr>
              <a:t>전화 문의 가능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