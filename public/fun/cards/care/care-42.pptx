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봉기태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12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168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4170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5696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656000" y="15696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  <a:ln w="720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04000"/>
            <a:ext cx="1728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몸도 마음도 편안하도록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" y="1296000"/>
            <a:ext cx="144000" cy="18000"/>
          </a:xfrm>
          <a:prstGeom prst="rect">
            <a:avLst/>
          </a:pr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1404000"/>
            <a:ext cx="165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