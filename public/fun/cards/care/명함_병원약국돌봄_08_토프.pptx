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8274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윤OO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상담실장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4C74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일반 진료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예방 접종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영양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상담실장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