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ED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F8796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양OO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FFFFFF"/>
                </a:solidFill>
                <a:latin typeface="맑은 고딕"/>
                <a:ea typeface="맑은 고딕"/>
              </a:rPr>
              <a:t>물리치료사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16F7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4A7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4" name="Freeform 3"/>
          <p:cNvSpPr/>
          <p:nvPr/>
        </p:nvSpPr>
        <p:spPr>
          <a:xfrm>
            <a:off x="477360" y="861840"/>
            <a:ext cx="269280" cy="356400"/>
          </a:xfrm>
          <a:custGeom>
            <a:avLst/>
            <a:gdLst/>
            <a:ahLst/>
            <a:cxnLst/>
            <a:rect l="l" t="t" r="r" b="b"/>
            <a:pathLst>
              <a:path w="269280" h="356400">
                <a:moveTo>
                  <a:pt x="0" y="39600"/>
                </a:moveTo>
                <a:lnTo>
                  <a:pt x="134640" y="0"/>
                </a:lnTo>
                <a:lnTo>
                  <a:pt x="269280" y="39600"/>
                </a:lnTo>
                <a:lnTo>
                  <a:pt x="269280" y="190080"/>
                </a:lnTo>
                <a:lnTo>
                  <a:pt x="134640" y="356400"/>
                </a:lnTo>
                <a:lnTo>
                  <a:pt x="0" y="1900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56560" y="1044000"/>
            <a:ext cx="43560" cy="47520"/>
          </a:xfrm>
          <a:prstGeom prst="line">
            <a:avLst/>
          </a:prstGeom>
          <a:ln w="27720">
            <a:solidFill>
              <a:srgbClr val="A4BEC6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600120" y="996480"/>
            <a:ext cx="75240" cy="95040"/>
          </a:xfrm>
          <a:prstGeom prst="line">
            <a:avLst/>
          </a:prstGeom>
          <a:ln w="27720">
            <a:solidFill>
              <a:srgbClr val="A4BEC6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한방 치료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조제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방문 요양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전화 문의 가능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물리치료사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