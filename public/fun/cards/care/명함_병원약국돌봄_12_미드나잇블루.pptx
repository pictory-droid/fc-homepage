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A2435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A243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C1C8D1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A24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C1C8D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A24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C1C8D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A24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C1C8D1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61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CC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6B8AE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6B8AE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BCCC5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BCCC5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