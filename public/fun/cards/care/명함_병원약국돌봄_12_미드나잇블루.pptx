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B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오OO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A2435"/>
                </a:solidFill>
                <a:latin typeface="맑은 고딕"/>
                <a:ea typeface="맑은 고딕"/>
              </a:rPr>
              <a:t>약사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1A2435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C1C8D1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1A243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C1C8D1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1A243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C1C8D1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1A243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C1C8D1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D61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B6B8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BCCC5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건강 검진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B6B8AE"/>
                </a:solidFill>
                <a:latin typeface="맑은 고딕"/>
                <a:ea typeface="맑은 고딕"/>
              </a:rPr>
              <a:t>예방 접종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침 · 뜸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456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B6B8AE"/>
                </a:solidFill>
                <a:latin typeface="맑은 고딕"/>
                <a:ea typeface="맑은 고딕"/>
              </a:rPr>
              <a:t>방문 요양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CBCCC5"/>
                </a:solidFill>
                <a:latin typeface="맑은 고딕"/>
                <a:ea typeface="맑은 고딕"/>
              </a:rPr>
              <a:t>월–금 09:30 – 18:30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CBCCC5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약사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