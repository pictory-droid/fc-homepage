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5D9D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E9246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한의사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7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AF2F9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CD4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919E83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919E8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919E83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919E83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919E83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DEE2D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EE2DA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EE2DA"/>
                </a:solidFill>
                <a:latin typeface="맑은 고딕"/>
                <a:ea typeface="맑은 고딕"/>
              </a:rPr>
              <a:t>전화 문의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