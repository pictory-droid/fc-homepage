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7D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758F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889F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68720" y="684720"/>
            <a:ext cx="430560" cy="430560"/>
          </a:xfrm>
          <a:prstGeom prst="ellipse">
            <a:avLst/>
          </a:prstGeom>
          <a:solidFill>
            <a:srgbClr val="485854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3160" y="740880"/>
            <a:ext cx="121680" cy="318240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24880" y="839160"/>
            <a:ext cx="318240" cy="121680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CF0F6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CE2DC"/>
                </a:solidFill>
                <a:latin typeface="맑은 고딕"/>
                <a:ea typeface="맑은 고딕"/>
              </a:rPr>
              <a:t>한의사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2D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2D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2D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8F6E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7A99B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000" y="554400"/>
            <a:ext cx="144000" cy="14400"/>
          </a:xfrm>
          <a:prstGeom prst="rect">
            <a:avLst/>
          </a:prstGeom>
          <a:solidFill>
            <a:srgbClr val="7A9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B8F6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6000" y="554400"/>
            <a:ext cx="144000" cy="1440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56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B8F6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94400"/>
            <a:ext cx="144000" cy="1440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56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7A99B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6000" y="1094400"/>
            <a:ext cx="144000" cy="14400"/>
          </a:xfrm>
          <a:prstGeom prst="rect">
            <a:avLst/>
          </a:prstGeom>
          <a:solidFill>
            <a:srgbClr val="7A9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656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D4B61"/>
                </a:solidFill>
                <a:latin typeface="맑은 고딕"/>
                <a:ea typeface="맑은 고딕"/>
              </a:rPr>
              <a:t>진료 · 상담 예약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