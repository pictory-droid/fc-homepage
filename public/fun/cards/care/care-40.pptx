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6C82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6C82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재활 치료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토 09:00 – 13:00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