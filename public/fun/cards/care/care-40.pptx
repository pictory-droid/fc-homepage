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1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AE43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AE43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AE43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AE43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AE43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AE43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AE43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AE43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AE43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AE43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AE43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AE43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AE43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AE43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AE43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AE43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AE4329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AE4329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AE4329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AE4329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AE43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F8E1D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8C665C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5B2315"/>
                </a:solidFill>
                <a:latin typeface="바탕"/>
                <a:ea typeface="바탕"/>
              </a:rPr>
              <a:t>마시현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AE4329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E432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2315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E432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2315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AE432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5B231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 rot="2280000">
            <a:off x="2816640" y="1067040"/>
            <a:ext cx="126720" cy="241920"/>
          </a:xfrm>
          <a:prstGeom prst="ellipse">
            <a:avLst/>
          </a:prstGeom>
          <a:solidFill>
            <a:srgbClr val="AE432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2805120" y="1101600"/>
            <a:ext cx="144000" cy="172800"/>
          </a:xfrm>
          <a:prstGeom prst="line">
            <a:avLst/>
          </a:prstGeom>
          <a:ln w="11520">
            <a:solidFill>
              <a:srgbClr val="F8E1DB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93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101952" y="171072"/>
            <a:ext cx="69696" cy="133056"/>
          </a:xfrm>
          <a:prstGeom prst="ellipse">
            <a:avLst/>
          </a:prstGeom>
          <a:solidFill>
            <a:srgbClr val="59595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95616" y="190080"/>
            <a:ext cx="79200" cy="95040"/>
          </a:xfrm>
          <a:prstGeom prst="line">
            <a:avLst/>
          </a:prstGeom>
          <a:ln w="6336">
            <a:solidFill>
              <a:srgbClr val="C5C5C5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따뜻한 말 한마디도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바탕"/>
                <a:ea typeface="바탕"/>
              </a:rPr>
              <a:t>치료입니다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D8BC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F5D4CC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D8BCB5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