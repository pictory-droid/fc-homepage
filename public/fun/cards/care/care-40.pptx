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26292D"/>
                </a:solidFill>
                <a:latin typeface="맑은 고딕"/>
                <a:ea typeface="맑은 고딕"/>
              </a:rPr>
              <a:t>마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마시현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영양사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따뜻한 말 한마디도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치료입니다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