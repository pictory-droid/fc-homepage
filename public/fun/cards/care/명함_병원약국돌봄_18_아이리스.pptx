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471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BFBF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송OO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26677"/>
                </a:solidFill>
                <a:latin typeface="바탕"/>
                <a:ea typeface="바탕"/>
              </a:rPr>
              <a:t>상담실장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7471B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7471BB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2667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전화 문의 가능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05C55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