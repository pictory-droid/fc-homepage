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558FAD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나OO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05C55"/>
                </a:solidFill>
                <a:latin typeface="맑은 고딕"/>
                <a:ea typeface="맑은 고딕"/>
              </a:rPr>
              <a:t>영양사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0368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605C55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EAD5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B2230">
                    <a:alpha val="70000"/>
                  </a:srgbClr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576800"/>
            <a:ext cx="9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88000" y="1476000"/>
            <a:ext cx="108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B2230">
                    <a:alpha val="70000"/>
                  </a:srgbClr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88000" y="1576800"/>
            <a:ext cx="108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08800" y="1468800"/>
            <a:ext cx="0" cy="208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9E3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5040">
            <a:solidFill>
              <a:srgbClr val="4F87A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1200" y="151200"/>
            <a:ext cx="2937600" cy="1497600"/>
          </a:xfrm>
          <a:prstGeom prst="rect">
            <a:avLst/>
          </a:prstGeom>
          <a:noFill/>
          <a:ln w="3600">
            <a:solidFill>
              <a:srgbClr val="C0CAD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60000" y="280800"/>
            <a:ext cx="25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11"/>
              </a:lnSpc>
            </a:pPr>
            <a:r>
              <a:rPr sz="560" b="1" spc="400">
                <a:solidFill>
                  <a:srgbClr val="4F87A3"/>
                </a:solidFill>
                <a:latin typeface="바탕"/>
                <a:ea typeface="바탕"/>
              </a:rPr>
              <a:t>진료 · 상담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512000" y="432000"/>
            <a:ext cx="216000" cy="0"/>
          </a:xfrm>
          <a:prstGeom prst="line">
            <a:avLst/>
          </a:prstGeom>
          <a:ln w="5040">
            <a:solidFill>
              <a:srgbClr val="4F87A3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360000" y="576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47"/>
              </a:lnSpc>
            </a:pPr>
            <a:r>
              <a:rPr sz="860" b="1" spc="100">
                <a:solidFill>
                  <a:srgbClr val="1B2230"/>
                </a:solidFill>
                <a:latin typeface="바탕"/>
                <a:ea typeface="바탕"/>
              </a:rPr>
              <a:t>재활 치료  ·  침 · 뜸  ·  영양 상담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512000" y="1173600"/>
            <a:ext cx="216000" cy="0"/>
          </a:xfrm>
          <a:prstGeom prst="line">
            <a:avLst/>
          </a:prstGeom>
          <a:ln w="5040">
            <a:solidFill>
              <a:srgbClr val="4F87A3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60000" y="12600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636B76"/>
                </a:solidFill>
                <a:latin typeface="바탕"/>
                <a:ea typeface="바탕"/>
              </a:rPr>
              <a:t>방문 전 예약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3968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636B76"/>
                </a:solidFill>
                <a:latin typeface="바탕"/>
                <a:ea typeface="바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영양사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