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</p:sldIdLst>
  <p:sldSz cx="3240000" cy="1800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4E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텍스트"/>
          <p:cNvSpPr txBox="1"/>
          <p:nvPr/>
        </p:nvSpPr>
        <p:spPr>
          <a:xfrm>
            <a:off x="252000" y="252000"/>
            <a:ext cx="1512000" cy="12382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942"/>
              </a:lnSpc>
            </a:pPr>
            <a:r>
              <a:rPr sz="650" b="1" spc="220">
                <a:solidFill>
                  <a:srgbClr val="558FAD"/>
                </a:solidFill>
                <a:latin typeface="맑은 고딕"/>
                <a:ea typeface="맑은 고딕"/>
              </a:rPr>
              <a:t>의원 · 약국 이름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252000" y="388800"/>
            <a:ext cx="2736000" cy="0"/>
          </a:xfrm>
          <a:prstGeom prst="line">
            <a:avLst/>
          </a:prstGeom>
          <a:ln w="3600">
            <a:solidFill>
              <a:srgbClr val="E2DDD2"/>
            </a:solidFill>
          </a:ln>
        </p:spPr>
      </p:cxnSp>
      <p:sp>
        <p:nvSpPr>
          <p:cNvPr id="4" name="텍스트"/>
          <p:cNvSpPr txBox="1"/>
          <p:nvPr/>
        </p:nvSpPr>
        <p:spPr>
          <a:xfrm>
            <a:off x="252000" y="576000"/>
            <a:ext cx="1800000" cy="237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957"/>
              </a:lnSpc>
            </a:pPr>
            <a:r>
              <a:rPr sz="1350" b="1" spc="120">
                <a:solidFill>
                  <a:srgbClr val="1B2230"/>
                </a:solidFill>
                <a:latin typeface="맑은 고딕"/>
                <a:ea typeface="맑은 고딕"/>
              </a:rPr>
              <a:t>나OO</a:t>
            </a:r>
          </a:p>
        </p:txBody>
      </p:sp>
      <p:sp>
        <p:nvSpPr>
          <p:cNvPr id="5" name="텍스트"/>
          <p:cNvSpPr txBox="1"/>
          <p:nvPr/>
        </p:nvSpPr>
        <p:spPr>
          <a:xfrm>
            <a:off x="252000" y="828000"/>
            <a:ext cx="1800000" cy="13335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015"/>
              </a:lnSpc>
            </a:pPr>
            <a:r>
              <a:rPr sz="700" b="0" spc="60">
                <a:solidFill>
                  <a:srgbClr val="605C55"/>
                </a:solidFill>
                <a:latin typeface="맑은 고딕"/>
                <a:ea typeface="맑은 고딕"/>
              </a:rPr>
              <a:t>영양사</a:t>
            </a:r>
          </a:p>
        </p:txBody>
      </p:sp>
      <p:sp>
        <p:nvSpPr>
          <p:cNvPr id="6" name="텍스트"/>
          <p:cNvSpPr txBox="1"/>
          <p:nvPr/>
        </p:nvSpPr>
        <p:spPr>
          <a:xfrm>
            <a:off x="252000" y="1036800"/>
            <a:ext cx="2520000" cy="12382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942"/>
              </a:lnSpc>
            </a:pPr>
            <a:r>
              <a:rPr sz="650" b="0">
                <a:solidFill>
                  <a:srgbClr val="605C55"/>
                </a:solidFill>
                <a:latin typeface="맑은 고딕"/>
                <a:ea typeface="맑은 고딕"/>
              </a:rPr>
              <a:t>주소를 입력해 주세요</a:t>
            </a:r>
          </a:p>
        </p:txBody>
      </p:sp>
      <p:sp>
        <p:nvSpPr>
          <p:cNvPr id="7" name="Rectangle 6"/>
          <p:cNvSpPr/>
          <p:nvPr/>
        </p:nvSpPr>
        <p:spPr>
          <a:xfrm>
            <a:off x="0" y="1339200"/>
            <a:ext cx="3240000" cy="460800"/>
          </a:xfrm>
          <a:prstGeom prst="rect">
            <a:avLst/>
          </a:prstGeom>
          <a:solidFill>
            <a:srgbClr val="EAD5D9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8" name="텍스트"/>
          <p:cNvSpPr txBox="1"/>
          <p:nvPr/>
        </p:nvSpPr>
        <p:spPr>
          <a:xfrm>
            <a:off x="252000" y="1476000"/>
            <a:ext cx="936000" cy="9144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696"/>
              </a:lnSpc>
            </a:pPr>
            <a:r>
              <a:rPr sz="480" b="1" spc="140">
                <a:solidFill>
                  <a:srgbClr val="1B2230">
                    <a:alpha val="70000"/>
                  </a:srgbClr>
                </a:solidFill>
                <a:latin typeface="맑은 고딕"/>
                <a:ea typeface="맑은 고딕"/>
              </a:rPr>
              <a:t>TEL</a:t>
            </a:r>
          </a:p>
        </p:txBody>
      </p:sp>
      <p:sp>
        <p:nvSpPr>
          <p:cNvPr id="9" name="텍스트"/>
          <p:cNvSpPr txBox="1"/>
          <p:nvPr/>
        </p:nvSpPr>
        <p:spPr>
          <a:xfrm>
            <a:off x="252000" y="1576800"/>
            <a:ext cx="936000" cy="12382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942"/>
              </a:lnSpc>
            </a:pPr>
            <a:r>
              <a:rPr sz="650" b="1">
                <a:solidFill>
                  <a:srgbClr val="1B2230"/>
                </a:solidFill>
                <a:latin typeface="맑은 고딕"/>
                <a:ea typeface="맑은 고딕"/>
              </a:rPr>
              <a:t>010-1234-5678</a:t>
            </a:r>
          </a:p>
        </p:txBody>
      </p:sp>
      <p:sp>
        <p:nvSpPr>
          <p:cNvPr id="10" name="텍스트"/>
          <p:cNvSpPr txBox="1"/>
          <p:nvPr/>
        </p:nvSpPr>
        <p:spPr>
          <a:xfrm>
            <a:off x="1188000" y="1476000"/>
            <a:ext cx="1080000" cy="9144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696"/>
              </a:lnSpc>
            </a:pPr>
            <a:r>
              <a:rPr sz="480" b="1" spc="140">
                <a:solidFill>
                  <a:srgbClr val="1B2230">
                    <a:alpha val="70000"/>
                  </a:srgbClr>
                </a:solidFill>
                <a:latin typeface="맑은 고딕"/>
                <a:ea typeface="맑은 고딕"/>
              </a:rPr>
              <a:t>MAIL</a:t>
            </a:r>
          </a:p>
        </p:txBody>
      </p:sp>
      <p:sp>
        <p:nvSpPr>
          <p:cNvPr id="11" name="텍스트"/>
          <p:cNvSpPr txBox="1"/>
          <p:nvPr/>
        </p:nvSpPr>
        <p:spPr>
          <a:xfrm>
            <a:off x="1188000" y="1576800"/>
            <a:ext cx="1080000" cy="12382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942"/>
              </a:lnSpc>
            </a:pPr>
            <a:r>
              <a:rPr sz="650" b="1">
                <a:solidFill>
                  <a:srgbClr val="1B2230"/>
                </a:solidFill>
                <a:latin typeface="맑은 고딕"/>
                <a:ea typeface="맑은 고딕"/>
              </a:rPr>
              <a:t>name@example.com</a:t>
            </a:r>
          </a:p>
        </p:txBody>
      </p:sp>
      <p:cxnSp>
        <p:nvCxnSpPr>
          <p:cNvPr id="12" name="Connector 11"/>
          <p:cNvCxnSpPr/>
          <p:nvPr/>
        </p:nvCxnSpPr>
        <p:spPr>
          <a:xfrm>
            <a:off x="1108800" y="1468800"/>
            <a:ext cx="0" cy="208800"/>
          </a:xfrm>
          <a:prstGeom prst="line">
            <a:avLst/>
          </a:prstGeom>
          <a:ln w="3600">
            <a:solidFill>
              <a:srgbClr val="1B2230"/>
            </a:solidFill>
          </a:ln>
        </p:spPr>
      </p:cxn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D9E3E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108000" y="108000"/>
            <a:ext cx="3024000" cy="1584000"/>
          </a:xfrm>
          <a:prstGeom prst="rect">
            <a:avLst/>
          </a:prstGeom>
          <a:noFill/>
          <a:ln w="5040">
            <a:solidFill>
              <a:srgbClr val="4F87A3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151200" y="151200"/>
            <a:ext cx="2937600" cy="1497600"/>
          </a:xfrm>
          <a:prstGeom prst="rect">
            <a:avLst/>
          </a:prstGeom>
          <a:noFill/>
          <a:ln w="3600">
            <a:solidFill>
              <a:srgbClr val="C0CAD0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텍스트"/>
          <p:cNvSpPr txBox="1"/>
          <p:nvPr/>
        </p:nvSpPr>
        <p:spPr>
          <a:xfrm>
            <a:off x="360000" y="280800"/>
            <a:ext cx="2520000" cy="10668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ts val="811"/>
              </a:lnSpc>
            </a:pPr>
            <a:r>
              <a:rPr sz="560" b="1" spc="400">
                <a:solidFill>
                  <a:srgbClr val="4F87A3"/>
                </a:solidFill>
                <a:latin typeface="바탕"/>
                <a:ea typeface="바탕"/>
              </a:rPr>
              <a:t>진료 · 상담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1512000" y="432000"/>
            <a:ext cx="216000" cy="0"/>
          </a:xfrm>
          <a:prstGeom prst="line">
            <a:avLst/>
          </a:prstGeom>
          <a:ln w="5040">
            <a:solidFill>
              <a:srgbClr val="4F87A3"/>
            </a:solidFill>
          </a:ln>
        </p:spPr>
      </p:cxnSp>
      <p:sp>
        <p:nvSpPr>
          <p:cNvPr id="6" name="텍스트"/>
          <p:cNvSpPr txBox="1"/>
          <p:nvPr/>
        </p:nvSpPr>
        <p:spPr>
          <a:xfrm>
            <a:off x="360000" y="576000"/>
            <a:ext cx="2520000" cy="432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ts val="1247"/>
              </a:lnSpc>
            </a:pPr>
            <a:r>
              <a:rPr sz="860" b="1" spc="100">
                <a:solidFill>
                  <a:srgbClr val="1B2230"/>
                </a:solidFill>
                <a:latin typeface="바탕"/>
                <a:ea typeface="바탕"/>
              </a:rPr>
              <a:t>재활 치료  ·  침 · 뜸  ·  영양 상담</a:t>
            </a:r>
          </a:p>
        </p:txBody>
      </p:sp>
      <p:cxnSp>
        <p:nvCxnSpPr>
          <p:cNvPr id="7" name="Connector 6"/>
          <p:cNvCxnSpPr/>
          <p:nvPr/>
        </p:nvCxnSpPr>
        <p:spPr>
          <a:xfrm>
            <a:off x="1512000" y="1173600"/>
            <a:ext cx="216000" cy="0"/>
          </a:xfrm>
          <a:prstGeom prst="line">
            <a:avLst/>
          </a:prstGeom>
          <a:ln w="5040">
            <a:solidFill>
              <a:srgbClr val="4F87A3"/>
            </a:solidFill>
          </a:ln>
        </p:spPr>
      </p:cxnSp>
      <p:sp>
        <p:nvSpPr>
          <p:cNvPr id="8" name="텍스트"/>
          <p:cNvSpPr txBox="1"/>
          <p:nvPr/>
        </p:nvSpPr>
        <p:spPr>
          <a:xfrm>
            <a:off x="360000" y="1260000"/>
            <a:ext cx="2520000" cy="11049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ts val="841"/>
              </a:lnSpc>
            </a:pPr>
            <a:r>
              <a:rPr sz="580" b="0" spc="100">
                <a:solidFill>
                  <a:srgbClr val="636B76"/>
                </a:solidFill>
                <a:latin typeface="바탕"/>
                <a:ea typeface="바탕"/>
              </a:rPr>
              <a:t>방문 전 예약</a:t>
            </a:r>
          </a:p>
        </p:txBody>
      </p:sp>
      <p:sp>
        <p:nvSpPr>
          <p:cNvPr id="9" name="텍스트"/>
          <p:cNvSpPr txBox="1"/>
          <p:nvPr/>
        </p:nvSpPr>
        <p:spPr>
          <a:xfrm>
            <a:off x="360000" y="1396800"/>
            <a:ext cx="2520000" cy="11049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ts val="841"/>
              </a:lnSpc>
            </a:pPr>
            <a:r>
              <a:rPr sz="580" b="0" spc="100">
                <a:solidFill>
                  <a:srgbClr val="636B76"/>
                </a:solidFill>
                <a:latin typeface="바탕"/>
                <a:ea typeface="바탕"/>
              </a:rPr>
              <a:t>blog.example.com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영양사 명함 서식</dc:title>
  <dc:subject>편집용 명함 서식</dc:subject>
  <dc:creator>반딧불이의 곳간</dc:creator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