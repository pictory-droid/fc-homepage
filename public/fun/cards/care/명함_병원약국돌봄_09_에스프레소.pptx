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887F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887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887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사회복지사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887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4171D"/>
                </a:solidFill>
                <a:latin typeface="맑은 고딕"/>
                <a:ea typeface="맑은 고딕"/>
              </a:rPr>
              <a:t>일반 진료  ·  예방 접종  ·  물리 치료  ·  영양 상담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