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5360" y="317160"/>
            <a:ext cx="150480" cy="15048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64160" y="317160"/>
            <a:ext cx="150480" cy="15048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749320" y="424080"/>
            <a:ext cx="261360" cy="166320"/>
          </a:xfrm>
          <a:custGeom>
            <a:avLst/>
            <a:gdLst/>
            <a:ahLst/>
            <a:cxnLst/>
            <a:rect l="l" t="t" r="r" b="b"/>
            <a:pathLst>
              <a:path w="261360" h="166320">
                <a:moveTo>
                  <a:pt x="0" y="0"/>
                </a:moveTo>
                <a:lnTo>
                  <a:pt x="261360" y="0"/>
                </a:lnTo>
                <a:lnTo>
                  <a:pt x="130680" y="166320"/>
                </a:lnTo>
                <a:close/>
              </a:path>
            </a:pathLst>
          </a:cu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53C26"/>
                </a:solidFill>
                <a:latin typeface="바탕"/>
                <a:ea typeface="바탕"/>
              </a:rPr>
              <a:t>노승민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2E8150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27A6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1440" y="440640"/>
            <a:ext cx="601920" cy="60192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56640" y="440640"/>
            <a:ext cx="601920" cy="60192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097280" y="868320"/>
            <a:ext cx="1045440" cy="665280"/>
          </a:xfrm>
          <a:custGeom>
            <a:avLst/>
            <a:gdLst/>
            <a:ahLst/>
            <a:cxnLst/>
            <a:rect l="l" t="t" r="r" b="b"/>
            <a:pathLst>
              <a:path w="1045440" h="665280">
                <a:moveTo>
                  <a:pt x="0" y="0"/>
                </a:moveTo>
                <a:lnTo>
                  <a:pt x="1045440" y="0"/>
                </a:lnTo>
                <a:lnTo>
                  <a:pt x="522720" y="665280"/>
                </a:lnTo>
                <a:close/>
              </a:path>
            </a:pathLst>
          </a:cu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DF9E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6E570C"/>
                </a:solidFill>
                <a:latin typeface="맑은 고딕"/>
                <a:ea typeface="맑은 고딕"/>
              </a:rPr>
              <a:t>작은 변화에도 귀 기울입니다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786C4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