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52000" cy="18000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95200" y="619200"/>
            <a:ext cx="561600" cy="561600"/>
          </a:xfrm>
          <a:prstGeom prst="ellipse">
            <a:avLst/>
          </a:prstGeom>
          <a:noFill/>
          <a:ln w="1080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16000" y="684000"/>
            <a:ext cx="720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4930"/>
              </a:lnSpc>
            </a:pPr>
            <a:r>
              <a:rPr sz="3400" b="1">
                <a:solidFill>
                  <a:srgbClr val="12151C"/>
                </a:solidFill>
                <a:latin typeface="맑은 고딕"/>
                <a:ea typeface="맑은 고딕"/>
              </a:rPr>
              <a:t>노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404000" y="223200"/>
            <a:ext cx="1584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6B7280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404000" y="540000"/>
            <a:ext cx="1584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12151C"/>
                </a:solidFill>
                <a:latin typeface="맑은 고딕"/>
                <a:ea typeface="맑은 고딕"/>
              </a:rPr>
              <a:t>노승민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404000" y="943200"/>
            <a:ext cx="1584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요양보호사</a:t>
            </a:r>
          </a:p>
        </p:txBody>
      </p:sp>
      <p:sp>
        <p:nvSpPr>
          <p:cNvPr id="8" name="Rectangle 7"/>
          <p:cNvSpPr/>
          <p:nvPr/>
        </p:nvSpPr>
        <p:spPr>
          <a:xfrm>
            <a:off x="1404000" y="1195200"/>
            <a:ext cx="144000" cy="180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404000" y="13284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735200" y="13176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404000" y="14580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735200" y="14472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404000" y="15876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735200" y="15768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2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640" y="9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640" y="206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640" y="314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640" y="422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8640" y="530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8640" y="63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640" y="746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640" y="854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640" y="962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8640" y="1070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640" y="117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640" y="1286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8640" y="1394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8640" y="1502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8640" y="1610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8640" y="171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06640" y="9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06640" y="206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06640" y="314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06640" y="422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6640" y="530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06640" y="63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06640" y="746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06640" y="854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06640" y="962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06640" y="1070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06640" y="117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06640" y="1286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06640" y="1394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06640" y="1502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06640" y="1610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06640" y="171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14640" y="9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14640" y="206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14640" y="314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14640" y="422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14640" y="530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14640" y="63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14640" y="746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14640" y="854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14640" y="962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14640" y="1070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14640" y="117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14640" y="1286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14640" y="1394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14640" y="1502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14640" y="1610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14640" y="171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22640" y="9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22640" y="206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22640" y="314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22640" y="422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22640" y="530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422640" y="63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422640" y="746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422640" y="854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422640" y="962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422640" y="1070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422640" y="117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422640" y="1286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422640" y="1394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422640" y="1502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422640" y="1610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422640" y="171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530640" y="9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530640" y="206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530640" y="314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530640" y="422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530640" y="530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530640" y="63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530640" y="746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530640" y="854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530640" y="962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530640" y="1070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530640" y="117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530640" y="1286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530640" y="1394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530640" y="1502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530640" y="1610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530640" y="171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638640" y="9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638640" y="206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638640" y="314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638640" y="422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638640" y="530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638640" y="63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638640" y="746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638640" y="854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638640" y="962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638640" y="1070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638640" y="117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638640" y="1286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638640" y="1394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638640" y="1502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638640" y="1610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638640" y="171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746640" y="9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746640" y="206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746640" y="314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746640" y="422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746640" y="530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746640" y="63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746640" y="746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746640" y="854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746640" y="962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746640" y="1070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746640" y="117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746640" y="1286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746640" y="1394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746640" y="1502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746640" y="1610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746640" y="171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854640" y="9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854640" y="206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854640" y="314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854640" y="422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854640" y="530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854640" y="63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854640" y="746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854640" y="854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854640" y="962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854640" y="1070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854640" y="117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854640" y="1286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854640" y="1394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854640" y="1502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854640" y="1610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854640" y="171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962640" y="9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962640" y="206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962640" y="314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962640" y="422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962640" y="530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962640" y="63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962640" y="746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962640" y="854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962640" y="962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962640" y="1070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962640" y="117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962640" y="1286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962640" y="1394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962640" y="1502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962640" y="1610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962640" y="171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1070640" y="9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1070640" y="206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1070640" y="314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1070640" y="422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1070640" y="530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1070640" y="63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1070640" y="746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1070640" y="854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1070640" y="962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1070640" y="1070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1070640" y="117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1070640" y="1286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1070640" y="1394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1070640" y="1502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1070640" y="1610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1070640" y="171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1178640" y="9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1178640" y="206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1178640" y="314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1178640" y="422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1178640" y="530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1178640" y="63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1178640" y="746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1178640" y="854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1178640" y="962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1178640" y="1070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1178640" y="117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1178640" y="1286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1178640" y="1394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1178640" y="1502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1178640" y="1610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1178640" y="171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1286640" y="9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1286640" y="206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1286640" y="314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1286640" y="422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1286640" y="530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1286640" y="63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1286640" y="746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1286640" y="854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1286640" y="962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1286640" y="1070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1286640" y="117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1286640" y="1286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1286640" y="1394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1286640" y="1502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1286640" y="1610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1286640" y="171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1394640" y="9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1394640" y="206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1394640" y="314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1394640" y="422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1394640" y="530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1394640" y="63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1394640" y="746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1394640" y="854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1394640" y="962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1394640" y="1070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1394640" y="117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1394640" y="1286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1394640" y="1394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1394640" y="1502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1394640" y="1610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1394640" y="171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1502640" y="9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1502640" y="206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1502640" y="314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1502640" y="422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1502640" y="530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1502640" y="63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1502640" y="746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1502640" y="854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1502640" y="962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1502640" y="1070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1502640" y="117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1502640" y="1286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1502640" y="1394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1502640" y="1502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502640" y="1610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502640" y="171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1610640" y="9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1610640" y="206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610640" y="314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610640" y="422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1610640" y="530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1610640" y="63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1610640" y="746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1610640" y="854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1610640" y="962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1610640" y="1070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1610640" y="117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1610640" y="1286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1610640" y="1394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1610640" y="1502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1610640" y="1610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1610640" y="171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1718640" y="9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1718640" y="206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1718640" y="314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1718640" y="422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1718640" y="530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1718640" y="63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1718640" y="746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718640" y="854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718640" y="962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1718640" y="1070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1718640" y="117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718640" y="1286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718640" y="1394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1718640" y="1502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1718640" y="1610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718640" y="171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826640" y="9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1826640" y="206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1826640" y="314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1826640" y="422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1826640" y="530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1826640" y="63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1826640" y="746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1826640" y="854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1826640" y="962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1826640" y="1070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1826640" y="117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1826640" y="1286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1826640" y="1394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1826640" y="1502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1826640" y="1610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1826640" y="171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1934640" y="9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1934640" y="206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1934640" y="314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1934640" y="422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1934640" y="530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1934640" y="63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1934640" y="746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1934640" y="854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1934640" y="962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1934640" y="1070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1934640" y="117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1934640" y="1286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1934640" y="1394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1934640" y="1502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1934640" y="1610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1934640" y="171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2042640" y="9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2042640" y="206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2042640" y="314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2042640" y="422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2042640" y="530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2042640" y="63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xfrm>
            <a:off x="2042640" y="746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>
            <a:off x="2042640" y="854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2042640" y="962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>
            <a:off x="2042640" y="1070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2042640" y="117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2042640" y="1286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2" name="Oval 301"/>
          <p:cNvSpPr/>
          <p:nvPr/>
        </p:nvSpPr>
        <p:spPr>
          <a:xfrm>
            <a:off x="2042640" y="1394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3" name="Oval 302"/>
          <p:cNvSpPr/>
          <p:nvPr/>
        </p:nvSpPr>
        <p:spPr>
          <a:xfrm>
            <a:off x="2042640" y="1502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4" name="Oval 303"/>
          <p:cNvSpPr/>
          <p:nvPr/>
        </p:nvSpPr>
        <p:spPr>
          <a:xfrm>
            <a:off x="2042640" y="1610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5" name="Oval 304"/>
          <p:cNvSpPr/>
          <p:nvPr/>
        </p:nvSpPr>
        <p:spPr>
          <a:xfrm>
            <a:off x="2042640" y="171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2150640" y="9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2150640" y="206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2150640" y="314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2150640" y="422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2150640" y="530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2150640" y="63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2150640" y="746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2150640" y="854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2150640" y="962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2150640" y="1070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2150640" y="117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2150640" y="1286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2150640" y="1394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2150640" y="1502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2150640" y="1610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2150640" y="171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2258640" y="9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2258640" y="206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2258640" y="314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2258640" y="422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6" name="Oval 325"/>
          <p:cNvSpPr/>
          <p:nvPr/>
        </p:nvSpPr>
        <p:spPr>
          <a:xfrm>
            <a:off x="2258640" y="530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7" name="Oval 326"/>
          <p:cNvSpPr/>
          <p:nvPr/>
        </p:nvSpPr>
        <p:spPr>
          <a:xfrm>
            <a:off x="2258640" y="63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8" name="Oval 327"/>
          <p:cNvSpPr/>
          <p:nvPr/>
        </p:nvSpPr>
        <p:spPr>
          <a:xfrm>
            <a:off x="2258640" y="746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>
            <a:off x="2258640" y="854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0" name="Oval 329"/>
          <p:cNvSpPr/>
          <p:nvPr/>
        </p:nvSpPr>
        <p:spPr>
          <a:xfrm>
            <a:off x="2258640" y="962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1" name="Oval 330"/>
          <p:cNvSpPr/>
          <p:nvPr/>
        </p:nvSpPr>
        <p:spPr>
          <a:xfrm>
            <a:off x="2258640" y="1070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2" name="Oval 331"/>
          <p:cNvSpPr/>
          <p:nvPr/>
        </p:nvSpPr>
        <p:spPr>
          <a:xfrm>
            <a:off x="2258640" y="117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3" name="Oval 332"/>
          <p:cNvSpPr/>
          <p:nvPr/>
        </p:nvSpPr>
        <p:spPr>
          <a:xfrm>
            <a:off x="2258640" y="1286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4" name="Oval 333"/>
          <p:cNvSpPr/>
          <p:nvPr/>
        </p:nvSpPr>
        <p:spPr>
          <a:xfrm>
            <a:off x="2258640" y="1394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5" name="Oval 334"/>
          <p:cNvSpPr/>
          <p:nvPr/>
        </p:nvSpPr>
        <p:spPr>
          <a:xfrm>
            <a:off x="2258640" y="1502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6" name="Oval 335"/>
          <p:cNvSpPr/>
          <p:nvPr/>
        </p:nvSpPr>
        <p:spPr>
          <a:xfrm>
            <a:off x="2258640" y="1610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7" name="Oval 336"/>
          <p:cNvSpPr/>
          <p:nvPr/>
        </p:nvSpPr>
        <p:spPr>
          <a:xfrm>
            <a:off x="2258640" y="171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8" name="Oval 337"/>
          <p:cNvSpPr/>
          <p:nvPr/>
        </p:nvSpPr>
        <p:spPr>
          <a:xfrm>
            <a:off x="2366640" y="9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9" name="Oval 338"/>
          <p:cNvSpPr/>
          <p:nvPr/>
        </p:nvSpPr>
        <p:spPr>
          <a:xfrm>
            <a:off x="2366640" y="206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0" name="Oval 339"/>
          <p:cNvSpPr/>
          <p:nvPr/>
        </p:nvSpPr>
        <p:spPr>
          <a:xfrm>
            <a:off x="2366640" y="314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>
            <a:off x="2366640" y="422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2366640" y="530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2366640" y="63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2366640" y="746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2366640" y="854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xfrm>
            <a:off x="2366640" y="962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>
            <a:off x="2366640" y="1070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8" name="Oval 347"/>
          <p:cNvSpPr/>
          <p:nvPr/>
        </p:nvSpPr>
        <p:spPr>
          <a:xfrm>
            <a:off x="2366640" y="117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xfrm>
            <a:off x="2366640" y="1286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0" name="Oval 349"/>
          <p:cNvSpPr/>
          <p:nvPr/>
        </p:nvSpPr>
        <p:spPr>
          <a:xfrm>
            <a:off x="2366640" y="1394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1" name="Oval 350"/>
          <p:cNvSpPr/>
          <p:nvPr/>
        </p:nvSpPr>
        <p:spPr>
          <a:xfrm>
            <a:off x="2366640" y="1502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2" name="Oval 351"/>
          <p:cNvSpPr/>
          <p:nvPr/>
        </p:nvSpPr>
        <p:spPr>
          <a:xfrm>
            <a:off x="2366640" y="1610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3" name="Oval 352"/>
          <p:cNvSpPr/>
          <p:nvPr/>
        </p:nvSpPr>
        <p:spPr>
          <a:xfrm>
            <a:off x="2366640" y="171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4" name="Oval 353"/>
          <p:cNvSpPr/>
          <p:nvPr/>
        </p:nvSpPr>
        <p:spPr>
          <a:xfrm>
            <a:off x="2474640" y="9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5" name="Oval 354"/>
          <p:cNvSpPr/>
          <p:nvPr/>
        </p:nvSpPr>
        <p:spPr>
          <a:xfrm>
            <a:off x="2474640" y="206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6" name="Oval 355"/>
          <p:cNvSpPr/>
          <p:nvPr/>
        </p:nvSpPr>
        <p:spPr>
          <a:xfrm>
            <a:off x="2474640" y="314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7" name="Oval 356"/>
          <p:cNvSpPr/>
          <p:nvPr/>
        </p:nvSpPr>
        <p:spPr>
          <a:xfrm>
            <a:off x="2474640" y="422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2474640" y="530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9" name="Oval 358"/>
          <p:cNvSpPr/>
          <p:nvPr/>
        </p:nvSpPr>
        <p:spPr>
          <a:xfrm>
            <a:off x="2474640" y="63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0" name="Oval 359"/>
          <p:cNvSpPr/>
          <p:nvPr/>
        </p:nvSpPr>
        <p:spPr>
          <a:xfrm>
            <a:off x="2474640" y="746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1" name="Oval 360"/>
          <p:cNvSpPr/>
          <p:nvPr/>
        </p:nvSpPr>
        <p:spPr>
          <a:xfrm>
            <a:off x="2474640" y="854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2" name="Oval 361"/>
          <p:cNvSpPr/>
          <p:nvPr/>
        </p:nvSpPr>
        <p:spPr>
          <a:xfrm>
            <a:off x="2474640" y="962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3" name="Oval 362"/>
          <p:cNvSpPr/>
          <p:nvPr/>
        </p:nvSpPr>
        <p:spPr>
          <a:xfrm>
            <a:off x="2474640" y="1070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4" name="Oval 363"/>
          <p:cNvSpPr/>
          <p:nvPr/>
        </p:nvSpPr>
        <p:spPr>
          <a:xfrm>
            <a:off x="2474640" y="117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5" name="Oval 364"/>
          <p:cNvSpPr/>
          <p:nvPr/>
        </p:nvSpPr>
        <p:spPr>
          <a:xfrm>
            <a:off x="2474640" y="1286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6" name="Oval 365"/>
          <p:cNvSpPr/>
          <p:nvPr/>
        </p:nvSpPr>
        <p:spPr>
          <a:xfrm>
            <a:off x="2474640" y="1394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7" name="Oval 366"/>
          <p:cNvSpPr/>
          <p:nvPr/>
        </p:nvSpPr>
        <p:spPr>
          <a:xfrm>
            <a:off x="2474640" y="1502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8" name="Oval 367"/>
          <p:cNvSpPr/>
          <p:nvPr/>
        </p:nvSpPr>
        <p:spPr>
          <a:xfrm>
            <a:off x="2474640" y="1610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9" name="Oval 368"/>
          <p:cNvSpPr/>
          <p:nvPr/>
        </p:nvSpPr>
        <p:spPr>
          <a:xfrm>
            <a:off x="2474640" y="171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0" name="Oval 369"/>
          <p:cNvSpPr/>
          <p:nvPr/>
        </p:nvSpPr>
        <p:spPr>
          <a:xfrm>
            <a:off x="2582640" y="9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1" name="Oval 370"/>
          <p:cNvSpPr/>
          <p:nvPr/>
        </p:nvSpPr>
        <p:spPr>
          <a:xfrm>
            <a:off x="2582640" y="206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2" name="Oval 371"/>
          <p:cNvSpPr/>
          <p:nvPr/>
        </p:nvSpPr>
        <p:spPr>
          <a:xfrm>
            <a:off x="2582640" y="314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3" name="Oval 372"/>
          <p:cNvSpPr/>
          <p:nvPr/>
        </p:nvSpPr>
        <p:spPr>
          <a:xfrm>
            <a:off x="2582640" y="422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4" name="Oval 373"/>
          <p:cNvSpPr/>
          <p:nvPr/>
        </p:nvSpPr>
        <p:spPr>
          <a:xfrm>
            <a:off x="2582640" y="530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5" name="Oval 374"/>
          <p:cNvSpPr/>
          <p:nvPr/>
        </p:nvSpPr>
        <p:spPr>
          <a:xfrm>
            <a:off x="2582640" y="63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6" name="Oval 375"/>
          <p:cNvSpPr/>
          <p:nvPr/>
        </p:nvSpPr>
        <p:spPr>
          <a:xfrm>
            <a:off x="2582640" y="746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7" name="Oval 376"/>
          <p:cNvSpPr/>
          <p:nvPr/>
        </p:nvSpPr>
        <p:spPr>
          <a:xfrm>
            <a:off x="2582640" y="854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8" name="Oval 377"/>
          <p:cNvSpPr/>
          <p:nvPr/>
        </p:nvSpPr>
        <p:spPr>
          <a:xfrm>
            <a:off x="2582640" y="962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9" name="Oval 378"/>
          <p:cNvSpPr/>
          <p:nvPr/>
        </p:nvSpPr>
        <p:spPr>
          <a:xfrm>
            <a:off x="2582640" y="1070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0" name="Oval 379"/>
          <p:cNvSpPr/>
          <p:nvPr/>
        </p:nvSpPr>
        <p:spPr>
          <a:xfrm>
            <a:off x="2582640" y="117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1" name="Oval 380"/>
          <p:cNvSpPr/>
          <p:nvPr/>
        </p:nvSpPr>
        <p:spPr>
          <a:xfrm>
            <a:off x="2582640" y="1286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2" name="Oval 381"/>
          <p:cNvSpPr/>
          <p:nvPr/>
        </p:nvSpPr>
        <p:spPr>
          <a:xfrm>
            <a:off x="2582640" y="1394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3" name="Oval 382"/>
          <p:cNvSpPr/>
          <p:nvPr/>
        </p:nvSpPr>
        <p:spPr>
          <a:xfrm>
            <a:off x="2582640" y="1502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4" name="Oval 383"/>
          <p:cNvSpPr/>
          <p:nvPr/>
        </p:nvSpPr>
        <p:spPr>
          <a:xfrm>
            <a:off x="2582640" y="1610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5" name="Oval 384"/>
          <p:cNvSpPr/>
          <p:nvPr/>
        </p:nvSpPr>
        <p:spPr>
          <a:xfrm>
            <a:off x="2582640" y="171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6" name="Oval 385"/>
          <p:cNvSpPr/>
          <p:nvPr/>
        </p:nvSpPr>
        <p:spPr>
          <a:xfrm>
            <a:off x="2690640" y="9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7" name="Oval 386"/>
          <p:cNvSpPr/>
          <p:nvPr/>
        </p:nvSpPr>
        <p:spPr>
          <a:xfrm>
            <a:off x="2690640" y="206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8" name="Oval 387"/>
          <p:cNvSpPr/>
          <p:nvPr/>
        </p:nvSpPr>
        <p:spPr>
          <a:xfrm>
            <a:off x="2690640" y="314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9" name="Oval 388"/>
          <p:cNvSpPr/>
          <p:nvPr/>
        </p:nvSpPr>
        <p:spPr>
          <a:xfrm>
            <a:off x="2690640" y="422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0" name="Oval 389"/>
          <p:cNvSpPr/>
          <p:nvPr/>
        </p:nvSpPr>
        <p:spPr>
          <a:xfrm>
            <a:off x="2690640" y="530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1" name="Oval 390"/>
          <p:cNvSpPr/>
          <p:nvPr/>
        </p:nvSpPr>
        <p:spPr>
          <a:xfrm>
            <a:off x="2690640" y="63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2" name="Oval 391"/>
          <p:cNvSpPr/>
          <p:nvPr/>
        </p:nvSpPr>
        <p:spPr>
          <a:xfrm>
            <a:off x="2690640" y="746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3" name="Oval 392"/>
          <p:cNvSpPr/>
          <p:nvPr/>
        </p:nvSpPr>
        <p:spPr>
          <a:xfrm>
            <a:off x="2690640" y="854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4" name="Oval 393"/>
          <p:cNvSpPr/>
          <p:nvPr/>
        </p:nvSpPr>
        <p:spPr>
          <a:xfrm>
            <a:off x="2690640" y="962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5" name="Oval 394"/>
          <p:cNvSpPr/>
          <p:nvPr/>
        </p:nvSpPr>
        <p:spPr>
          <a:xfrm>
            <a:off x="2690640" y="1070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6" name="Oval 395"/>
          <p:cNvSpPr/>
          <p:nvPr/>
        </p:nvSpPr>
        <p:spPr>
          <a:xfrm>
            <a:off x="2690640" y="117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7" name="Oval 396"/>
          <p:cNvSpPr/>
          <p:nvPr/>
        </p:nvSpPr>
        <p:spPr>
          <a:xfrm>
            <a:off x="2690640" y="1286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8" name="Oval 397"/>
          <p:cNvSpPr/>
          <p:nvPr/>
        </p:nvSpPr>
        <p:spPr>
          <a:xfrm>
            <a:off x="2690640" y="1394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9" name="Oval 398"/>
          <p:cNvSpPr/>
          <p:nvPr/>
        </p:nvSpPr>
        <p:spPr>
          <a:xfrm>
            <a:off x="2690640" y="1502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0" name="Oval 399"/>
          <p:cNvSpPr/>
          <p:nvPr/>
        </p:nvSpPr>
        <p:spPr>
          <a:xfrm>
            <a:off x="2690640" y="1610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1" name="Oval 400"/>
          <p:cNvSpPr/>
          <p:nvPr/>
        </p:nvSpPr>
        <p:spPr>
          <a:xfrm>
            <a:off x="2690640" y="171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2" name="Oval 401"/>
          <p:cNvSpPr/>
          <p:nvPr/>
        </p:nvSpPr>
        <p:spPr>
          <a:xfrm>
            <a:off x="2798640" y="9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3" name="Oval 402"/>
          <p:cNvSpPr/>
          <p:nvPr/>
        </p:nvSpPr>
        <p:spPr>
          <a:xfrm>
            <a:off x="2798640" y="206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4" name="Oval 403"/>
          <p:cNvSpPr/>
          <p:nvPr/>
        </p:nvSpPr>
        <p:spPr>
          <a:xfrm>
            <a:off x="2798640" y="314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5" name="Oval 404"/>
          <p:cNvSpPr/>
          <p:nvPr/>
        </p:nvSpPr>
        <p:spPr>
          <a:xfrm>
            <a:off x="2798640" y="422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6" name="Oval 405"/>
          <p:cNvSpPr/>
          <p:nvPr/>
        </p:nvSpPr>
        <p:spPr>
          <a:xfrm>
            <a:off x="2798640" y="530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7" name="Oval 406"/>
          <p:cNvSpPr/>
          <p:nvPr/>
        </p:nvSpPr>
        <p:spPr>
          <a:xfrm>
            <a:off x="2798640" y="63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8" name="Oval 407"/>
          <p:cNvSpPr/>
          <p:nvPr/>
        </p:nvSpPr>
        <p:spPr>
          <a:xfrm>
            <a:off x="2798640" y="746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9" name="Oval 408"/>
          <p:cNvSpPr/>
          <p:nvPr/>
        </p:nvSpPr>
        <p:spPr>
          <a:xfrm>
            <a:off x="2798640" y="854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0" name="Oval 409"/>
          <p:cNvSpPr/>
          <p:nvPr/>
        </p:nvSpPr>
        <p:spPr>
          <a:xfrm>
            <a:off x="2798640" y="962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1" name="Oval 410"/>
          <p:cNvSpPr/>
          <p:nvPr/>
        </p:nvSpPr>
        <p:spPr>
          <a:xfrm>
            <a:off x="2798640" y="1070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2" name="Oval 411"/>
          <p:cNvSpPr/>
          <p:nvPr/>
        </p:nvSpPr>
        <p:spPr>
          <a:xfrm>
            <a:off x="2798640" y="117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3" name="Oval 412"/>
          <p:cNvSpPr/>
          <p:nvPr/>
        </p:nvSpPr>
        <p:spPr>
          <a:xfrm>
            <a:off x="2798640" y="1286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4" name="Oval 413"/>
          <p:cNvSpPr/>
          <p:nvPr/>
        </p:nvSpPr>
        <p:spPr>
          <a:xfrm>
            <a:off x="2798640" y="1394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5" name="Oval 414"/>
          <p:cNvSpPr/>
          <p:nvPr/>
        </p:nvSpPr>
        <p:spPr>
          <a:xfrm>
            <a:off x="2798640" y="1502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6" name="Oval 415"/>
          <p:cNvSpPr/>
          <p:nvPr/>
        </p:nvSpPr>
        <p:spPr>
          <a:xfrm>
            <a:off x="2798640" y="1610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7" name="Oval 416"/>
          <p:cNvSpPr/>
          <p:nvPr/>
        </p:nvSpPr>
        <p:spPr>
          <a:xfrm>
            <a:off x="2798640" y="171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8" name="Oval 417"/>
          <p:cNvSpPr/>
          <p:nvPr/>
        </p:nvSpPr>
        <p:spPr>
          <a:xfrm>
            <a:off x="2906640" y="9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9" name="Oval 418"/>
          <p:cNvSpPr/>
          <p:nvPr/>
        </p:nvSpPr>
        <p:spPr>
          <a:xfrm>
            <a:off x="2906640" y="206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0" name="Oval 419"/>
          <p:cNvSpPr/>
          <p:nvPr/>
        </p:nvSpPr>
        <p:spPr>
          <a:xfrm>
            <a:off x="2906640" y="314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1" name="Oval 420"/>
          <p:cNvSpPr/>
          <p:nvPr/>
        </p:nvSpPr>
        <p:spPr>
          <a:xfrm>
            <a:off x="2906640" y="422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2" name="Oval 421"/>
          <p:cNvSpPr/>
          <p:nvPr/>
        </p:nvSpPr>
        <p:spPr>
          <a:xfrm>
            <a:off x="2906640" y="530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3" name="Oval 422"/>
          <p:cNvSpPr/>
          <p:nvPr/>
        </p:nvSpPr>
        <p:spPr>
          <a:xfrm>
            <a:off x="2906640" y="63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4" name="Oval 423"/>
          <p:cNvSpPr/>
          <p:nvPr/>
        </p:nvSpPr>
        <p:spPr>
          <a:xfrm>
            <a:off x="2906640" y="746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5" name="Oval 424"/>
          <p:cNvSpPr/>
          <p:nvPr/>
        </p:nvSpPr>
        <p:spPr>
          <a:xfrm>
            <a:off x="2906640" y="854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6" name="Oval 425"/>
          <p:cNvSpPr/>
          <p:nvPr/>
        </p:nvSpPr>
        <p:spPr>
          <a:xfrm>
            <a:off x="2906640" y="962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7" name="Oval 426"/>
          <p:cNvSpPr/>
          <p:nvPr/>
        </p:nvSpPr>
        <p:spPr>
          <a:xfrm>
            <a:off x="2906640" y="1070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8" name="Oval 427"/>
          <p:cNvSpPr/>
          <p:nvPr/>
        </p:nvSpPr>
        <p:spPr>
          <a:xfrm>
            <a:off x="2906640" y="117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9" name="Oval 428"/>
          <p:cNvSpPr/>
          <p:nvPr/>
        </p:nvSpPr>
        <p:spPr>
          <a:xfrm>
            <a:off x="2906640" y="1286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0" name="Oval 429"/>
          <p:cNvSpPr/>
          <p:nvPr/>
        </p:nvSpPr>
        <p:spPr>
          <a:xfrm>
            <a:off x="2906640" y="1394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1" name="Oval 430"/>
          <p:cNvSpPr/>
          <p:nvPr/>
        </p:nvSpPr>
        <p:spPr>
          <a:xfrm>
            <a:off x="2906640" y="1502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2" name="Oval 431"/>
          <p:cNvSpPr/>
          <p:nvPr/>
        </p:nvSpPr>
        <p:spPr>
          <a:xfrm>
            <a:off x="2906640" y="1610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3" name="Oval 432"/>
          <p:cNvSpPr/>
          <p:nvPr/>
        </p:nvSpPr>
        <p:spPr>
          <a:xfrm>
            <a:off x="2906640" y="171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4" name="Oval 433"/>
          <p:cNvSpPr/>
          <p:nvPr/>
        </p:nvSpPr>
        <p:spPr>
          <a:xfrm>
            <a:off x="3014640" y="9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5" name="Oval 434"/>
          <p:cNvSpPr/>
          <p:nvPr/>
        </p:nvSpPr>
        <p:spPr>
          <a:xfrm>
            <a:off x="3014640" y="206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6" name="Oval 435"/>
          <p:cNvSpPr/>
          <p:nvPr/>
        </p:nvSpPr>
        <p:spPr>
          <a:xfrm>
            <a:off x="3014640" y="314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7" name="Oval 436"/>
          <p:cNvSpPr/>
          <p:nvPr/>
        </p:nvSpPr>
        <p:spPr>
          <a:xfrm>
            <a:off x="3014640" y="422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8" name="Oval 437"/>
          <p:cNvSpPr/>
          <p:nvPr/>
        </p:nvSpPr>
        <p:spPr>
          <a:xfrm>
            <a:off x="3014640" y="530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9" name="Oval 438"/>
          <p:cNvSpPr/>
          <p:nvPr/>
        </p:nvSpPr>
        <p:spPr>
          <a:xfrm>
            <a:off x="3014640" y="63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0" name="Oval 439"/>
          <p:cNvSpPr/>
          <p:nvPr/>
        </p:nvSpPr>
        <p:spPr>
          <a:xfrm>
            <a:off x="3014640" y="746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1" name="Oval 440"/>
          <p:cNvSpPr/>
          <p:nvPr/>
        </p:nvSpPr>
        <p:spPr>
          <a:xfrm>
            <a:off x="3014640" y="854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2" name="Oval 441"/>
          <p:cNvSpPr/>
          <p:nvPr/>
        </p:nvSpPr>
        <p:spPr>
          <a:xfrm>
            <a:off x="3014640" y="962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3" name="Oval 442"/>
          <p:cNvSpPr/>
          <p:nvPr/>
        </p:nvSpPr>
        <p:spPr>
          <a:xfrm>
            <a:off x="3014640" y="1070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4" name="Oval 443"/>
          <p:cNvSpPr/>
          <p:nvPr/>
        </p:nvSpPr>
        <p:spPr>
          <a:xfrm>
            <a:off x="3014640" y="117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5" name="Oval 444"/>
          <p:cNvSpPr/>
          <p:nvPr/>
        </p:nvSpPr>
        <p:spPr>
          <a:xfrm>
            <a:off x="3014640" y="1286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6" name="Oval 445"/>
          <p:cNvSpPr/>
          <p:nvPr/>
        </p:nvSpPr>
        <p:spPr>
          <a:xfrm>
            <a:off x="3014640" y="1394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7" name="Oval 446"/>
          <p:cNvSpPr/>
          <p:nvPr/>
        </p:nvSpPr>
        <p:spPr>
          <a:xfrm>
            <a:off x="3014640" y="1502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8" name="Oval 447"/>
          <p:cNvSpPr/>
          <p:nvPr/>
        </p:nvSpPr>
        <p:spPr>
          <a:xfrm>
            <a:off x="3014640" y="1610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9" name="Oval 448"/>
          <p:cNvSpPr/>
          <p:nvPr/>
        </p:nvSpPr>
        <p:spPr>
          <a:xfrm>
            <a:off x="3014640" y="171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0" name="Oval 449"/>
          <p:cNvSpPr/>
          <p:nvPr/>
        </p:nvSpPr>
        <p:spPr>
          <a:xfrm>
            <a:off x="3122640" y="9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1" name="Oval 450"/>
          <p:cNvSpPr/>
          <p:nvPr/>
        </p:nvSpPr>
        <p:spPr>
          <a:xfrm>
            <a:off x="3122640" y="206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2" name="Oval 451"/>
          <p:cNvSpPr/>
          <p:nvPr/>
        </p:nvSpPr>
        <p:spPr>
          <a:xfrm>
            <a:off x="3122640" y="314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3" name="Oval 452"/>
          <p:cNvSpPr/>
          <p:nvPr/>
        </p:nvSpPr>
        <p:spPr>
          <a:xfrm>
            <a:off x="3122640" y="422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4" name="Oval 453"/>
          <p:cNvSpPr/>
          <p:nvPr/>
        </p:nvSpPr>
        <p:spPr>
          <a:xfrm>
            <a:off x="3122640" y="530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5" name="Oval 454"/>
          <p:cNvSpPr/>
          <p:nvPr/>
        </p:nvSpPr>
        <p:spPr>
          <a:xfrm>
            <a:off x="3122640" y="63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6" name="Oval 455"/>
          <p:cNvSpPr/>
          <p:nvPr/>
        </p:nvSpPr>
        <p:spPr>
          <a:xfrm>
            <a:off x="3122640" y="746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7" name="Oval 456"/>
          <p:cNvSpPr/>
          <p:nvPr/>
        </p:nvSpPr>
        <p:spPr>
          <a:xfrm>
            <a:off x="3122640" y="854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8" name="Oval 457"/>
          <p:cNvSpPr/>
          <p:nvPr/>
        </p:nvSpPr>
        <p:spPr>
          <a:xfrm>
            <a:off x="3122640" y="962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9" name="Oval 458"/>
          <p:cNvSpPr/>
          <p:nvPr/>
        </p:nvSpPr>
        <p:spPr>
          <a:xfrm>
            <a:off x="3122640" y="1070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0" name="Oval 459"/>
          <p:cNvSpPr/>
          <p:nvPr/>
        </p:nvSpPr>
        <p:spPr>
          <a:xfrm>
            <a:off x="3122640" y="117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1" name="Oval 460"/>
          <p:cNvSpPr/>
          <p:nvPr/>
        </p:nvSpPr>
        <p:spPr>
          <a:xfrm>
            <a:off x="3122640" y="1286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2" name="Oval 461"/>
          <p:cNvSpPr/>
          <p:nvPr/>
        </p:nvSpPr>
        <p:spPr>
          <a:xfrm>
            <a:off x="3122640" y="1394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3" name="Oval 462"/>
          <p:cNvSpPr/>
          <p:nvPr/>
        </p:nvSpPr>
        <p:spPr>
          <a:xfrm>
            <a:off x="3122640" y="1502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4" name="Oval 463"/>
          <p:cNvSpPr/>
          <p:nvPr/>
        </p:nvSpPr>
        <p:spPr>
          <a:xfrm>
            <a:off x="3122640" y="1610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5" name="Oval 464"/>
          <p:cNvSpPr/>
          <p:nvPr/>
        </p:nvSpPr>
        <p:spPr>
          <a:xfrm>
            <a:off x="3122640" y="171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6" name="Oval 465"/>
          <p:cNvSpPr/>
          <p:nvPr/>
        </p:nvSpPr>
        <p:spPr>
          <a:xfrm>
            <a:off x="3230640" y="9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7" name="Oval 466"/>
          <p:cNvSpPr/>
          <p:nvPr/>
        </p:nvSpPr>
        <p:spPr>
          <a:xfrm>
            <a:off x="3230640" y="206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8" name="Oval 467"/>
          <p:cNvSpPr/>
          <p:nvPr/>
        </p:nvSpPr>
        <p:spPr>
          <a:xfrm>
            <a:off x="3230640" y="314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9" name="Oval 468"/>
          <p:cNvSpPr/>
          <p:nvPr/>
        </p:nvSpPr>
        <p:spPr>
          <a:xfrm>
            <a:off x="3230640" y="422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0" name="Oval 469"/>
          <p:cNvSpPr/>
          <p:nvPr/>
        </p:nvSpPr>
        <p:spPr>
          <a:xfrm>
            <a:off x="3230640" y="530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1" name="Oval 470"/>
          <p:cNvSpPr/>
          <p:nvPr/>
        </p:nvSpPr>
        <p:spPr>
          <a:xfrm>
            <a:off x="3230640" y="63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2" name="Oval 471"/>
          <p:cNvSpPr/>
          <p:nvPr/>
        </p:nvSpPr>
        <p:spPr>
          <a:xfrm>
            <a:off x="3230640" y="746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3" name="Oval 472"/>
          <p:cNvSpPr/>
          <p:nvPr/>
        </p:nvSpPr>
        <p:spPr>
          <a:xfrm>
            <a:off x="3230640" y="854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4" name="Oval 473"/>
          <p:cNvSpPr/>
          <p:nvPr/>
        </p:nvSpPr>
        <p:spPr>
          <a:xfrm>
            <a:off x="3230640" y="962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5" name="Oval 474"/>
          <p:cNvSpPr/>
          <p:nvPr/>
        </p:nvSpPr>
        <p:spPr>
          <a:xfrm>
            <a:off x="3230640" y="1070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6" name="Oval 475"/>
          <p:cNvSpPr/>
          <p:nvPr/>
        </p:nvSpPr>
        <p:spPr>
          <a:xfrm>
            <a:off x="3230640" y="117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7" name="Oval 476"/>
          <p:cNvSpPr/>
          <p:nvPr/>
        </p:nvSpPr>
        <p:spPr>
          <a:xfrm>
            <a:off x="3230640" y="1286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8" name="Oval 477"/>
          <p:cNvSpPr/>
          <p:nvPr/>
        </p:nvSpPr>
        <p:spPr>
          <a:xfrm>
            <a:off x="3230640" y="1394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9" name="Oval 478"/>
          <p:cNvSpPr/>
          <p:nvPr/>
        </p:nvSpPr>
        <p:spPr>
          <a:xfrm>
            <a:off x="3230640" y="1502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0" name="Oval 479"/>
          <p:cNvSpPr/>
          <p:nvPr/>
        </p:nvSpPr>
        <p:spPr>
          <a:xfrm>
            <a:off x="3230640" y="1610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1" name="Oval 480"/>
          <p:cNvSpPr/>
          <p:nvPr/>
        </p:nvSpPr>
        <p:spPr>
          <a:xfrm>
            <a:off x="3230640" y="1718640"/>
            <a:ext cx="18720" cy="18720"/>
          </a:xfrm>
          <a:prstGeom prst="ellipse">
            <a:avLst/>
          </a:prstGeom>
          <a:solidFill>
            <a:srgbClr val="FFDA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2" name="Rectangle 481"/>
          <p:cNvSpPr/>
          <p:nvPr/>
        </p:nvSpPr>
        <p:spPr>
          <a:xfrm>
            <a:off x="396000" y="468000"/>
            <a:ext cx="2448000" cy="864000"/>
          </a:xfrm>
          <a:prstGeom prst="rect">
            <a:avLst/>
          </a:prstGeom>
          <a:solidFill>
            <a:srgbClr val="FFF2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3" name="텍스트"/>
          <p:cNvSpPr txBox="1"/>
          <p:nvPr/>
        </p:nvSpPr>
        <p:spPr>
          <a:xfrm>
            <a:off x="540000" y="576000"/>
            <a:ext cx="2160000" cy="46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67"/>
              </a:lnSpc>
            </a:pPr>
            <a:r>
              <a:rPr sz="1150" b="1">
                <a:solidFill>
                  <a:srgbClr val="12151C"/>
                </a:solidFill>
                <a:latin typeface="맑은 고딕"/>
                <a:ea typeface="맑은 고딕"/>
              </a:rPr>
              <a:t>작은 변화에도 귀 기울입니다</a:t>
            </a:r>
          </a:p>
        </p:txBody>
      </p:sp>
      <p:sp>
        <p:nvSpPr>
          <p:cNvPr id="484" name="텍스트"/>
          <p:cNvSpPr txBox="1"/>
          <p:nvPr/>
        </p:nvSpPr>
        <p:spPr>
          <a:xfrm>
            <a:off x="540000" y="1144800"/>
            <a:ext cx="216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300">
                <a:solidFill>
                  <a:srgbClr val="6C3B11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요양보호사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