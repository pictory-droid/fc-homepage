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요양보호사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B11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7A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7A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7A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7A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B11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B11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3B1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