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C40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6B6E7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A7A9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C1C2C4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6B6E74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정OO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C1C2C4"/>
                </a:solidFill>
                <a:latin typeface="맑은 고딕"/>
                <a:ea typeface="맑은 고딕"/>
              </a:rPr>
              <a:t>한의사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00000" y="943200"/>
            <a:ext cx="0" cy="604800"/>
          </a:xfrm>
          <a:prstGeom prst="line">
            <a:avLst/>
          </a:prstGeom>
          <a:ln w="3600">
            <a:solidFill>
              <a:srgbClr val="6B6E74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1944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1C2C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46400" y="1022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944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1C2C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46400" y="1166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944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1C2C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46400" y="1310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4678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FFFFFF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66B73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복약 상담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건강 상담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예약 문의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66B73"/>
                </a:solidFill>
                <a:latin typeface="맑은 고딕"/>
                <a:ea typeface="맑은 고딕"/>
              </a:rPr>
              <a:t>월–금 09:30 – 18:30   |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한의사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