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40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6B6E7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A7A9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1C2C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6B6E7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1C2C4"/>
                </a:solidFill>
                <a:latin typeface="맑은 고딕"/>
                <a:ea typeface="맑은 고딕"/>
              </a:rPr>
              <a:t>한의사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6B6E7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2C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2C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2C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467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66B73"/>
                </a:solidFill>
                <a:latin typeface="맑은 고딕"/>
                <a:ea typeface="맑은 고딕"/>
              </a:rPr>
              <a:t>월–금 09:30 – 18:30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