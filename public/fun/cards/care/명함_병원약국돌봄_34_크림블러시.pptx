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D78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D78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8F6E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FAF0E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35E64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FAF0E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7D6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E2D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E2D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E2D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E2D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E2D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E2D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E2D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E2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F9EEE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4D2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9EEE8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재활 치료  ·  물리 치료  ·  치아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