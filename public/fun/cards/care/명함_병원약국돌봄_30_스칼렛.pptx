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72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31728"/>
                </a:solidFill>
                <a:latin typeface="맑은 고딕"/>
                <a:ea typeface="맑은 고딕"/>
              </a:rPr>
              <a:t>월–금 09:30 – 18:30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