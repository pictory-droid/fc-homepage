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몸과 마음을 함께 돌봅니다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