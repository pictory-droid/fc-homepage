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강도윤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요양보호사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00E0A4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00E0A4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한방 치료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00E0A4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조제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00E0A4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치아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월–금 09:30 – 18:30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요양보호사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