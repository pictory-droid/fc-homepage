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5A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45360" y="249840"/>
            <a:ext cx="269280" cy="356400"/>
          </a:xfrm>
          <a:custGeom>
            <a:avLst/>
            <a:gdLst/>
            <a:ahLst/>
            <a:cxnLst/>
            <a:rect l="l" t="t" r="r" b="b"/>
            <a:pathLst>
              <a:path w="269280" h="356400">
                <a:moveTo>
                  <a:pt x="0" y="39600"/>
                </a:moveTo>
                <a:lnTo>
                  <a:pt x="134640" y="0"/>
                </a:lnTo>
                <a:lnTo>
                  <a:pt x="269280" y="39600"/>
                </a:lnTo>
                <a:lnTo>
                  <a:pt x="269280" y="190080"/>
                </a:lnTo>
                <a:lnTo>
                  <a:pt x="134640" y="356400"/>
                </a:lnTo>
                <a:lnTo>
                  <a:pt x="0" y="190080"/>
                </a:lnTo>
                <a:close/>
              </a:path>
            </a:pathLst>
          </a:cu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24560" y="432000"/>
            <a:ext cx="43560" cy="47520"/>
          </a:xfrm>
          <a:prstGeom prst="line">
            <a:avLst/>
          </a:prstGeom>
          <a:ln w="27720">
            <a:solidFill>
              <a:srgbClr val="59747E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868120" y="384480"/>
            <a:ext cx="75240" cy="95040"/>
          </a:xfrm>
          <a:prstGeom prst="line">
            <a:avLst/>
          </a:prstGeom>
          <a:ln w="27720">
            <a:solidFill>
              <a:srgbClr val="59747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6E5EA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4CED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4974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53A41"/>
                </a:solidFill>
                <a:latin typeface="바탕"/>
                <a:ea typeface="바탕"/>
              </a:rPr>
              <a:t>몸과 마음을 함께 돌봅니다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497483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B797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D6E5E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D6E5E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