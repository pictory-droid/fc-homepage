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ED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6CC4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673B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BBD3D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6F77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F7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BBD3D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F7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BBD3D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F7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A89C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A89C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0496" y="943776"/>
            <a:ext cx="131328" cy="131328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4176" y="943776"/>
            <a:ext cx="131328" cy="131328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443952" y="1037088"/>
            <a:ext cx="228096" cy="145152"/>
          </a:xfrm>
          <a:custGeom>
            <a:avLst/>
            <a:gdLst/>
            <a:ahLst/>
            <a:cxnLst/>
            <a:rect l="l" t="t" r="r" b="b"/>
            <a:pathLst>
              <a:path w="228096" h="145152">
                <a:moveTo>
                  <a:pt x="0" y="0"/>
                </a:moveTo>
                <a:lnTo>
                  <a:pt x="228096" y="0"/>
                </a:lnTo>
                <a:lnTo>
                  <a:pt x="114048" y="145152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B949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43A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43A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진료 · 상담 예약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