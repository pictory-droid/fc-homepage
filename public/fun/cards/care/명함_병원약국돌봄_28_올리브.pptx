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DE8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144000" y="144000"/>
            <a:ext cx="165600" cy="0"/>
          </a:xfrm>
          <a:prstGeom prst="line">
            <a:avLst/>
          </a:prstGeom>
          <a:ln w="7920">
            <a:solidFill>
              <a:srgbClr val="6B6B2F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144000" y="144000"/>
            <a:ext cx="0" cy="165600"/>
          </a:xfrm>
          <a:prstGeom prst="line">
            <a:avLst/>
          </a:prstGeom>
          <a:ln w="7920">
            <a:solidFill>
              <a:srgbClr val="6B6B2F"/>
            </a:solidFill>
          </a:ln>
        </p:spPr>
      </p:cxnSp>
      <p:cxnSp>
        <p:nvCxnSpPr>
          <p:cNvPr id="4" name="Connector 3"/>
          <p:cNvCxnSpPr/>
          <p:nvPr/>
        </p:nvCxnSpPr>
        <p:spPr>
          <a:xfrm flipH="1">
            <a:off x="2930400" y="144000"/>
            <a:ext cx="165600" cy="0"/>
          </a:xfrm>
          <a:prstGeom prst="line">
            <a:avLst/>
          </a:prstGeom>
          <a:ln w="7920">
            <a:solidFill>
              <a:srgbClr val="6B6B2F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3096000" y="144000"/>
            <a:ext cx="0" cy="165600"/>
          </a:xfrm>
          <a:prstGeom prst="line">
            <a:avLst/>
          </a:prstGeom>
          <a:ln w="7920">
            <a:solidFill>
              <a:srgbClr val="6B6B2F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144000" y="1656000"/>
            <a:ext cx="165600" cy="0"/>
          </a:xfrm>
          <a:prstGeom prst="line">
            <a:avLst/>
          </a:prstGeom>
          <a:ln w="7920">
            <a:solidFill>
              <a:srgbClr val="6B6B2F"/>
            </a:solidFill>
          </a:ln>
        </p:spPr>
      </p:cxnSp>
      <p:cxnSp>
        <p:nvCxnSpPr>
          <p:cNvPr id="7" name="Connector 6"/>
          <p:cNvCxnSpPr/>
          <p:nvPr/>
        </p:nvCxnSpPr>
        <p:spPr>
          <a:xfrm flipV="1">
            <a:off x="144000" y="1490400"/>
            <a:ext cx="0" cy="165600"/>
          </a:xfrm>
          <a:prstGeom prst="line">
            <a:avLst/>
          </a:prstGeom>
          <a:ln w="7920">
            <a:solidFill>
              <a:srgbClr val="6B6B2F"/>
            </a:solidFill>
          </a:ln>
        </p:spPr>
      </p:cxnSp>
      <p:cxnSp>
        <p:nvCxnSpPr>
          <p:cNvPr id="8" name="Connector 7"/>
          <p:cNvCxnSpPr/>
          <p:nvPr/>
        </p:nvCxnSpPr>
        <p:spPr>
          <a:xfrm flipH="1">
            <a:off x="2930400" y="1656000"/>
            <a:ext cx="165600" cy="0"/>
          </a:xfrm>
          <a:prstGeom prst="line">
            <a:avLst/>
          </a:prstGeom>
          <a:ln w="7920">
            <a:solidFill>
              <a:srgbClr val="6B6B2F"/>
            </a:solidFill>
          </a:ln>
        </p:spPr>
      </p:cxnSp>
      <p:cxnSp>
        <p:nvCxnSpPr>
          <p:cNvPr id="9" name="Connector 8"/>
          <p:cNvCxnSpPr/>
          <p:nvPr/>
        </p:nvCxnSpPr>
        <p:spPr>
          <a:xfrm flipV="1">
            <a:off x="3096000" y="1490400"/>
            <a:ext cx="0" cy="165600"/>
          </a:xfrm>
          <a:prstGeom prst="line">
            <a:avLst/>
          </a:prstGeom>
          <a:ln w="7920">
            <a:solidFill>
              <a:srgbClr val="6B6B2F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360000" y="302400"/>
            <a:ext cx="252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41"/>
              </a:lnSpc>
            </a:pPr>
            <a:r>
              <a:rPr sz="580" b="1" spc="300">
                <a:solidFill>
                  <a:srgbClr val="686459"/>
                </a:solidFill>
                <a:latin typeface="맑은 고딕"/>
                <a:ea typeface="맑은 고딕"/>
              </a:rPr>
              <a:t>의원 · 약국 이름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360000" y="504000"/>
            <a:ext cx="252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957"/>
              </a:lnSpc>
            </a:pPr>
            <a:r>
              <a:rPr sz="1350" b="1" spc="120">
                <a:solidFill>
                  <a:srgbClr val="14171D"/>
                </a:solidFill>
                <a:latin typeface="맑은 고딕"/>
                <a:ea typeface="맑은 고딕"/>
              </a:rPr>
              <a:t>허OO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360000" y="756000"/>
            <a:ext cx="2520000" cy="1295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86"/>
              </a:lnSpc>
            </a:pPr>
            <a:r>
              <a:rPr sz="680" b="0">
                <a:solidFill>
                  <a:srgbClr val="686459"/>
                </a:solidFill>
                <a:latin typeface="맑은 고딕"/>
                <a:ea typeface="맑은 고딕"/>
              </a:rPr>
              <a:t>상담실장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512000" y="993600"/>
            <a:ext cx="216000" cy="0"/>
          </a:xfrm>
          <a:prstGeom prst="line">
            <a:avLst/>
          </a:prstGeom>
          <a:ln w="7200">
            <a:solidFill>
              <a:srgbClr val="6B6B2F"/>
            </a:solidFill>
          </a:ln>
        </p:spPr>
      </p:cxnSp>
      <p:sp>
        <p:nvSpPr>
          <p:cNvPr id="14" name="텍스트"/>
          <p:cNvSpPr txBox="1"/>
          <p:nvPr/>
        </p:nvSpPr>
        <p:spPr>
          <a:xfrm>
            <a:off x="360000" y="1144800"/>
            <a:ext cx="252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010-1234-5678   ·   name@example.com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360000" y="1274400"/>
            <a:ext cx="252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686459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93600" y="122400"/>
            <a:ext cx="576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122400" y="93600"/>
            <a:ext cx="0" cy="5760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3088800" y="122400"/>
            <a:ext cx="576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3117600" y="93600"/>
            <a:ext cx="0" cy="5760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93600" y="1677600"/>
            <a:ext cx="576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122400" y="1648800"/>
            <a:ext cx="0" cy="5760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cxnSp>
        <p:nvCxnSpPr>
          <p:cNvPr id="8" name="Connector 7"/>
          <p:cNvCxnSpPr/>
          <p:nvPr/>
        </p:nvCxnSpPr>
        <p:spPr>
          <a:xfrm>
            <a:off x="3088800" y="1677600"/>
            <a:ext cx="576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cxnSp>
        <p:nvCxnSpPr>
          <p:cNvPr id="9" name="Connector 8"/>
          <p:cNvCxnSpPr/>
          <p:nvPr/>
        </p:nvCxnSpPr>
        <p:spPr>
          <a:xfrm>
            <a:off x="3117600" y="1648800"/>
            <a:ext cx="0" cy="5760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360000" y="331200"/>
            <a:ext cx="252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754"/>
              </a:lnSpc>
            </a:pPr>
            <a:r>
              <a:rPr sz="520" b="1" spc="240">
                <a:solidFill>
                  <a:srgbClr val="A7ABB4"/>
                </a:solidFill>
                <a:latin typeface="맑은 고딕"/>
                <a:ea typeface="맑은 고딕"/>
              </a:rPr>
              <a:t>진료 · 상담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530000" y="453600"/>
            <a:ext cx="180000" cy="14400"/>
          </a:xfrm>
          <a:prstGeom prst="rect">
            <a:avLst/>
          </a:prstGeom>
          <a:solidFill>
            <a:srgbClr val="B26B7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360000" y="684000"/>
            <a:ext cx="630000" cy="21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재활 치료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990000" y="684000"/>
            <a:ext cx="630000" cy="21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치아 관리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990000" y="676800"/>
            <a:ext cx="0" cy="23040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15" name="텍스트"/>
          <p:cNvSpPr txBox="1"/>
          <p:nvPr/>
        </p:nvSpPr>
        <p:spPr>
          <a:xfrm>
            <a:off x="1620000" y="684000"/>
            <a:ext cx="630000" cy="21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영양 상담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620000" y="676800"/>
            <a:ext cx="0" cy="23040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17" name="텍스트"/>
          <p:cNvSpPr txBox="1"/>
          <p:nvPr/>
        </p:nvSpPr>
        <p:spPr>
          <a:xfrm>
            <a:off x="2250000" y="684000"/>
            <a:ext cx="630000" cy="21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예약 문의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250000" y="676800"/>
            <a:ext cx="0" cy="23040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cxnSp>
        <p:nvCxnSpPr>
          <p:cNvPr id="19" name="Connector 18"/>
          <p:cNvCxnSpPr/>
          <p:nvPr/>
        </p:nvCxnSpPr>
        <p:spPr>
          <a:xfrm>
            <a:off x="360000" y="1159200"/>
            <a:ext cx="25200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20" name="텍스트"/>
          <p:cNvSpPr txBox="1"/>
          <p:nvPr/>
        </p:nvSpPr>
        <p:spPr>
          <a:xfrm>
            <a:off x="360000" y="12456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토 09:00 – 13:00</a:t>
            </a:r>
          </a:p>
        </p:txBody>
      </p:sp>
      <p:sp>
        <p:nvSpPr>
          <p:cNvPr id="21" name="텍스트"/>
          <p:cNvSpPr txBox="1"/>
          <p:nvPr/>
        </p:nvSpPr>
        <p:spPr>
          <a:xfrm>
            <a:off x="1656000" y="12456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BLOG  blog.example.com</a:t>
            </a:r>
          </a:p>
        </p:txBody>
      </p:sp>
      <p:sp>
        <p:nvSpPr>
          <p:cNvPr id="22" name="텍스트"/>
          <p:cNvSpPr txBox="1"/>
          <p:nvPr/>
        </p:nvSpPr>
        <p:spPr>
          <a:xfrm>
            <a:off x="360000" y="15264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1" spc="220">
                <a:solidFill>
                  <a:srgbClr val="A7ABB4"/>
                </a:solidFill>
                <a:latin typeface="맑은 고딕"/>
                <a:ea typeface="맑은 고딕"/>
              </a:rPr>
              <a:t>의원 · 약국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상담실장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