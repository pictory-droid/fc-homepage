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44000" y="144000"/>
            <a:ext cx="165600" cy="0"/>
          </a:xfrm>
          <a:prstGeom prst="line">
            <a:avLst/>
          </a:prstGeom>
          <a:ln w="7920">
            <a:solidFill>
              <a:srgbClr val="6B6B2F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44000" y="144000"/>
            <a:ext cx="0" cy="165600"/>
          </a:xfrm>
          <a:prstGeom prst="line">
            <a:avLst/>
          </a:prstGeom>
          <a:ln w="7920">
            <a:solidFill>
              <a:srgbClr val="6B6B2F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2930400" y="144000"/>
            <a:ext cx="165600" cy="0"/>
          </a:xfrm>
          <a:prstGeom prst="line">
            <a:avLst/>
          </a:prstGeom>
          <a:ln w="7920">
            <a:solidFill>
              <a:srgbClr val="6B6B2F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096000" y="144000"/>
            <a:ext cx="0" cy="165600"/>
          </a:xfrm>
          <a:prstGeom prst="line">
            <a:avLst/>
          </a:prstGeom>
          <a:ln w="7920">
            <a:solidFill>
              <a:srgbClr val="6B6B2F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144000" y="1656000"/>
            <a:ext cx="165600" cy="0"/>
          </a:xfrm>
          <a:prstGeom prst="line">
            <a:avLst/>
          </a:prstGeom>
          <a:ln w="7920">
            <a:solidFill>
              <a:srgbClr val="6B6B2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144000" y="1490400"/>
            <a:ext cx="0" cy="165600"/>
          </a:xfrm>
          <a:prstGeom prst="line">
            <a:avLst/>
          </a:prstGeom>
          <a:ln w="7920">
            <a:solidFill>
              <a:srgbClr val="6B6B2F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2930400" y="1656000"/>
            <a:ext cx="165600" cy="0"/>
          </a:xfrm>
          <a:prstGeom prst="line">
            <a:avLst/>
          </a:prstGeom>
          <a:ln w="7920">
            <a:solidFill>
              <a:srgbClr val="6B6B2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3096000" y="1490400"/>
            <a:ext cx="0" cy="165600"/>
          </a:xfrm>
          <a:prstGeom prst="line">
            <a:avLst/>
          </a:prstGeom>
          <a:ln w="7920">
            <a:solidFill>
              <a:srgbClr val="6B6B2F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024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1" spc="300">
                <a:solidFill>
                  <a:srgbClr val="686459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360000" y="504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허OO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756000"/>
            <a:ext cx="252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686459"/>
                </a:solidFill>
                <a:latin typeface="맑은 고딕"/>
                <a:ea typeface="맑은 고딕"/>
              </a:rPr>
              <a:t>상담실장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12000" y="993600"/>
            <a:ext cx="216000" cy="0"/>
          </a:xfrm>
          <a:prstGeom prst="line">
            <a:avLst/>
          </a:prstGeom>
          <a:ln w="7200">
            <a:solidFill>
              <a:srgbClr val="6B6B2F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360000" y="1144800"/>
            <a:ext cx="25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60000" y="1274400"/>
            <a:ext cx="25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686459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31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B26B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재활 치료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99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치아 관리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0000" y="676800"/>
            <a:ext cx="0" cy="2304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162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영양 상담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676800"/>
            <a:ext cx="0" cy="2304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225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예약 문의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50000" y="676800"/>
            <a:ext cx="0" cy="2304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60000" y="1159200"/>
            <a:ext cx="2520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360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토 09:00 – 13:00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656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BLOG  blog.example.com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5264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상담실장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