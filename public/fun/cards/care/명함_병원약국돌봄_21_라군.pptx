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2E8B8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B6B2F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62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62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62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62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