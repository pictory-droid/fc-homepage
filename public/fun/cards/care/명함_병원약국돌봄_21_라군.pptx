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2E8B8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6B6B2F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0622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0622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0622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0622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2A2D34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