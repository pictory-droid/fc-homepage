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3EE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0" y="0"/>
            <a:ext cx="2016000" cy="1800000"/>
          </a:xfrm>
          <a:custGeom>
            <a:avLst/>
            <a:gdLst/>
            <a:ahLst/>
            <a:cxnLst/>
            <a:rect l="l" t="t" r="r" b="b"/>
            <a:pathLst>
              <a:path w="2016000" h="1800000">
                <a:moveTo>
                  <a:pt x="0" y="0"/>
                </a:moveTo>
                <a:lnTo>
                  <a:pt x="2016000" y="0"/>
                </a:lnTo>
                <a:lnTo>
                  <a:pt x="1440000" y="1800000"/>
                </a:lnTo>
                <a:lnTo>
                  <a:pt x="0" y="1800000"/>
                </a:lnTo>
                <a:close/>
              </a:path>
            </a:pathLst>
          </a:custGeom>
          <a:solidFill>
            <a:srgbClr val="1D76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1440000" y="0"/>
            <a:ext cx="684000" cy="1800000"/>
          </a:xfrm>
          <a:custGeom>
            <a:avLst/>
            <a:gdLst/>
            <a:ahLst/>
            <a:cxnLst/>
            <a:rect l="l" t="t" r="r" b="b"/>
            <a:pathLst>
              <a:path w="684000" h="1800000">
                <a:moveTo>
                  <a:pt x="576000" y="0"/>
                </a:moveTo>
                <a:lnTo>
                  <a:pt x="684000" y="0"/>
                </a:lnTo>
                <a:lnTo>
                  <a:pt x="108000" y="1800000"/>
                </a:lnTo>
                <a:lnTo>
                  <a:pt x="0" y="1800000"/>
                </a:lnTo>
                <a:close/>
              </a:path>
            </a:pathLst>
          </a:custGeom>
          <a:solidFill>
            <a:srgbClr val="C17E8C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2000" y="252000"/>
            <a:ext cx="1368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41"/>
              </a:lnSpc>
            </a:pPr>
            <a:r>
              <a:rPr sz="580" b="1" spc="220">
                <a:solidFill>
                  <a:srgbClr val="FFFFFF">
                    <a:alpha val="80000"/>
                  </a:srgbClr>
                </a:solidFill>
                <a:latin typeface="맑은 고딕"/>
                <a:ea typeface="맑은 고딕"/>
              </a:rPr>
              <a:t>의원 · 약국 이름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612000"/>
            <a:ext cx="144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0"/>
              </a:lnSpc>
            </a:pPr>
            <a:r>
              <a:rPr sz="1400" b="1" spc="100">
                <a:solidFill>
                  <a:srgbClr val="FFFFFF"/>
                </a:solidFill>
                <a:latin typeface="맑은 고딕"/>
                <a:ea typeface="맑은 고딕"/>
              </a:rPr>
              <a:t>고OO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52000" y="864000"/>
            <a:ext cx="1440000" cy="129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86"/>
              </a:lnSpc>
            </a:pPr>
            <a:r>
              <a:rPr sz="680" b="0">
                <a:solidFill>
                  <a:srgbClr val="FFFFFF">
                    <a:alpha val="85000"/>
                  </a:srgbClr>
                </a:solidFill>
                <a:latin typeface="맑은 고딕"/>
                <a:ea typeface="맑은 고딕"/>
              </a:rPr>
              <a:t>약사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2016000" y="1090800"/>
            <a:ext cx="2808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193D3E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296800" y="1080000"/>
            <a:ext cx="100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1B2230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016000" y="1234800"/>
            <a:ext cx="2808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193D3E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296800" y="1224000"/>
            <a:ext cx="100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1B2230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2016000" y="1378800"/>
            <a:ext cx="2808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193D3E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2296800" y="1368000"/>
            <a:ext cx="100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1B2230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D5D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40000" cy="432000"/>
          </a:xfrm>
          <a:prstGeom prst="rect">
            <a:avLst/>
          </a:prstGeom>
          <a:solidFill>
            <a:srgbClr val="F2E6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0" y="0"/>
            <a:ext cx="3240000" cy="496445"/>
          </a:xfrm>
          <a:custGeom>
            <a:avLst/>
            <a:gdLst/>
            <a:ahLst/>
            <a:cxnLst/>
            <a:rect l="l" t="t" r="r" b="b"/>
            <a:pathLst>
              <a:path w="3240000" h="496445">
                <a:moveTo>
                  <a:pt x="0" y="432000"/>
                </a:moveTo>
                <a:lnTo>
                  <a:pt x="36000" y="458357"/>
                </a:lnTo>
                <a:lnTo>
                  <a:pt x="72000" y="480156"/>
                </a:lnTo>
                <a:lnTo>
                  <a:pt x="108000" y="493628"/>
                </a:lnTo>
                <a:lnTo>
                  <a:pt x="144000" y="496445"/>
                </a:lnTo>
                <a:lnTo>
                  <a:pt x="180000" y="488118"/>
                </a:lnTo>
                <a:lnTo>
                  <a:pt x="216000" y="470088"/>
                </a:lnTo>
                <a:lnTo>
                  <a:pt x="252000" y="445473"/>
                </a:lnTo>
                <a:lnTo>
                  <a:pt x="288000" y="418527"/>
                </a:lnTo>
                <a:lnTo>
                  <a:pt x="324000" y="393912"/>
                </a:lnTo>
                <a:lnTo>
                  <a:pt x="360000" y="375882"/>
                </a:lnTo>
                <a:lnTo>
                  <a:pt x="396000" y="367555"/>
                </a:lnTo>
                <a:lnTo>
                  <a:pt x="432000" y="370372"/>
                </a:lnTo>
                <a:lnTo>
                  <a:pt x="468000" y="383844"/>
                </a:lnTo>
                <a:lnTo>
                  <a:pt x="504000" y="405643"/>
                </a:lnTo>
                <a:lnTo>
                  <a:pt x="540000" y="432000"/>
                </a:lnTo>
                <a:lnTo>
                  <a:pt x="576000" y="458357"/>
                </a:lnTo>
                <a:lnTo>
                  <a:pt x="612000" y="480156"/>
                </a:lnTo>
                <a:lnTo>
                  <a:pt x="648000" y="493628"/>
                </a:lnTo>
                <a:lnTo>
                  <a:pt x="684000" y="496445"/>
                </a:lnTo>
                <a:lnTo>
                  <a:pt x="720000" y="488118"/>
                </a:lnTo>
                <a:lnTo>
                  <a:pt x="756000" y="470088"/>
                </a:lnTo>
                <a:lnTo>
                  <a:pt x="792000" y="445473"/>
                </a:lnTo>
                <a:lnTo>
                  <a:pt x="828000" y="418527"/>
                </a:lnTo>
                <a:lnTo>
                  <a:pt x="864000" y="393912"/>
                </a:lnTo>
                <a:lnTo>
                  <a:pt x="900000" y="375882"/>
                </a:lnTo>
                <a:lnTo>
                  <a:pt x="936000" y="367555"/>
                </a:lnTo>
                <a:lnTo>
                  <a:pt x="972000" y="370372"/>
                </a:lnTo>
                <a:lnTo>
                  <a:pt x="1008000" y="383844"/>
                </a:lnTo>
                <a:lnTo>
                  <a:pt x="1044000" y="405643"/>
                </a:lnTo>
                <a:lnTo>
                  <a:pt x="1080000" y="432000"/>
                </a:lnTo>
                <a:lnTo>
                  <a:pt x="1116000" y="458357"/>
                </a:lnTo>
                <a:lnTo>
                  <a:pt x="1152000" y="480156"/>
                </a:lnTo>
                <a:lnTo>
                  <a:pt x="1188000" y="493628"/>
                </a:lnTo>
                <a:lnTo>
                  <a:pt x="1224000" y="496445"/>
                </a:lnTo>
                <a:lnTo>
                  <a:pt x="1260000" y="488118"/>
                </a:lnTo>
                <a:lnTo>
                  <a:pt x="1296000" y="470088"/>
                </a:lnTo>
                <a:lnTo>
                  <a:pt x="1332000" y="445473"/>
                </a:lnTo>
                <a:lnTo>
                  <a:pt x="1368000" y="418527"/>
                </a:lnTo>
                <a:lnTo>
                  <a:pt x="1404000" y="393912"/>
                </a:lnTo>
                <a:lnTo>
                  <a:pt x="1440000" y="375882"/>
                </a:lnTo>
                <a:lnTo>
                  <a:pt x="1476000" y="367555"/>
                </a:lnTo>
                <a:lnTo>
                  <a:pt x="1512000" y="370372"/>
                </a:lnTo>
                <a:lnTo>
                  <a:pt x="1548000" y="383844"/>
                </a:lnTo>
                <a:lnTo>
                  <a:pt x="1584000" y="405643"/>
                </a:lnTo>
                <a:lnTo>
                  <a:pt x="1620000" y="432000"/>
                </a:lnTo>
                <a:lnTo>
                  <a:pt x="1656000" y="458357"/>
                </a:lnTo>
                <a:lnTo>
                  <a:pt x="1692000" y="480156"/>
                </a:lnTo>
                <a:lnTo>
                  <a:pt x="1728000" y="493628"/>
                </a:lnTo>
                <a:lnTo>
                  <a:pt x="1764000" y="496445"/>
                </a:lnTo>
                <a:lnTo>
                  <a:pt x="1800000" y="488118"/>
                </a:lnTo>
                <a:lnTo>
                  <a:pt x="1836000" y="470088"/>
                </a:lnTo>
                <a:lnTo>
                  <a:pt x="1872000" y="445473"/>
                </a:lnTo>
                <a:lnTo>
                  <a:pt x="1908000" y="418527"/>
                </a:lnTo>
                <a:lnTo>
                  <a:pt x="1944000" y="393912"/>
                </a:lnTo>
                <a:lnTo>
                  <a:pt x="1980000" y="375882"/>
                </a:lnTo>
                <a:lnTo>
                  <a:pt x="2016000" y="367555"/>
                </a:lnTo>
                <a:lnTo>
                  <a:pt x="2052000" y="370372"/>
                </a:lnTo>
                <a:lnTo>
                  <a:pt x="2088000" y="383844"/>
                </a:lnTo>
                <a:lnTo>
                  <a:pt x="2124000" y="405643"/>
                </a:lnTo>
                <a:lnTo>
                  <a:pt x="2160000" y="432000"/>
                </a:lnTo>
                <a:lnTo>
                  <a:pt x="2196000" y="458357"/>
                </a:lnTo>
                <a:lnTo>
                  <a:pt x="2232000" y="480156"/>
                </a:lnTo>
                <a:lnTo>
                  <a:pt x="2268000" y="493628"/>
                </a:lnTo>
                <a:lnTo>
                  <a:pt x="2304000" y="496445"/>
                </a:lnTo>
                <a:lnTo>
                  <a:pt x="2340000" y="488118"/>
                </a:lnTo>
                <a:lnTo>
                  <a:pt x="2376000" y="470088"/>
                </a:lnTo>
                <a:lnTo>
                  <a:pt x="2412000" y="445473"/>
                </a:lnTo>
                <a:lnTo>
                  <a:pt x="2448000" y="418527"/>
                </a:lnTo>
                <a:lnTo>
                  <a:pt x="2484000" y="393912"/>
                </a:lnTo>
                <a:lnTo>
                  <a:pt x="2520000" y="375882"/>
                </a:lnTo>
                <a:lnTo>
                  <a:pt x="2556000" y="367555"/>
                </a:lnTo>
                <a:lnTo>
                  <a:pt x="2592000" y="370372"/>
                </a:lnTo>
                <a:lnTo>
                  <a:pt x="2628000" y="383844"/>
                </a:lnTo>
                <a:lnTo>
                  <a:pt x="2664000" y="405643"/>
                </a:lnTo>
                <a:lnTo>
                  <a:pt x="2700000" y="432000"/>
                </a:lnTo>
                <a:lnTo>
                  <a:pt x="2736000" y="458357"/>
                </a:lnTo>
                <a:lnTo>
                  <a:pt x="2772000" y="480156"/>
                </a:lnTo>
                <a:lnTo>
                  <a:pt x="2808000" y="493628"/>
                </a:lnTo>
                <a:lnTo>
                  <a:pt x="2844000" y="496445"/>
                </a:lnTo>
                <a:lnTo>
                  <a:pt x="2880000" y="488118"/>
                </a:lnTo>
                <a:lnTo>
                  <a:pt x="2916000" y="470088"/>
                </a:lnTo>
                <a:lnTo>
                  <a:pt x="2952000" y="445473"/>
                </a:lnTo>
                <a:lnTo>
                  <a:pt x="2988000" y="418527"/>
                </a:lnTo>
                <a:lnTo>
                  <a:pt x="3024000" y="393912"/>
                </a:lnTo>
                <a:lnTo>
                  <a:pt x="3060000" y="375882"/>
                </a:lnTo>
                <a:lnTo>
                  <a:pt x="3096000" y="367555"/>
                </a:lnTo>
                <a:lnTo>
                  <a:pt x="3132000" y="370372"/>
                </a:lnTo>
                <a:lnTo>
                  <a:pt x="3168000" y="383844"/>
                </a:lnTo>
                <a:lnTo>
                  <a:pt x="3204000" y="405643"/>
                </a:lnTo>
                <a:lnTo>
                  <a:pt x="3240000" y="432000"/>
                </a:lnTo>
                <a:lnTo>
                  <a:pt x="32400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2E6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2000" y="144000"/>
            <a:ext cx="2520000" cy="1028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83"/>
              </a:lnSpc>
            </a:pPr>
            <a:r>
              <a:rPr sz="540" b="1" spc="240">
                <a:solidFill>
                  <a:srgbClr val="1B2230"/>
                </a:solidFill>
                <a:latin typeface="맑은 고딕"/>
                <a:ea typeface="맑은 고딕"/>
              </a:rPr>
              <a:t>진료 · 상담</a:t>
            </a:r>
          </a:p>
        </p:txBody>
      </p:sp>
      <p:sp>
        <p:nvSpPr>
          <p:cNvPr id="5" name="Oval 4"/>
          <p:cNvSpPr/>
          <p:nvPr/>
        </p:nvSpPr>
        <p:spPr>
          <a:xfrm>
            <a:off x="255600" y="741600"/>
            <a:ext cx="43200" cy="43200"/>
          </a:xfrm>
          <a:prstGeom prst="ellipse">
            <a:avLst/>
          </a:prstGeom>
          <a:solidFill>
            <a:srgbClr val="6A667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텍스트"/>
          <p:cNvSpPr txBox="1"/>
          <p:nvPr/>
        </p:nvSpPr>
        <p:spPr>
          <a:xfrm>
            <a:off x="360000" y="6840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1B2230"/>
                </a:solidFill>
                <a:latin typeface="맑은 고딕"/>
                <a:ea typeface="맑은 고딕"/>
              </a:rPr>
              <a:t>일반 진료</a:t>
            </a:r>
          </a:p>
        </p:txBody>
      </p:sp>
      <p:sp>
        <p:nvSpPr>
          <p:cNvPr id="7" name="Oval 6"/>
          <p:cNvSpPr/>
          <p:nvPr/>
        </p:nvSpPr>
        <p:spPr>
          <a:xfrm>
            <a:off x="255600" y="928800"/>
            <a:ext cx="43200" cy="43200"/>
          </a:xfrm>
          <a:prstGeom prst="ellipse">
            <a:avLst/>
          </a:prstGeom>
          <a:solidFill>
            <a:srgbClr val="14705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텍스트"/>
          <p:cNvSpPr txBox="1"/>
          <p:nvPr/>
        </p:nvSpPr>
        <p:spPr>
          <a:xfrm>
            <a:off x="360000" y="8712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1B2230"/>
                </a:solidFill>
                <a:latin typeface="맑은 고딕"/>
                <a:ea typeface="맑은 고딕"/>
              </a:rPr>
              <a:t>재활 치료</a:t>
            </a:r>
          </a:p>
        </p:txBody>
      </p:sp>
      <p:sp>
        <p:nvSpPr>
          <p:cNvPr id="9" name="Oval 8"/>
          <p:cNvSpPr/>
          <p:nvPr/>
        </p:nvSpPr>
        <p:spPr>
          <a:xfrm>
            <a:off x="255600" y="1116000"/>
            <a:ext cx="43200" cy="43200"/>
          </a:xfrm>
          <a:prstGeom prst="ellipse">
            <a:avLst/>
          </a:prstGeom>
          <a:solidFill>
            <a:srgbClr val="6A667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텍스트"/>
          <p:cNvSpPr txBox="1"/>
          <p:nvPr/>
        </p:nvSpPr>
        <p:spPr>
          <a:xfrm>
            <a:off x="360000" y="10584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1B2230"/>
                </a:solidFill>
                <a:latin typeface="맑은 고딕"/>
                <a:ea typeface="맑은 고딕"/>
              </a:rPr>
              <a:t>한방 치료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2016000" y="684000"/>
            <a:ext cx="972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595863"/>
                </a:solidFill>
                <a:latin typeface="맑은 고딕"/>
                <a:ea typeface="맑은 고딕"/>
              </a:rPr>
              <a:t>INFO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2016000" y="799200"/>
            <a:ext cx="972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방문 전 예약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016000" y="1080000"/>
            <a:ext cx="972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595863"/>
                </a:solidFill>
                <a:latin typeface="맑은 고딕"/>
                <a:ea typeface="맑은 고딕"/>
              </a:rPr>
              <a:t>KAKAO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016000" y="1195200"/>
            <a:ext cx="972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@채널아이디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약사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