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EE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1D76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C17E8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고OO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약사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93D3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93D3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93D3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D5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F2E6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2E6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1B2230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6A66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일반 진료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6A66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한방 치료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95863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방문 전 예약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95863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약사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