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26C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433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4339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B8C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B8C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B8C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7B8C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