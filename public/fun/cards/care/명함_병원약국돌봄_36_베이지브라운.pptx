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826C5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B4339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E6DED5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차OO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B4339"/>
                </a:solidFill>
                <a:latin typeface="맑은 고딕"/>
                <a:ea typeface="맑은 고딕"/>
              </a:rPr>
              <a:t>요양보호사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E6DED5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B433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B433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B433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7B8C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7B8CB5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예방 접종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7B8CB5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재활 치료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7B8CB5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침 · 뜸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7B8CB5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월–금 09:30 – 18:30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04000" y="1476000"/>
            <a:ext cx="86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7ABB4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요양보호사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