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8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580B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5E0E0"/>
          </a:solidFill>
          <a:ln w="3600">
            <a:solidFill>
              <a:srgbClr val="BED1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5E0E0"/>
          </a:solidFill>
          <a:ln w="3600">
            <a:solidFill>
              <a:srgbClr val="BED1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A90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5E0E0"/>
          </a:solidFill>
          <a:ln w="3600">
            <a:solidFill>
              <a:srgbClr val="BED1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A90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5E0E0"/>
          </a:solidFill>
          <a:ln w="3600">
            <a:solidFill>
              <a:srgbClr val="BED1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E77"/>
                </a:solidFill>
                <a:latin typeface="맑은 고딕"/>
                <a:ea typeface="맑은 고딕"/>
              </a:rPr>
              <a:t>방문 전 예약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