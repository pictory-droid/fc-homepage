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85F37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85F3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85F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85F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285F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DF4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평일 09:00 – 18:00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