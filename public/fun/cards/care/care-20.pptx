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462400" y="158400"/>
            <a:ext cx="43200" cy="43200"/>
          </a:xfrm>
          <a:prstGeom prst="ellipse">
            <a:avLst/>
          </a:prstGeom>
          <a:solidFill>
            <a:srgbClr val="3B9158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462400" y="266400"/>
            <a:ext cx="43200" cy="43200"/>
          </a:xfrm>
          <a:prstGeom prst="ellipse">
            <a:avLst/>
          </a:prstGeom>
          <a:solidFill>
            <a:srgbClr val="3B9158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62400" y="374400"/>
            <a:ext cx="43200" cy="43200"/>
          </a:xfrm>
          <a:prstGeom prst="ellipse">
            <a:avLst/>
          </a:prstGeom>
          <a:solidFill>
            <a:srgbClr val="3B9158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62400" y="482400"/>
            <a:ext cx="43200" cy="43200"/>
          </a:xfrm>
          <a:prstGeom prst="ellipse">
            <a:avLst/>
          </a:prstGeom>
          <a:solidFill>
            <a:srgbClr val="3B9158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70400" y="158400"/>
            <a:ext cx="43200" cy="43200"/>
          </a:xfrm>
          <a:prstGeom prst="ellipse">
            <a:avLst/>
          </a:prstGeom>
          <a:solidFill>
            <a:srgbClr val="3B9158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570400" y="266400"/>
            <a:ext cx="43200" cy="43200"/>
          </a:xfrm>
          <a:prstGeom prst="ellipse">
            <a:avLst/>
          </a:prstGeom>
          <a:solidFill>
            <a:srgbClr val="3B9158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70400" y="374400"/>
            <a:ext cx="43200" cy="43200"/>
          </a:xfrm>
          <a:prstGeom prst="ellipse">
            <a:avLst/>
          </a:prstGeom>
          <a:solidFill>
            <a:srgbClr val="3B9158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70400" y="482400"/>
            <a:ext cx="43200" cy="43200"/>
          </a:xfrm>
          <a:prstGeom prst="ellipse">
            <a:avLst/>
          </a:prstGeom>
          <a:solidFill>
            <a:srgbClr val="3B9158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78400" y="158400"/>
            <a:ext cx="43200" cy="43200"/>
          </a:xfrm>
          <a:prstGeom prst="ellipse">
            <a:avLst/>
          </a:prstGeom>
          <a:solidFill>
            <a:srgbClr val="3B9158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78400" y="266400"/>
            <a:ext cx="43200" cy="43200"/>
          </a:xfrm>
          <a:prstGeom prst="ellipse">
            <a:avLst/>
          </a:prstGeom>
          <a:solidFill>
            <a:srgbClr val="3B9158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78400" y="374400"/>
            <a:ext cx="43200" cy="43200"/>
          </a:xfrm>
          <a:prstGeom prst="ellipse">
            <a:avLst/>
          </a:prstGeom>
          <a:solidFill>
            <a:srgbClr val="3B9158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8400" y="482400"/>
            <a:ext cx="43200" cy="43200"/>
          </a:xfrm>
          <a:prstGeom prst="ellipse">
            <a:avLst/>
          </a:prstGeom>
          <a:solidFill>
            <a:srgbClr val="3B9158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86400" y="158400"/>
            <a:ext cx="43200" cy="43200"/>
          </a:xfrm>
          <a:prstGeom prst="ellipse">
            <a:avLst/>
          </a:prstGeom>
          <a:solidFill>
            <a:srgbClr val="3B9158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86400" y="266400"/>
            <a:ext cx="43200" cy="43200"/>
          </a:xfrm>
          <a:prstGeom prst="ellipse">
            <a:avLst/>
          </a:prstGeom>
          <a:solidFill>
            <a:srgbClr val="3B9158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86400" y="374400"/>
            <a:ext cx="43200" cy="43200"/>
          </a:xfrm>
          <a:prstGeom prst="ellipse">
            <a:avLst/>
          </a:prstGeom>
          <a:solidFill>
            <a:srgbClr val="3B9158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786400" y="482400"/>
            <a:ext cx="43200" cy="43200"/>
          </a:xfrm>
          <a:prstGeom prst="ellipse">
            <a:avLst/>
          </a:prstGeom>
          <a:solidFill>
            <a:srgbClr val="3B9158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94400" y="158400"/>
            <a:ext cx="43200" cy="43200"/>
          </a:xfrm>
          <a:prstGeom prst="ellipse">
            <a:avLst/>
          </a:prstGeom>
          <a:solidFill>
            <a:srgbClr val="3B9158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894400" y="266400"/>
            <a:ext cx="43200" cy="43200"/>
          </a:xfrm>
          <a:prstGeom prst="ellipse">
            <a:avLst/>
          </a:prstGeom>
          <a:solidFill>
            <a:srgbClr val="3B9158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94400" y="374400"/>
            <a:ext cx="43200" cy="43200"/>
          </a:xfrm>
          <a:prstGeom prst="ellipse">
            <a:avLst/>
          </a:prstGeom>
          <a:solidFill>
            <a:srgbClr val="3B9158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894400" y="482400"/>
            <a:ext cx="43200" cy="43200"/>
          </a:xfrm>
          <a:prstGeom prst="ellipse">
            <a:avLst/>
          </a:prstGeom>
          <a:solidFill>
            <a:srgbClr val="3B9158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663200"/>
            <a:ext cx="3240000" cy="136800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663200"/>
            <a:ext cx="936000" cy="136800"/>
          </a:xfrm>
          <a:prstGeom prst="rect">
            <a:avLst/>
          </a:prstGeom>
          <a:solidFill>
            <a:srgbClr val="C8E0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텍스트"/>
          <p:cNvSpPr txBox="1"/>
          <p:nvPr/>
        </p:nvSpPr>
        <p:spPr>
          <a:xfrm>
            <a:off x="252000" y="2088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966068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54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7A1F2E"/>
                </a:solidFill>
                <a:latin typeface="맑은 고딕"/>
                <a:ea typeface="맑은 고딕"/>
              </a:rPr>
              <a:t>홍석진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252000" y="828000"/>
            <a:ext cx="2016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327B4B"/>
                </a:solidFill>
                <a:latin typeface="맑은 고딕"/>
                <a:ea typeface="맑은 고딕"/>
              </a:rPr>
              <a:t>영양사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252000" y="11088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B4B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396000" y="11088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A1F2E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2777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B4B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396000" y="12777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A1F2E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4466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B4B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396000" y="14466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A1F2E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33" name="Oval 32"/>
          <p:cNvSpPr/>
          <p:nvPr/>
        </p:nvSpPr>
        <p:spPr>
          <a:xfrm>
            <a:off x="2747520" y="1055520"/>
            <a:ext cx="264960" cy="264960"/>
          </a:xfrm>
          <a:prstGeom prst="ellipse">
            <a:avLst/>
          </a:prstGeom>
          <a:solidFill>
            <a:srgbClr val="C8E0D0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842560" y="1090080"/>
            <a:ext cx="74880" cy="195840"/>
          </a:xfrm>
          <a:prstGeom prst="roundRect">
            <a:avLst>
              <a:gd name="adj" fmla="val 11538"/>
            </a:avLst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782080" y="1150560"/>
            <a:ext cx="195840" cy="74880"/>
          </a:xfrm>
          <a:prstGeom prst="roundRect">
            <a:avLst>
              <a:gd name="adj" fmla="val 11538"/>
            </a:avLst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93600"/>
            <a:ext cx="3240000" cy="0"/>
          </a:xfrm>
          <a:prstGeom prst="line">
            <a:avLst/>
          </a:prstGeom>
          <a:ln w="7200">
            <a:solidFill>
              <a:srgbClr val="3B9158">
                <a:alpha val="30000"/>
              </a:srgbClr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0" y="201600"/>
            <a:ext cx="3240000" cy="0"/>
          </a:xfrm>
          <a:prstGeom prst="line">
            <a:avLst/>
          </a:prstGeom>
          <a:ln w="7200">
            <a:solidFill>
              <a:srgbClr val="3B9158">
                <a:alpha val="30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09600"/>
            <a:ext cx="3240000" cy="0"/>
          </a:xfrm>
          <a:prstGeom prst="line">
            <a:avLst/>
          </a:prstGeom>
          <a:ln w="7200">
            <a:solidFill>
              <a:srgbClr val="3B9158">
                <a:alpha val="30000"/>
              </a:srgbClr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0" y="417600"/>
            <a:ext cx="3240000" cy="0"/>
          </a:xfrm>
          <a:prstGeom prst="line">
            <a:avLst/>
          </a:prstGeom>
          <a:ln w="7200">
            <a:solidFill>
              <a:srgbClr val="3B9158">
                <a:alpha val="30000"/>
              </a:srgbClr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0" y="525600"/>
            <a:ext cx="3240000" cy="0"/>
          </a:xfrm>
          <a:prstGeom prst="line">
            <a:avLst/>
          </a:prstGeom>
          <a:ln w="7200">
            <a:solidFill>
              <a:srgbClr val="3B9158">
                <a:alpha val="30000"/>
              </a:srgbClr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0" y="633600"/>
            <a:ext cx="3240000" cy="0"/>
          </a:xfrm>
          <a:prstGeom prst="line">
            <a:avLst/>
          </a:prstGeom>
          <a:ln w="7200">
            <a:solidFill>
              <a:srgbClr val="3B9158">
                <a:alpha val="30000"/>
              </a:srgbClr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0" y="741600"/>
            <a:ext cx="3240000" cy="0"/>
          </a:xfrm>
          <a:prstGeom prst="line">
            <a:avLst/>
          </a:prstGeom>
          <a:ln w="7200">
            <a:solidFill>
              <a:srgbClr val="3B9158">
                <a:alpha val="30000"/>
              </a:srgbClr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0" y="849600"/>
            <a:ext cx="3240000" cy="0"/>
          </a:xfrm>
          <a:prstGeom prst="line">
            <a:avLst/>
          </a:prstGeom>
          <a:ln w="7200">
            <a:solidFill>
              <a:srgbClr val="3B9158">
                <a:alpha val="30000"/>
              </a:srgbClr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0" y="957600"/>
            <a:ext cx="3240000" cy="0"/>
          </a:xfrm>
          <a:prstGeom prst="line">
            <a:avLst/>
          </a:prstGeom>
          <a:ln w="7200">
            <a:solidFill>
              <a:srgbClr val="3B9158">
                <a:alpha val="30000"/>
              </a:srgbClr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0" y="1065600"/>
            <a:ext cx="3240000" cy="0"/>
          </a:xfrm>
          <a:prstGeom prst="line">
            <a:avLst/>
          </a:prstGeom>
          <a:ln w="7200">
            <a:solidFill>
              <a:srgbClr val="3B9158">
                <a:alpha val="30000"/>
              </a:srgbClr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0" y="1173600"/>
            <a:ext cx="3240000" cy="0"/>
          </a:xfrm>
          <a:prstGeom prst="line">
            <a:avLst/>
          </a:prstGeom>
          <a:ln w="7200">
            <a:solidFill>
              <a:srgbClr val="3B9158">
                <a:alpha val="30000"/>
              </a:srgbClr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0" y="1281600"/>
            <a:ext cx="3240000" cy="0"/>
          </a:xfrm>
          <a:prstGeom prst="line">
            <a:avLst/>
          </a:prstGeom>
          <a:ln w="7200">
            <a:solidFill>
              <a:srgbClr val="3B9158">
                <a:alpha val="30000"/>
              </a:srgbClr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0" y="1389600"/>
            <a:ext cx="3240000" cy="0"/>
          </a:xfrm>
          <a:prstGeom prst="line">
            <a:avLst/>
          </a:prstGeom>
          <a:ln w="7200">
            <a:solidFill>
              <a:srgbClr val="3B9158">
                <a:alpha val="30000"/>
              </a:srgbClr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0" y="1497600"/>
            <a:ext cx="3240000" cy="0"/>
          </a:xfrm>
          <a:prstGeom prst="line">
            <a:avLst/>
          </a:prstGeom>
          <a:ln w="7200">
            <a:solidFill>
              <a:srgbClr val="3B9158">
                <a:alpha val="30000"/>
              </a:srgbClr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0" y="1605600"/>
            <a:ext cx="3240000" cy="0"/>
          </a:xfrm>
          <a:prstGeom prst="line">
            <a:avLst/>
          </a:prstGeom>
          <a:ln w="7200">
            <a:solidFill>
              <a:srgbClr val="3B9158">
                <a:alpha val="30000"/>
              </a:srgbClr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0" y="1713600"/>
            <a:ext cx="3240000" cy="0"/>
          </a:xfrm>
          <a:prstGeom prst="line">
            <a:avLst/>
          </a:prstGeom>
          <a:ln w="7200">
            <a:solidFill>
              <a:srgbClr val="3B9158">
                <a:alpha val="30000"/>
              </a:srgbClr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0" y="1821600"/>
            <a:ext cx="3240000" cy="0"/>
          </a:xfrm>
          <a:prstGeom prst="line">
            <a:avLst/>
          </a:prstGeom>
          <a:ln w="7200">
            <a:solidFill>
              <a:srgbClr val="3B9158">
                <a:alpha val="30000"/>
              </a:srgbClr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solidFill>
            <a:srgbClr val="FBF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noFill/>
          <a:ln w="9000">
            <a:solidFill>
              <a:srgbClr val="3B915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텍스트"/>
          <p:cNvSpPr txBox="1"/>
          <p:nvPr/>
        </p:nvSpPr>
        <p:spPr>
          <a:xfrm>
            <a:off x="576000" y="540000"/>
            <a:ext cx="2088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7A1F2E"/>
                </a:solidFill>
                <a:latin typeface="맑은 고딕"/>
                <a:ea typeface="맑은 고딕"/>
              </a:rPr>
              <a:t>기다림이 길지</a:t>
            </a:r>
          </a:p>
          <a:p>
            <a:pPr algn="ctr">
              <a:lnSpc>
                <a:spcPts val="1667"/>
              </a:lnSpc>
            </a:pPr>
            <a:r>
              <a:rPr sz="1150" b="1">
                <a:solidFill>
                  <a:srgbClr val="7A1F2E"/>
                </a:solidFill>
                <a:latin typeface="맑은 고딕"/>
                <a:ea typeface="맑은 고딕"/>
              </a:rPr>
              <a:t>않도록 노력합니다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966068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영양사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