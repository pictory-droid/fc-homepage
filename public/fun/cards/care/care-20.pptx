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DFB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홍석진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285F37"/>
                </a:solidFill>
                <a:latin typeface="맑은 고딕"/>
                <a:ea typeface="맑은 고딕"/>
              </a:rPr>
              <a:t>영양사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285F37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CDF4D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285F37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CDF4D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285F37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CDF4D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285F37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CDF4D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88000" y="0"/>
            <a:ext cx="1152000" cy="1800000"/>
          </a:xfrm>
          <a:prstGeom prst="rect">
            <a:avLst/>
          </a:prstGeom>
          <a:solidFill>
            <a:srgbClr val="4CD96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397600" y="633600"/>
            <a:ext cx="532800" cy="5328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304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12151C"/>
                </a:solidFill>
                <a:latin typeface="맑은 고딕"/>
                <a:ea typeface="맑은 고딕"/>
              </a:rPr>
              <a:t>의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40000"/>
            <a:ext cx="1620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기다림이 길지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12151C"/>
                </a:solidFill>
                <a:latin typeface="맑은 고딕"/>
                <a:ea typeface="맑은 고딕"/>
              </a:rPr>
              <a:t>않도록 노력합니다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512000"/>
            <a:ext cx="1584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영양사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