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5A76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7A9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4171D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696503" cy="172800"/>
          </a:xfrm>
          <a:prstGeom prst="roundRect">
            <a:avLst>
              <a:gd name="adj" fmla="val 50000"/>
            </a:avLst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6965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치과위생사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D19A3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A54A3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D19A3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A54A3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D19A3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A54A3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D19A3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A54A3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D19A3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A54A3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예방 접종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A54A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조제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월–금 09:30 – 18:30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치과위생사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