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5A76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D19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54A3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D19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54A3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D19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54A3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D19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54A3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D19A3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54A3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A54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월–금 09:30 – 18:30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