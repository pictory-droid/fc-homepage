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00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00A6A6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소하영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간호사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한방 치료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복약 상담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건강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간호사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