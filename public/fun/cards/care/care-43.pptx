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2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720000"/>
          </a:xfrm>
          <a:prstGeom prst="rect">
            <a:avLst/>
          </a:prstGeom>
          <a:solidFill>
            <a:srgbClr val="A788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726496" y="201024"/>
            <a:ext cx="235008" cy="311040"/>
          </a:xfrm>
          <a:custGeom>
            <a:avLst/>
            <a:gdLst/>
            <a:ahLst/>
            <a:cxnLst/>
            <a:rect l="l" t="t" r="r" b="b"/>
            <a:pathLst>
              <a:path w="235008" h="311040">
                <a:moveTo>
                  <a:pt x="0" y="34560"/>
                </a:moveTo>
                <a:lnTo>
                  <a:pt x="117504" y="0"/>
                </a:lnTo>
                <a:lnTo>
                  <a:pt x="235008" y="34560"/>
                </a:lnTo>
                <a:lnTo>
                  <a:pt x="235008" y="165888"/>
                </a:lnTo>
                <a:lnTo>
                  <a:pt x="117504" y="311040"/>
                </a:lnTo>
                <a:lnTo>
                  <a:pt x="0" y="1658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95616" y="360000"/>
            <a:ext cx="38016" cy="41472"/>
          </a:xfrm>
          <a:prstGeom prst="line">
            <a:avLst/>
          </a:prstGeom>
          <a:ln w="24192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833632" y="318528"/>
            <a:ext cx="65664" cy="82944"/>
          </a:xfrm>
          <a:prstGeom prst="line">
            <a:avLst/>
          </a:prstGeom>
          <a:ln w="24192">
            <a:solidFill>
              <a:srgbClr val="FFFFF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30400" y="187200"/>
            <a:ext cx="2160000" cy="305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sz="1850" b="1" spc="50">
                <a:solidFill>
                  <a:srgbClr val="FFFFFF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30400" y="4752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간호사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0400" y="8352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BDB6B2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0400" y="1015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B09488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74400" y="10152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0400" y="1184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B09488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74400" y="11841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0400" y="1353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B09488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74400" y="13530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28400" y="651600"/>
            <a:ext cx="367200" cy="486000"/>
          </a:xfrm>
          <a:custGeom>
            <a:avLst/>
            <a:gdLst/>
            <a:ahLst/>
            <a:cxnLst/>
            <a:rect l="l" t="t" r="r" b="b"/>
            <a:pathLst>
              <a:path w="367200" h="486000">
                <a:moveTo>
                  <a:pt x="0" y="54000"/>
                </a:moveTo>
                <a:lnTo>
                  <a:pt x="183600" y="0"/>
                </a:lnTo>
                <a:lnTo>
                  <a:pt x="367200" y="54000"/>
                </a:lnTo>
                <a:lnTo>
                  <a:pt x="367200" y="259200"/>
                </a:lnTo>
                <a:lnTo>
                  <a:pt x="183600" y="486000"/>
                </a:lnTo>
                <a:lnTo>
                  <a:pt x="0" y="259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36400" y="900000"/>
            <a:ext cx="59400" cy="64800"/>
          </a:xfrm>
          <a:prstGeom prst="line">
            <a:avLst/>
          </a:prstGeom>
          <a:ln w="37800">
            <a:solidFill>
              <a:srgbClr val="737373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595800" y="835200"/>
            <a:ext cx="102600" cy="129600"/>
          </a:xfrm>
          <a:prstGeom prst="line">
            <a:avLst/>
          </a:prstGeom>
          <a:ln w="37800">
            <a:solidFill>
              <a:srgbClr val="737373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1440000" y="432000"/>
            <a:ext cx="1584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422D24"/>
                </a:solidFill>
                <a:latin typeface="맑은 고딕"/>
                <a:ea typeface="맑은 고딕"/>
              </a:rPr>
              <a:t>함께 걷는 건강한 길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0" y="1317600"/>
            <a:ext cx="180000" cy="10800"/>
          </a:xfrm>
          <a:prstGeom prst="rect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440000" y="14184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7C6E67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