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0A6A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00A6A6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함께 걷는 건강한 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