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55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AC7B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한 번 더 확인하는 마음으로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