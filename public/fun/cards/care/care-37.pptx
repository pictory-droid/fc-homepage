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2D1FD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1F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1F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1F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1F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556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