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C791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9EF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A694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5214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B6618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521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521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A694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 rot="2280000">
            <a:off x="1589904" y="1490544"/>
            <a:ext cx="60192" cy="114912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1584432" y="1506960"/>
            <a:ext cx="68400" cy="82080"/>
          </a:xfrm>
          <a:prstGeom prst="line">
            <a:avLst/>
          </a:prstGeom>
          <a:ln w="5472">
            <a:solidFill>
              <a:srgbClr val="F9EFD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7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FFFFFF"/>
                </a:solidFill>
                <a:latin typeface="맑은 고딕"/>
                <a:ea typeface="맑은 고딕"/>
              </a:rPr>
              <a:t>한 번 더 확인하는 마음으로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F7E8C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280000">
            <a:off x="2700720" y="295920"/>
            <a:ext cx="142560" cy="272160"/>
          </a:xfrm>
          <a:prstGeom prst="ellipse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2687760" y="334800"/>
            <a:ext cx="162000" cy="194400"/>
          </a:xfrm>
          <a:prstGeom prst="line">
            <a:avLst/>
          </a:prstGeom>
          <a:ln w="12960">
            <a:solidFill>
              <a:srgbClr val="AF8B40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