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7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B391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666666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7C5D2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07056"/>
                </a:solidFill>
                <a:latin typeface="바탕"/>
                <a:ea typeface="바탕"/>
              </a:rPr>
              <a:t>환자 한 분 한 분이 소중합니다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496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0705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280000">
            <a:off x="2700720" y="295920"/>
            <a:ext cx="142560" cy="27216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2687760" y="334800"/>
            <a:ext cx="162000" cy="194400"/>
          </a:xfrm>
          <a:prstGeom prst="line">
            <a:avLst/>
          </a:prstGeom>
          <a:ln w="12960">
            <a:solidFill>
              <a:srgbClr val="F2E5CF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