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CAA01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FAE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81754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6E570C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8D700F"/>
                </a:solidFill>
                <a:latin typeface="맑은 고딕"/>
                <a:ea typeface="맑은 고딕"/>
              </a:rPr>
              <a:t>치과위생사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6E570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6E570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81754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73488" y="1485072"/>
            <a:ext cx="93024" cy="123120"/>
          </a:xfrm>
          <a:custGeom>
            <a:avLst/>
            <a:gdLst/>
            <a:ahLst/>
            <a:cxnLst/>
            <a:rect l="l" t="t" r="r" b="b"/>
            <a:pathLst>
              <a:path w="93024" h="123120">
                <a:moveTo>
                  <a:pt x="0" y="13680"/>
                </a:moveTo>
                <a:lnTo>
                  <a:pt x="46512" y="0"/>
                </a:lnTo>
                <a:lnTo>
                  <a:pt x="93024" y="13680"/>
                </a:lnTo>
                <a:lnTo>
                  <a:pt x="93024" y="65664"/>
                </a:lnTo>
                <a:lnTo>
                  <a:pt x="46512" y="123120"/>
                </a:lnTo>
                <a:lnTo>
                  <a:pt x="0" y="65664"/>
                </a:lnTo>
                <a:close/>
              </a:path>
            </a:pathLst>
          </a:custGeom>
          <a:solidFill>
            <a:srgbClr val="CAA0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600848" y="1548000"/>
            <a:ext cx="15048" cy="16416"/>
          </a:xfrm>
          <a:prstGeom prst="line">
            <a:avLst/>
          </a:prstGeom>
          <a:ln w="9576">
            <a:solidFill>
              <a:srgbClr val="FAEEC6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615896" y="1531584"/>
            <a:ext cx="25992" cy="32832"/>
          </a:xfrm>
          <a:prstGeom prst="line">
            <a:avLst/>
          </a:prstGeom>
          <a:ln w="9576">
            <a:solidFill>
              <a:srgbClr val="FAEEC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28400" y="651600"/>
            <a:ext cx="367200" cy="486000"/>
          </a:xfrm>
          <a:custGeom>
            <a:avLst/>
            <a:gdLst/>
            <a:ahLst/>
            <a:cxnLst/>
            <a:rect l="l" t="t" r="r" b="b"/>
            <a:pathLst>
              <a:path w="367200" h="486000">
                <a:moveTo>
                  <a:pt x="0" y="54000"/>
                </a:moveTo>
                <a:lnTo>
                  <a:pt x="183600" y="0"/>
                </a:lnTo>
                <a:lnTo>
                  <a:pt x="367200" y="54000"/>
                </a:lnTo>
                <a:lnTo>
                  <a:pt x="367200" y="259200"/>
                </a:lnTo>
                <a:lnTo>
                  <a:pt x="183600" y="486000"/>
                </a:lnTo>
                <a:lnTo>
                  <a:pt x="0" y="259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536400" y="900000"/>
            <a:ext cx="59400" cy="64800"/>
          </a:xfrm>
          <a:prstGeom prst="line">
            <a:avLst/>
          </a:prstGeom>
          <a:ln w="37800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595800" y="835200"/>
            <a:ext cx="102600" cy="129600"/>
          </a:xfrm>
          <a:prstGeom prst="line">
            <a:avLst/>
          </a:prstGeom>
          <a:ln w="37800">
            <a:solidFill>
              <a:srgbClr val="80808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맑은 고딕"/>
                <a:ea typeface="맑은 고딕"/>
              </a:rPr>
              <a:t>돌봄은 존중에서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맑은 고딕"/>
                <a:ea typeface="맑은 고딕"/>
              </a:rPr>
              <a:t>시작됩니다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9758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