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208800"/>
            <a:ext cx="57600" cy="57600"/>
          </a:xfrm>
          <a:prstGeom prst="ellipse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784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치과위생사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137600"/>
            <a:ext cx="180000" cy="144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672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      name@example.com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256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576800"/>
            <a:ext cx="2520000" cy="104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97"/>
              </a:lnSpc>
            </a:pPr>
            <a:r>
              <a:rPr sz="550" b="1" spc="3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FF8B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돌봄은 존중에서 시작됩니다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2151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