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75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8EEED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75A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75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8EEE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75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8EEED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75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C2C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C2C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C2C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C2C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