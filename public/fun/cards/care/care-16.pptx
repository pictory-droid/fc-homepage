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C6F1F1"/>
                </a:solidFill>
                <a:latin typeface="맑은 고딕"/>
                <a:ea typeface="맑은 고딕"/>
              </a:rPr>
              <a:t>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B575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B575A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75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75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75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불안한 마음까지 살피겠습니다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