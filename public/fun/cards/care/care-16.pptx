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2280000">
            <a:off x="2792880" y="265680"/>
            <a:ext cx="174240" cy="332640"/>
          </a:xfrm>
          <a:prstGeom prst="ellipse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2777040" y="313200"/>
            <a:ext cx="198000" cy="237600"/>
          </a:xfrm>
          <a:prstGeom prst="line">
            <a:avLst/>
          </a:prstGeom>
          <a:ln w="15840">
            <a:solidFill>
              <a:srgbClr val="DFC9CB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29465B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D3F46"/>
                </a:solidFill>
                <a:latin typeface="맑은 고딕"/>
                <a:ea typeface="맑은 고딕"/>
              </a:rPr>
              <a:t>요양보호사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1707A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46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7CA1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2280000">
            <a:off x="101952" y="171072"/>
            <a:ext cx="69696" cy="13305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95616" y="190080"/>
            <a:ext cx="79200" cy="95040"/>
          </a:xfrm>
          <a:prstGeom prst="line">
            <a:avLst/>
          </a:prstGeom>
          <a:ln w="6336">
            <a:solidFill>
              <a:srgbClr val="FFFFF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불안한 마음까지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살피겠습니다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B4BEC6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7CA1B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4BEC6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요양보호사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