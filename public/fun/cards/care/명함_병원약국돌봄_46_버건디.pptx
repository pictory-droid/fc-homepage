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5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1CF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7A2A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F82B2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원OO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B2534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253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D2B7B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253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D2B7BD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B253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7A2A3C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C7FB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C0C6D0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C7FB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방문 요양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C0C6D0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C7FB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건강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C0C6D0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5C7FB0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C0C6D0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636A76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36A76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