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5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E1CF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7A2A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F82B2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원OO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B2534"/>
                </a:solidFill>
                <a:latin typeface="맑은 고딕"/>
                <a:ea typeface="맑은 고딕"/>
              </a:rPr>
              <a:t>요양보호사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253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D2B7B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253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D2B7B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253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D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7A2A3C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1B2230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5C7FB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건강 검진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C0C6D0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5C7FB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방문 요양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C0C6D0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5C7FB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건강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C0C6D0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5C7FB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C0C6D0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636A76"/>
                </a:solidFill>
                <a:latin typeface="맑은 고딕"/>
                <a:ea typeface="맑은 고딕"/>
              </a:rPr>
              <a:t>방문 전 예약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36A76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요양보호사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