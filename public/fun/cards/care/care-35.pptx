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F3E0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6607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7B3759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C5277"/>
                </a:solidFill>
                <a:latin typeface="맑은 고딕"/>
                <a:ea typeface="맑은 고딕"/>
              </a:rPr>
              <a:t>한의사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C5277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B375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C5277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B375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C5277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B37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37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CC8D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28400" y="651600"/>
            <a:ext cx="367200" cy="486000"/>
          </a:xfrm>
          <a:custGeom>
            <a:avLst/>
            <a:gdLst/>
            <a:ahLst/>
            <a:cxnLst/>
            <a:rect l="l" t="t" r="r" b="b"/>
            <a:pathLst>
              <a:path w="367200" h="486000">
                <a:moveTo>
                  <a:pt x="0" y="54000"/>
                </a:moveTo>
                <a:lnTo>
                  <a:pt x="183600" y="0"/>
                </a:lnTo>
                <a:lnTo>
                  <a:pt x="367200" y="54000"/>
                </a:lnTo>
                <a:lnTo>
                  <a:pt x="367200" y="259200"/>
                </a:lnTo>
                <a:lnTo>
                  <a:pt x="183600" y="486000"/>
                </a:lnTo>
                <a:lnTo>
                  <a:pt x="0" y="259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536400" y="900000"/>
            <a:ext cx="59400" cy="64800"/>
          </a:xfrm>
          <a:prstGeom prst="line">
            <a:avLst/>
          </a:prstGeom>
          <a:ln w="378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595800" y="835200"/>
            <a:ext cx="102600" cy="129600"/>
          </a:xfrm>
          <a:prstGeom prst="line">
            <a:avLst/>
          </a:prstGeom>
          <a:ln w="37800">
            <a:solidFill>
              <a:srgbClr val="FFFFF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병원 문턱을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낮추겠습니다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CC8D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D1B9C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