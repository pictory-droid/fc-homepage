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7E4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병원 문턱을 낮추겠습니다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