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7E4FB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7E4FB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7E4FB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한의사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3A9B5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