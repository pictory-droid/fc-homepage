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1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296000"/>
            <a:ext cx="3240000" cy="504000"/>
          </a:xfrm>
          <a:prstGeom prst="rect">
            <a:avLst/>
          </a:prstGeom>
          <a:solidFill>
            <a:srgbClr val="26292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96000"/>
            <a:ext cx="3240000" cy="14400"/>
          </a:xfrm>
          <a:prstGeom prst="rect">
            <a:avLst/>
          </a:prstGeom>
          <a:solidFill>
            <a:srgbClr val="E8284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텍스트"/>
          <p:cNvSpPr txBox="1"/>
          <p:nvPr/>
        </p:nvSpPr>
        <p:spPr>
          <a:xfrm>
            <a:off x="252000" y="252000"/>
            <a:ext cx="151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A3A9B5"/>
                </a:solidFill>
                <a:latin typeface="맑은 고딕"/>
                <a:ea typeface="맑은 고딕"/>
              </a:rPr>
              <a:t>의원 · 약국 이름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252000" y="576000"/>
            <a:ext cx="180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20">
                <a:solidFill>
                  <a:srgbClr val="FFFFFF"/>
                </a:solidFill>
                <a:latin typeface="맑은 고딕"/>
                <a:ea typeface="맑은 고딕"/>
              </a:rPr>
              <a:t>공나래</a:t>
            </a:r>
          </a:p>
        </p:txBody>
      </p:sp>
      <p:sp>
        <p:nvSpPr>
          <p:cNvPr id="6" name="텍스트"/>
          <p:cNvSpPr txBox="1"/>
          <p:nvPr/>
        </p:nvSpPr>
        <p:spPr>
          <a:xfrm>
            <a:off x="252000" y="828000"/>
            <a:ext cx="180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 spc="60">
                <a:solidFill>
                  <a:srgbClr val="A3A9B5"/>
                </a:solidFill>
                <a:latin typeface="맑은 고딕"/>
                <a:ea typeface="맑은 고딕"/>
              </a:rPr>
              <a:t>상담실장</a:t>
            </a:r>
          </a:p>
        </p:txBody>
      </p:sp>
      <p:sp>
        <p:nvSpPr>
          <p:cNvPr id="7" name="텍스트"/>
          <p:cNvSpPr txBox="1"/>
          <p:nvPr/>
        </p:nvSpPr>
        <p:spPr>
          <a:xfrm>
            <a:off x="252000" y="1411200"/>
            <a:ext cx="900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A3A9B5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8" name="텍스트"/>
          <p:cNvSpPr txBox="1"/>
          <p:nvPr/>
        </p:nvSpPr>
        <p:spPr>
          <a:xfrm>
            <a:off x="252000" y="1512000"/>
            <a:ext cx="900000" cy="120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13"/>
              </a:lnSpc>
            </a:pPr>
            <a:r>
              <a:rPr sz="630" b="0">
                <a:solidFill>
                  <a:srgbClr val="FFFFFF"/>
                </a:solidFill>
                <a:latin typeface="맑은 고딕"/>
                <a:ea typeface="맑은 고딕"/>
              </a:rPr>
              <a:t>010-1234-5678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1072800" y="1411200"/>
            <a:ext cx="0" cy="201600"/>
          </a:xfrm>
          <a:prstGeom prst="line">
            <a:avLst/>
          </a:prstGeom>
          <a:ln w="3600">
            <a:solidFill>
              <a:srgbClr val="2A2F38"/>
            </a:solidFill>
          </a:ln>
        </p:spPr>
      </p:cxnSp>
      <p:sp>
        <p:nvSpPr>
          <p:cNvPr id="10" name="텍스트"/>
          <p:cNvSpPr txBox="1"/>
          <p:nvPr/>
        </p:nvSpPr>
        <p:spPr>
          <a:xfrm>
            <a:off x="1152000" y="1411200"/>
            <a:ext cx="1008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A3A9B5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1152000" y="1512000"/>
            <a:ext cx="1008000" cy="120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13"/>
              </a:lnSpc>
            </a:pPr>
            <a:r>
              <a:rPr sz="630" b="0">
                <a:solidFill>
                  <a:srgbClr val="FFFFFF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080800" y="1411200"/>
            <a:ext cx="0" cy="201600"/>
          </a:xfrm>
          <a:prstGeom prst="line">
            <a:avLst/>
          </a:prstGeom>
          <a:ln w="3600">
            <a:solidFill>
              <a:srgbClr val="2A2F38"/>
            </a:solidFill>
          </a:ln>
        </p:spPr>
      </p:cxnSp>
      <p:sp>
        <p:nvSpPr>
          <p:cNvPr id="13" name="텍스트"/>
          <p:cNvSpPr txBox="1"/>
          <p:nvPr/>
        </p:nvSpPr>
        <p:spPr>
          <a:xfrm>
            <a:off x="2160000" y="1411200"/>
            <a:ext cx="972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A3A9B5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2160000" y="1512000"/>
            <a:ext cx="972000" cy="120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13"/>
              </a:lnSpc>
            </a:pPr>
            <a:r>
              <a:rPr sz="630" b="0">
                <a:solidFill>
                  <a:srgbClr val="FFFFFF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8284F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93600" y="122400"/>
            <a:ext cx="57600" cy="0"/>
          </a:xfrm>
          <a:prstGeom prst="line">
            <a:avLst/>
          </a:prstGeom>
          <a:ln w="3600">
            <a:solidFill>
              <a:srgbClr val="F9C9D3"/>
            </a:solidFill>
          </a:ln>
        </p:spPr>
      </p:cxnSp>
      <p:cxnSp>
        <p:nvCxnSpPr>
          <p:cNvPr id="3" name="Connector 2"/>
          <p:cNvCxnSpPr/>
          <p:nvPr/>
        </p:nvCxnSpPr>
        <p:spPr>
          <a:xfrm>
            <a:off x="122400" y="93600"/>
            <a:ext cx="0" cy="57600"/>
          </a:xfrm>
          <a:prstGeom prst="line">
            <a:avLst/>
          </a:prstGeom>
          <a:ln w="3600">
            <a:solidFill>
              <a:srgbClr val="F9C9D3"/>
            </a:solidFill>
          </a:ln>
        </p:spPr>
      </p:cxnSp>
      <p:cxnSp>
        <p:nvCxnSpPr>
          <p:cNvPr id="4" name="Connector 3"/>
          <p:cNvCxnSpPr/>
          <p:nvPr/>
        </p:nvCxnSpPr>
        <p:spPr>
          <a:xfrm>
            <a:off x="3088800" y="122400"/>
            <a:ext cx="57600" cy="0"/>
          </a:xfrm>
          <a:prstGeom prst="line">
            <a:avLst/>
          </a:prstGeom>
          <a:ln w="3600">
            <a:solidFill>
              <a:srgbClr val="F9C9D3"/>
            </a:solidFill>
          </a:ln>
        </p:spPr>
      </p:cxnSp>
      <p:cxnSp>
        <p:nvCxnSpPr>
          <p:cNvPr id="5" name="Connector 4"/>
          <p:cNvCxnSpPr/>
          <p:nvPr/>
        </p:nvCxnSpPr>
        <p:spPr>
          <a:xfrm>
            <a:off x="3117600" y="93600"/>
            <a:ext cx="0" cy="57600"/>
          </a:xfrm>
          <a:prstGeom prst="line">
            <a:avLst/>
          </a:prstGeom>
          <a:ln w="3600">
            <a:solidFill>
              <a:srgbClr val="F9C9D3"/>
            </a:solidFill>
          </a:ln>
        </p:spPr>
      </p:cxnSp>
      <p:cxnSp>
        <p:nvCxnSpPr>
          <p:cNvPr id="6" name="Connector 5"/>
          <p:cNvCxnSpPr/>
          <p:nvPr/>
        </p:nvCxnSpPr>
        <p:spPr>
          <a:xfrm>
            <a:off x="93600" y="1677600"/>
            <a:ext cx="57600" cy="0"/>
          </a:xfrm>
          <a:prstGeom prst="line">
            <a:avLst/>
          </a:prstGeom>
          <a:ln w="3600">
            <a:solidFill>
              <a:srgbClr val="F9C9D3"/>
            </a:solidFill>
          </a:ln>
        </p:spPr>
      </p:cxnSp>
      <p:cxnSp>
        <p:nvCxnSpPr>
          <p:cNvPr id="7" name="Connector 6"/>
          <p:cNvCxnSpPr/>
          <p:nvPr/>
        </p:nvCxnSpPr>
        <p:spPr>
          <a:xfrm>
            <a:off x="122400" y="1648800"/>
            <a:ext cx="0" cy="57600"/>
          </a:xfrm>
          <a:prstGeom prst="line">
            <a:avLst/>
          </a:prstGeom>
          <a:ln w="3600">
            <a:solidFill>
              <a:srgbClr val="F9C9D3"/>
            </a:solidFill>
          </a:ln>
        </p:spPr>
      </p:cxnSp>
      <p:cxnSp>
        <p:nvCxnSpPr>
          <p:cNvPr id="8" name="Connector 7"/>
          <p:cNvCxnSpPr/>
          <p:nvPr/>
        </p:nvCxnSpPr>
        <p:spPr>
          <a:xfrm>
            <a:off x="3088800" y="1677600"/>
            <a:ext cx="57600" cy="0"/>
          </a:xfrm>
          <a:prstGeom prst="line">
            <a:avLst/>
          </a:prstGeom>
          <a:ln w="3600">
            <a:solidFill>
              <a:srgbClr val="F9C9D3"/>
            </a:solidFill>
          </a:ln>
        </p:spPr>
      </p:cxnSp>
      <p:cxnSp>
        <p:nvCxnSpPr>
          <p:cNvPr id="9" name="Connector 8"/>
          <p:cNvCxnSpPr/>
          <p:nvPr/>
        </p:nvCxnSpPr>
        <p:spPr>
          <a:xfrm>
            <a:off x="3117600" y="1648800"/>
            <a:ext cx="0" cy="57600"/>
          </a:xfrm>
          <a:prstGeom prst="line">
            <a:avLst/>
          </a:prstGeom>
          <a:ln w="3600">
            <a:solidFill>
              <a:srgbClr val="F9C9D3"/>
            </a:solidFill>
          </a:ln>
        </p:spPr>
      </p:cxnSp>
      <p:sp>
        <p:nvSpPr>
          <p:cNvPr id="10" name="텍스트"/>
          <p:cNvSpPr txBox="1"/>
          <p:nvPr/>
        </p:nvSpPr>
        <p:spPr>
          <a:xfrm>
            <a:off x="360000" y="331200"/>
            <a:ext cx="2520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754"/>
              </a:lnSpc>
            </a:pPr>
            <a:r>
              <a:rPr sz="520" b="1" spc="240">
                <a:solidFill>
                  <a:srgbClr val="F9C9D3"/>
                </a:solidFill>
                <a:latin typeface="맑은 고딕"/>
                <a:ea typeface="맑은 고딕"/>
              </a:rPr>
              <a:t>진료 · 상담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530000" y="453600"/>
            <a:ext cx="180000" cy="14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텍스트"/>
          <p:cNvSpPr txBox="1"/>
          <p:nvPr/>
        </p:nvSpPr>
        <p:spPr>
          <a:xfrm>
            <a:off x="360000" y="684000"/>
            <a:ext cx="630000" cy="216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015"/>
              </a:lnSpc>
            </a:pPr>
            <a:r>
              <a:rPr sz="700" b="1">
                <a:solidFill>
                  <a:srgbClr val="FFFFFF"/>
                </a:solidFill>
                <a:latin typeface="맑은 고딕"/>
                <a:ea typeface="맑은 고딕"/>
              </a:rPr>
              <a:t>일반 진료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990000" y="684000"/>
            <a:ext cx="630000" cy="216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015"/>
              </a:lnSpc>
            </a:pPr>
            <a:r>
              <a:rPr sz="700" b="1">
                <a:solidFill>
                  <a:srgbClr val="FFFFFF"/>
                </a:solidFill>
                <a:latin typeface="맑은 고딕"/>
                <a:ea typeface="맑은 고딕"/>
              </a:rPr>
              <a:t>조제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990000" y="676800"/>
            <a:ext cx="0" cy="230400"/>
          </a:xfrm>
          <a:prstGeom prst="line">
            <a:avLst/>
          </a:prstGeom>
          <a:ln w="3600">
            <a:solidFill>
              <a:srgbClr val="F17E95"/>
            </a:solidFill>
          </a:ln>
        </p:spPr>
      </p:cxnSp>
      <p:sp>
        <p:nvSpPr>
          <p:cNvPr id="15" name="텍스트"/>
          <p:cNvSpPr txBox="1"/>
          <p:nvPr/>
        </p:nvSpPr>
        <p:spPr>
          <a:xfrm>
            <a:off x="1620000" y="684000"/>
            <a:ext cx="630000" cy="216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015"/>
              </a:lnSpc>
            </a:pPr>
            <a:r>
              <a:rPr sz="700" b="1">
                <a:solidFill>
                  <a:srgbClr val="FFFFFF"/>
                </a:solidFill>
                <a:latin typeface="맑은 고딕"/>
                <a:ea typeface="맑은 고딕"/>
              </a:rPr>
              <a:t>물리 치료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1620000" y="676800"/>
            <a:ext cx="0" cy="230400"/>
          </a:xfrm>
          <a:prstGeom prst="line">
            <a:avLst/>
          </a:prstGeom>
          <a:ln w="3600">
            <a:solidFill>
              <a:srgbClr val="F17E95"/>
            </a:solidFill>
          </a:ln>
        </p:spPr>
      </p:cxnSp>
      <p:sp>
        <p:nvSpPr>
          <p:cNvPr id="17" name="텍스트"/>
          <p:cNvSpPr txBox="1"/>
          <p:nvPr/>
        </p:nvSpPr>
        <p:spPr>
          <a:xfrm>
            <a:off x="2250000" y="684000"/>
            <a:ext cx="630000" cy="216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015"/>
              </a:lnSpc>
            </a:pPr>
            <a:r>
              <a:rPr sz="700" b="1">
                <a:solidFill>
                  <a:srgbClr val="FFFFFF"/>
                </a:solidFill>
                <a:latin typeface="맑은 고딕"/>
                <a:ea typeface="맑은 고딕"/>
              </a:rPr>
              <a:t>예약 문의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2250000" y="676800"/>
            <a:ext cx="0" cy="230400"/>
          </a:xfrm>
          <a:prstGeom prst="line">
            <a:avLst/>
          </a:prstGeom>
          <a:ln w="3600">
            <a:solidFill>
              <a:srgbClr val="F17E95"/>
            </a:solidFill>
          </a:ln>
        </p:spPr>
      </p:cxnSp>
      <p:cxnSp>
        <p:nvCxnSpPr>
          <p:cNvPr id="19" name="Connector 18"/>
          <p:cNvCxnSpPr/>
          <p:nvPr/>
        </p:nvCxnSpPr>
        <p:spPr>
          <a:xfrm>
            <a:off x="360000" y="1159200"/>
            <a:ext cx="2520000" cy="0"/>
          </a:xfrm>
          <a:prstGeom prst="line">
            <a:avLst/>
          </a:prstGeom>
          <a:ln w="3600">
            <a:solidFill>
              <a:srgbClr val="F17E95"/>
            </a:solidFill>
          </a:ln>
        </p:spPr>
      </p:cxnSp>
      <p:sp>
        <p:nvSpPr>
          <p:cNvPr id="20" name="텍스트"/>
          <p:cNvSpPr txBox="1"/>
          <p:nvPr/>
        </p:nvSpPr>
        <p:spPr>
          <a:xfrm>
            <a:off x="360000" y="1245600"/>
            <a:ext cx="1224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899"/>
              </a:lnSpc>
            </a:pPr>
            <a:r>
              <a:rPr sz="620" b="0">
                <a:solidFill>
                  <a:srgbClr val="FFFFFF"/>
                </a:solidFill>
                <a:latin typeface="맑은 고딕"/>
                <a:ea typeface="맑은 고딕"/>
              </a:rPr>
              <a:t>월–금 09:30 – 18:30</a:t>
            </a:r>
          </a:p>
        </p:txBody>
      </p:sp>
      <p:sp>
        <p:nvSpPr>
          <p:cNvPr id="21" name="텍스트"/>
          <p:cNvSpPr txBox="1"/>
          <p:nvPr/>
        </p:nvSpPr>
        <p:spPr>
          <a:xfrm>
            <a:off x="1656000" y="1245600"/>
            <a:ext cx="1224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899"/>
              </a:lnSpc>
            </a:pPr>
            <a:r>
              <a:rPr sz="620" b="0">
                <a:solidFill>
                  <a:srgbClr val="FFFFFF"/>
                </a:solidFill>
                <a:latin typeface="맑은 고딕"/>
                <a:ea typeface="맑은 고딕"/>
              </a:rPr>
              <a:t>BLOG  blog.example.com</a:t>
            </a:r>
          </a:p>
        </p:txBody>
      </p:sp>
      <p:sp>
        <p:nvSpPr>
          <p:cNvPr id="22" name="텍스트"/>
          <p:cNvSpPr txBox="1"/>
          <p:nvPr/>
        </p:nvSpPr>
        <p:spPr>
          <a:xfrm>
            <a:off x="360000" y="1526400"/>
            <a:ext cx="252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942"/>
              </a:lnSpc>
            </a:pPr>
            <a:r>
              <a:rPr sz="650" b="1" spc="220">
                <a:solidFill>
                  <a:srgbClr val="F9C9D3"/>
                </a:solidFill>
                <a:latin typeface="맑은 고딕"/>
                <a:ea typeface="맑은 고딕"/>
              </a:rPr>
              <a:t>의원 · 약국 이름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상담실장 명함 서식</dc:title>
  <dc:subject>편집용 명함 서식</dc:subject>
  <dc:creator>우체국보험 상담 안내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