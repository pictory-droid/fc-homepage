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EAD0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D94D2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윤OO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F6672"/>
                </a:solidFill>
                <a:latin typeface="맑은 고딕"/>
                <a:ea typeface="맑은 고딕"/>
              </a:rPr>
              <a:t>상담실장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BD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D6E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1B2230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B2230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B2230"/>
                </a:solidFill>
                <a:latin typeface="맑은 고딕"/>
                <a:ea typeface="맑은 고딕"/>
              </a:rPr>
              <a:t>일반 진료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B2230"/>
                </a:solidFill>
                <a:latin typeface="맑은 고딕"/>
                <a:ea typeface="맑은 고딕"/>
              </a:rPr>
              <a:t>예방 접종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B2230"/>
                </a:solidFill>
                <a:latin typeface="맑은 고딕"/>
                <a:ea typeface="맑은 고딕"/>
              </a:rPr>
              <a:t>영양 상담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B2230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B2230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B2230"/>
                </a:solidFill>
                <a:latin typeface="맑은 고딕"/>
                <a:ea typeface="맑은 고딕"/>
              </a:rPr>
              <a:t>진료 · 상담 예약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B2230">
                    <a:alpha val="75000"/>
                  </a:srgbClr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B2230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B223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상담실장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