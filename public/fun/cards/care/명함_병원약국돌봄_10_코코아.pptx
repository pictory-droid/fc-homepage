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4A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FC5C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8E756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FC5C0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CFC5C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7F635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03D28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D2DAC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D2DAC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방문 요양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D2DAC8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D2DAC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D2DAC8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303D28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303D28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303D28"/>
                </a:solidFill>
                <a:latin typeface="맑은 고딕"/>
                <a:ea typeface="맑은 고딕"/>
              </a:rPr>
              <a:t>토 09:00 – 13:00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