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FC5C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E756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FC5C0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CFC5C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7F6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03D2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2DAC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303D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303D2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303D28"/>
                </a:solidFill>
                <a:latin typeface="맑은 고딕"/>
                <a:ea typeface="맑은 고딕"/>
              </a:rPr>
              <a:t>토 09:00 – 13:00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