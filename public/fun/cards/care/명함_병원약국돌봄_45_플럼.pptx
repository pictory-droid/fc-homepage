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E7E0DF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E7E0DF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E7E0DF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A8AB7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채OO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한의사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9AE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8F95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E4A72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한방 치료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치아 관리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8F959D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464C58"/>
                </a:solidFill>
                <a:latin typeface="맑은 고딕"/>
                <a:ea typeface="맑은 고딕"/>
              </a:rPr>
              <a:t>방문 전 예약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한의사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