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124000" y="0"/>
            <a:ext cx="1116000" cy="1800000"/>
          </a:xfrm>
          <a:custGeom>
            <a:avLst/>
            <a:gdLst/>
            <a:ahLst/>
            <a:cxnLst/>
            <a:rect l="l" t="t" r="r" b="b"/>
            <a:pathLst>
              <a:path w="1116000" h="1800000">
                <a:moveTo>
                  <a:pt x="360000" y="0"/>
                </a:moveTo>
                <a:lnTo>
                  <a:pt x="1116000" y="0"/>
                </a:lnTo>
                <a:lnTo>
                  <a:pt x="1116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6E4A7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H="1">
            <a:off x="2044800" y="0"/>
            <a:ext cx="360000" cy="1800000"/>
          </a:xfrm>
          <a:prstGeom prst="line">
            <a:avLst/>
          </a:prstGeom>
          <a:ln w="3600">
            <a:solidFill>
              <a:srgbClr val="E7E0DF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1965600" y="0"/>
            <a:ext cx="360000" cy="1800000"/>
          </a:xfrm>
          <a:prstGeom prst="line">
            <a:avLst/>
          </a:prstGeom>
          <a:ln w="3600">
            <a:solidFill>
              <a:srgbClr val="E7E0DF"/>
            </a:solidFill>
          </a:ln>
        </p:spPr>
      </p:cxnSp>
      <p:cxnSp>
        <p:nvCxnSpPr>
          <p:cNvPr id="5" name="Connector 4"/>
          <p:cNvCxnSpPr/>
          <p:nvPr/>
        </p:nvCxnSpPr>
        <p:spPr>
          <a:xfrm flipH="1">
            <a:off x="1886400" y="0"/>
            <a:ext cx="360000" cy="1800000"/>
          </a:xfrm>
          <a:prstGeom prst="line">
            <a:avLst/>
          </a:prstGeom>
          <a:ln w="3600">
            <a:solidFill>
              <a:srgbClr val="E7E0DF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2520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A8AB7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374400"/>
            <a:ext cx="1260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채OO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05C55"/>
                </a:solidFill>
                <a:latin typeface="맑은 고딕"/>
                <a:ea typeface="맑은 고딕"/>
              </a:rPr>
              <a:t>한의사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2000" y="1044000"/>
            <a:ext cx="129600" cy="14400"/>
          </a:xfrm>
          <a:prstGeom prst="rect">
            <a:avLst/>
          </a:prstGeom>
          <a:solidFill>
            <a:srgbClr val="6E4A7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52000" y="11844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76000" y="11736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3140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76000" y="13032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436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76000" y="14328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9AEB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6400" y="194400"/>
            <a:ext cx="43200" cy="43200"/>
          </a:xfrm>
          <a:prstGeom prst="ellipse">
            <a:avLst/>
          </a:prstGeom>
          <a:solidFill>
            <a:srgbClr val="51576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75400" y="369000"/>
            <a:ext cx="25200" cy="25200"/>
          </a:xfrm>
          <a:prstGeom prst="ellipse">
            <a:avLst/>
          </a:prstGeom>
          <a:solidFill>
            <a:srgbClr val="8F95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5400" y="534600"/>
            <a:ext cx="25200" cy="25200"/>
          </a:xfrm>
          <a:prstGeom prst="ellipse">
            <a:avLst/>
          </a:prstGeom>
          <a:solidFill>
            <a:srgbClr val="8F95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6400" y="691200"/>
            <a:ext cx="43200" cy="43200"/>
          </a:xfrm>
          <a:prstGeom prst="ellipse">
            <a:avLst/>
          </a:prstGeom>
          <a:solidFill>
            <a:srgbClr val="51576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5400" y="865800"/>
            <a:ext cx="25200" cy="25200"/>
          </a:xfrm>
          <a:prstGeom prst="ellipse">
            <a:avLst/>
          </a:prstGeom>
          <a:solidFill>
            <a:srgbClr val="6E4A7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5400" y="1031400"/>
            <a:ext cx="25200" cy="25200"/>
          </a:xfrm>
          <a:prstGeom prst="ellipse">
            <a:avLst/>
          </a:prstGeom>
          <a:solidFill>
            <a:srgbClr val="8F95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66400" y="1188000"/>
            <a:ext cx="43200" cy="43200"/>
          </a:xfrm>
          <a:prstGeom prst="ellipse">
            <a:avLst/>
          </a:prstGeom>
          <a:solidFill>
            <a:srgbClr val="51576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400" y="1362600"/>
            <a:ext cx="25200" cy="25200"/>
          </a:xfrm>
          <a:prstGeom prst="ellipse">
            <a:avLst/>
          </a:prstGeom>
          <a:solidFill>
            <a:srgbClr val="8F95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75400" y="1528200"/>
            <a:ext cx="25200" cy="25200"/>
          </a:xfrm>
          <a:prstGeom prst="ellipse">
            <a:avLst/>
          </a:prstGeom>
          <a:solidFill>
            <a:srgbClr val="6E4A7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19400" y="203400"/>
            <a:ext cx="25200" cy="25200"/>
          </a:xfrm>
          <a:prstGeom prst="ellipse">
            <a:avLst/>
          </a:prstGeom>
          <a:solidFill>
            <a:srgbClr val="8F95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19400" y="369000"/>
            <a:ext cx="25200" cy="25200"/>
          </a:xfrm>
          <a:prstGeom prst="ellipse">
            <a:avLst/>
          </a:prstGeom>
          <a:solidFill>
            <a:srgbClr val="8F95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10400" y="525600"/>
            <a:ext cx="43200" cy="43200"/>
          </a:xfrm>
          <a:prstGeom prst="ellipse">
            <a:avLst/>
          </a:prstGeom>
          <a:solidFill>
            <a:srgbClr val="51576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19400" y="700200"/>
            <a:ext cx="25200" cy="25200"/>
          </a:xfrm>
          <a:prstGeom prst="ellipse">
            <a:avLst/>
          </a:prstGeom>
          <a:solidFill>
            <a:srgbClr val="8F95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19400" y="865800"/>
            <a:ext cx="25200" cy="25200"/>
          </a:xfrm>
          <a:prstGeom prst="ellipse">
            <a:avLst/>
          </a:prstGeom>
          <a:solidFill>
            <a:srgbClr val="8F95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10400" y="1022400"/>
            <a:ext cx="43200" cy="43200"/>
          </a:xfrm>
          <a:prstGeom prst="ellipse">
            <a:avLst/>
          </a:prstGeom>
          <a:solidFill>
            <a:srgbClr val="51576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19400" y="1197000"/>
            <a:ext cx="25200" cy="25200"/>
          </a:xfrm>
          <a:prstGeom prst="ellipse">
            <a:avLst/>
          </a:prstGeom>
          <a:solidFill>
            <a:srgbClr val="6E4A7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19400" y="1362600"/>
            <a:ext cx="25200" cy="25200"/>
          </a:xfrm>
          <a:prstGeom prst="ellipse">
            <a:avLst/>
          </a:prstGeom>
          <a:solidFill>
            <a:srgbClr val="8F95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10400" y="1519200"/>
            <a:ext cx="43200" cy="43200"/>
          </a:xfrm>
          <a:prstGeom prst="ellipse">
            <a:avLst/>
          </a:prstGeom>
          <a:solidFill>
            <a:srgbClr val="51576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63400" y="203400"/>
            <a:ext cx="25200" cy="25200"/>
          </a:xfrm>
          <a:prstGeom prst="ellipse">
            <a:avLst/>
          </a:prstGeom>
          <a:solidFill>
            <a:srgbClr val="6E4A7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54400" y="360000"/>
            <a:ext cx="43200" cy="43200"/>
          </a:xfrm>
          <a:prstGeom prst="ellipse">
            <a:avLst/>
          </a:prstGeom>
          <a:solidFill>
            <a:srgbClr val="51576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63400" y="534600"/>
            <a:ext cx="25200" cy="25200"/>
          </a:xfrm>
          <a:prstGeom prst="ellipse">
            <a:avLst/>
          </a:prstGeom>
          <a:solidFill>
            <a:srgbClr val="8F95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63400" y="700200"/>
            <a:ext cx="25200" cy="25200"/>
          </a:xfrm>
          <a:prstGeom prst="ellipse">
            <a:avLst/>
          </a:prstGeom>
          <a:solidFill>
            <a:srgbClr val="8F95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54400" y="856800"/>
            <a:ext cx="43200" cy="43200"/>
          </a:xfrm>
          <a:prstGeom prst="ellipse">
            <a:avLst/>
          </a:prstGeom>
          <a:solidFill>
            <a:srgbClr val="51576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63400" y="1031400"/>
            <a:ext cx="25200" cy="25200"/>
          </a:xfrm>
          <a:prstGeom prst="ellipse">
            <a:avLst/>
          </a:prstGeom>
          <a:solidFill>
            <a:srgbClr val="8F95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63400" y="1197000"/>
            <a:ext cx="25200" cy="25200"/>
          </a:xfrm>
          <a:prstGeom prst="ellipse">
            <a:avLst/>
          </a:prstGeom>
          <a:solidFill>
            <a:srgbClr val="8F95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54400" y="1353600"/>
            <a:ext cx="43200" cy="43200"/>
          </a:xfrm>
          <a:prstGeom prst="ellipse">
            <a:avLst/>
          </a:prstGeom>
          <a:solidFill>
            <a:srgbClr val="51576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63400" y="1528200"/>
            <a:ext cx="25200" cy="25200"/>
          </a:xfrm>
          <a:prstGeom prst="ellipse">
            <a:avLst/>
          </a:prstGeom>
          <a:solidFill>
            <a:srgbClr val="6E4A7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98400" y="194400"/>
            <a:ext cx="43200" cy="43200"/>
          </a:xfrm>
          <a:prstGeom prst="ellipse">
            <a:avLst/>
          </a:prstGeom>
          <a:solidFill>
            <a:srgbClr val="51576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07400" y="369000"/>
            <a:ext cx="25200" cy="25200"/>
          </a:xfrm>
          <a:prstGeom prst="ellipse">
            <a:avLst/>
          </a:prstGeom>
          <a:solidFill>
            <a:srgbClr val="8F95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07400" y="534600"/>
            <a:ext cx="25200" cy="25200"/>
          </a:xfrm>
          <a:prstGeom prst="ellipse">
            <a:avLst/>
          </a:prstGeom>
          <a:solidFill>
            <a:srgbClr val="6E4A7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98400" y="691200"/>
            <a:ext cx="43200" cy="43200"/>
          </a:xfrm>
          <a:prstGeom prst="ellipse">
            <a:avLst/>
          </a:prstGeom>
          <a:solidFill>
            <a:srgbClr val="51576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07400" y="865800"/>
            <a:ext cx="25200" cy="25200"/>
          </a:xfrm>
          <a:prstGeom prst="ellipse">
            <a:avLst/>
          </a:prstGeom>
          <a:solidFill>
            <a:srgbClr val="8F95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07400" y="1031400"/>
            <a:ext cx="25200" cy="25200"/>
          </a:xfrm>
          <a:prstGeom prst="ellipse">
            <a:avLst/>
          </a:prstGeom>
          <a:solidFill>
            <a:srgbClr val="8F95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98400" y="1188000"/>
            <a:ext cx="43200" cy="43200"/>
          </a:xfrm>
          <a:prstGeom prst="ellipse">
            <a:avLst/>
          </a:prstGeom>
          <a:solidFill>
            <a:srgbClr val="51576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07400" y="1362600"/>
            <a:ext cx="25200" cy="25200"/>
          </a:xfrm>
          <a:prstGeom prst="ellipse">
            <a:avLst/>
          </a:prstGeom>
          <a:solidFill>
            <a:srgbClr val="8F95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07400" y="1528200"/>
            <a:ext cx="25200" cy="25200"/>
          </a:xfrm>
          <a:prstGeom prst="ellipse">
            <a:avLst/>
          </a:prstGeom>
          <a:solidFill>
            <a:srgbClr val="8F95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51400" y="203400"/>
            <a:ext cx="25200" cy="25200"/>
          </a:xfrm>
          <a:prstGeom prst="ellipse">
            <a:avLst/>
          </a:prstGeom>
          <a:solidFill>
            <a:srgbClr val="6E4A7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51400" y="369000"/>
            <a:ext cx="25200" cy="25200"/>
          </a:xfrm>
          <a:prstGeom prst="ellipse">
            <a:avLst/>
          </a:prstGeom>
          <a:solidFill>
            <a:srgbClr val="8F95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42400" y="525600"/>
            <a:ext cx="43200" cy="43200"/>
          </a:xfrm>
          <a:prstGeom prst="ellipse">
            <a:avLst/>
          </a:prstGeom>
          <a:solidFill>
            <a:srgbClr val="51576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51400" y="700200"/>
            <a:ext cx="25200" cy="25200"/>
          </a:xfrm>
          <a:prstGeom prst="ellipse">
            <a:avLst/>
          </a:prstGeom>
          <a:solidFill>
            <a:srgbClr val="8F95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51400" y="865800"/>
            <a:ext cx="25200" cy="25200"/>
          </a:xfrm>
          <a:prstGeom prst="ellipse">
            <a:avLst/>
          </a:prstGeom>
          <a:solidFill>
            <a:srgbClr val="6E4A7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842400" y="1022400"/>
            <a:ext cx="43200" cy="43200"/>
          </a:xfrm>
          <a:prstGeom prst="ellipse">
            <a:avLst/>
          </a:prstGeom>
          <a:solidFill>
            <a:srgbClr val="51576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851400" y="1197000"/>
            <a:ext cx="25200" cy="25200"/>
          </a:xfrm>
          <a:prstGeom prst="ellipse">
            <a:avLst/>
          </a:prstGeom>
          <a:solidFill>
            <a:srgbClr val="8F95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51400" y="1362600"/>
            <a:ext cx="25200" cy="25200"/>
          </a:xfrm>
          <a:prstGeom prst="ellipse">
            <a:avLst/>
          </a:prstGeom>
          <a:solidFill>
            <a:srgbClr val="8F95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842400" y="1519200"/>
            <a:ext cx="43200" cy="43200"/>
          </a:xfrm>
          <a:prstGeom prst="ellipse">
            <a:avLst/>
          </a:prstGeom>
          <a:solidFill>
            <a:srgbClr val="51576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995400" y="203400"/>
            <a:ext cx="25200" cy="25200"/>
          </a:xfrm>
          <a:prstGeom prst="ellipse">
            <a:avLst/>
          </a:prstGeom>
          <a:solidFill>
            <a:srgbClr val="8F95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986400" y="360000"/>
            <a:ext cx="43200" cy="43200"/>
          </a:xfrm>
          <a:prstGeom prst="ellipse">
            <a:avLst/>
          </a:prstGeom>
          <a:solidFill>
            <a:srgbClr val="51576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95400" y="534600"/>
            <a:ext cx="25200" cy="25200"/>
          </a:xfrm>
          <a:prstGeom prst="ellipse">
            <a:avLst/>
          </a:prstGeom>
          <a:solidFill>
            <a:srgbClr val="6E4A7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995400" y="700200"/>
            <a:ext cx="25200" cy="25200"/>
          </a:xfrm>
          <a:prstGeom prst="ellipse">
            <a:avLst/>
          </a:prstGeom>
          <a:solidFill>
            <a:srgbClr val="8F95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986400" y="856800"/>
            <a:ext cx="43200" cy="43200"/>
          </a:xfrm>
          <a:prstGeom prst="ellipse">
            <a:avLst/>
          </a:prstGeom>
          <a:solidFill>
            <a:srgbClr val="51576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995400" y="1031400"/>
            <a:ext cx="25200" cy="25200"/>
          </a:xfrm>
          <a:prstGeom prst="ellipse">
            <a:avLst/>
          </a:prstGeom>
          <a:solidFill>
            <a:srgbClr val="8F95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995400" y="1197000"/>
            <a:ext cx="25200" cy="25200"/>
          </a:xfrm>
          <a:prstGeom prst="ellipse">
            <a:avLst/>
          </a:prstGeom>
          <a:solidFill>
            <a:srgbClr val="6E4A7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986400" y="1353600"/>
            <a:ext cx="43200" cy="43200"/>
          </a:xfrm>
          <a:prstGeom prst="ellipse">
            <a:avLst/>
          </a:prstGeom>
          <a:solidFill>
            <a:srgbClr val="51576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995400" y="1528200"/>
            <a:ext cx="25200" cy="25200"/>
          </a:xfrm>
          <a:prstGeom prst="ellipse">
            <a:avLst/>
          </a:prstGeom>
          <a:solidFill>
            <a:srgbClr val="8F95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텍스트"/>
          <p:cNvSpPr txBox="1"/>
          <p:nvPr/>
        </p:nvSpPr>
        <p:spPr>
          <a:xfrm>
            <a:off x="1404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E4A72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sp>
        <p:nvSpPr>
          <p:cNvPr id="57" name="Oval 56"/>
          <p:cNvSpPr/>
          <p:nvPr/>
        </p:nvSpPr>
        <p:spPr>
          <a:xfrm>
            <a:off x="1407600" y="489600"/>
            <a:ext cx="43200" cy="43200"/>
          </a:xfrm>
          <a:prstGeom prst="ellipse">
            <a:avLst/>
          </a:prstGeom>
          <a:solidFill>
            <a:srgbClr val="51576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텍스트"/>
          <p:cNvSpPr txBox="1"/>
          <p:nvPr/>
        </p:nvSpPr>
        <p:spPr>
          <a:xfrm>
            <a:off x="1512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일반 진료</a:t>
            </a:r>
          </a:p>
        </p:txBody>
      </p:sp>
      <p:sp>
        <p:nvSpPr>
          <p:cNvPr id="59" name="Oval 58"/>
          <p:cNvSpPr/>
          <p:nvPr/>
        </p:nvSpPr>
        <p:spPr>
          <a:xfrm>
            <a:off x="1407600" y="712800"/>
            <a:ext cx="43200" cy="43200"/>
          </a:xfrm>
          <a:prstGeom prst="ellipse">
            <a:avLst/>
          </a:prstGeom>
          <a:solidFill>
            <a:srgbClr val="6E4A7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텍스트"/>
          <p:cNvSpPr txBox="1"/>
          <p:nvPr/>
        </p:nvSpPr>
        <p:spPr>
          <a:xfrm>
            <a:off x="1512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한방 치료</a:t>
            </a:r>
          </a:p>
        </p:txBody>
      </p:sp>
      <p:sp>
        <p:nvSpPr>
          <p:cNvPr id="61" name="Oval 60"/>
          <p:cNvSpPr/>
          <p:nvPr/>
        </p:nvSpPr>
        <p:spPr>
          <a:xfrm>
            <a:off x="1407600" y="936000"/>
            <a:ext cx="43200" cy="43200"/>
          </a:xfrm>
          <a:prstGeom prst="ellipse">
            <a:avLst/>
          </a:prstGeom>
          <a:solidFill>
            <a:srgbClr val="51576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텍스트"/>
          <p:cNvSpPr txBox="1"/>
          <p:nvPr/>
        </p:nvSpPr>
        <p:spPr>
          <a:xfrm>
            <a:off x="1512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치아 관리</a:t>
            </a:r>
          </a:p>
        </p:txBody>
      </p:sp>
      <p:sp>
        <p:nvSpPr>
          <p:cNvPr id="63" name="Oval 62"/>
          <p:cNvSpPr/>
          <p:nvPr/>
        </p:nvSpPr>
        <p:spPr>
          <a:xfrm>
            <a:off x="1407600" y="1159200"/>
            <a:ext cx="43200" cy="43200"/>
          </a:xfrm>
          <a:prstGeom prst="ellipse">
            <a:avLst/>
          </a:prstGeom>
          <a:solidFill>
            <a:srgbClr val="6E4A7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텍스트"/>
          <p:cNvSpPr txBox="1"/>
          <p:nvPr/>
        </p:nvSpPr>
        <p:spPr>
          <a:xfrm>
            <a:off x="1512000" y="11016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건강 상담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1404000" y="1440000"/>
            <a:ext cx="1620000" cy="0"/>
          </a:xfrm>
          <a:prstGeom prst="line">
            <a:avLst/>
          </a:prstGeom>
          <a:ln w="3600">
            <a:solidFill>
              <a:srgbClr val="8F959D"/>
            </a:solidFill>
          </a:ln>
        </p:spPr>
      </p:cxnSp>
      <p:sp>
        <p:nvSpPr>
          <p:cNvPr id="66" name="텍스트"/>
          <p:cNvSpPr txBox="1"/>
          <p:nvPr/>
        </p:nvSpPr>
        <p:spPr>
          <a:xfrm>
            <a:off x="1404000" y="1512000"/>
            <a:ext cx="16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464C58"/>
                </a:solidFill>
                <a:latin typeface="맑은 고딕"/>
                <a:ea typeface="맑은 고딕"/>
              </a:rPr>
              <a:t>방문 전 예약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한의사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