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어르신의 이야기에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귀 기울입니다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