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FFD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D000"/>
                </a:solidFill>
                <a:latin typeface="맑은 고딕"/>
                <a:ea typeface="맑은 고딕"/>
              </a:rPr>
              <a:t>의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조하린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치과위생사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일반 진료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예방 접종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재활 치료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한방 치료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2151C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치과위생사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