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F5E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D000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치과위생사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FFDA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따뜻한 손길로 다가갑니다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