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52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456E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B1C2B7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D2EFDC"/>
                </a:solidFill>
                <a:latin typeface="맑은 고딕"/>
                <a:ea typeface="맑은 고딕"/>
              </a:rPr>
              <a:t>치과위생사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B1C2B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73488" y="1508328"/>
            <a:ext cx="51984" cy="51984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14528" y="1508328"/>
            <a:ext cx="51984" cy="51984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74856" y="1545264"/>
            <a:ext cx="90288" cy="57456"/>
          </a:xfrm>
          <a:custGeom>
            <a:avLst/>
            <a:gdLst/>
            <a:ahLst/>
            <a:cxnLst/>
            <a:rect l="l" t="t" r="r" b="b"/>
            <a:pathLst>
              <a:path w="90288" h="57456">
                <a:moveTo>
                  <a:pt x="0" y="0"/>
                </a:moveTo>
                <a:lnTo>
                  <a:pt x="90288" y="0"/>
                </a:lnTo>
                <a:lnTo>
                  <a:pt x="45144" y="57456"/>
                </a:lnTo>
                <a:close/>
              </a:path>
            </a:pathLst>
          </a:cu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4320" y="1402920"/>
            <a:ext cx="95760" cy="9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9920" y="1402920"/>
            <a:ext cx="95760" cy="9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796840" y="1470960"/>
            <a:ext cx="166320" cy="105840"/>
          </a:xfrm>
          <a:custGeom>
            <a:avLst/>
            <a:gdLst/>
            <a:ahLst/>
            <a:cxnLst/>
            <a:rect l="l" t="t" r="r" b="b"/>
            <a:pathLst>
              <a:path w="166320" h="105840">
                <a:moveTo>
                  <a:pt x="0" y="0"/>
                </a:moveTo>
                <a:lnTo>
                  <a:pt x="166320" y="0"/>
                </a:lnTo>
                <a:lnTo>
                  <a:pt x="83160" y="105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83A23"/>
                </a:solidFill>
                <a:latin typeface="맑은 고딕"/>
                <a:ea typeface="맑은 고딕"/>
              </a:rPr>
              <a:t>따뜻한 손길로 다가갑니다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4796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