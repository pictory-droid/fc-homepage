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8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8EBF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00B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B8E6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0B5369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00B8E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B536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0B536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94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077795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0E394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E394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0E3948"/>
                </a:solidFill>
                <a:latin typeface="맑은 고딕"/>
                <a:ea typeface="맑은 고딕"/>
              </a:rPr>
              <a:t>토 09:00 – 13:00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