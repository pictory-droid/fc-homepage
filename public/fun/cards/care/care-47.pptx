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0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7078A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3F44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AFB1B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58CB8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707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FB1B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73488" y="1508328"/>
            <a:ext cx="51984" cy="51984"/>
          </a:xfrm>
          <a:prstGeom prst="ellipse">
            <a:avLst/>
          </a:prstGeom>
          <a:solidFill>
            <a:srgbClr val="707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14528" y="1508328"/>
            <a:ext cx="51984" cy="51984"/>
          </a:xfrm>
          <a:prstGeom prst="ellipse">
            <a:avLst/>
          </a:prstGeom>
          <a:solidFill>
            <a:srgbClr val="707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74856" y="1545264"/>
            <a:ext cx="90288" cy="57456"/>
          </a:xfrm>
          <a:custGeom>
            <a:avLst/>
            <a:gdLst/>
            <a:ahLst/>
            <a:cxnLst/>
            <a:rect l="l" t="t" r="r" b="b"/>
            <a:pathLst>
              <a:path w="90288" h="57456">
                <a:moveTo>
                  <a:pt x="0" y="0"/>
                </a:moveTo>
                <a:lnTo>
                  <a:pt x="90288" y="0"/>
                </a:lnTo>
                <a:lnTo>
                  <a:pt x="45144" y="57456"/>
                </a:lnTo>
                <a:close/>
              </a:path>
            </a:pathLst>
          </a:custGeom>
          <a:solidFill>
            <a:srgbClr val="707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4320" y="1402920"/>
            <a:ext cx="95760" cy="9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9920" y="1402920"/>
            <a:ext cx="95760" cy="9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796840" y="1470960"/>
            <a:ext cx="166320" cy="105840"/>
          </a:xfrm>
          <a:custGeom>
            <a:avLst/>
            <a:gdLst/>
            <a:ahLst/>
            <a:cxnLst/>
            <a:rect l="l" t="t" r="r" b="b"/>
            <a:pathLst>
              <a:path w="166320" h="105840">
                <a:moveTo>
                  <a:pt x="0" y="0"/>
                </a:moveTo>
                <a:lnTo>
                  <a:pt x="166320" y="0"/>
                </a:lnTo>
                <a:lnTo>
                  <a:pt x="8316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492713"/>
                </a:solidFill>
                <a:latin typeface="바탕"/>
                <a:ea typeface="바탕"/>
              </a:rPr>
              <a:t>당신의 건강이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492713"/>
                </a:solidFill>
                <a:latin typeface="바탕"/>
                <a:ea typeface="바탕"/>
              </a:rPr>
              <a:t>저의 보람입니다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26D6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