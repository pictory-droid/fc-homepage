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치과위생사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A1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F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당신의 건강이</a:t>
            </a:r>
          </a:p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저의 보람입니다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