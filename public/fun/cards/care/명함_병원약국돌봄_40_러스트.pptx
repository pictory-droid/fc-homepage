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D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86459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D9D5CD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나OO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86459"/>
                </a:solidFill>
                <a:latin typeface="맑은 고딕"/>
                <a:ea typeface="맑은 고딕"/>
              </a:rPr>
              <a:t>영양사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686459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9C4A2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08000" y="108000"/>
            <a:ext cx="3024000" cy="1584000"/>
          </a:xfrm>
          <a:prstGeom prst="rect">
            <a:avLst/>
          </a:prstGeom>
          <a:noFill/>
          <a:ln w="5040">
            <a:solidFill>
              <a:srgbClr val="87807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51200" y="151200"/>
            <a:ext cx="2937600" cy="1497600"/>
          </a:xfrm>
          <a:prstGeom prst="rect">
            <a:avLst/>
          </a:prstGeom>
          <a:noFill/>
          <a:ln w="3600">
            <a:solidFill>
              <a:srgbClr val="2A2D34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60000" y="280800"/>
            <a:ext cx="25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11"/>
              </a:lnSpc>
            </a:pPr>
            <a:r>
              <a:rPr sz="560" b="1" spc="400">
                <a:solidFill>
                  <a:srgbClr val="878077"/>
                </a:solidFill>
                <a:latin typeface="바탕"/>
                <a:ea typeface="바탕"/>
              </a:rPr>
              <a:t>진료 · 상담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512000" y="432000"/>
            <a:ext cx="216000" cy="0"/>
          </a:xfrm>
          <a:prstGeom prst="line">
            <a:avLst/>
          </a:prstGeom>
          <a:ln w="5040">
            <a:solidFill>
              <a:srgbClr val="878077"/>
            </a:solidFill>
          </a:ln>
        </p:spPr>
      </p:cxnSp>
      <p:sp>
        <p:nvSpPr>
          <p:cNvPr id="6" name="텍스트"/>
          <p:cNvSpPr txBox="1"/>
          <p:nvPr/>
        </p:nvSpPr>
        <p:spPr>
          <a:xfrm>
            <a:off x="360000" y="576000"/>
            <a:ext cx="2520000" cy="43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47"/>
              </a:lnSpc>
            </a:pPr>
            <a:r>
              <a:rPr sz="860" b="1" spc="100">
                <a:solidFill>
                  <a:srgbClr val="FFFFFF"/>
                </a:solidFill>
                <a:latin typeface="바탕"/>
                <a:ea typeface="바탕"/>
              </a:rPr>
              <a:t>재활 치료  ·  침 · 뜸  ·  영양 상담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512000" y="1173600"/>
            <a:ext cx="216000" cy="0"/>
          </a:xfrm>
          <a:prstGeom prst="line">
            <a:avLst/>
          </a:prstGeom>
          <a:ln w="5040">
            <a:solidFill>
              <a:srgbClr val="878077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126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A7ABB4"/>
                </a:solidFill>
                <a:latin typeface="바탕"/>
                <a:ea typeface="바탕"/>
              </a:rPr>
              <a:t>토 09:00 – 13:00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3968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 spc="100">
                <a:solidFill>
                  <a:srgbClr val="A7ABB4"/>
                </a:solidFill>
                <a:latin typeface="바탕"/>
                <a:ea typeface="바탕"/>
              </a:rPr>
              <a:t>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영양사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