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780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878077"/>
                </a:solidFill>
                <a:latin typeface="바탕"/>
                <a:ea typeface="바탕"/>
              </a:rPr>
              <a:t>진료 · 상담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87807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재활 치료  ·  침 · 뜸  ·  영양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87807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토 09:00 – 13:00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