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BFC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3586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3586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3586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9EAEA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5E6E6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EE2E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EE2E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EE2E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E8D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