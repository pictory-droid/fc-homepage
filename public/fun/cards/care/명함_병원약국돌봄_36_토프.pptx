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8474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7A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7D1C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14043"/>
                </a:solidFill>
                <a:latin typeface="맑은 고딕"/>
                <a:ea typeface="맑은 고딕"/>
              </a:rPr>
              <a:t>요양보호사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7D1CC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404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404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404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A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A5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8E6E2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968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752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7632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76000" y="7416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0296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76000" y="10080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96000"/>
            <a:ext cx="360000" cy="1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1274400"/>
            <a:ext cx="165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599DA1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E2E3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전화 문의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E2E3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EE2E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