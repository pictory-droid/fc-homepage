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14043"/>
                </a:solidFill>
                <a:latin typeface="맑은 고딕"/>
                <a:ea typeface="맑은 고딕"/>
              </a:rPr>
              <a:t>요양보호사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8E6E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E2E3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EE2E3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EE2E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