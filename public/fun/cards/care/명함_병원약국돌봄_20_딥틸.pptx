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A28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8CAB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A28261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8CAB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