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안녕하세요!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45A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A282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8CAB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C8B5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CBB1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A28261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8CAB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