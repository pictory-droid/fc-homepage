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연주혁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A3A9B5"/>
                </a:solidFill>
                <a:latin typeface="맑은 고딕"/>
                <a:ea typeface="맑은 고딕"/>
              </a:rPr>
              <a:t>물리치료사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일반 진료  ·  건강 검진  ·  침 · 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