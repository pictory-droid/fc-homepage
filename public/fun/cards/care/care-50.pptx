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F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52000" cy="1800000"/>
          </a:xfrm>
          <a:prstGeom prst="rect">
            <a:avLst/>
          </a:prstGeom>
          <a:solidFill>
            <a:srgbClr val="FF8C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5200" y="619200"/>
            <a:ext cx="561600" cy="561600"/>
          </a:xfrm>
          <a:prstGeom prst="ellipse">
            <a:avLst/>
          </a:prstGeom>
          <a:noFill/>
          <a:ln w="1080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16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930"/>
              </a:lnSpc>
            </a:pPr>
            <a:r>
              <a:rPr sz="3400" b="1">
                <a:solidFill>
                  <a:srgbClr val="12151C"/>
                </a:solidFill>
                <a:latin typeface="맑은 고딕"/>
                <a:ea typeface="맑은 고딕"/>
              </a:rPr>
              <a:t>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404000" y="223200"/>
            <a:ext cx="1584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46293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404000" y="540000"/>
            <a:ext cx="158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진보미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943200"/>
            <a:ext cx="158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462935"/>
                </a:solidFill>
                <a:latin typeface="맑은 고딕"/>
                <a:ea typeface="맑은 고딕"/>
              </a:rPr>
              <a:t>영양사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4000" y="1195200"/>
            <a:ext cx="144000" cy="18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04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46293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735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04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46293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735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04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46293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735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88000" y="0"/>
            <a:ext cx="1152000" cy="1800000"/>
          </a:xfrm>
          <a:prstGeom prst="rect">
            <a:avLst/>
          </a:prstGeom>
          <a:solidFill>
            <a:srgbClr val="FF6F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97600" y="633600"/>
            <a:ext cx="532800" cy="532800"/>
          </a:xfrm>
          <a:prstGeom prst="ellipse">
            <a:avLst/>
          </a:prstGeom>
          <a:noFill/>
          <a:ln w="1080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304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12151C"/>
                </a:solidFill>
                <a:latin typeface="맑은 고딕"/>
                <a:ea typeface="맑은 고딕"/>
              </a:rPr>
              <a:t>의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162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자주 찾아도 편안한 곳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512000"/>
            <a:ext cx="15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영양사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