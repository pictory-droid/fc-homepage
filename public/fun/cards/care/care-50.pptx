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3D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C59B6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C59B65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C59B65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C59B65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C59B6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C59B65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C59B65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C59B65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C59B6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C59B65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C59B65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C59B65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C59B6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C59B65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C59B65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C59B65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C59B6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C59B65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C59B65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C59B65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C59B6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755C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6BBAD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CEAA7C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EAA7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EAA7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EAA7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Oval 32"/>
          <p:cNvSpPr/>
          <p:nvPr/>
        </p:nvSpPr>
        <p:spPr>
          <a:xfrm>
            <a:off x="2782080" y="1104480"/>
            <a:ext cx="109440" cy="109440"/>
          </a:xfrm>
          <a:prstGeom prst="ellipse">
            <a:avLst/>
          </a:prstGeom>
          <a:solidFill>
            <a:srgbClr val="C59B6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868480" y="1104480"/>
            <a:ext cx="109440" cy="109440"/>
          </a:xfrm>
          <a:prstGeom prst="ellipse">
            <a:avLst/>
          </a:prstGeom>
          <a:solidFill>
            <a:srgbClr val="C59B6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2784960" y="1182240"/>
            <a:ext cx="190080" cy="120960"/>
          </a:xfrm>
          <a:custGeom>
            <a:avLst/>
            <a:gdLst/>
            <a:ahLst/>
            <a:cxnLst/>
            <a:rect l="l" t="t" r="r" b="b"/>
            <a:pathLst>
              <a:path w="190080" h="120960">
                <a:moveTo>
                  <a:pt x="0" y="0"/>
                </a:moveTo>
                <a:lnTo>
                  <a:pt x="190080" y="0"/>
                </a:lnTo>
                <a:lnTo>
                  <a:pt x="95040" y="120960"/>
                </a:lnTo>
                <a:close/>
              </a:path>
            </a:pathLst>
          </a:custGeom>
          <a:solidFill>
            <a:srgbClr val="C59B6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1440" y="440640"/>
            <a:ext cx="601920" cy="60192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56640" y="440640"/>
            <a:ext cx="601920" cy="60192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097280" y="868320"/>
            <a:ext cx="1045440" cy="665280"/>
          </a:xfrm>
          <a:custGeom>
            <a:avLst/>
            <a:gdLst/>
            <a:ahLst/>
            <a:cxnLst/>
            <a:rect l="l" t="t" r="r" b="b"/>
            <a:pathLst>
              <a:path w="1045440" h="665280">
                <a:moveTo>
                  <a:pt x="0" y="0"/>
                </a:moveTo>
                <a:lnTo>
                  <a:pt x="1045440" y="0"/>
                </a:lnTo>
                <a:lnTo>
                  <a:pt x="522720" y="665280"/>
                </a:lnTo>
                <a:close/>
              </a:path>
            </a:pathLst>
          </a:cu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BF6E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5B3D15"/>
                </a:solidFill>
                <a:latin typeface="맑은 고딕"/>
                <a:ea typeface="맑은 고딕"/>
              </a:rPr>
              <a:t>자주 찾아도 편안한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7D6B5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