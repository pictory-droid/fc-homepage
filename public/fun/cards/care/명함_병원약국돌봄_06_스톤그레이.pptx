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요양보호사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66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0CECA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A6BA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0CE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0CE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0CE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4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0CE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894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698B8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0CECA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0CECA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0CEC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