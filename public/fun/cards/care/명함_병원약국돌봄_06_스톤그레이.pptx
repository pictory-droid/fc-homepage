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0CEC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0CE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0CE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0CE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4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0CEC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94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0CEC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