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906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906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280000">
            <a:off x="2440800" y="892800"/>
            <a:ext cx="158400" cy="30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2426400" y="936000"/>
            <a:ext cx="180000" cy="216000"/>
          </a:xfrm>
          <a:prstGeom prst="line">
            <a:avLst/>
          </a:prstGeom>
          <a:ln w="14400">
            <a:solidFill>
              <a:srgbClr val="C8B590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24222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24222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BDEC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422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422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422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3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1C0CB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BEA7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1C0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1C0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1C0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1C0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916A83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0CB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0CB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D1C0CB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