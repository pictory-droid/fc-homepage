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7B8CB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박OO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66B73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6A4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488A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예방 접종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복약 상담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