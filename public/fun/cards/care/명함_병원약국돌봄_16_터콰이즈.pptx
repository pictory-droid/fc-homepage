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B575A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B8EEED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황주원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B575A"/>
                </a:solidFill>
                <a:latin typeface="맑은 고딕"/>
                <a:ea typeface="맑은 고딕"/>
              </a:rPr>
              <a:t>요양보호사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75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B8EEED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75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B8EEED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75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C2C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C2C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복약 상담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C2C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물리 치료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C2C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치아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토 09:00 – 13:00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요양보호사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