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606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FFFFFF"/>
                </a:solidFill>
                <a:latin typeface="맑은 고딕"/>
                <a:ea typeface="맑은 고딕"/>
              </a:rPr>
              <a:t>천OO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696503" cy="172800"/>
          </a:xfrm>
          <a:prstGeom prst="roundRect">
            <a:avLst>
              <a:gd name="adj" fmla="val 50000"/>
            </a:avLst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6965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치과위생사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건강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치과위생사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