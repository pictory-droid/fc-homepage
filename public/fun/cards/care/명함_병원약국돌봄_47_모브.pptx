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606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FFFFFF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건강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