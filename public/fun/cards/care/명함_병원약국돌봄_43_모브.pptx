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D9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B463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CDC1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CDC1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CDC1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CDC1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CDC1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CDC1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B463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CDC1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CDC1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B463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CDC1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CDC1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B463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CDC1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CDC1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B463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CDC1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CDC1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CDC1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540000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B4638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540000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1B2230"/>
                </a:solidFill>
                <a:latin typeface="맑은 고딕"/>
                <a:ea typeface="맑은 고딕"/>
              </a:rPr>
              <a:t>간호사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지OO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99714A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CDC1C9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9687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9687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9687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CDC1C9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CDC1C9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16000"/>
            <a:ext cx="1944000" cy="1080000"/>
          </a:xfrm>
          <a:prstGeom prst="roundRect">
            <a:avLst>
              <a:gd name="adj" fmla="val 12000"/>
            </a:avLst>
          </a:prstGeom>
          <a:solidFill>
            <a:srgbClr val="8474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40000" y="1288800"/>
            <a:ext cx="216000" cy="223200"/>
          </a:xfrm>
          <a:custGeom>
            <a:avLst/>
            <a:gdLst/>
            <a:ahLst/>
            <a:cxnLst/>
            <a:rect l="l" t="t" r="r" b="b"/>
            <a:pathLst>
              <a:path w="216000" h="223200">
                <a:moveTo>
                  <a:pt x="0" y="0"/>
                </a:moveTo>
                <a:lnTo>
                  <a:pt x="216000" y="0"/>
                </a:lnTo>
                <a:lnTo>
                  <a:pt x="36000" y="223200"/>
                </a:lnTo>
                <a:close/>
              </a:path>
            </a:pathLst>
          </a:custGeom>
          <a:solidFill>
            <a:srgbClr val="8474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302400"/>
            <a:ext cx="165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396000" y="4680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한방 치료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96000" y="6696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복약 상담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396000" y="8712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건강 상담</a:t>
            </a:r>
          </a:p>
        </p:txBody>
      </p:sp>
      <p:sp>
        <p:nvSpPr>
          <p:cNvPr id="8" name="Oval 7"/>
          <p:cNvSpPr/>
          <p:nvPr/>
        </p:nvSpPr>
        <p:spPr>
          <a:xfrm>
            <a:off x="2433600" y="381600"/>
            <a:ext cx="100800" cy="100800"/>
          </a:xfrm>
          <a:prstGeom prst="ellipse">
            <a:avLst/>
          </a:prstGeom>
          <a:solidFill>
            <a:srgbClr val="A978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 rot="1080000">
            <a:off x="2664000" y="3240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8A79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2376000" y="10800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1B2230"/>
                </a:solidFill>
                <a:latin typeface="맑은 고딕"/>
                <a:ea typeface="맑은 고딕"/>
              </a:rPr>
              <a:t>진료 · 상담 예약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376000" y="12096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5F6672"/>
                </a:solidFill>
                <a:latin typeface="맑은 고딕"/>
                <a:ea typeface="맑은 고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간호사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