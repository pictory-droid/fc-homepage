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EA7B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916A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BEA7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D1C0CB"/>
                </a:solidFill>
                <a:latin typeface="바탕"/>
                <a:ea typeface="바탕"/>
              </a:rPr>
              <a:t>상담실장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BEA7B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BEA7B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D1C0C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4F6D8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A384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4F6D8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2A3848"/>
                </a:solidFill>
                <a:latin typeface="맑은 고딕"/>
                <a:ea typeface="맑은 고딕"/>
              </a:rPr>
              <a:t>월–금 09:30 – 18:30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