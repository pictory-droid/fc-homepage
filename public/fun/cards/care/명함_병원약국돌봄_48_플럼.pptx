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3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BEA7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916A8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576800" y="252000"/>
            <a:ext cx="86400" cy="115200"/>
          </a:xfrm>
          <a:custGeom>
            <a:avLst/>
            <a:gdLst/>
            <a:ahLst/>
            <a:cxnLst/>
            <a:rect l="l" t="t" r="r" b="b"/>
            <a:pathLst>
              <a:path w="86400" h="115200">
                <a:moveTo>
                  <a:pt x="43200" y="0"/>
                </a:moveTo>
                <a:lnTo>
                  <a:pt x="86400" y="57600"/>
                </a:lnTo>
                <a:lnTo>
                  <a:pt x="43200" y="115200"/>
                </a:lnTo>
                <a:lnTo>
                  <a:pt x="0" y="57600"/>
                </a:lnTo>
                <a:close/>
              </a:path>
            </a:pathLst>
          </a:custGeom>
          <a:solidFill>
            <a:srgbClr val="BEA7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360000" y="460800"/>
            <a:ext cx="2520000" cy="28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75"/>
              </a:lnSpc>
            </a:pPr>
            <a:r>
              <a:rPr sz="1500" b="1" spc="800">
                <a:solidFill>
                  <a:srgbClr val="FFFFFF"/>
                </a:solidFill>
                <a:latin typeface="바탕"/>
                <a:ea typeface="바탕"/>
              </a:rPr>
              <a:t>방OO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60000" y="7704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300">
                <a:solidFill>
                  <a:srgbClr val="D1C0CB"/>
                </a:solidFill>
                <a:latin typeface="바탕"/>
                <a:ea typeface="바탕"/>
              </a:rPr>
              <a:t>상담실장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476000" y="993600"/>
            <a:ext cx="288000" cy="0"/>
          </a:xfrm>
          <a:prstGeom prst="line">
            <a:avLst/>
          </a:prstGeom>
          <a:ln w="5760">
            <a:solidFill>
              <a:srgbClr val="BEA7B6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1016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BEA7B6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392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360000" y="1468800"/>
            <a:ext cx="252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69"/>
              </a:lnSpc>
            </a:pPr>
            <a:r>
              <a:rPr sz="600" b="0">
                <a:solidFill>
                  <a:srgbClr val="D1C0CB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0F4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4F6D8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4F6D8F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4F6D8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4F6D8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4F6D8F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4F6D8F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4F6D8F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4F6D8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2A3848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4F6D8F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조제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물리 치료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예약 문의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2A3848"/>
                </a:solidFill>
                <a:latin typeface="맑은 고딕"/>
                <a:ea typeface="맑은 고딕"/>
              </a:rPr>
              <a:t>월–금 09:30 – 18:30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상담실장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