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B2A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B2A4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7A7A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A7A4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A7A4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A7A4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