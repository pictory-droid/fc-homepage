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68645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1B2A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B2A49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7A7A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7A7A4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7A7A4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방문 요양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7A7A4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