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CE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E4CAC6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49272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A040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04033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민OO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92725"/>
                </a:solidFill>
                <a:latin typeface="맑은 고딕"/>
                <a:ea typeface="맑은 고딕"/>
              </a:rPr>
              <a:t>원장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E4CAC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9272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9272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9272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60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0CCC9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81766E"/>
          </a:solidFill>
          <a:ln w="3600">
            <a:solidFill>
              <a:srgbClr val="8F867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BDB7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81766E"/>
          </a:solidFill>
          <a:ln w="3600">
            <a:solidFill>
              <a:srgbClr val="8F867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B0BD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한방 치료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81766E"/>
          </a:solidFill>
          <a:ln w="3600">
            <a:solidFill>
              <a:srgbClr val="8F867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B0BD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복약 상담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81766E"/>
          </a:solidFill>
          <a:ln w="3600">
            <a:solidFill>
              <a:srgbClr val="8F867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BDB7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영양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0CCC9"/>
                </a:solidFill>
                <a:latin typeface="맑은 고딕"/>
                <a:ea typeface="맑은 고딕"/>
              </a:rPr>
              <a:t>월–금 09:30 – 18:30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