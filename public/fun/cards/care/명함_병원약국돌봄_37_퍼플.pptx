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3600">
            <a:solidFill>
              <a:srgbClr val="2A2F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2000" y="252000"/>
            <a:ext cx="79200" cy="79200"/>
          </a:xfrm>
          <a:prstGeom prst="rect">
            <a:avLst/>
          </a:prstGeom>
          <a:solidFill>
            <a:srgbClr val="985B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259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2000" y="4464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964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방지민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16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72000" y="943200"/>
            <a:ext cx="0" cy="6048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016000" y="1033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318400" y="1022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177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18400" y="1166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1321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3A9B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18400" y="13104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A2C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2D1FD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1FD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1FD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1FD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E2D1FD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AF80F9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9556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