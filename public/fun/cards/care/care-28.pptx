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FFE8E6"/>
                </a:solidFill>
                <a:latin typeface="맑은 고딕"/>
                <a:ea typeface="맑은 고딕"/>
              </a:rPr>
              <a:t>유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유재희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상담실장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오래도록 건강하시길 바랍니다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C2F2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상담실장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