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5F788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Oval 3"/>
          <p:cNvSpPr/>
          <p:nvPr/>
        </p:nvSpPr>
        <p:spPr>
          <a:xfrm>
            <a:off x="286704" y="430704"/>
            <a:ext cx="218592" cy="218592"/>
          </a:xfrm>
          <a:prstGeom prst="ellipse">
            <a:avLst/>
          </a:prstGeom>
          <a:solidFill>
            <a:srgbClr val="CCE9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112" y="459216"/>
            <a:ext cx="61776" cy="161568"/>
          </a:xfrm>
          <a:prstGeom prst="roundRect">
            <a:avLst>
              <a:gd name="adj" fmla="val 11538"/>
            </a:avLst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5216" y="509112"/>
            <a:ext cx="161568" cy="61776"/>
          </a:xfrm>
          <a:prstGeom prst="roundRect">
            <a:avLst>
              <a:gd name="adj" fmla="val 11538"/>
            </a:avLst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5799D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11394A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5799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5799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5799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246B53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0FA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246B5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43D30"/>
                </a:solidFill>
                <a:latin typeface="바탕"/>
                <a:ea typeface="바탕"/>
              </a:rPr>
              <a:t>오래도록 건강하시길 바랍니다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7726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