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6000" y="0"/>
            <a:ext cx="1224000" cy="756000"/>
          </a:xfrm>
          <a:prstGeom prst="rect">
            <a:avLst/>
          </a:prstGeom>
          <a:solidFill>
            <a:srgbClr val="FF5A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2016000" y="0"/>
            <a:ext cx="64800" cy="64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2016000" y="0"/>
            <a:ext cx="129600" cy="129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2016000" y="0"/>
            <a:ext cx="194400" cy="194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2016000" y="0"/>
            <a:ext cx="259200" cy="259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016000" y="0"/>
            <a:ext cx="324000" cy="324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2016000" y="0"/>
            <a:ext cx="388800" cy="388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2016000" y="0"/>
            <a:ext cx="453600" cy="453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2016000" y="0"/>
            <a:ext cx="518400" cy="518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2016000" y="0"/>
            <a:ext cx="583200" cy="583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2016000" y="0"/>
            <a:ext cx="648000" cy="648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2016000" y="0"/>
            <a:ext cx="712800" cy="712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0376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21024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1672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2320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2968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3616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24264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2491200" y="7200"/>
            <a:ext cx="748800" cy="748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2556000" y="72000"/>
            <a:ext cx="684000" cy="684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2620800" y="136800"/>
            <a:ext cx="619200" cy="619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2685600" y="201600"/>
            <a:ext cx="554400" cy="554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2750400" y="266400"/>
            <a:ext cx="489600" cy="489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2815200" y="331200"/>
            <a:ext cx="424800" cy="424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2880000" y="396000"/>
            <a:ext cx="360000" cy="360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2944800" y="460800"/>
            <a:ext cx="295200" cy="295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3009600" y="525600"/>
            <a:ext cx="230400" cy="230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3074400" y="590400"/>
            <a:ext cx="165600" cy="165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3139200" y="655200"/>
            <a:ext cx="100800" cy="100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3204000" y="720000"/>
            <a:ext cx="36000" cy="3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52000" y="374400"/>
            <a:ext cx="1548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35" name="텍스트"/>
          <p:cNvSpPr txBox="1"/>
          <p:nvPr/>
        </p:nvSpPr>
        <p:spPr>
          <a:xfrm>
            <a:off x="252000" y="676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유재희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252000" y="928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상담실장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252000" y="1339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252000" y="14400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72800" y="1339200"/>
            <a:ext cx="0" cy="201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152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152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044800" y="1339200"/>
            <a:ext cx="0" cy="201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43" name="텍스트"/>
          <p:cNvSpPr txBox="1"/>
          <p:nvPr/>
        </p:nvSpPr>
        <p:spPr>
          <a:xfrm>
            <a:off x="2124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4" name="텍스트"/>
          <p:cNvSpPr txBox="1"/>
          <p:nvPr/>
        </p:nvSpPr>
        <p:spPr>
          <a:xfrm>
            <a:off x="2124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EED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FFD1CE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FFD1CE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FFD1CE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FFD1CE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FFD1CE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FFD1CE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FFD1CE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FFD1CE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31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6C2F2F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FF5A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재활 치료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99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치아 관리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90000" y="676800"/>
            <a:ext cx="0" cy="230400"/>
          </a:xfrm>
          <a:prstGeom prst="line">
            <a:avLst/>
          </a:prstGeom>
          <a:ln w="3600">
            <a:solidFill>
              <a:srgbClr val="FFD1CE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162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영양 상담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676800"/>
            <a:ext cx="0" cy="230400"/>
          </a:xfrm>
          <a:prstGeom prst="line">
            <a:avLst/>
          </a:prstGeom>
          <a:ln w="3600">
            <a:solidFill>
              <a:srgbClr val="FFD1CE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225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예약 문의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250000" y="676800"/>
            <a:ext cx="0" cy="230400"/>
          </a:xfrm>
          <a:prstGeom prst="line">
            <a:avLst/>
          </a:prstGeom>
          <a:ln w="3600">
            <a:solidFill>
              <a:srgbClr val="FFD1CE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60000" y="1159200"/>
            <a:ext cx="2520000" cy="0"/>
          </a:xfrm>
          <a:prstGeom prst="line">
            <a:avLst/>
          </a:prstGeom>
          <a:ln w="3600">
            <a:solidFill>
              <a:srgbClr val="FFD1CE"/>
            </a:solidFill>
          </a:ln>
        </p:spPr>
      </p:cxnSp>
      <p:sp>
        <p:nvSpPr>
          <p:cNvPr id="20" name="텍스트"/>
          <p:cNvSpPr txBox="1"/>
          <p:nvPr/>
        </p:nvSpPr>
        <p:spPr>
          <a:xfrm>
            <a:off x="360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토 09:00 – 13:00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656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BLOG  blog.example.com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5264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6C2F2F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상담실장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