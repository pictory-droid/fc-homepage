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FF5A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유재희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상담실장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EE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FFD1CE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FFD1CE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FFD1CE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FFD1CE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FFD1CE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FFD1CE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FFD1CE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FFD1CE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C2F2F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FF5A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재활 치료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치아 관리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FFD1CE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영양 상담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FFD1CE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2151C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FFD1CE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FFD1CE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토 09:00 – 13:00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BLOG  blog.example.com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C2F2F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상담실장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