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3D5A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3D5AFE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간호사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3D5AF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