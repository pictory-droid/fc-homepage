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A92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978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A92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978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A92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978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A92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978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A92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978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9788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영양사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9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9D65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1722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96873"/>
                </a:solidFill>
                <a:latin typeface="맑은 고딕"/>
                <a:ea typeface="맑은 고딕"/>
              </a:rPr>
              <a:t>전화 문의 가능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