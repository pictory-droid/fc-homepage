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BA922F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A9788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BA922F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A9788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BA922F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A9788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BA922F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A9788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BA922F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A9788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201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9788F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828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남OO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828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영양사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8000" y="1123200"/>
            <a:ext cx="216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828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130400" y="11952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828000" y="1335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130400" y="13248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828000" y="1465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130400" y="14544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9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9D657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917225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CDC1C9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건강 검진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CDC1C9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예방 접종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CDC1C9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CDC1C9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96873"/>
                </a:solidFill>
                <a:latin typeface="맑은 고딕"/>
                <a:ea typeface="맑은 고딕"/>
              </a:rPr>
              <a:t>전화 문의 가능   |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영양사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