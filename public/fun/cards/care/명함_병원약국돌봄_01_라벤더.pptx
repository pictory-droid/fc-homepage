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김하늘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원장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방문 요양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