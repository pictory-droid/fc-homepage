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30400"/>
            <a:ext cx="575852" cy="180000"/>
          </a:xfrm>
          <a:prstGeom prst="roundRect">
            <a:avLst>
              <a:gd name="adj" fmla="val 50000"/>
            </a:avLst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30400"/>
            <a:ext cx="575852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간호사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688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79"/>
              </a:lnSpc>
            </a:pPr>
            <a:r>
              <a:rPr sz="2400" b="1">
                <a:solidFill>
                  <a:srgbClr val="12151C"/>
                </a:solidFill>
                <a:latin typeface="맑은 고딕"/>
                <a:ea typeface="맑은 고딕"/>
              </a:rPr>
              <a:t>표세진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93600"/>
            <a:ext cx="2160000" cy="1524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2096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299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888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292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184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58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480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16000" y="72000"/>
            <a:ext cx="1080000" cy="93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0"/>
              </a:lnSpc>
            </a:pPr>
            <a:r>
              <a:rPr sz="11000" b="1">
                <a:solidFill>
                  <a:srgbClr val="FF8FB8"/>
                </a:solidFill>
                <a:latin typeface="맑은 고딕"/>
                <a:ea typeface="맑은 고딕"/>
              </a:rPr>
              <a:t>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792000"/>
            <a:ext cx="25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아이의 건강을 먼저 생각합니다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15120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15696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간호사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