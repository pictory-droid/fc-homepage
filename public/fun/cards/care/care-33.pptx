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72000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85024" y="201024"/>
            <a:ext cx="317952" cy="317952"/>
          </a:xfrm>
          <a:prstGeom prst="ellipse">
            <a:avLst/>
          </a:prstGeom>
          <a:solidFill>
            <a:srgbClr val="808080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99072" y="242496"/>
            <a:ext cx="89856" cy="23500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26496" y="315072"/>
            <a:ext cx="235008" cy="8985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30400" y="187200"/>
            <a:ext cx="2160000" cy="305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sz="1850" b="1" spc="50">
                <a:solidFill>
                  <a:srgbClr val="FFFFFF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0400" y="4752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0400" y="8352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63755A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0400" y="1015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A7833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74400" y="10152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14F22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0400" y="1184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A7833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74400" y="11841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14F22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0400" y="1353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A7833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74400" y="13530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14F2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4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8AB3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54400" y="374400"/>
            <a:ext cx="331200" cy="33120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73200" y="417600"/>
            <a:ext cx="93600" cy="2448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97600" y="493200"/>
            <a:ext cx="244800" cy="93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아이의 건강을 먼저 생각합니다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