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D887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F6672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8A7968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0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CF6C8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CF6C8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CF6C8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CF6C8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CF6C8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557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CF6C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CDC7C3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96A70"/>
                </a:solidFill>
                <a:latin typeface="맑은 고딕"/>
                <a:ea typeface="맑은 고딕"/>
              </a:rPr>
              <a:t>전화 문의 가능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