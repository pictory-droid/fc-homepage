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7A72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726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7A726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3B3A3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7A9A8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A9A84"/>
          </a:solidFill>
          <a:ln w="576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7A9A8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