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AD8D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7A72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A726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3B3A39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7A726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3B3A3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3B3A3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7A9A84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7A9A84"/>
          </a:solidFill>
          <a:ln w="5760">
            <a:solidFill>
              <a:srgbClr val="7A9A8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7A9A8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7A9A8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7A9A8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