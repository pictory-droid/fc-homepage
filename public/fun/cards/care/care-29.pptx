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F026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9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1B23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0262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일반 진료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0262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재활 치료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0262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0262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61B23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61B23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