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2607120" y="508320"/>
            <a:ext cx="221760" cy="42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586960" y="568800"/>
            <a:ext cx="252000" cy="302400"/>
          </a:xfrm>
          <a:prstGeom prst="line">
            <a:avLst/>
          </a:prstGeom>
          <a:ln w="20160">
            <a:solidFill>
              <a:srgbClr val="80808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43D30"/>
                </a:solidFill>
                <a:latin typeface="바탕"/>
                <a:ea typeface="바탕"/>
              </a:rPr>
              <a:t>심소담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46B53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23535C"/>
                </a:solidFill>
                <a:latin typeface="바탕"/>
                <a:ea typeface="바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567176"/>
                </a:solidFill>
                <a:latin typeface="바탕"/>
                <a:ea typeface="바탕"/>
              </a:rPr>
              <a:t>환하게 웃는 하루를 돕겠습니다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3F95A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6717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280000">
            <a:off x="2700720" y="295920"/>
            <a:ext cx="142560" cy="27216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2687760" y="334800"/>
            <a:ext cx="162000" cy="194400"/>
          </a:xfrm>
          <a:prstGeom prst="line">
            <a:avLst/>
          </a:prstGeom>
          <a:ln w="12960">
            <a:solidFill>
              <a:srgbClr val="DFF1F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