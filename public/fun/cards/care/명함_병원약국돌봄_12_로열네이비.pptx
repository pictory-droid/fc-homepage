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6E9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오OO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20304C"/>
                </a:solidFill>
                <a:latin typeface="맑은 고딕"/>
                <a:ea typeface="맑은 고딕"/>
              </a:rPr>
              <a:t>약사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438C6D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B7C1D4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20304C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B7C1D4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20304C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B7C1D4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20304C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B7C1D4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8D5C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51666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2B4A82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건강 검진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516667"/>
                </a:solidFill>
                <a:latin typeface="맑은 고딕"/>
                <a:ea typeface="맑은 고딕"/>
              </a:rPr>
              <a:t>예방 접종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1B2230"/>
                </a:solidFill>
                <a:latin typeface="맑은 고딕"/>
                <a:ea typeface="맑은 고딕"/>
              </a:rPr>
              <a:t>침 · 뜸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516667"/>
                </a:solidFill>
                <a:latin typeface="맑은 고딕"/>
                <a:ea typeface="맑은 고딕"/>
              </a:rPr>
              <a:t>방문 요양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45585C"/>
                </a:solidFill>
                <a:latin typeface="맑은 고딕"/>
                <a:ea typeface="맑은 고딕"/>
              </a:rPr>
              <a:t>전화 문의 가능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45585C"/>
                </a:solidFill>
                <a:latin typeface="맑은 고딕"/>
                <a:ea typeface="맑은 고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약사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