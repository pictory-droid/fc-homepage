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0304C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38C6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030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030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030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16667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16667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5585C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5585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