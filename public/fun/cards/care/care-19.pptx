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46640" y="488160"/>
            <a:ext cx="342720" cy="453600"/>
          </a:xfrm>
          <a:custGeom>
            <a:avLst/>
            <a:gdLst/>
            <a:ahLst/>
            <a:cxnLst/>
            <a:rect l="l" t="t" r="r" b="b"/>
            <a:pathLst>
              <a:path w="342720" h="453600">
                <a:moveTo>
                  <a:pt x="0" y="50400"/>
                </a:moveTo>
                <a:lnTo>
                  <a:pt x="171360" y="0"/>
                </a:lnTo>
                <a:lnTo>
                  <a:pt x="342720" y="50400"/>
                </a:lnTo>
                <a:lnTo>
                  <a:pt x="342720" y="241920"/>
                </a:lnTo>
                <a:lnTo>
                  <a:pt x="171360" y="453600"/>
                </a:lnTo>
                <a:lnTo>
                  <a:pt x="0" y="2419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647440" y="720000"/>
            <a:ext cx="55440" cy="60480"/>
          </a:xfrm>
          <a:prstGeom prst="line">
            <a:avLst/>
          </a:prstGeom>
          <a:ln w="35280">
            <a:solidFill>
              <a:srgbClr val="666666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702880" y="659520"/>
            <a:ext cx="95760" cy="120960"/>
          </a:xfrm>
          <a:prstGeom prst="line">
            <a:avLst/>
          </a:prstGeom>
          <a:ln w="35280">
            <a:solidFill>
              <a:srgbClr val="66666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C401C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663D8F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663D8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663D8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663D8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28400" y="651600"/>
            <a:ext cx="367200" cy="486000"/>
          </a:xfrm>
          <a:custGeom>
            <a:avLst/>
            <a:gdLst/>
            <a:ahLst/>
            <a:cxnLst/>
            <a:rect l="l" t="t" r="r" b="b"/>
            <a:pathLst>
              <a:path w="367200" h="486000">
                <a:moveTo>
                  <a:pt x="0" y="54000"/>
                </a:moveTo>
                <a:lnTo>
                  <a:pt x="183600" y="0"/>
                </a:lnTo>
                <a:lnTo>
                  <a:pt x="367200" y="54000"/>
                </a:lnTo>
                <a:lnTo>
                  <a:pt x="367200" y="259200"/>
                </a:lnTo>
                <a:lnTo>
                  <a:pt x="183600" y="486000"/>
                </a:lnTo>
                <a:lnTo>
                  <a:pt x="0" y="259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536400" y="900000"/>
            <a:ext cx="59400" cy="64800"/>
          </a:xfrm>
          <a:prstGeom prst="line">
            <a:avLst/>
          </a:prstGeom>
          <a:ln w="37800">
            <a:solidFill>
              <a:srgbClr val="666666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595800" y="835200"/>
            <a:ext cx="102600" cy="129600"/>
          </a:xfrm>
          <a:prstGeom prst="line">
            <a:avLst/>
          </a:prstGeom>
          <a:ln w="37800">
            <a:solidFill>
              <a:srgbClr val="66666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C401C"/>
                </a:solidFill>
                <a:latin typeface="맑은 고딕"/>
                <a:ea typeface="맑은 고딕"/>
              </a:rPr>
              <a:t>편안한 휴식이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1C401C"/>
                </a:solidFill>
                <a:latin typeface="맑은 고딕"/>
                <a:ea typeface="맑은 고딕"/>
              </a:rPr>
              <a:t>되는 공간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F735D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