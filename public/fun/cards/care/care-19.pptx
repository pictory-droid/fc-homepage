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7200" y="475200"/>
            <a:ext cx="849600" cy="849600"/>
          </a:xfrm>
          <a:prstGeom prst="ellipse">
            <a:avLst/>
          </a:prstGeom>
          <a:solidFill>
            <a:srgbClr val="C9EF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7200" y="475200"/>
            <a:ext cx="849600" cy="849600"/>
          </a:xfrm>
          <a:prstGeom prst="ellipse">
            <a:avLst/>
          </a:prstGeom>
          <a:solidFill>
            <a:srgbClr val="12B76A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692000" y="22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2533A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92000" y="54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전보라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92000" y="943200"/>
            <a:ext cx="1368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12533A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2000" y="1195200"/>
            <a:ext cx="144000" cy="180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9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253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2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9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253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2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9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1253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2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540000"/>
            <a:ext cx="28800" cy="7200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424800" y="612000"/>
            <a:ext cx="216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편안한 휴식이 되는 공간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4248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