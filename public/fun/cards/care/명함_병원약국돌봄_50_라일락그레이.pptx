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C8EA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9A8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9A8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C8EA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