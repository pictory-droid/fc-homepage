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A38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A38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A38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A38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66CBB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4A566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47DC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47DC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4A566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36A76"/>
                </a:solidFill>
                <a:latin typeface="맑은 고딕"/>
                <a:ea typeface="맑은 고딕"/>
              </a:rPr>
              <a:t>진료 · 상담 예약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