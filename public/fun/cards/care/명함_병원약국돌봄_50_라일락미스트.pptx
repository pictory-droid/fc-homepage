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A38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A38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A38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A38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66CBB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4A566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000" y="554400"/>
            <a:ext cx="144000" cy="14400"/>
          </a:xfrm>
          <a:prstGeom prst="rect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947DC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6000" y="554400"/>
            <a:ext cx="144000" cy="14400"/>
          </a:xfrm>
          <a:prstGeom prst="rect">
            <a:avLst/>
          </a:prstGeom>
          <a:solidFill>
            <a:srgbClr val="947D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56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947DC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94400"/>
            <a:ext cx="144000" cy="14400"/>
          </a:xfrm>
          <a:prstGeom prst="rect">
            <a:avLst/>
          </a:prstGeom>
          <a:solidFill>
            <a:srgbClr val="947D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56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4A566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6000" y="1094400"/>
            <a:ext cx="144000" cy="14400"/>
          </a:xfrm>
          <a:prstGeom prst="rect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656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36A76"/>
                </a:solidFill>
                <a:latin typeface="맑은 고딕"/>
                <a:ea typeface="맑은 고딕"/>
              </a:rPr>
              <a:t>진료 · 상담 예약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