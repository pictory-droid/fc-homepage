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고은채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한의사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491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FFE4BA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건강 검진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FFE4BA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침 · 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FFE4BA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FFE4BA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FFE4BA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C491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C4915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C4915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한의사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