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BC8B34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배OO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8000" y="432000"/>
            <a:ext cx="936000" cy="936000"/>
          </a:xfrm>
          <a:prstGeom prst="ellipse">
            <a:avLst/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24000"/>
            <a:ext cx="1152000" cy="1152000"/>
          </a:xfrm>
          <a:prstGeom prst="ellipse">
            <a:avLst/>
          </a:prstGeom>
          <a:noFill/>
          <a:ln w="432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29120" y="774720"/>
            <a:ext cx="164160" cy="1641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58720" y="774720"/>
            <a:ext cx="164160" cy="1641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433440" y="891360"/>
            <a:ext cx="285120" cy="181440"/>
          </a:xfrm>
          <a:custGeom>
            <a:avLst/>
            <a:gdLst/>
            <a:ahLst/>
            <a:cxnLst/>
            <a:rect l="l" t="t" r="r" b="b"/>
            <a:pathLst>
              <a:path w="285120" h="181440">
                <a:moveTo>
                  <a:pt x="0" y="0"/>
                </a:moveTo>
                <a:lnTo>
                  <a:pt x="285120" y="0"/>
                </a:lnTo>
                <a:lnTo>
                  <a:pt x="142560" y="1814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36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482400"/>
            <a:ext cx="43200" cy="43200"/>
          </a:xfrm>
          <a:prstGeom prst="ellipse">
            <a:avLst/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76000" y="4248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705600"/>
            <a:ext cx="43200" cy="43200"/>
          </a:xfrm>
          <a:prstGeom prst="ellipse">
            <a:avLst/>
          </a:prstGeom>
          <a:solidFill>
            <a:srgbClr val="6662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76000" y="648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928800"/>
            <a:ext cx="43200" cy="43200"/>
          </a:xfrm>
          <a:prstGeom prst="ellipse">
            <a:avLst/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476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1152000"/>
            <a:ext cx="43200" cy="43200"/>
          </a:xfrm>
          <a:prstGeom prst="ellipse">
            <a:avLst/>
          </a:prstGeom>
          <a:solidFill>
            <a:srgbClr val="6662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476000" y="1094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368000" y="1440000"/>
            <a:ext cx="165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368000" y="1512000"/>
            <a:ext cx="165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