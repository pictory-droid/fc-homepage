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BC8B34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9120" y="774720"/>
            <a:ext cx="164160" cy="164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8720" y="774720"/>
            <a:ext cx="164160" cy="164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33440" y="891360"/>
            <a:ext cx="285120" cy="181440"/>
          </a:xfrm>
          <a:custGeom>
            <a:avLst/>
            <a:gdLst/>
            <a:ahLst/>
            <a:cxnLst/>
            <a:rect l="l" t="t" r="r" b="b"/>
            <a:pathLst>
              <a:path w="285120" h="181440">
                <a:moveTo>
                  <a:pt x="0" y="0"/>
                </a:moveTo>
                <a:lnTo>
                  <a:pt x="285120" y="0"/>
                </a:lnTo>
                <a:lnTo>
                  <a:pt x="142560" y="181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666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9E6B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6662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