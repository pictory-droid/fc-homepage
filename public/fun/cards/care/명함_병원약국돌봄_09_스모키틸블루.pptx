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BF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BF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BF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4F8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95C38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장OO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26C77"/>
                </a:solidFill>
                <a:latin typeface="맑은 고딕"/>
                <a:ea typeface="맑은 고딕"/>
              </a:rPr>
              <a:t>사회복지사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C7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C7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C7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4F8796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D683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4F8796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B2230"/>
                </a:solidFill>
                <a:latin typeface="맑은 고딕"/>
                <a:ea typeface="맑은 고딕"/>
              </a:rPr>
              <a:t>일반 진료  ·  예방 접종  ·  물리 치료  ·  영양 상담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방문 전 예약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