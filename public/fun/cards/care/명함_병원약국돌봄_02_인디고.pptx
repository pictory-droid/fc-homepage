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EC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20000" cy="1800000"/>
          </a:xfrm>
          <a:prstGeom prst="rect">
            <a:avLst/>
          </a:prstGeom>
          <a:solidFill>
            <a:srgbClr val="3F3F8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296000" y="576000"/>
            <a:ext cx="648000" cy="648000"/>
          </a:xfrm>
          <a:prstGeom prst="ellipse">
            <a:avLst/>
          </a:prstGeom>
          <a:noFill/>
          <a:ln w="36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188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22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684000"/>
            <a:ext cx="122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00">
                <a:solidFill>
                  <a:srgbClr val="FFFFFF"/>
                </a:solidFill>
                <a:latin typeface="맑은 고딕"/>
                <a:ea typeface="맑은 고딕"/>
              </a:rPr>
              <a:t>이OO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936000"/>
            <a:ext cx="1224000" cy="1257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56"/>
              </a:lnSpc>
            </a:pPr>
            <a:r>
              <a:rPr sz="660" b="0">
                <a:solidFill>
                  <a:srgbClr val="FFFFFF">
                    <a:alpha val="85000"/>
                  </a:srgbClr>
                </a:solidFill>
                <a:latin typeface="맑은 고딕"/>
                <a:ea typeface="맑은 고딕"/>
              </a:rPr>
              <a:t>약사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872000" y="58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4264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174400" y="57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872000" y="76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4264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174400" y="75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872000" y="9468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24264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174400" y="936000"/>
            <a:ext cx="108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800000" y="540000"/>
            <a:ext cx="0" cy="720000"/>
          </a:xfrm>
          <a:prstGeom prst="line">
            <a:avLst/>
          </a:prstGeom>
          <a:ln w="3600">
            <a:solidFill>
              <a:srgbClr val="C9C9D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5F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B7CCD0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9AB7B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55858F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B7CCD0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건강 검진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55858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B7CCD0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침 · 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55858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B7CCD0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예약 문의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55858F"/>
            </a:solidFill>
          </a:ln>
        </p:spPr>
      </p:cxnSp>
      <p:sp>
        <p:nvSpPr>
          <p:cNvPr id="14" name="Rectangle 13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3E758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평일 09:00 – 18:00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FFFFFF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FFFFFF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약사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