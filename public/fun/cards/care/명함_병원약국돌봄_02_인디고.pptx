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C9C9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CCD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AB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7CCD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7CCD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7CCD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E75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