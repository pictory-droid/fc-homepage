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54400" y="878400"/>
            <a:ext cx="331200" cy="331200"/>
          </a:xfrm>
          <a:prstGeom prst="ellipse">
            <a:avLst/>
          </a:prstGeom>
          <a:solidFill>
            <a:srgbClr val="675574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73200" y="921600"/>
            <a:ext cx="93600" cy="24480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97600" y="997200"/>
            <a:ext cx="244800" cy="9360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9788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65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AB7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B68D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7280" y="701280"/>
            <a:ext cx="397440" cy="397440"/>
          </a:xfrm>
          <a:prstGeom prst="ellipse">
            <a:avLst/>
          </a:prstGeom>
          <a:solidFill>
            <a:srgbClr val="634E6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9840" y="753120"/>
            <a:ext cx="112320" cy="29376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120" y="843840"/>
            <a:ext cx="293760" cy="11232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4EFF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DDC9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E5D7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DDC9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E5D7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E9DDE3"/>
                </a:solidFill>
                <a:latin typeface="맑은 고딕"/>
                <a:ea typeface="맑은 고딕"/>
              </a:rPr>
              <a:t>진료 · 상담 예약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