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4FA3A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89AC2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8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8BB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0848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580B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BDC7D4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580B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BDC7D4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580B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BDC7D4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580B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BDC7D4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