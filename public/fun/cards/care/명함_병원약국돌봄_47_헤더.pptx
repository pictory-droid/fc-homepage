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1D9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952000" y="0"/>
            <a:ext cx="288000" cy="1800000"/>
          </a:xfrm>
          <a:prstGeom prst="rect">
            <a:avLst/>
          </a:prstGeom>
          <a:solidFill>
            <a:srgbClr val="8969A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52000" y="0"/>
            <a:ext cx="288000" cy="540000"/>
          </a:xfrm>
          <a:prstGeom prst="rect">
            <a:avLst/>
          </a:prstGeom>
          <a:solidFill>
            <a:srgbClr val="6687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57AA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39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sz="2500" b="1" spc="10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2000" y="943200"/>
            <a:ext cx="696503" cy="172800"/>
          </a:xfrm>
          <a:prstGeom prst="roundRect">
            <a:avLst>
              <a:gd name="adj" fmla="val 50000"/>
            </a:avLst>
          </a:prstGeom>
          <a:solidFill>
            <a:srgbClr val="9469B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52000" y="943200"/>
            <a:ext cx="696503" cy="17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267200"/>
            <a:ext cx="2484000" cy="0"/>
          </a:xfrm>
          <a:prstGeom prst="line">
            <a:avLst/>
          </a:prstGeom>
          <a:ln w="3600">
            <a:solidFill>
              <a:srgbClr val="C7C1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3536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8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4544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16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8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52000" y="13536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8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52000" y="14544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치아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9A7F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