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D9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8969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6687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57AAD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25200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696503" cy="172800"/>
          </a:xfrm>
          <a:prstGeom prst="roundRect">
            <a:avLst>
              <a:gd name="adj" fmla="val 50000"/>
            </a:avLst>
          </a:prstGeom>
          <a:solidFill>
            <a:srgbClr val="9469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6965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치과위생사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C7C1D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87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87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87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1B223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물리 치료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7E9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치아 관리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건강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전화 문의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