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C8E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90496" y="219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759616" y="378000"/>
            <a:ext cx="38016" cy="41472"/>
          </a:xfrm>
          <a:prstGeom prst="line">
            <a:avLst/>
          </a:prstGeom>
          <a:ln w="24192">
            <a:solidFill>
              <a:srgbClr val="C8E0CA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797632" y="336528"/>
            <a:ext cx="65664" cy="82944"/>
          </a:xfrm>
          <a:prstGeom prst="line">
            <a:avLst/>
          </a:prstGeom>
          <a:ln w="24192">
            <a:solidFill>
              <a:srgbClr val="C8E0C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B63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42F4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38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3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3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3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42F4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42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28400" y="651600"/>
            <a:ext cx="367200" cy="486000"/>
          </a:xfrm>
          <a:custGeom>
            <a:avLst/>
            <a:gdLst/>
            <a:ahLst/>
            <a:cxnLst/>
            <a:rect l="l" t="t" r="r" b="b"/>
            <a:pathLst>
              <a:path w="367200" h="486000">
                <a:moveTo>
                  <a:pt x="0" y="54000"/>
                </a:moveTo>
                <a:lnTo>
                  <a:pt x="183600" y="0"/>
                </a:lnTo>
                <a:lnTo>
                  <a:pt x="367200" y="54000"/>
                </a:lnTo>
                <a:lnTo>
                  <a:pt x="367200" y="259200"/>
                </a:lnTo>
                <a:lnTo>
                  <a:pt x="183600" y="486000"/>
                </a:lnTo>
                <a:lnTo>
                  <a:pt x="0" y="2592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536400" y="900000"/>
            <a:ext cx="59400" cy="64800"/>
          </a:xfrm>
          <a:prstGeom prst="line">
            <a:avLst/>
          </a:prstGeom>
          <a:ln w="37800">
            <a:solidFill>
              <a:srgbClr val="D6D6D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595800" y="835200"/>
            <a:ext cx="102600" cy="129600"/>
          </a:xfrm>
          <a:prstGeom prst="line">
            <a:avLst/>
          </a:prstGeom>
          <a:ln w="37800">
            <a:solidFill>
              <a:srgbClr val="D6D6D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아픈 곳은 정성으로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살피겠습니다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E9D7D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