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2016000" y="0"/>
            <a:ext cx="1224000" cy="1800000"/>
          </a:xfrm>
          <a:custGeom>
            <a:avLst/>
            <a:gdLst/>
            <a:ahLst/>
            <a:cxnLst/>
            <a:rect l="l" t="t" r="r" b="b"/>
            <a:pathLst>
              <a:path w="1224000" h="1800000">
                <a:moveTo>
                  <a:pt x="360000" y="0"/>
                </a:moveTo>
                <a:lnTo>
                  <a:pt x="1224000" y="0"/>
                </a:lnTo>
                <a:lnTo>
                  <a:pt x="1224000" y="1800000"/>
                </a:lnTo>
                <a:lnTo>
                  <a:pt x="0" y="1800000"/>
                </a:lnTo>
                <a:close/>
              </a:path>
            </a:pathLst>
          </a:custGeom>
          <a:solidFill>
            <a:srgbClr val="0057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1864800" y="0"/>
            <a:ext cx="460800" cy="1800000"/>
          </a:xfrm>
          <a:custGeom>
            <a:avLst/>
            <a:gdLst/>
            <a:ahLst/>
            <a:cxnLst/>
            <a:rect l="l" t="t" r="r" b="b"/>
            <a:pathLst>
              <a:path w="460800" h="1800000">
                <a:moveTo>
                  <a:pt x="360000" y="0"/>
                </a:moveTo>
                <a:lnTo>
                  <a:pt x="460800" y="0"/>
                </a:lnTo>
                <a:lnTo>
                  <a:pt x="100800" y="1800000"/>
                </a:lnTo>
                <a:lnTo>
                  <a:pt x="0" y="1800000"/>
                </a:lnTo>
                <a:close/>
              </a:path>
            </a:pathLst>
          </a:custGeom>
          <a:solidFill>
            <a:srgbClr val="D1DE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23200"/>
            <a:ext cx="144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 spc="200">
                <a:solidFill>
                  <a:srgbClr val="6B7280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540000"/>
            <a:ext cx="1584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90"/>
              </a:lnSpc>
            </a:pPr>
            <a:r>
              <a:rPr sz="2200" b="1">
                <a:solidFill>
                  <a:srgbClr val="12151C"/>
                </a:solidFill>
                <a:latin typeface="맑은 고딕"/>
                <a:ea typeface="맑은 고딕"/>
              </a:rPr>
              <a:t>한소율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943200"/>
            <a:ext cx="1584000" cy="1714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0">
                <a:solidFill>
                  <a:srgbClr val="6B7280"/>
                </a:solidFill>
                <a:latin typeface="맑은 고딕"/>
                <a:ea typeface="맑은 고딕"/>
              </a:rPr>
              <a:t>원장</a:t>
            </a:r>
          </a:p>
        </p:txBody>
      </p:sp>
      <p:sp>
        <p:nvSpPr>
          <p:cNvPr id="7" name="Rectangle 6"/>
          <p:cNvSpPr/>
          <p:nvPr/>
        </p:nvSpPr>
        <p:spPr>
          <a:xfrm>
            <a:off x="252000" y="1195200"/>
            <a:ext cx="144000" cy="18000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13284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583200" y="1317600"/>
            <a:ext cx="1188000" cy="1257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56"/>
              </a:lnSpc>
            </a:pPr>
            <a:r>
              <a:rPr sz="66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14580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583200" y="1447200"/>
            <a:ext cx="1188000" cy="1257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56"/>
              </a:lnSpc>
            </a:pPr>
            <a:r>
              <a:rPr sz="66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52000" y="15876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583200" y="1576800"/>
            <a:ext cx="1188000" cy="1257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56"/>
              </a:lnSpc>
            </a:pPr>
            <a:r>
              <a:rPr sz="66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11200" y="295200"/>
            <a:ext cx="417600" cy="417600"/>
          </a:xfrm>
          <a:prstGeom prst="ellipse">
            <a:avLst/>
          </a:prstGeom>
          <a:solidFill>
            <a:srgbClr val="1F6B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1368000" y="324000"/>
            <a:ext cx="504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3769"/>
              </a:lnSpc>
            </a:pPr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의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360000" y="820800"/>
            <a:ext cx="2520000" cy="1619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32"/>
              </a:lnSpc>
            </a:pPr>
            <a:r>
              <a:rPr sz="850" b="1" spc="200">
                <a:solidFill>
                  <a:srgbClr val="FFFFFF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sp>
        <p:nvSpPr>
          <p:cNvPr id="5" name="Rectangle 4"/>
          <p:cNvSpPr/>
          <p:nvPr/>
        </p:nvSpPr>
        <p:spPr>
          <a:xfrm>
            <a:off x="1530000" y="1051200"/>
            <a:ext cx="180000" cy="14400"/>
          </a:xfrm>
          <a:prstGeom prst="rect">
            <a:avLst/>
          </a:prstGeom>
          <a:solidFill>
            <a:srgbClr val="1F6B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540000" y="1188000"/>
            <a:ext cx="2160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A3A9B5"/>
                </a:solidFill>
                <a:latin typeface="맑은 고딕"/>
                <a:ea typeface="맑은 고딕"/>
              </a:rPr>
              <a:t>아픈 곳은 정성으로 살피겠습니다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원장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