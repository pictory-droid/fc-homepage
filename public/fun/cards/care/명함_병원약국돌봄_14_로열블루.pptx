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5B78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물리치료사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01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5401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6025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56025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평일 09:00 – 18:00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