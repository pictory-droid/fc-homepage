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FFA0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윤시우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6B7280"/>
                </a:solidFill>
                <a:latin typeface="맑은 고딕"/>
                <a:ea typeface="맑은 고딕"/>
              </a:rPr>
              <a:t>상담실장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FFA0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일반 진료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예방 접종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영양 상담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예약 문의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BLOG  blog.example.com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상담실장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