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5F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D7DBE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Oval 3"/>
          <p:cNvSpPr/>
          <p:nvPr/>
        </p:nvSpPr>
        <p:spPr>
          <a:xfrm rot="2280000">
            <a:off x="343728" y="440208"/>
            <a:ext cx="104544" cy="199584"/>
          </a:xfrm>
          <a:prstGeom prst="ellips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334224" y="468720"/>
            <a:ext cx="118800" cy="142560"/>
          </a:xfrm>
          <a:prstGeom prst="line">
            <a:avLst/>
          </a:prstGeom>
          <a:ln w="9504">
            <a:solidFill>
              <a:srgbClr val="69799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7DDEA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FFFFFF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7DDEA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7DDEA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7DDE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2280000">
            <a:off x="101952" y="171072"/>
            <a:ext cx="69696" cy="1330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95616" y="190080"/>
            <a:ext cx="79200" cy="95040"/>
          </a:xfrm>
          <a:prstGeom prst="line">
            <a:avLst/>
          </a:prstGeom>
          <a:ln w="6336">
            <a:solidFill>
              <a:srgbClr val="737373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394660"/>
                </a:solidFill>
                <a:latin typeface="맑은 고딕"/>
                <a:ea typeface="맑은 고딕"/>
              </a:rPr>
              <a:t>자세히 듣고 쉽게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394660"/>
                </a:solidFill>
                <a:latin typeface="맑은 고딕"/>
                <a:ea typeface="맑은 고딕"/>
              </a:rPr>
              <a:t>설명드립니다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B738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5E74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381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