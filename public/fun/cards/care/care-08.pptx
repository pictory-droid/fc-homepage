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자세히 듣고 쉽게 설명드립니다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