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533A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B8EBD6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송현우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533A"/>
                </a:solidFill>
                <a:latin typeface="맑은 고딕"/>
                <a:ea typeface="맑은 고딕"/>
              </a:rPr>
              <a:t>상담실장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0B533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재활 치료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