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2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D6B1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Oval 2"/>
          <p:cNvSpPr/>
          <p:nvPr/>
        </p:nvSpPr>
        <p:spPr>
          <a:xfrm>
            <a:off x="1546560" y="441360"/>
            <a:ext cx="82080" cy="82080"/>
          </a:xfrm>
          <a:prstGeom prst="ellipse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11360" y="441360"/>
            <a:ext cx="82080" cy="82080"/>
          </a:xfrm>
          <a:prstGeom prst="ellipse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548720" y="499680"/>
            <a:ext cx="142560" cy="90720"/>
          </a:xfrm>
          <a:custGeom>
            <a:avLst/>
            <a:gdLst/>
            <a:ahLst/>
            <a:cxnLst/>
            <a:rect l="l" t="t" r="r" b="b"/>
            <a:pathLst>
              <a:path w="142560" h="90720">
                <a:moveTo>
                  <a:pt x="0" y="0"/>
                </a:moveTo>
                <a:lnTo>
                  <a:pt x="142560" y="0"/>
                </a:lnTo>
                <a:lnTo>
                  <a:pt x="71280" y="90720"/>
                </a:lnTo>
                <a:close/>
              </a:path>
            </a:pathLst>
          </a:cu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F5CCCF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D6B1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1440" y="440640"/>
            <a:ext cx="601920" cy="60192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56640" y="440640"/>
            <a:ext cx="601920" cy="60192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97280" y="868320"/>
            <a:ext cx="1045440" cy="665280"/>
          </a:xfrm>
          <a:custGeom>
            <a:avLst/>
            <a:gdLst/>
            <a:ahLst/>
            <a:cxnLst/>
            <a:rect l="l" t="t" r="r" b="b"/>
            <a:pathLst>
              <a:path w="1045440" h="665280">
                <a:moveTo>
                  <a:pt x="0" y="0"/>
                </a:moveTo>
                <a:lnTo>
                  <a:pt x="1045440" y="0"/>
                </a:lnTo>
                <a:lnTo>
                  <a:pt x="522720" y="665280"/>
                </a:lnTo>
                <a:close/>
              </a:path>
            </a:pathLst>
          </a:cu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9F0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31920"/>
                </a:solidFill>
                <a:latin typeface="맑은 고딕"/>
                <a:ea typeface="맑은 고딕"/>
              </a:rPr>
              <a:t>아픔을 먼저 헤아리겠습니다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3646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