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아픔을 먼저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헤아리겠습니다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