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9C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39475B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39475B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39475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744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6C86A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9475B"/>
                </a:solidFill>
                <a:latin typeface="맑은 고딕"/>
                <a:ea typeface="맑은 고딕"/>
              </a:rPr>
              <a:t>한의사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9475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9475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9475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BB93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BB933C"/>
                </a:solidFill>
                <a:latin typeface="바탕"/>
                <a:ea typeface="바탕"/>
              </a:rPr>
              <a:t>진료 · 상담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BB933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예방 접종  ·  물리 치료  ·  영양 상담  ·  예약 문의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BB933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05C55"/>
                </a:solidFill>
                <a:latin typeface="바탕"/>
                <a:ea typeface="바탕"/>
              </a:rPr>
              <a:t>방문 전 예약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05C55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