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A90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A90B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A90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5F96B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C1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95E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66B8A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95E67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95E67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C525C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C525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