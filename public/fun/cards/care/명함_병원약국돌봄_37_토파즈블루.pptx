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A90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A90B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A90B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5F96B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FC1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66B8A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95E67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영양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95E67"/>
                </a:solidFill>
                <a:latin typeface="맑은 고딕"/>
                <a:ea typeface="맑은 고딕"/>
              </a:rPr>
              <a:t>건강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C525C"/>
                </a:solidFill>
                <a:latin typeface="맑은 고딕"/>
                <a:ea typeface="맑은 고딕"/>
              </a:rPr>
              <a:t>진료 · 상담 예약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C525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