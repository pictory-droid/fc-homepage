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6B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88919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BFC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BE4E6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88919E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CDEE2"/>
                </a:solidFill>
                <a:latin typeface="맑은 고딕"/>
                <a:ea typeface="맑은 고딕"/>
              </a:rPr>
              <a:t>한의사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88919E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DEE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DEE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CDEE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2F7E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E6B7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복약 상담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5F6672"/>
                </a:solidFill>
                <a:latin typeface="맑은 고딕"/>
                <a:ea typeface="맑은 고딕"/>
              </a:rPr>
              <a:t>전화 문의 가능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