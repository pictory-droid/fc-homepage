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3352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D0DAF1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2280000">
            <a:off x="2893392" y="1364112"/>
            <a:ext cx="117216" cy="22377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2882736" y="1396080"/>
            <a:ext cx="133200" cy="159840"/>
          </a:xfrm>
          <a:prstGeom prst="line">
            <a:avLst/>
          </a:prstGeom>
          <a:ln w="10656">
            <a:solidFill>
              <a:srgbClr val="737373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A748B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9294D"/>
                </a:solidFill>
                <a:latin typeface="맑은 고딕"/>
                <a:ea typeface="맑은 고딕"/>
              </a:rPr>
              <a:t>남도현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35299"/>
                </a:solidFill>
                <a:latin typeface="맑은 고딕"/>
                <a:ea typeface="맑은 고딕"/>
              </a:rPr>
              <a:t>물리치료사</a:t>
            </a:r>
          </a:p>
        </p:txBody>
      </p:sp>
      <p:sp>
        <p:nvSpPr>
          <p:cNvPr id="9" name="Rectangle 8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3352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3529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294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3529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294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3529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294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914C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2280000">
            <a:off x="101952" y="171072"/>
            <a:ext cx="69696" cy="13305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95616" y="190080"/>
            <a:ext cx="79200" cy="95040"/>
          </a:xfrm>
          <a:prstGeom prst="line">
            <a:avLst/>
          </a:prstGeom>
          <a:ln w="6336">
            <a:solidFill>
              <a:srgbClr val="737373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19294D"/>
                </a:solidFill>
                <a:latin typeface="바탕"/>
                <a:ea typeface="바탕"/>
              </a:rPr>
              <a:t>건강한 내일을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19294D"/>
                </a:solidFill>
                <a:latin typeface="바탕"/>
                <a:ea typeface="바탕"/>
              </a:rPr>
              <a:t>함께 준비해요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87187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914C3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87187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물리치료사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