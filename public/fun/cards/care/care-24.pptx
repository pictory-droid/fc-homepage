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ED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1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5111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51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5111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한방 치료  ·  조제  ·  방문 요양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