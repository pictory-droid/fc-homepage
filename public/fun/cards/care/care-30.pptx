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백이현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12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영양사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168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5696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656000" y="15696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88000" y="0"/>
            <a:ext cx="1152000" cy="18000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97600" y="633600"/>
            <a:ext cx="532800" cy="532800"/>
          </a:xfrm>
          <a:prstGeom prst="ellipse">
            <a:avLst/>
          </a:prstGeom>
          <a:noFill/>
          <a:ln w="108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304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6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몸이 보내는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신호를 살핍니다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512000"/>
            <a:ext cx="15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631728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