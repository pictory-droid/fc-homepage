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3F95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3F95A6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3F95A6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3F95A6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3F95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3F95A6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3F95A6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3F95A6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3F95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3F95A6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3F95A6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3F95A6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3F95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3F95A6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3F95A6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3F95A6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3F95A6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3F95A6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3F95A6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3F95A6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D1EB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F7A7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3535C"/>
                </a:solidFill>
                <a:latin typeface="맑은 고딕"/>
                <a:ea typeface="맑은 고딕"/>
              </a:rPr>
              <a:t>백이현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67F8D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67F8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67F8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67F8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Freeform 32"/>
          <p:cNvSpPr/>
          <p:nvPr/>
        </p:nvSpPr>
        <p:spPr>
          <a:xfrm>
            <a:off x="2782080" y="1055520"/>
            <a:ext cx="195840" cy="259200"/>
          </a:xfrm>
          <a:custGeom>
            <a:avLst/>
            <a:gdLst/>
            <a:ahLst/>
            <a:cxnLst/>
            <a:rect l="l" t="t" r="r" b="b"/>
            <a:pathLst>
              <a:path w="195840" h="259200">
                <a:moveTo>
                  <a:pt x="0" y="28800"/>
                </a:moveTo>
                <a:lnTo>
                  <a:pt x="97920" y="0"/>
                </a:lnTo>
                <a:lnTo>
                  <a:pt x="195840" y="28800"/>
                </a:lnTo>
                <a:lnTo>
                  <a:pt x="195840" y="138240"/>
                </a:lnTo>
                <a:lnTo>
                  <a:pt x="97920" y="259200"/>
                </a:lnTo>
                <a:lnTo>
                  <a:pt x="0" y="138240"/>
                </a:lnTo>
                <a:close/>
              </a:path>
            </a:pathLst>
          </a:cu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839680" y="1188000"/>
            <a:ext cx="31680" cy="34560"/>
          </a:xfrm>
          <a:prstGeom prst="line">
            <a:avLst/>
          </a:prstGeom>
          <a:ln w="20160">
            <a:solidFill>
              <a:srgbClr val="D1EBF0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2871360" y="1153440"/>
            <a:ext cx="54720" cy="69120"/>
          </a:xfrm>
          <a:prstGeom prst="line">
            <a:avLst/>
          </a:prstGeom>
          <a:ln w="20160">
            <a:solidFill>
              <a:srgbClr val="D1EBF0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396F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C3629"/>
                </a:solidFill>
                <a:latin typeface="바탕"/>
                <a:ea typeface="바탕"/>
              </a:rPr>
              <a:t>몸이 보내는 신호를 살핍니다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396F54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2746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Freeform 6"/>
          <p:cNvSpPr/>
          <p:nvPr/>
        </p:nvSpPr>
        <p:spPr>
          <a:xfrm>
            <a:off x="1558800" y="241200"/>
            <a:ext cx="122400" cy="162000"/>
          </a:xfrm>
          <a:custGeom>
            <a:avLst/>
            <a:gdLst/>
            <a:ahLst/>
            <a:cxnLst/>
            <a:rect l="l" t="t" r="r" b="b"/>
            <a:pathLst>
              <a:path w="122400" h="162000">
                <a:moveTo>
                  <a:pt x="0" y="18000"/>
                </a:moveTo>
                <a:lnTo>
                  <a:pt x="61200" y="0"/>
                </a:lnTo>
                <a:lnTo>
                  <a:pt x="122400" y="18000"/>
                </a:lnTo>
                <a:lnTo>
                  <a:pt x="122400" y="86400"/>
                </a:lnTo>
                <a:lnTo>
                  <a:pt x="61200" y="162000"/>
                </a:lnTo>
                <a:lnTo>
                  <a:pt x="0" y="86400"/>
                </a:lnTo>
                <a:close/>
              </a:path>
            </a:pathLst>
          </a:custGeom>
          <a:solidFill>
            <a:srgbClr val="396F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594800" y="324000"/>
            <a:ext cx="19800" cy="21600"/>
          </a:xfrm>
          <a:prstGeom prst="line">
            <a:avLst/>
          </a:prstGeom>
          <a:ln w="12600">
            <a:solidFill>
              <a:srgbClr val="E2F2E9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14600" y="302400"/>
            <a:ext cx="34200" cy="43200"/>
          </a:xfrm>
          <a:prstGeom prst="line">
            <a:avLst/>
          </a:prstGeom>
          <a:ln w="12600">
            <a:solidFill>
              <a:srgbClr val="E2F2E9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