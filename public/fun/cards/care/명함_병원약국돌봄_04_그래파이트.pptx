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E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72000"/>
            <a:ext cx="1296000" cy="10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700"/>
              </a:lnSpc>
            </a:pPr>
            <a:r>
              <a:rPr sz="6000" b="1">
                <a:solidFill>
                  <a:srgbClr val="5F6975">
                    <a:alpha val="95000"/>
                  </a:srgbClr>
                </a:solidFill>
                <a:latin typeface="맑은 고딕"/>
                <a:ea typeface="맑은 고딕"/>
              </a:rPr>
              <a:t>최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1692000" y="266400"/>
            <a:ext cx="129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32858A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080000"/>
            <a:ext cx="2520000" cy="20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 spc="100">
                <a:solidFill>
                  <a:srgbClr val="1B2230"/>
                </a:solidFill>
                <a:latin typeface="맑은 고딕"/>
                <a:ea typeface="맑은 고딕"/>
              </a:rPr>
              <a:t>최OO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288800"/>
            <a:ext cx="252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636A76"/>
                </a:solidFill>
                <a:latin typeface="맑은 고딕"/>
                <a:ea typeface="맑은 고딕"/>
              </a:rPr>
              <a:t>물리치료사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1468800"/>
            <a:ext cx="2736000" cy="0"/>
          </a:xfrm>
          <a:prstGeom prst="line">
            <a:avLst/>
          </a:prstGeom>
          <a:ln w="3600">
            <a:solidFill>
              <a:srgbClr val="C0C7D0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B2230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7F3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4A5663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BCDDDF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3A9BA0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예방 접종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BCDDD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3A9BA0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재활 치료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BCDDD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3A9BA0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B2230"/>
                </a:solidFill>
                <a:latin typeface="맑은 고딕"/>
                <a:ea typeface="맑은 고딕"/>
              </a:rPr>
              <a:t>물리 치료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BCDDD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264B56"/>
                </a:solidFill>
                <a:latin typeface="맑은 고딕"/>
                <a:ea typeface="맑은 고딕"/>
              </a:rPr>
              <a:t>방문 전 예약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264B56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물리치료사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