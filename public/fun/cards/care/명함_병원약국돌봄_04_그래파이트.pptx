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E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266400"/>
            <a:ext cx="230400" cy="21600"/>
          </a:xfrm>
          <a:prstGeom prst="rect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36000" y="237600"/>
            <a:ext cx="216000" cy="216000"/>
          </a:xfrm>
          <a:prstGeom prst="ellipse">
            <a:avLst/>
          </a:prstGeom>
          <a:noFill/>
          <a:ln w="5040">
            <a:solidFill>
              <a:srgbClr val="4A566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26000" y="327600"/>
            <a:ext cx="36000" cy="36000"/>
          </a:xfrm>
          <a:prstGeom prst="ellipse">
            <a:avLst/>
          </a:prstGeom>
          <a:solidFill>
            <a:srgbClr val="3794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403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2858A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33600"/>
            <a:ext cx="2736000" cy="0"/>
          </a:xfrm>
          <a:prstGeom prst="line">
            <a:avLst/>
          </a:prstGeom>
          <a:ln w="3600">
            <a:solidFill>
              <a:srgbClr val="C0C7D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008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B2230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312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36A76"/>
                </a:solidFill>
                <a:latin typeface="맑은 고딕"/>
                <a:ea typeface="맑은 고딕"/>
              </a:rPr>
              <a:t>물리치료사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C0C7D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A5663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BCDDD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3A9BA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예방 접종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BCDD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3A9BA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재활 치료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BCDD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3A9BA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BCDD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264B56"/>
                </a:solidFill>
                <a:latin typeface="맑은 고딕"/>
                <a:ea typeface="맑은 고딕"/>
              </a:rPr>
              <a:t>방문 전 예약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264B56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