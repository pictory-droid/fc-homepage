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3A9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3A9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1B2230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82A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3A9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3A9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5F6672"/>
                </a:solidFill>
                <a:latin typeface="맑은 고딕"/>
                <a:ea typeface="맑은 고딕"/>
              </a:rPr>
              <a:t>영양사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F6672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9BF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2E7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2E7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2E7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2E7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2E7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2E7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2E7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2E7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2E7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2E7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8FA3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86C6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2E7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조제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치아 관리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2E7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8FA3BA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465162"/>
                </a:solidFill>
                <a:latin typeface="맑은 고딕"/>
                <a:ea typeface="맑은 고딕"/>
              </a:rPr>
              <a:t>진료 · 상담 예약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