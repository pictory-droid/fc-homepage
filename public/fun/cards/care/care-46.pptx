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요양보호사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9E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A06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지치지 않게 곁을 지키겠습니다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46332D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