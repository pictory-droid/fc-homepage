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요양보호사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E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6332D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건강 상담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A0674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32D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