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1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89E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45360" y="249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889E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24560" y="432000"/>
            <a:ext cx="43560" cy="47520"/>
          </a:xfrm>
          <a:prstGeom prst="line">
            <a:avLst/>
          </a:prstGeom>
          <a:ln w="27720">
            <a:solidFill>
              <a:srgbClr val="525F6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868120" y="384480"/>
            <a:ext cx="75240" cy="95040"/>
          </a:xfrm>
          <a:prstGeom prst="line">
            <a:avLst/>
          </a:prstGeom>
          <a:ln w="27720">
            <a:solidFill>
              <a:srgbClr val="525F6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AADB6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7BCB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843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B2041"/>
                </a:solidFill>
                <a:latin typeface="바탕"/>
                <a:ea typeface="바탕"/>
              </a:rPr>
              <a:t>지치지 않게 곁을 지키겠습니다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8438A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B6E8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D2D6E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D2D6EF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