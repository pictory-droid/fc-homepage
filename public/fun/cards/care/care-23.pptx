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FF3C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FF3C6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FF3C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591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5911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9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9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9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