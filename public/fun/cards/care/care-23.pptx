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F3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591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5911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591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591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591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C800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정확하고 따뜻한 돌봄을 드립니다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