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512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EFCBD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EFCBD5"/>
                </a:solidFill>
                <a:latin typeface="맑은 고딕"/>
                <a:ea typeface="맑은 고딕"/>
              </a:rPr>
              <a:t>사회복지사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3718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EFCB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EFCB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EFCBD5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건강한 생활의 동반자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50142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