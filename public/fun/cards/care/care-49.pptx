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E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3B0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86160" y="488160"/>
            <a:ext cx="463680" cy="463680"/>
          </a:xfrm>
          <a:prstGeom prst="ellipse">
            <a:avLst/>
          </a:prstGeom>
          <a:solidFill>
            <a:srgbClr val="D9D9D9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2480" y="548640"/>
            <a:ext cx="131040" cy="342720"/>
          </a:xfrm>
          <a:prstGeom prst="roundRect">
            <a:avLst>
              <a:gd name="adj" fmla="val 11538"/>
            </a:avLst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46640" y="654480"/>
            <a:ext cx="342720" cy="131040"/>
          </a:xfrm>
          <a:prstGeom prst="roundRect">
            <a:avLst>
              <a:gd name="adj" fmla="val 11538"/>
            </a:avLst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40404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9D8E8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3B0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454400" y="374400"/>
            <a:ext cx="331200" cy="331200"/>
          </a:xfrm>
          <a:prstGeom prst="ellipse">
            <a:avLst/>
          </a:prstGeom>
          <a:solidFill>
            <a:srgbClr val="8080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73200" y="417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97600" y="493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건강한 생활의 동반자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