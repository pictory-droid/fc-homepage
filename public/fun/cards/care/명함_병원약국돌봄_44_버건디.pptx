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80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B7BE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0B7BE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1B2A49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