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치과위생사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34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7C7CA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A17982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7C7C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A1798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7C7C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A1798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7C7C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A17982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7C7C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A17982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946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