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5DF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B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FF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DB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F5BFF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F5BFF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F5BFF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DBFF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DBFF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CEDBF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CEDBFF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