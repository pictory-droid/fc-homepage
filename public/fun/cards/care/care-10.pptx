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건강은 꾸준한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관심에서 시작됩니다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