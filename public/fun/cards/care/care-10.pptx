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의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임건우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영양사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8181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의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예방 접종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방문 요양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물리 치료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토 09:00 – 13:00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영양사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