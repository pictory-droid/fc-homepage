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A5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462400" y="158400"/>
            <a:ext cx="43200" cy="43200"/>
          </a:xfrm>
          <a:prstGeom prst="ellipse">
            <a:avLst/>
          </a:prstGeom>
          <a:solidFill>
            <a:srgbClr val="FADBC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462400" y="266400"/>
            <a:ext cx="43200" cy="43200"/>
          </a:xfrm>
          <a:prstGeom prst="ellipse">
            <a:avLst/>
          </a:prstGeom>
          <a:solidFill>
            <a:srgbClr val="FADBC7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462400" y="374400"/>
            <a:ext cx="43200" cy="43200"/>
          </a:xfrm>
          <a:prstGeom prst="ellipse">
            <a:avLst/>
          </a:prstGeom>
          <a:solidFill>
            <a:srgbClr val="FADBC7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462400" y="482400"/>
            <a:ext cx="43200" cy="43200"/>
          </a:xfrm>
          <a:prstGeom prst="ellipse">
            <a:avLst/>
          </a:prstGeom>
          <a:solidFill>
            <a:srgbClr val="FADBC7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70400" y="158400"/>
            <a:ext cx="43200" cy="43200"/>
          </a:xfrm>
          <a:prstGeom prst="ellipse">
            <a:avLst/>
          </a:prstGeom>
          <a:solidFill>
            <a:srgbClr val="FADBC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70400" y="266400"/>
            <a:ext cx="43200" cy="43200"/>
          </a:xfrm>
          <a:prstGeom prst="ellipse">
            <a:avLst/>
          </a:prstGeom>
          <a:solidFill>
            <a:srgbClr val="FADBC7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570400" y="374400"/>
            <a:ext cx="43200" cy="43200"/>
          </a:xfrm>
          <a:prstGeom prst="ellipse">
            <a:avLst/>
          </a:prstGeom>
          <a:solidFill>
            <a:srgbClr val="FADBC7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570400" y="482400"/>
            <a:ext cx="43200" cy="43200"/>
          </a:xfrm>
          <a:prstGeom prst="ellipse">
            <a:avLst/>
          </a:prstGeom>
          <a:solidFill>
            <a:srgbClr val="FADBC7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78400" y="158400"/>
            <a:ext cx="43200" cy="43200"/>
          </a:xfrm>
          <a:prstGeom prst="ellipse">
            <a:avLst/>
          </a:prstGeom>
          <a:solidFill>
            <a:srgbClr val="FADBC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678400" y="266400"/>
            <a:ext cx="43200" cy="43200"/>
          </a:xfrm>
          <a:prstGeom prst="ellipse">
            <a:avLst/>
          </a:prstGeom>
          <a:solidFill>
            <a:srgbClr val="FADBC7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78400" y="374400"/>
            <a:ext cx="43200" cy="43200"/>
          </a:xfrm>
          <a:prstGeom prst="ellipse">
            <a:avLst/>
          </a:prstGeom>
          <a:solidFill>
            <a:srgbClr val="FADBC7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678400" y="482400"/>
            <a:ext cx="43200" cy="43200"/>
          </a:xfrm>
          <a:prstGeom prst="ellipse">
            <a:avLst/>
          </a:prstGeom>
          <a:solidFill>
            <a:srgbClr val="FADBC7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86400" y="158400"/>
            <a:ext cx="43200" cy="43200"/>
          </a:xfrm>
          <a:prstGeom prst="ellipse">
            <a:avLst/>
          </a:prstGeom>
          <a:solidFill>
            <a:srgbClr val="FADBC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786400" y="266400"/>
            <a:ext cx="43200" cy="43200"/>
          </a:xfrm>
          <a:prstGeom prst="ellipse">
            <a:avLst/>
          </a:prstGeom>
          <a:solidFill>
            <a:srgbClr val="FADBC7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786400" y="374400"/>
            <a:ext cx="43200" cy="43200"/>
          </a:xfrm>
          <a:prstGeom prst="ellipse">
            <a:avLst/>
          </a:prstGeom>
          <a:solidFill>
            <a:srgbClr val="FADBC7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786400" y="482400"/>
            <a:ext cx="43200" cy="43200"/>
          </a:xfrm>
          <a:prstGeom prst="ellipse">
            <a:avLst/>
          </a:prstGeom>
          <a:solidFill>
            <a:srgbClr val="FADBC7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94400" y="158400"/>
            <a:ext cx="43200" cy="43200"/>
          </a:xfrm>
          <a:prstGeom prst="ellipse">
            <a:avLst/>
          </a:prstGeom>
          <a:solidFill>
            <a:srgbClr val="FADBC7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894400" y="266400"/>
            <a:ext cx="43200" cy="43200"/>
          </a:xfrm>
          <a:prstGeom prst="ellipse">
            <a:avLst/>
          </a:prstGeom>
          <a:solidFill>
            <a:srgbClr val="FADBC7">
              <a:alpha val="57999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894400" y="374400"/>
            <a:ext cx="43200" cy="43200"/>
          </a:xfrm>
          <a:prstGeom prst="ellipse">
            <a:avLst/>
          </a:prstGeom>
          <a:solidFill>
            <a:srgbClr val="FADBC7">
              <a:alpha val="46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894400" y="482400"/>
            <a:ext cx="43200" cy="43200"/>
          </a:xfrm>
          <a:prstGeom prst="ellipse">
            <a:avLst/>
          </a:prstGeom>
          <a:solidFill>
            <a:srgbClr val="FADBC7">
              <a:alpha val="34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663200"/>
            <a:ext cx="3240000" cy="136800"/>
          </a:xfrm>
          <a:prstGeom prst="rect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1663200"/>
            <a:ext cx="936000" cy="136800"/>
          </a:xfrm>
          <a:prstGeom prst="rect">
            <a:avLst/>
          </a:prstGeom>
          <a:solidFill>
            <a:srgbClr val="C574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텍스트"/>
          <p:cNvSpPr txBox="1"/>
          <p:nvPr/>
        </p:nvSpPr>
        <p:spPr>
          <a:xfrm>
            <a:off x="252000" y="2088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FEFCFB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54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임건우</a:t>
            </a:r>
          </a:p>
        </p:txBody>
      </p:sp>
      <p:sp>
        <p:nvSpPr>
          <p:cNvPr id="26" name="텍스트"/>
          <p:cNvSpPr txBox="1"/>
          <p:nvPr/>
        </p:nvSpPr>
        <p:spPr>
          <a:xfrm>
            <a:off x="252000" y="828000"/>
            <a:ext cx="2016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FFFDFC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27" name="텍스트"/>
          <p:cNvSpPr txBox="1"/>
          <p:nvPr/>
        </p:nvSpPr>
        <p:spPr>
          <a:xfrm>
            <a:off x="252000" y="11088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DFC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396000" y="11088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2777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DFC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396000" y="12777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4466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DF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396000" y="14466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33" name="Oval 32"/>
          <p:cNvSpPr/>
          <p:nvPr/>
        </p:nvSpPr>
        <p:spPr>
          <a:xfrm>
            <a:off x="2782080" y="1104480"/>
            <a:ext cx="109440" cy="109440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868480" y="1104480"/>
            <a:ext cx="109440" cy="109440"/>
          </a:xfrm>
          <a:prstGeom prst="ellipse">
            <a:avLst/>
          </a:pr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Freeform 34"/>
          <p:cNvSpPr/>
          <p:nvPr/>
        </p:nvSpPr>
        <p:spPr>
          <a:xfrm>
            <a:off x="2784960" y="1182240"/>
            <a:ext cx="190080" cy="120960"/>
          </a:xfrm>
          <a:custGeom>
            <a:avLst/>
            <a:gdLst/>
            <a:ahLst/>
            <a:cxnLst/>
            <a:rect l="l" t="t" r="r" b="b"/>
            <a:pathLst>
              <a:path w="190080" h="120960">
                <a:moveTo>
                  <a:pt x="0" y="0"/>
                </a:moveTo>
                <a:lnTo>
                  <a:pt x="190080" y="0"/>
                </a:lnTo>
                <a:lnTo>
                  <a:pt x="95040" y="120960"/>
                </a:lnTo>
                <a:close/>
              </a:path>
            </a:pathLst>
          </a:custGeom>
          <a:solidFill>
            <a:srgbClr val="FADB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42F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81440" y="440640"/>
            <a:ext cx="601920" cy="601920"/>
          </a:xfrm>
          <a:prstGeom prst="ellipse">
            <a:avLst/>
          </a:prstGeom>
          <a:solidFill>
            <a:srgbClr val="CC82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56640" y="440640"/>
            <a:ext cx="601920" cy="601920"/>
          </a:xfrm>
          <a:prstGeom prst="ellipse">
            <a:avLst/>
          </a:prstGeom>
          <a:solidFill>
            <a:srgbClr val="CC82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1097280" y="868320"/>
            <a:ext cx="1045440" cy="665280"/>
          </a:xfrm>
          <a:custGeom>
            <a:avLst/>
            <a:gdLst/>
            <a:ahLst/>
            <a:cxnLst/>
            <a:rect l="l" t="t" r="r" b="b"/>
            <a:pathLst>
              <a:path w="1045440" h="665280">
                <a:moveTo>
                  <a:pt x="0" y="0"/>
                </a:moveTo>
                <a:lnTo>
                  <a:pt x="1045440" y="0"/>
                </a:lnTo>
                <a:lnTo>
                  <a:pt x="522720" y="665280"/>
                </a:lnTo>
                <a:close/>
              </a:path>
            </a:pathLst>
          </a:custGeom>
          <a:solidFill>
            <a:srgbClr val="CC82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742F4C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바탕"/>
                <a:ea typeface="바탕"/>
              </a:rPr>
              <a:t>건강은 꾸준한 관심에서 시작됩니다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CC82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CEB6C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