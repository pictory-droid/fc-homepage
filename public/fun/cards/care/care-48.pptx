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E828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상담실장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28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마음까지 어루만지는 진료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F9C9D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