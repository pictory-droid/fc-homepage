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927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944000" y="216000"/>
            <a:ext cx="10800" cy="1368000"/>
          </a:xfrm>
          <a:prstGeom prst="rect">
            <a:avLst/>
          </a:prstGeom>
          <a:solidFill>
            <a:srgbClr val="B682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01600"/>
            <a:ext cx="1584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300">
                <a:solidFill>
                  <a:srgbClr val="BFB3AC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4" name="Oval 3"/>
          <p:cNvSpPr/>
          <p:nvPr/>
        </p:nvSpPr>
        <p:spPr>
          <a:xfrm rot="2280000">
            <a:off x="343728" y="440208"/>
            <a:ext cx="104544" cy="199584"/>
          </a:xfrm>
          <a:prstGeom prst="ellipse">
            <a:avLst/>
          </a:prstGeom>
          <a:solidFill>
            <a:srgbClr val="B682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334224" y="468720"/>
            <a:ext cx="118800" cy="142560"/>
          </a:xfrm>
          <a:prstGeom prst="line">
            <a:avLst/>
          </a:prstGeom>
          <a:ln w="9504">
            <a:solidFill>
              <a:srgbClr val="664A39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16000" y="972000"/>
            <a:ext cx="1728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BD8E74"/>
                </a:solidFill>
                <a:latin typeface="맑은 고딕"/>
                <a:ea typeface="맑은 고딕"/>
              </a:rPr>
              <a:t>상담실장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16000" y="1123200"/>
            <a:ext cx="1728000" cy="346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sz="2100" b="1" spc="50">
                <a:solidFill>
                  <a:srgbClr val="FFFFFF"/>
                </a:solidFill>
                <a:latin typeface="바탕"/>
                <a:ea typeface="바탕"/>
              </a:rPr>
              <a:t>공나래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073600" y="540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BD8E74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217600" y="540000"/>
            <a:ext cx="900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073600" y="708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BD8E74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217600" y="708911"/>
            <a:ext cx="900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073600" y="877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BD8E74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217600" y="877822"/>
            <a:ext cx="900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3600" cy="1800000"/>
          </a:xfrm>
          <a:prstGeom prst="rect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 rot="2280000">
            <a:off x="101952" y="171072"/>
            <a:ext cx="69696" cy="13305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95616" y="190080"/>
            <a:ext cx="79200" cy="95040"/>
          </a:xfrm>
          <a:prstGeom prst="line">
            <a:avLst/>
          </a:prstGeom>
          <a:ln w="6336">
            <a:solidFill>
              <a:srgbClr val="737373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504000" y="396000"/>
            <a:ext cx="180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7"/>
              </a:lnSpc>
            </a:pPr>
            <a:r>
              <a:rPr sz="1150" b="1">
                <a:solidFill>
                  <a:srgbClr val="3A5E88"/>
                </a:solidFill>
                <a:latin typeface="바탕"/>
                <a:ea typeface="바탕"/>
              </a:rPr>
              <a:t>마음까지 어루만지는 진료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504000" y="1260000"/>
            <a:ext cx="1728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66788E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7" name="Rectangle 6"/>
          <p:cNvSpPr/>
          <p:nvPr/>
        </p:nvSpPr>
        <p:spPr>
          <a:xfrm>
            <a:off x="2520000" y="216000"/>
            <a:ext cx="468000" cy="468000"/>
          </a:xfrm>
          <a:prstGeom prst="rect">
            <a:avLst/>
          </a:prstGeom>
          <a:noFill/>
          <a:ln w="9000">
            <a:solidFill>
              <a:srgbClr val="6991B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0" y="216000"/>
            <a:ext cx="46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6788E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상담실장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