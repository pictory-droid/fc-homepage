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906A28">
                    <a:alpha val="95000"/>
                  </a:srgbClr>
                </a:solidFill>
                <a:latin typeface="맑은 고딕"/>
                <a:ea typeface="맑은 고딕"/>
              </a:rPr>
              <a:t>곽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C492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C4928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F2E3C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D7A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재활 치료  ·  물리 치료  ·  치아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