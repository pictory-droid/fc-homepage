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5F73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F6B54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2520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안OO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696503" cy="172800"/>
          </a:xfrm>
          <a:prstGeom prst="roundRect">
            <a:avLst>
              <a:gd name="adj" fmla="val 50000"/>
            </a:avLst>
          </a:prstGeom>
          <a:solidFill>
            <a:srgbClr val="7C8C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696503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B2230"/>
                </a:solidFill>
                <a:latin typeface="맑은 고딕"/>
                <a:ea typeface="맑은 고딕"/>
              </a:rPr>
              <a:t>치과위생사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71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A5C4BB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BCC4E2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A5C4BB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BCC4E2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A5C4BB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BCC4E2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A5C4BB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BCC4E2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A5C4BB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BCC4E2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3D8EC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A5C4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예방 접종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BCC4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조제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A5C4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물리 치료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609686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D0E0DB"/>
                </a:solidFill>
                <a:latin typeface="맑은 고딕"/>
                <a:ea typeface="맑은 고딕"/>
              </a:rPr>
              <a:t>전화 문의 가능  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치과위생사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