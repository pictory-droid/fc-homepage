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6F7378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4F2D4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4F2D4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4F2D4F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429840" y="861840"/>
            <a:ext cx="364320" cy="364320"/>
          </a:xfrm>
          <a:prstGeom prst="ellipse">
            <a:avLst/>
          </a:prstGeom>
          <a:solidFill>
            <a:srgbClr val="ACB9C4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0520" y="909360"/>
            <a:ext cx="102960" cy="2692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7360" y="992520"/>
            <a:ext cx="269280" cy="10296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6C8397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1CBD3"/>
                </a:solidFill>
                <a:latin typeface="맑은 고딕"/>
                <a:ea typeface="맑은 고딕"/>
              </a:rPr>
              <a:t>평일 09:00 – 18:00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