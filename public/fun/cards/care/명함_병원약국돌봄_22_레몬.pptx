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641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6411"/>
                </a:solidFill>
                <a:latin typeface="맑은 고딕"/>
                <a:ea typeface="맑은 고딕"/>
              </a:rPr>
              <a:t>약사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1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1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1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FFE600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E600"/>
          </a:solidFill>
          <a:ln w="5760">
            <a:solidFill>
              <a:srgbClr val="FFE6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E6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E6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한방 치료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