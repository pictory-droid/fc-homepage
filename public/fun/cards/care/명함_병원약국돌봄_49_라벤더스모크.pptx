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5E6B7C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A496CC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A496CC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A496CC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A496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5F6672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공OO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682103" cy="158400"/>
          </a:xfrm>
          <a:prstGeom prst="roundRect">
            <a:avLst>
              <a:gd name="adj" fmla="val 50000"/>
            </a:avLst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682103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1B2230"/>
                </a:solidFill>
                <a:latin typeface="맑은 고딕"/>
                <a:ea typeface="맑은 고딕"/>
              </a:rPr>
              <a:t>사회복지사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A496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A496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A496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6B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7580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Oval 3"/>
          <p:cNvSpPr/>
          <p:nvPr/>
        </p:nvSpPr>
        <p:spPr>
          <a:xfrm>
            <a:off x="429840" y="861840"/>
            <a:ext cx="364320" cy="364320"/>
          </a:xfrm>
          <a:prstGeom prst="ellipse">
            <a:avLst/>
          </a:prstGeom>
          <a:solidFill>
            <a:srgbClr val="BAC0C6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0520" y="909360"/>
            <a:ext cx="102960" cy="26928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7360" y="992520"/>
            <a:ext cx="269280" cy="10296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건강 검진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88919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88919E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88919E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치아 관리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88919E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CDEE2"/>
                </a:solidFill>
                <a:latin typeface="맑은 고딕"/>
                <a:ea typeface="맑은 고딕"/>
              </a:rPr>
              <a:t>진료 · 상담 예약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사회복지사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