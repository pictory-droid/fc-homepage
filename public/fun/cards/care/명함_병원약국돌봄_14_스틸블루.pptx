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858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A77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6AD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B7FA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6AD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6AD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진료 · 상담 예약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