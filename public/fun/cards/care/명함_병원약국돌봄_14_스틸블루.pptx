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5858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26A77"/>
                </a:solidFill>
                <a:latin typeface="맑은 고딕"/>
                <a:ea typeface="맑은 고딕"/>
              </a:rPr>
              <a:t>물리치료사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46AD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B7FA8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46AD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01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5401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6025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46AD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56025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진료 · 상담 예약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