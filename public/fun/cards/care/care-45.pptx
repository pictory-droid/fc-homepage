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2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5A4B3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A086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바탕"/>
                <a:ea typeface="바탕"/>
              </a:rPr>
              <a:t>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AB4AE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FFFFFF"/>
                </a:solidFill>
                <a:latin typeface="바탕"/>
                <a:ea typeface="바탕"/>
              </a:rPr>
              <a:t>도아린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AA927A"/>
                </a:solidFill>
                <a:latin typeface="맑은 고딕"/>
                <a:ea typeface="맑은 고딕"/>
              </a:rPr>
              <a:t>한의사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A086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A927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A927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A927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3B9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3A2918"/>
                </a:solidFill>
                <a:latin typeface="바탕"/>
                <a:ea typeface="바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786B5F"/>
                </a:solidFill>
                <a:latin typeface="맑은 고딕"/>
                <a:ea typeface="맑은 고딕"/>
              </a:rPr>
              <a:t>오늘의 안부를 묻는 사람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3B919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86B5F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3B9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2280000">
            <a:off x="2700720" y="295920"/>
            <a:ext cx="142560" cy="272160"/>
          </a:xfrm>
          <a:prstGeom prst="ellipse">
            <a:avLst/>
          </a:prstGeom>
          <a:solidFill>
            <a:srgbClr val="3B9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2687760" y="334800"/>
            <a:ext cx="162000" cy="194400"/>
          </a:xfrm>
          <a:prstGeom prst="line">
            <a:avLst/>
          </a:prstGeom>
          <a:ln w="12960">
            <a:solidFill>
              <a:srgbClr val="C8E0E0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