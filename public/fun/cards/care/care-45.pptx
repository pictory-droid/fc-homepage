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5CD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5CD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5CD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5CD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5CD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2A2F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540000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5CD65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540000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한의사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도아린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5CD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일반 진료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한방 치료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치아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건강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B7280"/>
                </a:solidFill>
                <a:latin typeface="맑은 고딕"/>
                <a:ea typeface="맑은 고딕"/>
              </a:rPr>
              <a:t>토 09:00 – 13:00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한의사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