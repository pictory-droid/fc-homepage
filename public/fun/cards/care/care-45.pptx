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30400"/>
            <a:ext cx="575852" cy="180000"/>
          </a:xfrm>
          <a:prstGeom prst="roundRect">
            <a:avLst>
              <a:gd name="adj" fmla="val 50000"/>
            </a:avLst>
          </a:prstGeom>
          <a:solidFill>
            <a:srgbClr val="5CD6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30400"/>
            <a:ext cx="575852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한의사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688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79"/>
              </a:lnSpc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</a:rPr>
              <a:t>도아린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93600"/>
            <a:ext cx="2160000" cy="1524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0">
                <a:solidFill>
                  <a:srgbClr val="A3A9B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2096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299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888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292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184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58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480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324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오늘의 안부를 묻는 사람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5CD6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569600"/>
            <a:ext cx="1872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12151C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14400" y="1616400"/>
            <a:ext cx="43200" cy="432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22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30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한의사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