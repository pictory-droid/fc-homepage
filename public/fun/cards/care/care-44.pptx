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일반 진료  ·  건강 검진  ·  침 · 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