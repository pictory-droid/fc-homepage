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물리치료사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D3E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꾸준한 관리가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건강의 바탕입니다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물리치료사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