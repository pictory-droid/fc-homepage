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2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B676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69443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9456" y="1353456"/>
            <a:ext cx="245088" cy="245088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17368" y="1385424"/>
            <a:ext cx="69264" cy="18115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1424" y="1441368"/>
            <a:ext cx="181152" cy="692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1B1AE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C18B82"/>
                </a:solidFill>
                <a:latin typeface="맑은 고딕"/>
                <a:ea typeface="맑은 고딕"/>
              </a:rPr>
              <a:t>물리치료사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B676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18B8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18B8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18B8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3B9171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3B91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4D2019"/>
                </a:solidFill>
                <a:latin typeface="맑은 고딕"/>
                <a:ea typeface="맑은 고딕"/>
              </a:rPr>
              <a:t>꾸준한 관리가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4D2019"/>
                </a:solidFill>
                <a:latin typeface="맑은 고딕"/>
                <a:ea typeface="맑은 고딕"/>
              </a:rPr>
              <a:t>건강의 바탕입니다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83676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