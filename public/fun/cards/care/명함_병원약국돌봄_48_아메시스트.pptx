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59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5B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9784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C5B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E0DAED"/>
                </a:solidFill>
                <a:latin typeface="바탕"/>
                <a:ea typeface="바탕"/>
              </a:rPr>
              <a:t>상담실장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C5BA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5BAD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E0DAE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D52A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7E9AC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4B525D"/>
                </a:solidFill>
                <a:latin typeface="맑은 고딕"/>
                <a:ea typeface="맑은 고딕"/>
              </a:rPr>
              <a:t>전화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