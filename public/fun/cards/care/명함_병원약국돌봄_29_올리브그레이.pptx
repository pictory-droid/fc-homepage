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7075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09840" y="609840"/>
            <a:ext cx="364320" cy="364320"/>
          </a:xfrm>
          <a:prstGeom prst="ellipse">
            <a:avLst/>
          </a:prstGeom>
          <a:solidFill>
            <a:srgbClr val="B8BAAC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40520" y="657360"/>
            <a:ext cx="102960" cy="26928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57360" y="740520"/>
            <a:ext cx="269280" cy="10296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사회복지사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유OO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7F8466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55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5C9CA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일반 진료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9B7E8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5C9CA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D5C9CA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