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약사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B66D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B66DFF"/>
          </a:solidFill>
          <a:ln w="5760">
            <a:solidFill>
              <a:srgbClr val="B66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B66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B66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