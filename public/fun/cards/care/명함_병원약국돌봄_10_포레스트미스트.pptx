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7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AF2F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81A09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AE3DF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DAE3D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6D90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E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D8A7A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AFCEC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AFCEC7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AFCEC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AFCEC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AFCEC7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193D3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93D3E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93D3E"/>
                </a:solidFill>
                <a:latin typeface="맑은 고딕"/>
                <a:ea typeface="맑은 고딕"/>
              </a:rPr>
              <a:t>방문 전 예약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