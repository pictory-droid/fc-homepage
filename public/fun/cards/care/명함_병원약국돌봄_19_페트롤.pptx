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24493A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1F5F6B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1F5F6B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1F5F6B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18323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A68A6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718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2718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425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425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