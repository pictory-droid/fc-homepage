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24493A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1F5F6B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1F5F6B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1F5F6B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18323B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A68A68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317710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317710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27184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27184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3425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A7ABB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83425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영양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