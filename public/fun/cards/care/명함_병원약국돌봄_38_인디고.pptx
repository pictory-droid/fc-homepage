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의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상담실장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36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KAKAO  @채널아이디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