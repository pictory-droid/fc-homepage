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561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8B7A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9024" y="219024"/>
            <a:ext cx="317952" cy="317952"/>
          </a:xfrm>
          <a:prstGeom prst="ellipse">
            <a:avLst/>
          </a:prstGeom>
          <a:solidFill>
            <a:srgbClr val="8B7A36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63072" y="260496"/>
            <a:ext cx="89856" cy="235008"/>
          </a:xfrm>
          <a:prstGeom prst="roundRect">
            <a:avLst>
              <a:gd name="adj" fmla="val 11538"/>
            </a:avLst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90496" y="333072"/>
            <a:ext cx="235008" cy="89856"/>
          </a:xfrm>
          <a:prstGeom prst="roundRect">
            <a:avLst>
              <a:gd name="adj" fmla="val 11538"/>
            </a:avLst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5E1D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EE1AE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E1A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E1A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EE1A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454400" y="374400"/>
            <a:ext cx="331200" cy="331200"/>
          </a:xfrm>
          <a:prstGeom prst="ellipse">
            <a:avLst/>
          </a:prstGeom>
          <a:solidFill>
            <a:srgbClr val="73737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73200" y="417600"/>
            <a:ext cx="93600" cy="2448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97600" y="493200"/>
            <a:ext cx="244800" cy="93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정성이 담긴 돌봄을 약속드립니다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