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66707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Oval 3"/>
          <p:cNvSpPr/>
          <p:nvPr/>
        </p:nvSpPr>
        <p:spPr>
          <a:xfrm>
            <a:off x="315216" y="471096"/>
            <a:ext cx="90288" cy="90288"/>
          </a:xfrm>
          <a:prstGeom prst="ellipse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6496" y="471096"/>
            <a:ext cx="90288" cy="90288"/>
          </a:xfrm>
          <a:prstGeom prst="ellipse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17592" y="535248"/>
            <a:ext cx="156816" cy="99792"/>
          </a:xfrm>
          <a:custGeom>
            <a:avLst/>
            <a:gdLst/>
            <a:ahLst/>
            <a:cxnLst/>
            <a:rect l="l" t="t" r="r" b="b"/>
            <a:pathLst>
              <a:path w="156816" h="99792">
                <a:moveTo>
                  <a:pt x="0" y="0"/>
                </a:moveTo>
                <a:lnTo>
                  <a:pt x="156816" y="0"/>
                </a:lnTo>
                <a:lnTo>
                  <a:pt x="78408" y="99792"/>
                </a:lnTo>
                <a:close/>
              </a:path>
            </a:pathLst>
          </a:cu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91423B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16263B"/>
                </a:solidFill>
                <a:latin typeface="바탕"/>
                <a:ea typeface="바탕"/>
              </a:rPr>
              <a:t>송현우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23B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6263B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23B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6263B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23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6263B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440" y="440640"/>
            <a:ext cx="601920" cy="601920"/>
          </a:xfrm>
          <a:prstGeom prst="ellipse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56640" y="440640"/>
            <a:ext cx="601920" cy="601920"/>
          </a:xfrm>
          <a:prstGeom prst="ellipse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97280" y="868320"/>
            <a:ext cx="1045440" cy="665280"/>
          </a:xfrm>
          <a:custGeom>
            <a:avLst/>
            <a:gdLst/>
            <a:ahLst/>
            <a:cxnLst/>
            <a:rect l="l" t="t" r="r" b="b"/>
            <a:pathLst>
              <a:path w="1045440" h="665280">
                <a:moveTo>
                  <a:pt x="0" y="0"/>
                </a:moveTo>
                <a:lnTo>
                  <a:pt x="1045440" y="0"/>
                </a:lnTo>
                <a:lnTo>
                  <a:pt x="522720" y="665280"/>
                </a:lnTo>
                <a:close/>
              </a:path>
            </a:pathLst>
          </a:cu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BF8F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6263B"/>
                </a:solidFill>
                <a:latin typeface="바탕"/>
                <a:ea typeface="바탕"/>
              </a:rPr>
              <a:t>건강한 웃음을 되찾도록 돕겠습니다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66707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