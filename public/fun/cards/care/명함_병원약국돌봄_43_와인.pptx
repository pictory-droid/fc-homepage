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A86E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A86E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A86E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A86E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A86E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2A2D3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540000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A86E7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540000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간호사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지OO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A7ABB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2A2D3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한방 치료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건강 상담</a:t>
            </a:r>
          </a:p>
        </p:txBody>
      </p:sp>
      <p:sp>
        <p:nvSpPr>
          <p:cNvPr id="8" name="Oval 7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6C8E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6A4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4171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666B73"/>
                </a:solidFill>
                <a:latin typeface="맑은 고딕"/>
                <a:ea typeface="맑은 고딕"/>
              </a:rPr>
              <a:t>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간호사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