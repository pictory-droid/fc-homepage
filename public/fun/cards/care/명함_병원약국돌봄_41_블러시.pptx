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F6E7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0556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D284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2849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561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F6E7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C1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C3F5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9DADA"/>
          </a:solidFill>
          <a:ln w="3600">
            <a:solidFill>
              <a:srgbClr val="A1A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9DADA"/>
          </a:solidFill>
          <a:ln w="3600">
            <a:solidFill>
              <a:srgbClr val="A1A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BD4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9DADA"/>
          </a:solidFill>
          <a:ln w="3600">
            <a:solidFill>
              <a:srgbClr val="A1A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BD4C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9DADA"/>
          </a:solidFill>
          <a:ln w="3600">
            <a:solidFill>
              <a:srgbClr val="A1A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C525C"/>
                </a:solidFill>
                <a:latin typeface="맑은 고딕"/>
                <a:ea typeface="맑은 고딕"/>
              </a:rPr>
              <a:t>전화 문의 가능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