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354400" y="878400"/>
            <a:ext cx="331200" cy="331200"/>
          </a:xfrm>
          <a:prstGeom prst="ellipse">
            <a:avLst/>
          </a:prstGeom>
          <a:solidFill>
            <a:srgbClr val="AEACC6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73200" y="921600"/>
            <a:ext cx="93600" cy="2448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97600" y="997200"/>
            <a:ext cx="244800" cy="93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김OO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원장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7C93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77280" y="701280"/>
            <a:ext cx="397440" cy="397440"/>
          </a:xfrm>
          <a:prstGeom prst="ellipse">
            <a:avLst/>
          </a:prstGeom>
          <a:solidFill>
            <a:srgbClr val="485562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9840" y="753120"/>
            <a:ext cx="112320" cy="293760"/>
          </a:xfrm>
          <a:prstGeom prst="roundRect">
            <a:avLst>
              <a:gd name="adj" fmla="val 11538"/>
            </a:avLst>
          </a:prstGeom>
          <a:solidFill>
            <a:srgbClr val="1417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120" y="843840"/>
            <a:ext cx="293760" cy="112320"/>
          </a:xfrm>
          <a:prstGeom prst="roundRect">
            <a:avLst>
              <a:gd name="adj" fmla="val 11538"/>
            </a:avLst>
          </a:prstGeom>
          <a:solidFill>
            <a:srgbClr val="1417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7C93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예방 접종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446D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7C93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복약 상담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446D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방문 요양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09:00 – 18:00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