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B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160000" y="576000"/>
            <a:ext cx="720000" cy="1224000"/>
          </a:xfrm>
          <a:prstGeom prst="rect">
            <a:avLst/>
          </a:pr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160000" y="216000"/>
            <a:ext cx="720000" cy="360000"/>
          </a:xfrm>
          <a:custGeom>
            <a:avLst/>
            <a:gdLst/>
            <a:ahLst/>
            <a:cxnLst/>
            <a:rect l="l" t="t" r="r" b="b"/>
            <a:pathLst>
              <a:path w="720000" h="360000">
                <a:moveTo>
                  <a:pt x="0" y="360000"/>
                </a:moveTo>
                <a:lnTo>
                  <a:pt x="3080" y="313011"/>
                </a:lnTo>
                <a:lnTo>
                  <a:pt x="12267" y="266825"/>
                </a:lnTo>
                <a:lnTo>
                  <a:pt x="27403" y="222234"/>
                </a:lnTo>
                <a:lnTo>
                  <a:pt x="48231" y="180000"/>
                </a:lnTo>
                <a:lnTo>
                  <a:pt x="74393" y="140846"/>
                </a:lnTo>
                <a:lnTo>
                  <a:pt x="105442" y="105442"/>
                </a:lnTo>
                <a:lnTo>
                  <a:pt x="140846" y="74393"/>
                </a:lnTo>
                <a:lnTo>
                  <a:pt x="180000" y="48231"/>
                </a:lnTo>
                <a:lnTo>
                  <a:pt x="222234" y="27403"/>
                </a:lnTo>
                <a:lnTo>
                  <a:pt x="266825" y="12267"/>
                </a:lnTo>
                <a:lnTo>
                  <a:pt x="313011" y="3080"/>
                </a:lnTo>
                <a:lnTo>
                  <a:pt x="360000" y="0"/>
                </a:lnTo>
                <a:lnTo>
                  <a:pt x="406989" y="3080"/>
                </a:lnTo>
                <a:lnTo>
                  <a:pt x="453175" y="12267"/>
                </a:lnTo>
                <a:lnTo>
                  <a:pt x="497766" y="27403"/>
                </a:lnTo>
                <a:lnTo>
                  <a:pt x="540000" y="48231"/>
                </a:lnTo>
                <a:lnTo>
                  <a:pt x="579154" y="74393"/>
                </a:lnTo>
                <a:lnTo>
                  <a:pt x="614558" y="105442"/>
                </a:lnTo>
                <a:lnTo>
                  <a:pt x="645607" y="140846"/>
                </a:lnTo>
                <a:lnTo>
                  <a:pt x="671769" y="180000"/>
                </a:lnTo>
                <a:lnTo>
                  <a:pt x="692597" y="222234"/>
                </a:lnTo>
                <a:lnTo>
                  <a:pt x="707733" y="266825"/>
                </a:lnTo>
                <a:lnTo>
                  <a:pt x="716920" y="313011"/>
                </a:lnTo>
                <a:lnTo>
                  <a:pt x="720000" y="360000"/>
                </a:lnTo>
                <a:close/>
              </a:path>
            </a:pathLst>
          </a:custGeom>
          <a:solidFill>
            <a:srgbClr val="EBDA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2280000">
            <a:off x="2440800" y="892800"/>
            <a:ext cx="158400" cy="302400"/>
          </a:xfrm>
          <a:prstGeom prst="ellipse">
            <a:avLst/>
          </a:prstGeom>
          <a:solidFill>
            <a:srgbClr val="1B223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V="1">
            <a:off x="2426400" y="936000"/>
            <a:ext cx="180000" cy="216000"/>
          </a:xfrm>
          <a:prstGeom prst="line">
            <a:avLst/>
          </a:prstGeom>
          <a:ln w="14400">
            <a:solidFill>
              <a:srgbClr val="837E70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A90B8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6336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심OO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8856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2615C"/>
                </a:solidFill>
                <a:latin typeface="맑은 고딕"/>
                <a:ea typeface="맑은 고딕"/>
              </a:rPr>
              <a:t>원장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144800"/>
            <a:ext cx="1260000" cy="0"/>
          </a:xfrm>
          <a:prstGeom prst="line">
            <a:avLst/>
          </a:prstGeom>
          <a:ln w="3600">
            <a:solidFill>
              <a:srgbClr val="F8F2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227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15C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12168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350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15C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3392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4724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2615C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4616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7CA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7F0E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67200"/>
            <a:ext cx="108000" cy="14400"/>
          </a:xfrm>
          <a:prstGeom prst="rect">
            <a:avLst/>
          </a:prstGeom>
          <a:solidFill>
            <a:srgbClr val="B7D3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520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5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3967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5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883967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15933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5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515933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방문 요양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147900" y="540000"/>
            <a:ext cx="581567" cy="194361"/>
          </a:xfrm>
          <a:prstGeom prst="roundRect">
            <a:avLst>
              <a:gd name="adj" fmla="val 50000"/>
            </a:avLst>
          </a:prstGeom>
          <a:noFill/>
          <a:ln w="3600">
            <a:solidFill>
              <a:srgbClr val="D5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147900" y="540000"/>
            <a:ext cx="581567" cy="1943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FFFFFF"/>
                </a:solidFill>
                <a:latin typeface="맑은 고딕"/>
                <a:ea typeface="맑은 고딕"/>
              </a:rPr>
              <a:t>건강 상담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339200"/>
            <a:ext cx="2736000" cy="0"/>
          </a:xfrm>
          <a:prstGeom prst="line">
            <a:avLst/>
          </a:prstGeom>
          <a:ln w="3600">
            <a:solidFill>
              <a:srgbClr val="719EB9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4220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E2EA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648000" y="14112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진료 · 상담 예약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580400"/>
            <a:ext cx="39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D5E2EA"/>
                </a:solidFill>
                <a:latin typeface="맑은 고딕"/>
                <a:ea typeface="맑은 고딕"/>
              </a:rPr>
              <a:t>INSTAGRAM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648000" y="1569600"/>
            <a:ext cx="234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FFFFFF"/>
                </a:solidFill>
                <a:latin typeface="맑은 고딕"/>
                <a:ea typeface="맑은 고딕"/>
              </a:rPr>
              <a:t>@아이디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548000" y="14112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F7F0E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