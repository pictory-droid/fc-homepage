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280000">
            <a:off x="2440800" y="892800"/>
            <a:ext cx="158400" cy="3024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2426400" y="936000"/>
            <a:ext cx="180000" cy="216000"/>
          </a:xfrm>
          <a:prstGeom prst="line">
            <a:avLst/>
          </a:prstGeom>
          <a:ln w="14400">
            <a:solidFill>
              <a:srgbClr val="837E7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A90B8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615C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F8F2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15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15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15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7C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7F0E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B7D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5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5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5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5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E2EA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E2EA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F7F0E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