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60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CB7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C4CCD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C4CCD6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C4CCD6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4CCD6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72869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4CCD6"/>
                </a:solidFill>
                <a:latin typeface="맑은 고딕"/>
                <a:ea typeface="맑은 고딕"/>
              </a:rPr>
              <a:t>한의사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ACB7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4CCD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4CCD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4CCD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D7C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AD7C29"/>
                </a:solidFill>
                <a:latin typeface="바탕"/>
                <a:ea typeface="바탕"/>
              </a:rPr>
              <a:t>진료 · 상담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AD7C2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4171D"/>
                </a:solidFill>
                <a:latin typeface="바탕"/>
                <a:ea typeface="바탕"/>
              </a:rPr>
              <a:t>예방 접종  ·  물리 치료  ·  영양 상담  ·  예약 문의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AD7C2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86459"/>
                </a:solidFill>
                <a:latin typeface="바탕"/>
                <a:ea typeface="바탕"/>
              </a:rPr>
              <a:t>토 09:00 – 13:00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86459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