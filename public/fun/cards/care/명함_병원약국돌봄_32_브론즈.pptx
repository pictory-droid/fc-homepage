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노OO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CBCAE6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5F0EA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CBCAE6"/>
          </a:solidFill>
          <a:ln w="5760">
            <a:solidFill>
              <a:srgbClr val="CBCA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716DB9"/>
          </a:solidFill>
          <a:ln w="5760">
            <a:solidFill>
              <a:srgbClr val="CBCA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716DB9"/>
          </a:solidFill>
          <a:ln w="5760">
            <a:solidFill>
              <a:srgbClr val="CBCA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침 · 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진료 · 상담 예약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E0DFF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E0DFF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