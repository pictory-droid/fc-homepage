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5B7FA8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1F7A8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1F7A80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1F7A80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1C404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7A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5B7FA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A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A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718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A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2718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425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A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425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26A77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