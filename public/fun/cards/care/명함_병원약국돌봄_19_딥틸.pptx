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5B7FA8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1F7A8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1F7A80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1F7A80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1C404B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7A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진료 · 상담 예약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5B7FA8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26A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26A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7184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26A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27184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425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26A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425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영양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26A77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