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567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659A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16979"/>
                </a:solidFill>
                <a:latin typeface="맑은 고딕"/>
                <a:ea typeface="맑은 고딕"/>
              </a:rPr>
              <a:t>간호사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B16E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97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97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97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B2230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침 · 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B223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