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2F0F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61424" y="1398744"/>
            <a:ext cx="101232" cy="101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41344" y="1398744"/>
            <a:ext cx="101232" cy="1012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864088" y="1470672"/>
            <a:ext cx="175824" cy="111888"/>
          </a:xfrm>
          <a:custGeom>
            <a:avLst/>
            <a:gdLst/>
            <a:ahLst/>
            <a:cxnLst/>
            <a:rect l="l" t="t" r="r" b="b"/>
            <a:pathLst>
              <a:path w="175824" h="111888">
                <a:moveTo>
                  <a:pt x="0" y="0"/>
                </a:moveTo>
                <a:lnTo>
                  <a:pt x="175824" y="0"/>
                </a:lnTo>
                <a:lnTo>
                  <a:pt x="87912" y="111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E70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74649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4797D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4797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1440" y="440640"/>
            <a:ext cx="601920" cy="601920"/>
          </a:xfrm>
          <a:prstGeom prst="ellipse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56640" y="440640"/>
            <a:ext cx="601920" cy="601920"/>
          </a:xfrm>
          <a:prstGeom prst="ellipse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97280" y="868320"/>
            <a:ext cx="1045440" cy="665280"/>
          </a:xfrm>
          <a:custGeom>
            <a:avLst/>
            <a:gdLst/>
            <a:ahLst/>
            <a:cxnLst/>
            <a:rect l="l" t="t" r="r" b="b"/>
            <a:pathLst>
              <a:path w="1045440" h="665280">
                <a:moveTo>
                  <a:pt x="0" y="0"/>
                </a:moveTo>
                <a:lnTo>
                  <a:pt x="1045440" y="0"/>
                </a:lnTo>
                <a:lnTo>
                  <a:pt x="522720" y="665280"/>
                </a:lnTo>
                <a:close/>
              </a:path>
            </a:pathLst>
          </a:cu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7464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회복의 길에 늘 함께합니다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3BEB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