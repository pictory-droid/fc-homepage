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E516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의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맹우빈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물리치료사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E516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재활 치료  ·  물리 치료  ·  치아 관리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토 09:00 – 13:00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물리치료사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