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C27B2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A7ABB4"/>
                </a:solidFill>
                <a:latin typeface="맑은 고딕"/>
                <a:ea typeface="맑은 고딕"/>
              </a:rPr>
              <a:t>간호사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7A6D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영양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