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C69B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09840" y="609840"/>
            <a:ext cx="364320" cy="364320"/>
          </a:xfrm>
          <a:prstGeom prst="ellipse">
            <a:avLst/>
          </a:prstGeom>
          <a:solidFill>
            <a:srgbClr val="705E36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40520" y="657360"/>
            <a:ext cx="102960" cy="269280"/>
          </a:xfrm>
          <a:prstGeom prst="roundRect">
            <a:avLst>
              <a:gd name="adj" fmla="val 11538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57360" y="740520"/>
            <a:ext cx="269280" cy="102960"/>
          </a:xfrm>
          <a:prstGeom prst="roundRect">
            <a:avLst>
              <a:gd name="adj" fmla="val 11538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1B2230"/>
                </a:solidFill>
                <a:latin typeface="맑은 고딕"/>
                <a:ea typeface="맑은 고딕"/>
              </a:rPr>
              <a:t>사회복지사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유OO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C49939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F7C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7F0E2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719EB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일반 진료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719EB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719EB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복약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719EB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719EB9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D5E2EA"/>
                </a:solidFill>
                <a:latin typeface="맑은 고딕"/>
                <a:ea typeface="맑은 고딕"/>
              </a:rPr>
              <a:t>전화 문의 가능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D5E2EA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