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09840" y="609840"/>
            <a:ext cx="364320" cy="364320"/>
          </a:xfrm>
          <a:prstGeom prst="ellipse">
            <a:avLst/>
          </a:prstGeom>
          <a:solidFill>
            <a:srgbClr val="705E36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0520" y="657360"/>
            <a:ext cx="102960" cy="26928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7360" y="740520"/>
            <a:ext cx="269280" cy="102960"/>
          </a:xfrm>
          <a:prstGeom prst="roundRect">
            <a:avLst>
              <a:gd name="adj" fmla="val 11538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C49939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7F0E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5E2EA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5E2EA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