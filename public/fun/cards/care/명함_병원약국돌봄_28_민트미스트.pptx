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51A88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51A88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51A88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51A88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51A88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51A88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51A88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51A88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05C5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05C55"/>
                </a:solidFill>
                <a:latin typeface="맑은 고딕"/>
                <a:ea typeface="맑은 고딕"/>
              </a:rPr>
              <a:t>상담실장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51A883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BE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3E826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3E826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