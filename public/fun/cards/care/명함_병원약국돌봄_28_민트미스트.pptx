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1A88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05C5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상담실장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51A88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E826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E826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