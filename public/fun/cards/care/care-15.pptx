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91200" y="208800"/>
            <a:ext cx="57600" cy="57600"/>
          </a:xfrm>
          <a:prstGeom prst="ellipse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권다은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784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0">
                <a:solidFill>
                  <a:srgbClr val="0B5369"/>
                </a:solidFill>
                <a:latin typeface="맑은 고딕"/>
                <a:ea typeface="맑은 고딕"/>
              </a:rPr>
              <a:t>한의사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137600"/>
            <a:ext cx="180000" cy="14400"/>
          </a:xfrm>
          <a:prstGeom prst="rect">
            <a:avLst/>
          </a:prstGeom>
          <a:solidFill>
            <a:srgbClr val="00B8E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12672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010-1234-5678      name@example.com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60000" y="1425600"/>
            <a:ext cx="252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0B536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60000" y="1576800"/>
            <a:ext cx="2520000" cy="104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97"/>
              </a:lnSpc>
            </a:pPr>
            <a:r>
              <a:rPr sz="550" b="1" spc="300">
                <a:solidFill>
                  <a:srgbClr val="0B5369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B8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324000"/>
            <a:ext cx="2520000" cy="79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가족을 돌보는 마음으로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33C6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569600"/>
            <a:ext cx="1872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12151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Oval 4"/>
          <p:cNvSpPr/>
          <p:nvPr/>
        </p:nvSpPr>
        <p:spPr>
          <a:xfrm>
            <a:off x="2714400" y="1616400"/>
            <a:ext cx="43200" cy="43200"/>
          </a:xfrm>
          <a:prstGeom prst="ellipse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822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30400" y="1616400"/>
            <a:ext cx="43200" cy="43200"/>
          </a:xfrm>
          <a:prstGeom prst="ellipse">
            <a:avLst/>
          </a:prstGeom>
          <a:solidFill>
            <a:srgbClr val="12151C">
              <a:alpha val="5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한의사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