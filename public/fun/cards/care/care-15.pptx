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CAC8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바탕"/>
                <a:ea typeface="바탕"/>
              </a:rPr>
              <a:t>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4725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2F481E"/>
                </a:solidFill>
                <a:latin typeface="바탕"/>
                <a:ea typeface="바탕"/>
              </a:rPr>
              <a:t>권다은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423B91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23B9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F481E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23B9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F481E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23B9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F481E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8CB0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5065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94320" y="1402920"/>
            <a:ext cx="95760" cy="9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69920" y="1402920"/>
            <a:ext cx="95760" cy="9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796840" y="1470960"/>
            <a:ext cx="166320" cy="105840"/>
          </a:xfrm>
          <a:custGeom>
            <a:avLst/>
            <a:gdLst/>
            <a:ahLst/>
            <a:cxnLst/>
            <a:rect l="l" t="t" r="r" b="b"/>
            <a:pathLst>
              <a:path w="166320" h="105840">
                <a:moveTo>
                  <a:pt x="0" y="0"/>
                </a:moveTo>
                <a:lnTo>
                  <a:pt x="166320" y="0"/>
                </a:lnTo>
                <a:lnTo>
                  <a:pt x="83160" y="1058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가족을 돌보는 마음으로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B6BFB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