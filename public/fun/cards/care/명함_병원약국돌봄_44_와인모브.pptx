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BA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E5D6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1B223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16C34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B39FA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엄OO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2505C"/>
                </a:solidFill>
                <a:latin typeface="맑은 고딕"/>
                <a:ea typeface="맑은 고딕"/>
              </a:rPr>
              <a:t>물리치료사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B39FA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2505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2505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2505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8E4A63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B2230"/>
                </a:solidFill>
                <a:latin typeface="맑은 고딕"/>
                <a:ea typeface="맑은 고딕"/>
              </a:rPr>
              <a:t>진료 · 상담 예약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7F9468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05C5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일반 진료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075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05C5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859075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건강 검진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6149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05C5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66149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침 · 뜸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05C55"/>
                </a:solidFill>
                <a:latin typeface="맑은 고딕"/>
                <a:ea typeface="맑은 고딕"/>
              </a:rPr>
              <a:t>BLOG   blog.example.com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8E4A63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물리치료사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