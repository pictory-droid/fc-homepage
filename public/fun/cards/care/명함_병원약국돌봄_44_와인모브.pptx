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4BA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E5D6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1B2230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516C34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B39FA9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엄OO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2505C"/>
                </a:solidFill>
                <a:latin typeface="맑은 고딕"/>
                <a:ea typeface="맑은 고딕"/>
              </a:rPr>
              <a:t>물리치료사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B39FA9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2505C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2505C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2505C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8E4A63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60000"/>
            <a:ext cx="2736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1B2230"/>
                </a:solidFill>
                <a:latin typeface="맑은 고딕"/>
                <a:ea typeface="맑은 고딕"/>
              </a:rPr>
              <a:t>진료 · 상담 예약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2000" y="770400"/>
            <a:ext cx="2736000" cy="0"/>
          </a:xfrm>
          <a:prstGeom prst="line">
            <a:avLst/>
          </a:prstGeom>
          <a:ln w="8640">
            <a:solidFill>
              <a:srgbClr val="7F9468"/>
            </a:solidFill>
          </a:ln>
        </p:spPr>
      </p:cxnSp>
      <p:sp>
        <p:nvSpPr>
          <p:cNvPr id="5" name="Rounded Rectangle 4"/>
          <p:cNvSpPr/>
          <p:nvPr/>
        </p:nvSpPr>
        <p:spPr>
          <a:xfrm>
            <a:off x="252000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605C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일반 진료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075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605C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859075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건강 검진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6149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605C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466149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침 · 뜸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368000"/>
            <a:ext cx="2736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05C55"/>
                </a:solidFill>
                <a:latin typeface="맑은 고딕"/>
                <a:ea typeface="맑은 고딕"/>
              </a:rPr>
              <a:t>BLOG   blog.example.com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512000"/>
            <a:ext cx="27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8E4A63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물리치료사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