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FFE4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FF3B6B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정직한 처방을 약속합니다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