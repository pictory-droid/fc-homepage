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080000" y="252000"/>
            <a:ext cx="0" cy="12960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1069200" y="252000"/>
            <a:ext cx="21600" cy="201600"/>
          </a:xfrm>
          <a:prstGeom prst="rect">
            <a:avLst/>
          </a:prstGeom>
          <a:solidFill>
            <a:srgbClr val="FF3B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75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5" name="Oval 4"/>
          <p:cNvSpPr/>
          <p:nvPr/>
        </p:nvSpPr>
        <p:spPr>
          <a:xfrm>
            <a:off x="273600" y="734400"/>
            <a:ext cx="244800" cy="244800"/>
          </a:xfrm>
          <a:prstGeom prst="ellipse">
            <a:avLst/>
          </a:prstGeom>
          <a:noFill/>
          <a:ln w="5040">
            <a:solidFill>
              <a:srgbClr val="FF3B6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734400"/>
            <a:ext cx="288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FF3B6B"/>
                </a:solidFill>
                <a:latin typeface="맑은 고딕"/>
                <a:ea typeface="맑은 고딕"/>
              </a:rPr>
              <a:t>의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260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차예준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260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원장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260000" y="943200"/>
            <a:ext cx="1728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260000" y="1054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591200" y="1044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260000" y="1184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591200" y="1173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260000" y="1314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591200" y="1303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FF3B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A3A9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건강 검진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3967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A3A9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883967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침 · 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15933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A3A9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515933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방문 요양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79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A3A9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1479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건강 상담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원장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