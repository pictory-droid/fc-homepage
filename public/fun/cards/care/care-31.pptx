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E2F2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90496" y="277776"/>
            <a:ext cx="131328" cy="131328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794176" y="277776"/>
            <a:ext cx="131328" cy="131328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693952" y="371088"/>
            <a:ext cx="228096" cy="145152"/>
          </a:xfrm>
          <a:custGeom>
            <a:avLst/>
            <a:gdLst/>
            <a:ahLst/>
            <a:cxnLst/>
            <a:rect l="l" t="t" r="r" b="b"/>
            <a:pathLst>
              <a:path w="228096" h="145152">
                <a:moveTo>
                  <a:pt x="0" y="0"/>
                </a:moveTo>
                <a:lnTo>
                  <a:pt x="228096" y="0"/>
                </a:lnTo>
                <a:lnTo>
                  <a:pt x="114048" y="145152"/>
                </a:lnTo>
                <a:close/>
              </a:path>
            </a:pathLst>
          </a:cu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2746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3629"/>
                </a:solidFill>
                <a:latin typeface="바탕"/>
                <a:ea typeface="바탕"/>
              </a:rPr>
              <a:t>차예준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96F54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6F54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6F54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6F54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2F2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4320" y="1402920"/>
            <a:ext cx="95760" cy="9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9920" y="1402920"/>
            <a:ext cx="95760" cy="9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796840" y="1470960"/>
            <a:ext cx="166320" cy="105840"/>
          </a:xfrm>
          <a:custGeom>
            <a:avLst/>
            <a:gdLst/>
            <a:ahLst/>
            <a:cxnLst/>
            <a:rect l="l" t="t" r="r" b="b"/>
            <a:pathLst>
              <a:path w="166320" h="105840">
                <a:moveTo>
                  <a:pt x="0" y="0"/>
                </a:moveTo>
                <a:lnTo>
                  <a:pt x="166320" y="0"/>
                </a:lnTo>
                <a:lnTo>
                  <a:pt x="83160" y="105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C3629"/>
                </a:solidFill>
                <a:latin typeface="맑은 고딕"/>
                <a:ea typeface="맑은 고딕"/>
              </a:rPr>
              <a:t>정직한 처방을 약속합니다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2746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