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치과위생사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2F31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2F3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2F31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2F31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62F3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A1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