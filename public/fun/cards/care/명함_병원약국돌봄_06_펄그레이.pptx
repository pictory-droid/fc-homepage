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D4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7949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요양보호사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D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E7FB1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3690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16F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16F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한방 치료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16F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조제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94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16F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894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치아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F79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전화 문의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F79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5E7FB1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