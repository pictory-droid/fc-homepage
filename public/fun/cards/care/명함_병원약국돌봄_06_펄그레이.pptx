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7949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요양보호사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7FB1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3690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16F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16F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16F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4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16F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894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9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전화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9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E7FB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