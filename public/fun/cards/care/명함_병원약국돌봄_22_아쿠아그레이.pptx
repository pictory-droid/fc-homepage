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467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F8466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F494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F494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F494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64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A560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560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DC4BD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DC4BD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