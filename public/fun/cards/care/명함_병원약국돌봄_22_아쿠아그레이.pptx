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467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7F8466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고OO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약사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F494D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F494D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F494D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646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A560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A560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D0AC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일반 진료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D6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D0AC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한방 치료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DC4BD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토 09:00 – 13:00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DC4BD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약사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