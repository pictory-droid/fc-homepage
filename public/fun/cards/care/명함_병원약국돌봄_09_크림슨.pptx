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D90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E23D5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E23D5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E23D5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E23D5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