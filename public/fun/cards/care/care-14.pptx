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28577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285772"/>
                </a:solidFill>
                <a:latin typeface="맑은 고딕"/>
                <a:ea typeface="맑은 고딕"/>
              </a:rPr>
              <a:t>물리치료사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857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857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2857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70C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빠른 회복을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진심으로 응원합니다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1F3B4E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