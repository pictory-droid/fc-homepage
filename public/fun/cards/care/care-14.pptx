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1944000" y="540000"/>
            <a:ext cx="1296000" cy="1260000"/>
          </a:xfrm>
          <a:custGeom>
            <a:avLst/>
            <a:gdLst/>
            <a:ahLst/>
            <a:cxnLst/>
            <a:rect l="l" t="t" r="r" b="b"/>
            <a:pathLst>
              <a:path w="1296000" h="1260000">
                <a:moveTo>
                  <a:pt x="1296000" y="1260000"/>
                </a:moveTo>
                <a:lnTo>
                  <a:pt x="1296000" y="0"/>
                </a:lnTo>
                <a:lnTo>
                  <a:pt x="0" y="1260000"/>
                </a:lnTo>
                <a:close/>
              </a:path>
            </a:pathLst>
          </a:cu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720000" y="0"/>
                </a:lnTo>
                <a:lnTo>
                  <a:pt x="0" y="720000"/>
                </a:lnTo>
                <a:close/>
              </a:path>
            </a:pathLst>
          </a:custGeom>
          <a:solidFill>
            <a:srgbClr val="C8D7E0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861424" y="1353456"/>
            <a:ext cx="181152" cy="239760"/>
          </a:xfrm>
          <a:custGeom>
            <a:avLst/>
            <a:gdLst/>
            <a:ahLst/>
            <a:cxnLst/>
            <a:rect l="l" t="t" r="r" b="b"/>
            <a:pathLst>
              <a:path w="181152" h="239760">
                <a:moveTo>
                  <a:pt x="0" y="26640"/>
                </a:moveTo>
                <a:lnTo>
                  <a:pt x="90576" y="0"/>
                </a:lnTo>
                <a:lnTo>
                  <a:pt x="181152" y="26640"/>
                </a:lnTo>
                <a:lnTo>
                  <a:pt x="181152" y="127872"/>
                </a:lnTo>
                <a:lnTo>
                  <a:pt x="90576" y="239760"/>
                </a:lnTo>
                <a:lnTo>
                  <a:pt x="0" y="12787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914704" y="1476000"/>
            <a:ext cx="29304" cy="31968"/>
          </a:xfrm>
          <a:prstGeom prst="line">
            <a:avLst/>
          </a:prstGeom>
          <a:ln w="18648">
            <a:solidFill>
              <a:srgbClr val="737373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944008" y="1444032"/>
            <a:ext cx="50616" cy="63936"/>
          </a:xfrm>
          <a:prstGeom prst="line">
            <a:avLst/>
          </a:prstGeom>
          <a:ln w="18648">
            <a:solidFill>
              <a:srgbClr val="737373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2016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78724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36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605610"/>
                </a:solidFill>
                <a:latin typeface="맑은 고딕"/>
                <a:ea typeface="맑은 고딕"/>
              </a:rPr>
              <a:t>신태민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55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3B7191"/>
                </a:solidFill>
                <a:latin typeface="맑은 고딕"/>
                <a:ea typeface="맑은 고딕"/>
              </a:rPr>
              <a:t>물리치료사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864000"/>
            <a:ext cx="230400" cy="14400"/>
          </a:xfrm>
          <a:prstGeom prst="rect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044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B7191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96000" y="1044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0561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12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B7191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96000" y="1212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0561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381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B7191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96000" y="1381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0561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05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10800">
            <a:solidFill>
              <a:srgbClr val="CCBD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504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빠른 회복을 진심으로 응원합니다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60000" y="1080000"/>
            <a:ext cx="684000" cy="0"/>
          </a:xfrm>
          <a:prstGeom prst="line">
            <a:avLst/>
          </a:prstGeom>
          <a:ln w="7200">
            <a:solidFill>
              <a:srgbClr val="CCBD5D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594800" y="1054800"/>
            <a:ext cx="50400" cy="50400"/>
          </a:xfrm>
          <a:prstGeom prst="ellipse">
            <a:avLst/>
          </a:prstGeom>
          <a:solidFill>
            <a:srgbClr val="CCBD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24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CFCDB8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7" name="Freeform 6"/>
          <p:cNvSpPr/>
          <p:nvPr/>
        </p:nvSpPr>
        <p:spPr>
          <a:xfrm>
            <a:off x="1558800" y="241200"/>
            <a:ext cx="122400" cy="162000"/>
          </a:xfrm>
          <a:custGeom>
            <a:avLst/>
            <a:gdLst/>
            <a:ahLst/>
            <a:cxnLst/>
            <a:rect l="l" t="t" r="r" b="b"/>
            <a:pathLst>
              <a:path w="122400" h="162000">
                <a:moveTo>
                  <a:pt x="0" y="18000"/>
                </a:moveTo>
                <a:lnTo>
                  <a:pt x="61200" y="0"/>
                </a:lnTo>
                <a:lnTo>
                  <a:pt x="122400" y="18000"/>
                </a:lnTo>
                <a:lnTo>
                  <a:pt x="122400" y="86400"/>
                </a:lnTo>
                <a:lnTo>
                  <a:pt x="61200" y="162000"/>
                </a:lnTo>
                <a:lnTo>
                  <a:pt x="0" y="86400"/>
                </a:lnTo>
                <a:close/>
              </a:path>
            </a:pathLst>
          </a:custGeom>
          <a:solidFill>
            <a:srgbClr val="CCBD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94800" y="324000"/>
            <a:ext cx="19800" cy="21600"/>
          </a:xfrm>
          <a:prstGeom prst="line">
            <a:avLst/>
          </a:prstGeom>
          <a:ln w="12600">
            <a:solidFill>
              <a:srgbClr val="797136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614600" y="302400"/>
            <a:ext cx="34200" cy="43200"/>
          </a:xfrm>
          <a:prstGeom prst="line">
            <a:avLst/>
          </a:prstGeom>
          <a:ln w="12600">
            <a:solidFill>
              <a:srgbClr val="797136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