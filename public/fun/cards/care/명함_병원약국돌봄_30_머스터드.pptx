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A67B2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B0622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A67B2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B0622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A67B2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B0622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A67B2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B0622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A67B27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B0622E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영양사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96718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FFFFF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월–금 09:30 – 18:30   |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