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67B2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0622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67B2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0622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67B2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0622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67B2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0622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67B2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0622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영양사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월–금 09:30 – 18:30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