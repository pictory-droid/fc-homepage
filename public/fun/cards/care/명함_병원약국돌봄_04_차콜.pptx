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72000"/>
            <a:ext cx="1296000" cy="10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700"/>
              </a:lnSpc>
            </a:pPr>
            <a:r>
              <a:rPr sz="6000" b="1">
                <a:solidFill>
                  <a:srgbClr val="74767B">
                    <a:alpha val="95000"/>
                  </a:srgbClr>
                </a:solidFill>
                <a:latin typeface="맑은 고딕"/>
                <a:ea typeface="맑은 고딕"/>
              </a:rPr>
              <a:t>최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1692000" y="266400"/>
            <a:ext cx="129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080000"/>
            <a:ext cx="2520000" cy="20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 spc="100">
                <a:solidFill>
                  <a:srgbClr val="FFFFFF"/>
                </a:solidFill>
                <a:latin typeface="맑은 고딕"/>
                <a:ea typeface="맑은 고딕"/>
              </a:rPr>
              <a:t>최OO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288800"/>
            <a:ext cx="2520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0">
                <a:solidFill>
                  <a:srgbClr val="A7ABB4"/>
                </a:solidFill>
                <a:latin typeface="맑은 고딕"/>
                <a:ea typeface="맑은 고딕"/>
              </a:rPr>
              <a:t>물리치료사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468800"/>
            <a:ext cx="2736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E4347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8B8B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예방 접종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8B8B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재활 치료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2E8B8B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4171D"/>
                </a:solidFill>
                <a:latin typeface="맑은 고딕"/>
                <a:ea typeface="맑은 고딕"/>
              </a:rPr>
              <a:t>물리 치료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C4DF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E4347"/>
                </a:solidFill>
                <a:latin typeface="맑은 고딕"/>
                <a:ea typeface="맑은 고딕"/>
              </a:rPr>
              <a:t>토 09:00 – 13:00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1E4347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물리치료사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