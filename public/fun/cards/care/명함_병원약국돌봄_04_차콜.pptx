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74767B">
                    <a:alpha val="95000"/>
                  </a:srgbClr>
                </a:solidFill>
                <a:latin typeface="맑은 고딕"/>
                <a:ea typeface="맑은 고딕"/>
              </a:rPr>
              <a:t>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FFFFFF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A7ABB4"/>
                </a:solidFill>
                <a:latin typeface="맑은 고딕"/>
                <a:ea typeface="맑은 고딕"/>
              </a:rPr>
              <a:t>물리치료사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E4347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C4DFD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8B8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C4DF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8B8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C4DF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8B8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C4DF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E4347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1E4347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