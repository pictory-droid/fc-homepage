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998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성OO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한의사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F3F8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2C2D7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A9A9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6D6DA0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건강 검진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6D6DA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복약 상담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6D6DA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치아 관리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6D6DA0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6D6DA0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C2C2D7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C2C2D7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C2C2D7"/>
                </a:solidFill>
                <a:latin typeface="맑은 고딕"/>
                <a:ea typeface="맑은 고딕"/>
              </a:rPr>
              <a:t>월–금 09:30 – 18:30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한의사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