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한의사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3F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2C2D7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9A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6D6DA0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6D6DA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6D6DA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6D6DA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6D6DA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C2C2D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C2C2D7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C2C2D7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