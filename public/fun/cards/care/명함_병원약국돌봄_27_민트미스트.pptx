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9788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657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8F3E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DC9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9DDE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9DDE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9DDE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9DDE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AB7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