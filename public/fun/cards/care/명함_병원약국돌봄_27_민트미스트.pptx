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278800" y="154800"/>
            <a:ext cx="50400" cy="50400"/>
          </a:xfrm>
          <a:prstGeom prst="ellipse">
            <a:avLst/>
          </a:prstGeom>
          <a:solidFill>
            <a:srgbClr val="51A8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287800" y="34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287800" y="52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278800" y="694800"/>
            <a:ext cx="50400" cy="50400"/>
          </a:xfrm>
          <a:prstGeom prst="ellipse">
            <a:avLst/>
          </a:prstGeom>
          <a:solidFill>
            <a:srgbClr val="51A8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278800" y="874800"/>
            <a:ext cx="50400" cy="50400"/>
          </a:xfrm>
          <a:prstGeom prst="ellipse">
            <a:avLst/>
          </a:prstGeom>
          <a:solidFill>
            <a:srgbClr val="A978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287800" y="106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278800" y="1234800"/>
            <a:ext cx="50400" cy="50400"/>
          </a:xfrm>
          <a:prstGeom prst="ellipse">
            <a:avLst/>
          </a:prstGeom>
          <a:solidFill>
            <a:srgbClr val="51A8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87800" y="142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278800" y="1594800"/>
            <a:ext cx="50400" cy="50400"/>
          </a:xfrm>
          <a:prstGeom prst="ellipse">
            <a:avLst/>
          </a:prstGeom>
          <a:solidFill>
            <a:srgbClr val="A978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446200" y="16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446200" y="34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437200" y="514800"/>
            <a:ext cx="50400" cy="50400"/>
          </a:xfrm>
          <a:prstGeom prst="ellipse">
            <a:avLst/>
          </a:prstGeom>
          <a:solidFill>
            <a:srgbClr val="51A8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446200" y="70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446200" y="88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437200" y="1054800"/>
            <a:ext cx="50400" cy="50400"/>
          </a:xfrm>
          <a:prstGeom prst="ellipse">
            <a:avLst/>
          </a:prstGeom>
          <a:solidFill>
            <a:srgbClr val="51A8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437200" y="1234800"/>
            <a:ext cx="50400" cy="50400"/>
          </a:xfrm>
          <a:prstGeom prst="ellipse">
            <a:avLst/>
          </a:prstGeom>
          <a:solidFill>
            <a:srgbClr val="A978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446200" y="142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437200" y="1594800"/>
            <a:ext cx="50400" cy="50400"/>
          </a:xfrm>
          <a:prstGeom prst="ellipse">
            <a:avLst/>
          </a:prstGeom>
          <a:solidFill>
            <a:srgbClr val="51A8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595600" y="154800"/>
            <a:ext cx="50400" cy="50400"/>
          </a:xfrm>
          <a:prstGeom prst="ellipse">
            <a:avLst/>
          </a:prstGeom>
          <a:solidFill>
            <a:srgbClr val="A978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595600" y="334800"/>
            <a:ext cx="50400" cy="50400"/>
          </a:xfrm>
          <a:prstGeom prst="ellipse">
            <a:avLst/>
          </a:prstGeom>
          <a:solidFill>
            <a:srgbClr val="51A8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604600" y="52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604600" y="70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595600" y="874800"/>
            <a:ext cx="50400" cy="50400"/>
          </a:xfrm>
          <a:prstGeom prst="ellipse">
            <a:avLst/>
          </a:prstGeom>
          <a:solidFill>
            <a:srgbClr val="51A8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604600" y="106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604600" y="124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595600" y="1414800"/>
            <a:ext cx="50400" cy="50400"/>
          </a:xfrm>
          <a:prstGeom prst="ellipse">
            <a:avLst/>
          </a:prstGeom>
          <a:solidFill>
            <a:srgbClr val="51A8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595600" y="1594800"/>
            <a:ext cx="50400" cy="50400"/>
          </a:xfrm>
          <a:prstGeom prst="ellipse">
            <a:avLst/>
          </a:prstGeom>
          <a:solidFill>
            <a:srgbClr val="A978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754000" y="154800"/>
            <a:ext cx="50400" cy="50400"/>
          </a:xfrm>
          <a:prstGeom prst="ellipse">
            <a:avLst/>
          </a:prstGeom>
          <a:solidFill>
            <a:srgbClr val="51A8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763000" y="34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754000" y="514800"/>
            <a:ext cx="50400" cy="50400"/>
          </a:xfrm>
          <a:prstGeom prst="ellipse">
            <a:avLst/>
          </a:prstGeom>
          <a:solidFill>
            <a:srgbClr val="A978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754000" y="694800"/>
            <a:ext cx="50400" cy="50400"/>
          </a:xfrm>
          <a:prstGeom prst="ellipse">
            <a:avLst/>
          </a:prstGeom>
          <a:solidFill>
            <a:srgbClr val="51A8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763000" y="88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763000" y="106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754000" y="1234800"/>
            <a:ext cx="50400" cy="50400"/>
          </a:xfrm>
          <a:prstGeom prst="ellipse">
            <a:avLst/>
          </a:prstGeom>
          <a:solidFill>
            <a:srgbClr val="51A8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763000" y="142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763000" y="160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912400" y="154800"/>
            <a:ext cx="50400" cy="50400"/>
          </a:xfrm>
          <a:prstGeom prst="ellipse">
            <a:avLst/>
          </a:prstGeom>
          <a:solidFill>
            <a:srgbClr val="A978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921400" y="34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912400" y="514800"/>
            <a:ext cx="50400" cy="50400"/>
          </a:xfrm>
          <a:prstGeom prst="ellipse">
            <a:avLst/>
          </a:prstGeom>
          <a:solidFill>
            <a:srgbClr val="51A8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921400" y="70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912400" y="874800"/>
            <a:ext cx="50400" cy="50400"/>
          </a:xfrm>
          <a:prstGeom prst="ellipse">
            <a:avLst/>
          </a:prstGeom>
          <a:solidFill>
            <a:srgbClr val="A978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912400" y="1054800"/>
            <a:ext cx="50400" cy="50400"/>
          </a:xfrm>
          <a:prstGeom prst="ellipse">
            <a:avLst/>
          </a:prstGeom>
          <a:solidFill>
            <a:srgbClr val="51A8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921400" y="124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921400" y="142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2912400" y="1594800"/>
            <a:ext cx="50400" cy="50400"/>
          </a:xfrm>
          <a:prstGeom prst="ellipse">
            <a:avLst/>
          </a:prstGeom>
          <a:solidFill>
            <a:srgbClr val="51A8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079800" y="16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070800" y="334800"/>
            <a:ext cx="50400" cy="50400"/>
          </a:xfrm>
          <a:prstGeom prst="ellipse">
            <a:avLst/>
          </a:prstGeom>
          <a:solidFill>
            <a:srgbClr val="51A8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070800" y="514800"/>
            <a:ext cx="50400" cy="50400"/>
          </a:xfrm>
          <a:prstGeom prst="ellipse">
            <a:avLst/>
          </a:prstGeom>
          <a:solidFill>
            <a:srgbClr val="A978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079800" y="70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070800" y="874800"/>
            <a:ext cx="50400" cy="50400"/>
          </a:xfrm>
          <a:prstGeom prst="ellipse">
            <a:avLst/>
          </a:prstGeom>
          <a:solidFill>
            <a:srgbClr val="51A8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3079800" y="106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3070800" y="1234800"/>
            <a:ext cx="50400" cy="50400"/>
          </a:xfrm>
          <a:prstGeom prst="ellipse">
            <a:avLst/>
          </a:prstGeom>
          <a:solidFill>
            <a:srgbClr val="A978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3070800" y="1414800"/>
            <a:ext cx="50400" cy="50400"/>
          </a:xfrm>
          <a:prstGeom prst="ellipse">
            <a:avLst/>
          </a:prstGeom>
          <a:solidFill>
            <a:srgbClr val="51A8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079800" y="160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9788F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57" name="텍스트"/>
          <p:cNvSpPr txBox="1"/>
          <p:nvPr/>
        </p:nvSpPr>
        <p:spPr>
          <a:xfrm>
            <a:off x="252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백OO</a:t>
            </a:r>
          </a:p>
        </p:txBody>
      </p:sp>
      <p:sp>
        <p:nvSpPr>
          <p:cNvPr id="58" name="텍스트"/>
          <p:cNvSpPr txBox="1"/>
          <p:nvPr/>
        </p:nvSpPr>
        <p:spPr>
          <a:xfrm>
            <a:off x="252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05C55"/>
                </a:solidFill>
                <a:latin typeface="맑은 고딕"/>
                <a:ea typeface="맑은 고딕"/>
              </a:rPr>
              <a:t>치과위생사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252000" y="1123200"/>
            <a:ext cx="1620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60" name="텍스트"/>
          <p:cNvSpPr txBox="1"/>
          <p:nvPr/>
        </p:nvSpPr>
        <p:spPr>
          <a:xfrm>
            <a:off x="252000" y="1206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61" name="텍스트"/>
          <p:cNvSpPr txBox="1"/>
          <p:nvPr/>
        </p:nvSpPr>
        <p:spPr>
          <a:xfrm>
            <a:off x="554400" y="11952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62" name="텍스트"/>
          <p:cNvSpPr txBox="1"/>
          <p:nvPr/>
        </p:nvSpPr>
        <p:spPr>
          <a:xfrm>
            <a:off x="252000" y="13284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63" name="텍스트"/>
          <p:cNvSpPr txBox="1"/>
          <p:nvPr/>
        </p:nvSpPr>
        <p:spPr>
          <a:xfrm>
            <a:off x="5544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64" name="텍스트"/>
          <p:cNvSpPr txBox="1"/>
          <p:nvPr/>
        </p:nvSpPr>
        <p:spPr>
          <a:xfrm>
            <a:off x="252000" y="1450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65" name="텍스트"/>
          <p:cNvSpPr txBox="1"/>
          <p:nvPr/>
        </p:nvSpPr>
        <p:spPr>
          <a:xfrm>
            <a:off x="554400" y="14400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D657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E8F3EF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DDC9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53600"/>
            <a:ext cx="1512000" cy="0"/>
          </a:xfrm>
          <a:prstGeom prst="line">
            <a:avLst/>
          </a:prstGeom>
          <a:ln w="3600">
            <a:solidFill>
              <a:srgbClr val="B68DA0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076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E9DDE3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489600" y="496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일반 진료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640800"/>
            <a:ext cx="1512000" cy="0"/>
          </a:xfrm>
          <a:prstGeom prst="line">
            <a:avLst/>
          </a:prstGeom>
          <a:ln w="3600">
            <a:solidFill>
              <a:srgbClr val="B68DA0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948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E9DDE3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489600" y="6840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복약 상담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828000"/>
            <a:ext cx="1512000" cy="0"/>
          </a:xfrm>
          <a:prstGeom prst="line">
            <a:avLst/>
          </a:prstGeom>
          <a:ln w="3600">
            <a:solidFill>
              <a:srgbClr val="B68DA0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8820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E9DDE3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489600" y="87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물리 치료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2000" y="1015200"/>
            <a:ext cx="1512000" cy="0"/>
          </a:xfrm>
          <a:prstGeom prst="line">
            <a:avLst/>
          </a:prstGeom>
          <a:ln w="3600">
            <a:solidFill>
              <a:srgbClr val="B68DA0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252000" y="10692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E9DDE3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489600" y="105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예약 문의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2000" y="1202400"/>
            <a:ext cx="1512000" cy="0"/>
          </a:xfrm>
          <a:prstGeom prst="line">
            <a:avLst/>
          </a:prstGeom>
          <a:ln w="3600">
            <a:solidFill>
              <a:srgbClr val="B68DA0"/>
            </a:solidFill>
          </a:ln>
        </p:spPr>
      </p:cxnSp>
      <p:sp>
        <p:nvSpPr>
          <p:cNvPr id="17" name="Rectangle 16"/>
          <p:cNvSpPr/>
          <p:nvPr/>
        </p:nvSpPr>
        <p:spPr>
          <a:xfrm>
            <a:off x="2088000" y="252000"/>
            <a:ext cx="900000" cy="1296000"/>
          </a:xfrm>
          <a:prstGeom prst="rect">
            <a:avLst/>
          </a:prstGeom>
          <a:solidFill>
            <a:srgbClr val="AB7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196000" y="360000"/>
            <a:ext cx="68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240">
                <a:solidFill>
                  <a:srgbClr val="1B2230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2196000" y="5040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1B2230"/>
                </a:solidFill>
                <a:latin typeface="맑은 고딕"/>
                <a:ea typeface="맑은 고딕"/>
              </a:rPr>
              <a:t>방문 전 예약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196000" y="770400"/>
            <a:ext cx="684000" cy="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sp>
        <p:nvSpPr>
          <p:cNvPr id="21" name="텍스트"/>
          <p:cNvSpPr txBox="1"/>
          <p:nvPr/>
        </p:nvSpPr>
        <p:spPr>
          <a:xfrm>
            <a:off x="2196000" y="849600"/>
            <a:ext cx="68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B2230">
                    <a:alpha val="75000"/>
                  </a:srgbClr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2196000" y="9576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1B2230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23" name="텍스트"/>
          <p:cNvSpPr txBox="1"/>
          <p:nvPr/>
        </p:nvSpPr>
        <p:spPr>
          <a:xfrm>
            <a:off x="219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80">
                <a:solidFill>
                  <a:srgbClr val="1B2230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치과위생사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