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D1E3F7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증상도 가볍게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넘기지 않습니다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