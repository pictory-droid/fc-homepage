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26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967E4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29456" y="1353456"/>
            <a:ext cx="245088" cy="245088"/>
          </a:xfrm>
          <a:prstGeom prst="ellipse">
            <a:avLst/>
          </a:prstGeom>
          <a:solidFill>
            <a:srgbClr val="E8E8E8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17368" y="1385424"/>
            <a:ext cx="69264" cy="181152"/>
          </a:xfrm>
          <a:prstGeom prst="roundRect">
            <a:avLst>
              <a:gd name="adj" fmla="val 11538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1424" y="1441368"/>
            <a:ext cx="181152" cy="69264"/>
          </a:xfrm>
          <a:prstGeom prst="roundRect">
            <a:avLst>
              <a:gd name="adj" fmla="val 11538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0ECE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최민재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6EACB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6EAC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6EAC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6EAC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C49645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C496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7C5D27"/>
                </a:solidFill>
                <a:latin typeface="바탕"/>
                <a:ea typeface="바탕"/>
              </a:rPr>
              <a:t>작은 증상도 가볍게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7C5D27"/>
                </a:solidFill>
                <a:latin typeface="바탕"/>
                <a:ea typeface="바탕"/>
              </a:rPr>
              <a:t>넘기지 않습니다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7E6E5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