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5600" cy="1800000"/>
          </a:xfrm>
          <a:prstGeom prst="rect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5600" y="0"/>
            <a:ext cx="36000" cy="1800000"/>
          </a:xfrm>
          <a:prstGeom prst="rect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2280000">
            <a:off x="2731968" y="232848"/>
            <a:ext cx="152064" cy="290304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2718144" y="274320"/>
            <a:ext cx="172800" cy="207360"/>
          </a:xfrm>
          <a:prstGeom prst="line">
            <a:avLst/>
          </a:prstGeom>
          <a:ln w="13824">
            <a:solidFill>
              <a:srgbClr val="E3D3EE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96000" y="223200"/>
            <a:ext cx="2016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836E9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5400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573371"/>
                </a:solidFill>
                <a:latin typeface="맑은 고딕"/>
                <a:ea typeface="맑은 고딕"/>
              </a:rPr>
              <a:t>문가영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835200"/>
            <a:ext cx="2160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8C56B3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000" y="1051200"/>
            <a:ext cx="230400" cy="14400"/>
          </a:xfrm>
          <a:prstGeom prst="rect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96000" y="118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C56B3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40000" y="11880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73371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96000" y="135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C56B3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40000" y="13569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73371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96000" y="152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C56B3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40000" y="15258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7337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00" cy="1800000"/>
          </a:xfrm>
          <a:prstGeom prst="rect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432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1700" b="1">
                <a:solidFill>
                  <a:srgbClr val="573371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8400"/>
            <a:ext cx="2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7A6686"/>
                </a:solidFill>
                <a:latin typeface="맑은 고딕"/>
                <a:ea typeface="맑은 고딕"/>
              </a:rPr>
              <a:t>눈높이를 맞추는 진료를 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  <a:ln w="9000">
            <a:solidFill>
              <a:srgbClr val="868D3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7A6686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763200"/>
            <a:ext cx="201600" cy="14400"/>
          </a:xfrm>
          <a:prstGeom prst="rect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2280000">
            <a:off x="2700720" y="295920"/>
            <a:ext cx="142560" cy="272160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2687760" y="334800"/>
            <a:ext cx="162000" cy="194400"/>
          </a:xfrm>
          <a:prstGeom prst="line">
            <a:avLst/>
          </a:prstGeom>
          <a:ln w="12960">
            <a:solidFill>
              <a:srgbClr val="DDDFC9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