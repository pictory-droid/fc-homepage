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F7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6E2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A632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6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6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6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