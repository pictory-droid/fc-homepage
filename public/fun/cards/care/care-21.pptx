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540000" cy="180000"/>
          </a:xfrm>
          <a:prstGeom prst="roundRect">
            <a:avLst>
              <a:gd name="adj" fmla="val 50000"/>
            </a:avLst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54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4A632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E6F7C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A6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A6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A6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눈높이를 맞추는 진료를 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