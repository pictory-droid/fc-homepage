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3240000" cy="1800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1296000"/>
            <a:ext cx="3240000" cy="504000"/>
          </a:xfrm>
          <a:prstGeom prst="rect">
            <a:avLst/>
          </a:prstGeom>
          <a:solidFill>
            <a:srgbClr val="EFE4F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1296000"/>
            <a:ext cx="3240000" cy="144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" name="텍스트"/>
          <p:cNvSpPr txBox="1"/>
          <p:nvPr/>
        </p:nvSpPr>
        <p:spPr>
          <a:xfrm>
            <a:off x="252000" y="252000"/>
            <a:ext cx="1512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252000" y="576000"/>
            <a:ext cx="180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957"/>
              </a:lnSpc>
            </a:pPr>
            <a:r>
              <a:rPr sz="1350" b="1" spc="120">
                <a:solidFill>
                  <a:srgbClr val="12151C"/>
                </a:solidFill>
                <a:latin typeface="맑은 고딕"/>
                <a:ea typeface="맑은 고딕"/>
              </a:rPr>
              <a:t>선은호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828000"/>
            <a:ext cx="1800000" cy="13335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015"/>
              </a:lnSpc>
            </a:pPr>
            <a:r>
              <a:rPr sz="700" b="0" spc="60">
                <a:solidFill>
                  <a:srgbClr val="6B7280"/>
                </a:solidFill>
                <a:latin typeface="맑은 고딕"/>
                <a:ea typeface="맑은 고딕"/>
              </a:rPr>
              <a:t>요양보호사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252000" y="1411200"/>
            <a:ext cx="900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TEL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1512000"/>
            <a:ext cx="900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010-1234-5678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1072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0" name="텍스트"/>
          <p:cNvSpPr txBox="1"/>
          <p:nvPr/>
        </p:nvSpPr>
        <p:spPr>
          <a:xfrm>
            <a:off x="1152000" y="1411200"/>
            <a:ext cx="100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MAIL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1152000" y="1512000"/>
            <a:ext cx="1008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name@example.com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080800" y="1411200"/>
            <a:ext cx="0" cy="2016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160000" y="1411200"/>
            <a:ext cx="972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ADDR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160000" y="1512000"/>
            <a:ext cx="972000" cy="12001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13"/>
              </a:lnSpc>
            </a:pPr>
            <a:r>
              <a:rPr sz="630" b="0">
                <a:solidFill>
                  <a:srgbClr val="12151C"/>
                </a:solidFill>
                <a:latin typeface="맑은 고딕"/>
                <a:ea typeface="맑은 고딕"/>
              </a:rPr>
              <a:t>주소를 입력해 주세요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3240000" cy="28800"/>
          </a:xfrm>
          <a:prstGeom prst="rect">
            <a:avLst/>
          </a:prstGeom>
          <a:solidFill>
            <a:srgbClr val="8A3FFC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" name="텍스트"/>
          <p:cNvSpPr txBox="1"/>
          <p:nvPr/>
        </p:nvSpPr>
        <p:spPr>
          <a:xfrm>
            <a:off x="252000" y="223200"/>
            <a:ext cx="1080000" cy="9906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754"/>
              </a:lnSpc>
            </a:pPr>
            <a:r>
              <a:rPr sz="520" b="1" spc="240">
                <a:solidFill>
                  <a:srgbClr val="6B7280"/>
                </a:solidFill>
                <a:latin typeface="맑은 고딕"/>
                <a:ea typeface="맑은 고딕"/>
              </a:rPr>
              <a:t>진료 · 상담</a:t>
            </a:r>
          </a:p>
        </p:txBody>
      </p:sp>
      <p:sp>
        <p:nvSpPr>
          <p:cNvPr id="4" name="텍스트"/>
          <p:cNvSpPr txBox="1"/>
          <p:nvPr/>
        </p:nvSpPr>
        <p:spPr>
          <a:xfrm>
            <a:off x="252000" y="4248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A3FFC"/>
                </a:solidFill>
                <a:latin typeface="맑은 고딕"/>
                <a:ea typeface="맑은 고딕"/>
              </a:rPr>
              <a:t>01</a:t>
            </a:r>
          </a:p>
        </p:txBody>
      </p:sp>
      <p:sp>
        <p:nvSpPr>
          <p:cNvPr id="5" name="텍스트"/>
          <p:cNvSpPr txBox="1"/>
          <p:nvPr/>
        </p:nvSpPr>
        <p:spPr>
          <a:xfrm>
            <a:off x="720000" y="4752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예방 접종</a:t>
            </a:r>
          </a:p>
        </p:txBody>
      </p:sp>
      <p:sp>
        <p:nvSpPr>
          <p:cNvPr id="6" name="텍스트"/>
          <p:cNvSpPr txBox="1"/>
          <p:nvPr/>
        </p:nvSpPr>
        <p:spPr>
          <a:xfrm>
            <a:off x="252000" y="6912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A3FFC"/>
                </a:solidFill>
                <a:latin typeface="맑은 고딕"/>
                <a:ea typeface="맑은 고딕"/>
              </a:rPr>
              <a:t>02</a:t>
            </a:r>
          </a:p>
        </p:txBody>
      </p:sp>
      <p:sp>
        <p:nvSpPr>
          <p:cNvPr id="7" name="텍스트"/>
          <p:cNvSpPr txBox="1"/>
          <p:nvPr/>
        </p:nvSpPr>
        <p:spPr>
          <a:xfrm>
            <a:off x="720000" y="7416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재활 치료</a:t>
            </a:r>
          </a:p>
        </p:txBody>
      </p:sp>
      <p:sp>
        <p:nvSpPr>
          <p:cNvPr id="8" name="텍스트"/>
          <p:cNvSpPr txBox="1"/>
          <p:nvPr/>
        </p:nvSpPr>
        <p:spPr>
          <a:xfrm>
            <a:off x="252000" y="9576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A3FFC"/>
                </a:solidFill>
                <a:latin typeface="맑은 고딕"/>
                <a:ea typeface="맑은 고딕"/>
              </a:rPr>
              <a:t>03</a:t>
            </a:r>
          </a:p>
        </p:txBody>
      </p:sp>
      <p:sp>
        <p:nvSpPr>
          <p:cNvPr id="9" name="텍스트"/>
          <p:cNvSpPr txBox="1"/>
          <p:nvPr/>
        </p:nvSpPr>
        <p:spPr>
          <a:xfrm>
            <a:off x="720000" y="10080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침 · 뜸</a:t>
            </a:r>
          </a:p>
        </p:txBody>
      </p:sp>
      <p:sp>
        <p:nvSpPr>
          <p:cNvPr id="10" name="텍스트"/>
          <p:cNvSpPr txBox="1"/>
          <p:nvPr/>
        </p:nvSpPr>
        <p:spPr>
          <a:xfrm>
            <a:off x="252000" y="1224000"/>
            <a:ext cx="540000" cy="2376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2175"/>
              </a:lnSpc>
            </a:pPr>
            <a:r>
              <a:rPr sz="1500" b="1">
                <a:solidFill>
                  <a:srgbClr val="8A3FFC"/>
                </a:solidFill>
                <a:latin typeface="맑은 고딕"/>
                <a:ea typeface="맑은 고딕"/>
              </a:rPr>
              <a:t>04</a:t>
            </a:r>
          </a:p>
        </p:txBody>
      </p:sp>
      <p:sp>
        <p:nvSpPr>
          <p:cNvPr id="11" name="텍스트"/>
          <p:cNvSpPr txBox="1"/>
          <p:nvPr/>
        </p:nvSpPr>
        <p:spPr>
          <a:xfrm>
            <a:off x="720000" y="1274400"/>
            <a:ext cx="1512000" cy="180000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1160"/>
              </a:lnSpc>
            </a:pPr>
            <a:r>
              <a:rPr sz="800" b="1">
                <a:solidFill>
                  <a:srgbClr val="12151C"/>
                </a:solidFill>
                <a:latin typeface="맑은 고딕"/>
                <a:ea typeface="맑은 고딕"/>
              </a:rPr>
              <a:t>예약 문의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2232000" y="424800"/>
            <a:ext cx="0" cy="1087200"/>
          </a:xfrm>
          <a:prstGeom prst="line">
            <a:avLst/>
          </a:prstGeom>
          <a:ln w="3600">
            <a:solidFill>
              <a:srgbClr val="E3E5E9"/>
            </a:solidFill>
          </a:ln>
        </p:spPr>
      </p:cxnSp>
      <p:sp>
        <p:nvSpPr>
          <p:cNvPr id="13" name="텍스트"/>
          <p:cNvSpPr txBox="1"/>
          <p:nvPr/>
        </p:nvSpPr>
        <p:spPr>
          <a:xfrm>
            <a:off x="2376000" y="4248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HOURS</a:t>
            </a:r>
          </a:p>
        </p:txBody>
      </p:sp>
      <p:sp>
        <p:nvSpPr>
          <p:cNvPr id="14" name="텍스트"/>
          <p:cNvSpPr txBox="1"/>
          <p:nvPr/>
        </p:nvSpPr>
        <p:spPr>
          <a:xfrm>
            <a:off x="2376000" y="540000"/>
            <a:ext cx="720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월–금 09:30 – 18:30</a:t>
            </a:r>
          </a:p>
        </p:txBody>
      </p:sp>
      <p:sp>
        <p:nvSpPr>
          <p:cNvPr id="15" name="텍스트"/>
          <p:cNvSpPr txBox="1"/>
          <p:nvPr/>
        </p:nvSpPr>
        <p:spPr>
          <a:xfrm>
            <a:off x="2376000" y="900000"/>
            <a:ext cx="648000" cy="9144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696"/>
              </a:lnSpc>
            </a:pPr>
            <a:r>
              <a:rPr sz="480" b="1" spc="140">
                <a:solidFill>
                  <a:srgbClr val="6B7280"/>
                </a:solidFill>
                <a:latin typeface="맑은 고딕"/>
                <a:ea typeface="맑은 고딕"/>
              </a:rPr>
              <a:t>BLOG</a:t>
            </a:r>
          </a:p>
        </p:txBody>
      </p:sp>
      <p:sp>
        <p:nvSpPr>
          <p:cNvPr id="16" name="텍스트"/>
          <p:cNvSpPr txBox="1"/>
          <p:nvPr/>
        </p:nvSpPr>
        <p:spPr>
          <a:xfrm>
            <a:off x="2376000" y="1015200"/>
            <a:ext cx="684000" cy="118111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899"/>
              </a:lnSpc>
            </a:pPr>
            <a:r>
              <a:rPr sz="620" b="0">
                <a:solidFill>
                  <a:srgbClr val="12151C"/>
                </a:solidFill>
                <a:latin typeface="맑은 고딕"/>
                <a:ea typeface="맑은 고딕"/>
              </a:rPr>
              <a:t>blog.example.com</a:t>
            </a:r>
          </a:p>
        </p:txBody>
      </p:sp>
      <p:sp>
        <p:nvSpPr>
          <p:cNvPr id="17" name="텍스트"/>
          <p:cNvSpPr txBox="1"/>
          <p:nvPr/>
        </p:nvSpPr>
        <p:spPr>
          <a:xfrm>
            <a:off x="2376000" y="1440000"/>
            <a:ext cx="684000" cy="123826"/>
          </a:xfrm>
          <a:prstGeom prst="rect">
            <a:avLst/>
          </a:prstGeom>
          <a:noFill/>
        </p:spPr>
        <p:txBody>
          <a:bodyPr wrap="square" lIns="0" rIns="0" tIns="0" bIns="0" anchor="t">
            <a:spAutoFit/>
          </a:bodyPr>
          <a:lstStyle/>
          <a:p>
            <a:pPr algn="l">
              <a:lnSpc>
                <a:spcPts val="942"/>
              </a:lnSpc>
            </a:pPr>
            <a:r>
              <a:rPr sz="650" b="1" spc="220">
                <a:solidFill>
                  <a:srgbClr val="6B7280"/>
                </a:solidFill>
                <a:latin typeface="맑은 고딕"/>
                <a:ea typeface="맑은 고딕"/>
              </a:rPr>
              <a:t>의원 · 약국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요양보호사 명함 서식</dc:title>
  <dc:subject>편집용 명함 서식</dc:subject>
  <dc:creator>우체국보험 상담 안내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