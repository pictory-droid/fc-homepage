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05C5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2234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2345E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806C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806CB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806CB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806CB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C3BF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467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467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46777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