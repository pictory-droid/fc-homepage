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C8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C0AA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C0AA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C0AA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761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76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76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B674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7545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76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7545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6E7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14043"/>
                </a:solidFill>
                <a:latin typeface="맑은 고딕"/>
                <a:ea typeface="맑은 고딕"/>
              </a:rPr>
              <a:t>방문 전 예약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