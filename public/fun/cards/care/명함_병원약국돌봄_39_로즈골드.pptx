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C8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C0AAB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C0AAB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C0AAB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6761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6761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6761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8B674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7545F"/>
                </a:solidFill>
                <a:latin typeface="맑은 고딕"/>
                <a:ea typeface="맑은 고딕"/>
              </a:rPr>
              <a:t>사회복지사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6761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7545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7545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7545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8A79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76E79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8A79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4013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954013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치아 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56025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8A79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656025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영양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414043"/>
                </a:solidFill>
                <a:latin typeface="맑은 고딕"/>
                <a:ea typeface="맑은 고딕"/>
              </a:rPr>
              <a:t>방문 전 예약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