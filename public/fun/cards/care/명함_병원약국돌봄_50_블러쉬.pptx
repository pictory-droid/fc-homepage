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F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8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462935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93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A04B6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935"/>
                </a:solidFill>
                <a:latin typeface="맑은 고딕"/>
                <a:ea typeface="맑은 고딕"/>
              </a:rPr>
              <a:t>영양사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A04B60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