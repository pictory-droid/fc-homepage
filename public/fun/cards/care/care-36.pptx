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FE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요양보호사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8A3FF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8A3FF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8A3FF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8A3FF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