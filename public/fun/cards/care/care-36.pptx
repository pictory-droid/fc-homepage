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97840" y="249840"/>
            <a:ext cx="364320" cy="364320"/>
          </a:xfrm>
          <a:prstGeom prst="ellipse">
            <a:avLst/>
          </a:prstGeom>
          <a:solidFill>
            <a:srgbClr val="F4DFED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28520" y="297360"/>
            <a:ext cx="102960" cy="269280"/>
          </a:xfrm>
          <a:prstGeom prst="roundRect">
            <a:avLst>
              <a:gd name="adj" fmla="val 11538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5360" y="380520"/>
            <a:ext cx="269280" cy="102960"/>
          </a:xfrm>
          <a:prstGeom prst="roundRect">
            <a:avLst>
              <a:gd name="adj" fmla="val 11538"/>
            </a:avLst>
          </a:prstGeom>
          <a:solidFill>
            <a:srgbClr val="C15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85326A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44E88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B5D7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498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F0D1E5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A649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F0D1E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복용 방법을 쉽게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알려 드립니다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4E9F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