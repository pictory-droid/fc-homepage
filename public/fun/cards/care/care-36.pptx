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EFE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EFE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EFE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EFE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EFE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EFE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EFE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EFE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EFE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EFE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EFE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EFE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EFE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요양보호사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복용 방법을 쉽게 알려 드립니다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