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F6C5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AF6C5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월–금 09:30 – 18:30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