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마음 놓고 맡기실 수 있도록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