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A6F9B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47347F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45CBC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454400" y="374400"/>
            <a:ext cx="331200" cy="331200"/>
          </a:xfrm>
          <a:prstGeom prst="ellipse">
            <a:avLst/>
          </a:prstGeom>
          <a:solidFill>
            <a:srgbClr val="80808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73200" y="417600"/>
            <a:ext cx="93600" cy="2448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97600" y="493200"/>
            <a:ext cx="244800" cy="93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마음 놓고 맡기실 수 있도록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