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791753" cy="180000"/>
          </a:xfrm>
          <a:prstGeom prst="roundRect">
            <a:avLst>
              <a:gd name="adj" fmla="val 50000"/>
            </a:avLst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791753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12151C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어르신의 하루를 존중합니다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