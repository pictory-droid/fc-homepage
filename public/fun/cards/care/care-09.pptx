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D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86160" y="488160"/>
            <a:ext cx="463680" cy="463680"/>
          </a:xfrm>
          <a:prstGeom prst="ellipse">
            <a:avLst/>
          </a:prstGeom>
          <a:solidFill>
            <a:srgbClr val="9B9B9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52480" y="548640"/>
            <a:ext cx="131040" cy="342720"/>
          </a:xfrm>
          <a:prstGeom prst="roundRect">
            <a:avLst>
              <a:gd name="adj" fmla="val 11538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46640" y="654480"/>
            <a:ext cx="342720" cy="131040"/>
          </a:xfrm>
          <a:prstGeom prst="roundRect">
            <a:avLst>
              <a:gd name="adj" fmla="val 11538"/>
            </a:avLst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5959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3D3EE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9" name="Rectangle 8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D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D3EE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D3EE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3D3EE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84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B95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454400" y="374400"/>
            <a:ext cx="331200" cy="3312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73200" y="417600"/>
            <a:ext cx="93600" cy="2448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97600" y="493200"/>
            <a:ext cx="244800" cy="93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어르신의 하루를 존중합니다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