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오지호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오너 셰프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3519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351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86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351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9686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351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시즌 메뉴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351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51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519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C3519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