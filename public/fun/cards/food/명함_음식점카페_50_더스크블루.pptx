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D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7E9C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7E9C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76000" y="1044000"/>
            <a:ext cx="288000" cy="122400"/>
          </a:xfrm>
          <a:custGeom>
            <a:avLst/>
            <a:gdLst/>
            <a:ahLst/>
            <a:cxnLst/>
            <a:rect l="l" t="t" r="r" b="b"/>
            <a:pathLst>
              <a:path w="288000" h="122400">
                <a:moveTo>
                  <a:pt x="288000" y="0"/>
                </a:moveTo>
                <a:lnTo>
                  <a:pt x="284390" y="27237"/>
                </a:lnTo>
                <a:lnTo>
                  <a:pt x="273740" y="53107"/>
                </a:lnTo>
                <a:lnTo>
                  <a:pt x="256584" y="76315"/>
                </a:lnTo>
                <a:lnTo>
                  <a:pt x="233783" y="95696"/>
                </a:lnTo>
                <a:lnTo>
                  <a:pt x="206479" y="110279"/>
                </a:lnTo>
                <a:lnTo>
                  <a:pt x="176043" y="119331"/>
                </a:lnTo>
                <a:lnTo>
                  <a:pt x="144000" y="122400"/>
                </a:lnTo>
                <a:lnTo>
                  <a:pt x="111957" y="119331"/>
                </a:lnTo>
                <a:lnTo>
                  <a:pt x="81521" y="110279"/>
                </a:lnTo>
                <a:lnTo>
                  <a:pt x="54217" y="95696"/>
                </a:lnTo>
                <a:lnTo>
                  <a:pt x="31416" y="76315"/>
                </a:lnTo>
                <a:lnTo>
                  <a:pt x="14260" y="53107"/>
                </a:lnTo>
                <a:lnTo>
                  <a:pt x="3610" y="27237"/>
                </a:lnTo>
                <a:lnTo>
                  <a:pt x="0" y="0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26400" y="1162800"/>
            <a:ext cx="187200" cy="25200"/>
          </a:xfrm>
          <a:prstGeom prst="roundRect">
            <a:avLst>
              <a:gd name="adj" fmla="val 42857"/>
            </a:avLst>
          </a:prstGeom>
          <a:solidFill>
            <a:srgbClr val="4C5F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498400" y="921600"/>
            <a:ext cx="129600" cy="108000"/>
          </a:xfrm>
          <a:prstGeom prst="line">
            <a:avLst/>
          </a:prstGeom>
          <a:ln w="18000">
            <a:solidFill>
              <a:srgbClr val="4C5F7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2541600" y="921600"/>
            <a:ext cx="122400" cy="93600"/>
          </a:xfrm>
          <a:prstGeom prst="line">
            <a:avLst/>
          </a:prstGeom>
          <a:ln w="18000">
            <a:solidFill>
              <a:srgbClr val="4C5F7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1583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현OO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26A77"/>
                </a:solidFill>
                <a:latin typeface="맑은 고딕"/>
                <a:ea typeface="맑은 고딕"/>
              </a:rPr>
              <a:t>분식집 사장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BEC6D3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A7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A7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A7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091BA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D98D7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아메리카노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D98D7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D98D7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D98D74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5F6672"/>
                </a:solidFill>
                <a:latin typeface="맑은 고딕"/>
                <a:ea typeface="맑은 고딕"/>
              </a:rPr>
              <a:t>매장 · 포장 · 배달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5F6672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분식집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