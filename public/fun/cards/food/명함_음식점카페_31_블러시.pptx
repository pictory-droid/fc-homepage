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5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C4B2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D5C9CA"/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D5C9CA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D5C9C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D5C9C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D5C9C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E2B4C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C5CDE3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C5CDE3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C5CDE3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C5CDE3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1E2B4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E2B4C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E2B4C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