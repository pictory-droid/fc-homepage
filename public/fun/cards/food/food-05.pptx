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F7D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CC33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정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965E6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7A1F2E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CC334D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CC33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334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334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334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7A1F2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72A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F4CD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101952" y="171072"/>
            <a:ext cx="69696" cy="133056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95616" y="190080"/>
            <a:ext cx="79200" cy="95040"/>
          </a:xfrm>
          <a:prstGeom prst="line">
            <a:avLst/>
          </a:prstGeom>
          <a:ln w="6336">
            <a:solidFill>
              <a:srgbClr val="CDCDCD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엄마 손맛을 닮은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따뜻한 밥상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E9CBD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F4CDD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E9CBD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