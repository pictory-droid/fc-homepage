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268000" y="0"/>
            <a:ext cx="972000" cy="972000"/>
          </a:xfrm>
          <a:custGeom>
            <a:avLst/>
            <a:gdLst/>
            <a:ahLst/>
            <a:cxnLst/>
            <a:rect l="l" t="t" r="r" b="b"/>
            <a:pathLst>
              <a:path w="972000" h="972000">
                <a:moveTo>
                  <a:pt x="972000" y="0"/>
                </a:moveTo>
                <a:lnTo>
                  <a:pt x="972000" y="972000"/>
                </a:lnTo>
                <a:lnTo>
                  <a:pt x="908428" y="969919"/>
                </a:lnTo>
                <a:lnTo>
                  <a:pt x="845129" y="963684"/>
                </a:lnTo>
                <a:lnTo>
                  <a:pt x="782372" y="953323"/>
                </a:lnTo>
                <a:lnTo>
                  <a:pt x="720428" y="938880"/>
                </a:lnTo>
                <a:lnTo>
                  <a:pt x="659561" y="920416"/>
                </a:lnTo>
                <a:lnTo>
                  <a:pt x="600032" y="898011"/>
                </a:lnTo>
                <a:lnTo>
                  <a:pt x="542095" y="871760"/>
                </a:lnTo>
                <a:lnTo>
                  <a:pt x="486000" y="841777"/>
                </a:lnTo>
                <a:lnTo>
                  <a:pt x="431986" y="808188"/>
                </a:lnTo>
                <a:lnTo>
                  <a:pt x="380284" y="771139"/>
                </a:lnTo>
                <a:lnTo>
                  <a:pt x="331116" y="730788"/>
                </a:lnTo>
                <a:lnTo>
                  <a:pt x="284692" y="687308"/>
                </a:lnTo>
                <a:lnTo>
                  <a:pt x="241212" y="640884"/>
                </a:lnTo>
                <a:lnTo>
                  <a:pt x="200861" y="591716"/>
                </a:lnTo>
                <a:lnTo>
                  <a:pt x="163812" y="540014"/>
                </a:lnTo>
                <a:lnTo>
                  <a:pt x="130223" y="486000"/>
                </a:lnTo>
                <a:lnTo>
                  <a:pt x="100240" y="429905"/>
                </a:lnTo>
                <a:lnTo>
                  <a:pt x="73989" y="371968"/>
                </a:lnTo>
                <a:lnTo>
                  <a:pt x="51584" y="312439"/>
                </a:lnTo>
                <a:lnTo>
                  <a:pt x="33120" y="251572"/>
                </a:lnTo>
                <a:lnTo>
                  <a:pt x="18677" y="189628"/>
                </a:lnTo>
                <a:lnTo>
                  <a:pt x="8316" y="126871"/>
                </a:lnTo>
                <a:lnTo>
                  <a:pt x="2081" y="63572"/>
                </a:lnTo>
                <a:lnTo>
                  <a:pt x="0" y="0"/>
                </a:lnTo>
                <a:close/>
              </a:path>
            </a:pathLst>
          </a:custGeom>
          <a:solidFill>
            <a:srgbClr val="4CD96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664000" y="0"/>
            <a:ext cx="576000" cy="576000"/>
          </a:xfrm>
          <a:custGeom>
            <a:avLst/>
            <a:gdLst/>
            <a:ahLst/>
            <a:cxnLst/>
            <a:rect l="l" t="t" r="r" b="b"/>
            <a:pathLst>
              <a:path w="576000" h="576000">
                <a:moveTo>
                  <a:pt x="576000" y="0"/>
                </a:moveTo>
                <a:lnTo>
                  <a:pt x="576000" y="576000"/>
                </a:lnTo>
                <a:lnTo>
                  <a:pt x="538328" y="574767"/>
                </a:lnTo>
                <a:lnTo>
                  <a:pt x="500817" y="571072"/>
                </a:lnTo>
                <a:lnTo>
                  <a:pt x="463628" y="564932"/>
                </a:lnTo>
                <a:lnTo>
                  <a:pt x="426920" y="556373"/>
                </a:lnTo>
                <a:lnTo>
                  <a:pt x="390851" y="545432"/>
                </a:lnTo>
                <a:lnTo>
                  <a:pt x="355574" y="532155"/>
                </a:lnTo>
                <a:lnTo>
                  <a:pt x="321242" y="516599"/>
                </a:lnTo>
                <a:lnTo>
                  <a:pt x="288000" y="498831"/>
                </a:lnTo>
                <a:lnTo>
                  <a:pt x="255992" y="478926"/>
                </a:lnTo>
                <a:lnTo>
                  <a:pt x="225353" y="456972"/>
                </a:lnTo>
                <a:lnTo>
                  <a:pt x="196217" y="433060"/>
                </a:lnTo>
                <a:lnTo>
                  <a:pt x="168706" y="407294"/>
                </a:lnTo>
                <a:lnTo>
                  <a:pt x="142940" y="379783"/>
                </a:lnTo>
                <a:lnTo>
                  <a:pt x="119028" y="350647"/>
                </a:lnTo>
                <a:lnTo>
                  <a:pt x="97074" y="320008"/>
                </a:lnTo>
                <a:lnTo>
                  <a:pt x="77169" y="288000"/>
                </a:lnTo>
                <a:lnTo>
                  <a:pt x="59401" y="254758"/>
                </a:lnTo>
                <a:lnTo>
                  <a:pt x="43845" y="220426"/>
                </a:lnTo>
                <a:lnTo>
                  <a:pt x="30568" y="185149"/>
                </a:lnTo>
                <a:lnTo>
                  <a:pt x="19627" y="149080"/>
                </a:lnTo>
                <a:lnTo>
                  <a:pt x="11068" y="112372"/>
                </a:lnTo>
                <a:lnTo>
                  <a:pt x="4928" y="75183"/>
                </a:lnTo>
                <a:lnTo>
                  <a:pt x="1233" y="37672"/>
                </a:lnTo>
                <a:lnTo>
                  <a:pt x="0" y="0"/>
                </a:lnTo>
                <a:close/>
              </a:path>
            </a:pathLst>
          </a:cu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540000"/>
            <a:ext cx="194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정유진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943200"/>
            <a:ext cx="194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A3A9B5"/>
                </a:solidFill>
                <a:latin typeface="맑은 고딕"/>
                <a:ea typeface="맑은 고딕"/>
              </a:rPr>
              <a:t>주방장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A3A9B5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34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2240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371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3608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0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4976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1080000" cy="1080000"/>
          </a:xfrm>
          <a:custGeom>
            <a:avLst/>
            <a:gdLst/>
            <a:ahLst/>
            <a:cxnLst/>
            <a:rect l="l" t="t" r="r" b="b"/>
            <a:pathLst>
              <a:path w="1080000" h="1080000">
                <a:moveTo>
                  <a:pt x="0" y="0"/>
                </a:moveTo>
                <a:lnTo>
                  <a:pt x="1080000" y="0"/>
                </a:lnTo>
                <a:lnTo>
                  <a:pt x="1077688" y="70635"/>
                </a:lnTo>
                <a:lnTo>
                  <a:pt x="1070760" y="140968"/>
                </a:lnTo>
                <a:lnTo>
                  <a:pt x="1059248" y="210698"/>
                </a:lnTo>
                <a:lnTo>
                  <a:pt x="1043200" y="279525"/>
                </a:lnTo>
                <a:lnTo>
                  <a:pt x="1022685" y="347155"/>
                </a:lnTo>
                <a:lnTo>
                  <a:pt x="997790" y="413298"/>
                </a:lnTo>
                <a:lnTo>
                  <a:pt x="968623" y="477672"/>
                </a:lnTo>
                <a:lnTo>
                  <a:pt x="935307" y="540000"/>
                </a:lnTo>
                <a:lnTo>
                  <a:pt x="897987" y="600016"/>
                </a:lnTo>
                <a:lnTo>
                  <a:pt x="856822" y="657462"/>
                </a:lnTo>
                <a:lnTo>
                  <a:pt x="811987" y="712093"/>
                </a:lnTo>
                <a:lnTo>
                  <a:pt x="763675" y="763675"/>
                </a:lnTo>
                <a:lnTo>
                  <a:pt x="712093" y="811987"/>
                </a:lnTo>
                <a:lnTo>
                  <a:pt x="657462" y="856822"/>
                </a:lnTo>
                <a:lnTo>
                  <a:pt x="600016" y="897987"/>
                </a:lnTo>
                <a:lnTo>
                  <a:pt x="540000" y="935307"/>
                </a:lnTo>
                <a:lnTo>
                  <a:pt x="477672" y="968623"/>
                </a:lnTo>
                <a:lnTo>
                  <a:pt x="413298" y="997790"/>
                </a:lnTo>
                <a:lnTo>
                  <a:pt x="347155" y="1022685"/>
                </a:lnTo>
                <a:lnTo>
                  <a:pt x="279525" y="1043200"/>
                </a:lnTo>
                <a:lnTo>
                  <a:pt x="210698" y="1059248"/>
                </a:lnTo>
                <a:lnTo>
                  <a:pt x="140968" y="1070760"/>
                </a:lnTo>
                <a:lnTo>
                  <a:pt x="70635" y="1077688"/>
                </a:lnTo>
                <a:lnTo>
                  <a:pt x="0" y="1080000"/>
                </a:lnTo>
                <a:close/>
              </a:path>
            </a:pathLst>
          </a:custGeom>
          <a:solidFill>
            <a:srgbClr val="4CD96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684000" cy="684000"/>
          </a:xfrm>
          <a:custGeom>
            <a:avLst/>
            <a:gdLst/>
            <a:ahLst/>
            <a:cxnLst/>
            <a:rect l="l" t="t" r="r" b="b"/>
            <a:pathLst>
              <a:path w="684000" h="684000">
                <a:moveTo>
                  <a:pt x="0" y="0"/>
                </a:moveTo>
                <a:lnTo>
                  <a:pt x="684000" y="0"/>
                </a:lnTo>
                <a:lnTo>
                  <a:pt x="682536" y="44736"/>
                </a:lnTo>
                <a:lnTo>
                  <a:pt x="678148" y="89280"/>
                </a:lnTo>
                <a:lnTo>
                  <a:pt x="670857" y="133442"/>
                </a:lnTo>
                <a:lnTo>
                  <a:pt x="660693" y="177032"/>
                </a:lnTo>
                <a:lnTo>
                  <a:pt x="647700" y="219865"/>
                </a:lnTo>
                <a:lnTo>
                  <a:pt x="631934" y="261755"/>
                </a:lnTo>
                <a:lnTo>
                  <a:pt x="613461" y="302525"/>
                </a:lnTo>
                <a:lnTo>
                  <a:pt x="592361" y="342000"/>
                </a:lnTo>
                <a:lnTo>
                  <a:pt x="568725" y="380010"/>
                </a:lnTo>
                <a:lnTo>
                  <a:pt x="542654" y="416393"/>
                </a:lnTo>
                <a:lnTo>
                  <a:pt x="514258" y="450993"/>
                </a:lnTo>
                <a:lnTo>
                  <a:pt x="483661" y="483661"/>
                </a:lnTo>
                <a:lnTo>
                  <a:pt x="450993" y="514258"/>
                </a:lnTo>
                <a:lnTo>
                  <a:pt x="416393" y="542654"/>
                </a:lnTo>
                <a:lnTo>
                  <a:pt x="380010" y="568725"/>
                </a:lnTo>
                <a:lnTo>
                  <a:pt x="342000" y="592361"/>
                </a:lnTo>
                <a:lnTo>
                  <a:pt x="302525" y="613461"/>
                </a:lnTo>
                <a:lnTo>
                  <a:pt x="261755" y="631934"/>
                </a:lnTo>
                <a:lnTo>
                  <a:pt x="219865" y="647700"/>
                </a:lnTo>
                <a:lnTo>
                  <a:pt x="177032" y="660693"/>
                </a:lnTo>
                <a:lnTo>
                  <a:pt x="133442" y="670857"/>
                </a:lnTo>
                <a:lnTo>
                  <a:pt x="89280" y="678148"/>
                </a:lnTo>
                <a:lnTo>
                  <a:pt x="44736" y="682536"/>
                </a:lnTo>
                <a:lnTo>
                  <a:pt x="0" y="684000"/>
                </a:lnTo>
                <a:close/>
              </a:path>
            </a:pathLst>
          </a:custGeom>
          <a:solidFill>
            <a:srgbClr val="DCF0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1188000" y="1044000"/>
            <a:ext cx="180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엄마 손맛을 닮은</a:t>
            </a:r>
          </a:p>
          <a:p>
            <a:pPr algn="r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따뜻한 밥상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188000" y="1526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주방장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