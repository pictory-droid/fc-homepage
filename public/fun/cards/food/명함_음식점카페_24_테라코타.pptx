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EE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EACF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B554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12E28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EACFC8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양OO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12E28"/>
                </a:solidFill>
                <a:latin typeface="맑은 고딕"/>
                <a:ea typeface="맑은 고딕"/>
              </a:rPr>
              <a:t>사장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0" y="943200"/>
            <a:ext cx="0" cy="604800"/>
          </a:xfrm>
          <a:prstGeom prst="line">
            <a:avLst/>
          </a:prstGeom>
          <a:ln w="3600">
            <a:solidFill>
              <a:srgbClr val="EACFC8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944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12E28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46400" y="1022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944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12E28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46400" y="1166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12E28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46400" y="1310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7D81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브런치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케이터링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런치 세트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시즌 메뉴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매일 08:00 – 20:00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  blog.example.com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