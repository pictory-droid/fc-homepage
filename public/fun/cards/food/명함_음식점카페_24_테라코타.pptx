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EE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ACF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512E2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ACFC8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12E28"/>
                </a:solidFill>
                <a:latin typeface="맑은 고딕"/>
                <a:ea typeface="맑은 고딕"/>
              </a:rPr>
              <a:t>사장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ACFC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12E2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12E2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12E2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D818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