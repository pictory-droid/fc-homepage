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3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2607120" y="508320"/>
            <a:ext cx="221760" cy="42336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586960" y="568800"/>
            <a:ext cx="252000" cy="302400"/>
          </a:xfrm>
          <a:prstGeom prst="line">
            <a:avLst/>
          </a:prstGeom>
          <a:ln w="20160">
            <a:solidFill>
              <a:srgbClr val="BDBDBD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5959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심소담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1D4D0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1D4D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1D4D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1D4D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3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101952" y="171072"/>
            <a:ext cx="69696" cy="133056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95616" y="190080"/>
            <a:ext cx="79200" cy="95040"/>
          </a:xfrm>
          <a:prstGeom prst="line">
            <a:avLst/>
          </a:prstGeom>
          <a:ln w="6336">
            <a:solidFill>
              <a:srgbClr val="BDBDBD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맛있게 드시는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모습이 보람입니다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FB7B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F1D4D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FB7B3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