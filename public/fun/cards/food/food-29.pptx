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9D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맛있게 드시는 모습이 보람입니다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C3E6D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