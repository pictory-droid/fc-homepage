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CE1E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CE1E3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CE1E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C404B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16D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