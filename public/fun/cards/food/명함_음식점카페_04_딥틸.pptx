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4EF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2124000" y="0"/>
            <a:ext cx="1116000" cy="1800000"/>
          </a:xfrm>
          <a:custGeom>
            <a:avLst/>
            <a:gdLst/>
            <a:ahLst/>
            <a:cxnLst/>
            <a:rect l="l" t="t" r="r" b="b"/>
            <a:pathLst>
              <a:path w="1116000" h="1800000">
                <a:moveTo>
                  <a:pt x="360000" y="0"/>
                </a:moveTo>
                <a:lnTo>
                  <a:pt x="1116000" y="0"/>
                </a:lnTo>
                <a:lnTo>
                  <a:pt x="1116000" y="1800000"/>
                </a:lnTo>
                <a:lnTo>
                  <a:pt x="0" y="1800000"/>
                </a:lnTo>
                <a:close/>
              </a:path>
            </a:pathLst>
          </a:custGeom>
          <a:solidFill>
            <a:srgbClr val="1F7A8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H="1">
            <a:off x="2044800" y="0"/>
            <a:ext cx="360000" cy="1800000"/>
          </a:xfrm>
          <a:prstGeom prst="line">
            <a:avLst/>
          </a:prstGeom>
          <a:ln w="3600">
            <a:solidFill>
              <a:srgbClr val="CCE1E3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1965600" y="0"/>
            <a:ext cx="360000" cy="1800000"/>
          </a:xfrm>
          <a:prstGeom prst="line">
            <a:avLst/>
          </a:prstGeom>
          <a:ln w="3600">
            <a:solidFill>
              <a:srgbClr val="CCE1E3"/>
            </a:solidFill>
          </a:ln>
        </p:spPr>
      </p:cxnSp>
      <p:cxnSp>
        <p:nvCxnSpPr>
          <p:cNvPr id="5" name="Connector 4"/>
          <p:cNvCxnSpPr/>
          <p:nvPr/>
        </p:nvCxnSpPr>
        <p:spPr>
          <a:xfrm flipH="1">
            <a:off x="1886400" y="0"/>
            <a:ext cx="360000" cy="1800000"/>
          </a:xfrm>
          <a:prstGeom prst="line">
            <a:avLst/>
          </a:prstGeom>
          <a:ln w="3600">
            <a:solidFill>
              <a:srgbClr val="CCE1E3"/>
            </a:solidFill>
          </a:ln>
        </p:spPr>
      </p:cxnSp>
      <p:sp>
        <p:nvSpPr>
          <p:cNvPr id="6" name="텍스트"/>
          <p:cNvSpPr txBox="1"/>
          <p:nvPr/>
        </p:nvSpPr>
        <p:spPr>
          <a:xfrm>
            <a:off x="252000" y="2520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7E7BC0"/>
                </a:solidFill>
                <a:latin typeface="맑은 고딕"/>
                <a:ea typeface="맑은 고딕"/>
              </a:rPr>
              <a:t>상호명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2000" y="374400"/>
            <a:ext cx="1260000" cy="0"/>
          </a:xfrm>
          <a:prstGeom prst="line">
            <a:avLst/>
          </a:prstGeom>
          <a:ln w="3600">
            <a:solidFill>
              <a:srgbClr val="B3D2D4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252000" y="6336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최OO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8856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1C404B"/>
                </a:solidFill>
                <a:latin typeface="맑은 고딕"/>
                <a:ea typeface="맑은 고딕"/>
              </a:rPr>
              <a:t>사장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2000" y="1044000"/>
            <a:ext cx="129600" cy="14400"/>
          </a:xfrm>
          <a:prstGeom prst="rect">
            <a:avLst/>
          </a:prstGeom>
          <a:solidFill>
            <a:srgbClr val="1F7A8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252000" y="11844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C404B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576000" y="11736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52000" y="13140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C404B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576000" y="13032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4436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C404B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576000" y="14328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7D6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1800000"/>
          </a:xfrm>
          <a:prstGeom prst="rect">
            <a:avLst/>
          </a:prstGeom>
          <a:solidFill>
            <a:srgbClr val="716DB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8000" y="108000"/>
            <a:ext cx="3024000" cy="1584000"/>
          </a:xfrm>
          <a:prstGeom prst="rect">
            <a:avLst/>
          </a:prstGeom>
          <a:noFill/>
          <a:ln w="3600">
            <a:solidFill>
              <a:srgbClr val="FFFFFF">
                <a:alpha val="5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88000" y="280800"/>
            <a:ext cx="144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FFFFFF"/>
                </a:solidFill>
                <a:latin typeface="맑은 고딕"/>
                <a:ea typeface="맑은 고딕"/>
              </a:rPr>
              <a:t>대표 메뉴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88000" y="4680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</a:rPr>
              <a:t>수제 디저트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88000" y="669600"/>
            <a:ext cx="1728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88000" y="6912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</a:rPr>
              <a:t>예약 문의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88000" y="892800"/>
            <a:ext cx="1728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88000" y="9144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</a:rPr>
              <a:t>베이커리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88000" y="1116000"/>
            <a:ext cx="1728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88000" y="11376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</a:rPr>
              <a:t>수제청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88000" y="1339200"/>
            <a:ext cx="1728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268000" y="4680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INFO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268000" y="5760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FFFFFF"/>
                </a:solidFill>
                <a:latin typeface="맑은 고딕"/>
                <a:ea typeface="맑은 고딕"/>
              </a:rPr>
              <a:t>예약 문의 가능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268000" y="9000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BLOG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268000" y="10080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FFFFFF"/>
                </a:solidFill>
                <a:latin typeface="맑은 고딕"/>
                <a:ea typeface="맑은 고딕"/>
              </a:rPr>
              <a:t>blog.example.com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288000" y="1512000"/>
            <a:ext cx="18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FFFFFF"/>
                </a:solidFill>
                <a:latin typeface="맑은 고딕"/>
                <a:ea typeface="맑은 고딕"/>
              </a:rPr>
              <a:t>상호명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사장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