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3F63A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35D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4514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4514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4514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4514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E8D8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