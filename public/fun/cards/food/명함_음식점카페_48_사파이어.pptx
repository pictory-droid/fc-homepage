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418756" y="609840"/>
            <a:ext cx="346488" cy="329531"/>
          </a:xfrm>
          <a:custGeom>
            <a:avLst/>
            <a:gdLst/>
            <a:ahLst/>
            <a:cxnLst/>
            <a:rect l="l" t="t" r="r" b="b"/>
            <a:pathLst>
              <a:path w="346488" h="329531">
                <a:moveTo>
                  <a:pt x="173244" y="0"/>
                </a:moveTo>
                <a:lnTo>
                  <a:pt x="217469" y="121290"/>
                </a:lnTo>
                <a:lnTo>
                  <a:pt x="346488" y="125869"/>
                </a:lnTo>
                <a:lnTo>
                  <a:pt x="244801" y="205410"/>
                </a:lnTo>
                <a:lnTo>
                  <a:pt x="280315" y="329531"/>
                </a:lnTo>
                <a:lnTo>
                  <a:pt x="173244" y="257400"/>
                </a:lnTo>
                <a:lnTo>
                  <a:pt x="66173" y="329531"/>
                </a:lnTo>
                <a:lnTo>
                  <a:pt x="101687" y="205410"/>
                </a:lnTo>
                <a:lnTo>
                  <a:pt x="0" y="125869"/>
                </a:lnTo>
                <a:lnTo>
                  <a:pt x="129019" y="12129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FFFFFF"/>
                </a:solidFill>
                <a:latin typeface="맑은 고딕"/>
                <a:ea typeface="맑은 고딕"/>
              </a:rPr>
              <a:t>로스터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방OO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3F63A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8BE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F63A8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635D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B6A276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4514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B6A276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4514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브런치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B6A276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4514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샐러드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B6A276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4514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시즌 메뉴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B6A276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E8D8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단체 예약 가능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B223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로스터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