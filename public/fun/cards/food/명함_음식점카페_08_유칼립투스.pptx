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878859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4F8A7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4F8A7B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4F8A7B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2A4341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8788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F6C56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F6C56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