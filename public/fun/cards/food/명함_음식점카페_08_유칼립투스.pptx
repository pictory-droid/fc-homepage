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3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878859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4F8A7B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4F8A7B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4F8A7B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2A4341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540000" cy="158400"/>
          </a:xfrm>
          <a:prstGeom prst="roundRect">
            <a:avLst>
              <a:gd name="adj" fmla="val 50000"/>
            </a:avLst>
          </a:prstGeom>
          <a:solidFill>
            <a:srgbClr val="8788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540000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AF6C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3600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552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F6C56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504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샐러드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45600"/>
            <a:ext cx="2016000" cy="28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>
                <a:solidFill>
                  <a:srgbClr val="AF6C56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7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4976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A7ABB4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