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899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CBD1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8F5F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586C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43A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759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759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20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3759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620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CDEBE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5961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5961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7586C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