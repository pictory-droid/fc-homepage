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E6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D7D4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D7D4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D7D4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D7D4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D7D4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비 오는 날엔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따뜻한 차 한 잔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736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