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3A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D7D4FF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9289F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류하은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D7D4FF"/>
                </a:solidFill>
                <a:latin typeface="맑은 고딕"/>
                <a:ea typeface="맑은 고딕"/>
              </a:rPr>
              <a:t>베이커 · 대표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7D4FF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7D4FF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7D4FF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7367FF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7367FF"/>
          </a:solidFill>
          <a:ln w="5760">
            <a:solidFill>
              <a:srgbClr val="7367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핸드드립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0E1116"/>
          </a:solidFill>
          <a:ln w="5760">
            <a:solidFill>
              <a:srgbClr val="7367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단체 주문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0E1116"/>
          </a:solidFill>
          <a:ln w="5760">
            <a:solidFill>
              <a:srgbClr val="7367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포장 · 배달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0E1116"/>
          </a:solidFill>
          <a:ln w="5760">
            <a:solidFill>
              <a:srgbClr val="7367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런치 세트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매일 08:00 – 20:00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A3A9B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A3A9B5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베이커 ·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