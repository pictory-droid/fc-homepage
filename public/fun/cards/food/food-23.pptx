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25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705760" y="360000"/>
            <a:ext cx="276480" cy="117504"/>
          </a:xfrm>
          <a:custGeom>
            <a:avLst/>
            <a:gdLst/>
            <a:ahLst/>
            <a:cxnLst/>
            <a:rect l="l" t="t" r="r" b="b"/>
            <a:pathLst>
              <a:path w="276480" h="117504">
                <a:moveTo>
                  <a:pt x="276480" y="0"/>
                </a:moveTo>
                <a:lnTo>
                  <a:pt x="273014" y="26147"/>
                </a:lnTo>
                <a:lnTo>
                  <a:pt x="262790" y="50983"/>
                </a:lnTo>
                <a:lnTo>
                  <a:pt x="246320" y="73263"/>
                </a:lnTo>
                <a:lnTo>
                  <a:pt x="224431" y="91868"/>
                </a:lnTo>
                <a:lnTo>
                  <a:pt x="198220" y="105867"/>
                </a:lnTo>
                <a:lnTo>
                  <a:pt x="169001" y="114558"/>
                </a:lnTo>
                <a:lnTo>
                  <a:pt x="138240" y="117504"/>
                </a:lnTo>
                <a:lnTo>
                  <a:pt x="107479" y="114558"/>
                </a:lnTo>
                <a:lnTo>
                  <a:pt x="78260" y="105867"/>
                </a:lnTo>
                <a:lnTo>
                  <a:pt x="52049" y="91868"/>
                </a:lnTo>
                <a:lnTo>
                  <a:pt x="30160" y="73263"/>
                </a:lnTo>
                <a:lnTo>
                  <a:pt x="13690" y="50983"/>
                </a:lnTo>
                <a:lnTo>
                  <a:pt x="3466" y="26147"/>
                </a:lnTo>
                <a:lnTo>
                  <a:pt x="0" y="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54144" y="474048"/>
            <a:ext cx="179712" cy="24192"/>
          </a:xfrm>
          <a:prstGeom prst="roundRect">
            <a:avLst>
              <a:gd name="adj" fmla="val 42857"/>
            </a:avLst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823264" y="242496"/>
            <a:ext cx="124416" cy="103680"/>
          </a:xfrm>
          <a:prstGeom prst="line">
            <a:avLst/>
          </a:prstGeom>
          <a:ln w="17280">
            <a:solidFill>
              <a:srgbClr val="E6E6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864736" y="242496"/>
            <a:ext cx="117504" cy="89856"/>
          </a:xfrm>
          <a:prstGeom prst="line">
            <a:avLst/>
          </a:prstGeom>
          <a:ln w="17280">
            <a:solidFill>
              <a:srgbClr val="E6E6E6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595959"/>
                </a:solidFill>
                <a:latin typeface="바탕"/>
                <a:ea typeface="바탕"/>
              </a:rPr>
              <a:t>류하은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595959"/>
                </a:solidFill>
                <a:latin typeface="맑은 고딕"/>
                <a:ea typeface="맑은 고딕"/>
              </a:rPr>
              <a:t>베이커 · 대표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F5EEE7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BECD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BECD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BECD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23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86400" y="900000"/>
            <a:ext cx="1267200" cy="538560"/>
          </a:xfrm>
          <a:custGeom>
            <a:avLst/>
            <a:gdLst/>
            <a:ahLst/>
            <a:cxnLst/>
            <a:rect l="l" t="t" r="r" b="b"/>
            <a:pathLst>
              <a:path w="1267200" h="538560">
                <a:moveTo>
                  <a:pt x="1267200" y="0"/>
                </a:moveTo>
                <a:lnTo>
                  <a:pt x="1251314" y="119841"/>
                </a:lnTo>
                <a:lnTo>
                  <a:pt x="1204454" y="233672"/>
                </a:lnTo>
                <a:lnTo>
                  <a:pt x="1128968" y="335787"/>
                </a:lnTo>
                <a:lnTo>
                  <a:pt x="1028643" y="421063"/>
                </a:lnTo>
                <a:lnTo>
                  <a:pt x="908509" y="485226"/>
                </a:lnTo>
                <a:lnTo>
                  <a:pt x="774589" y="525057"/>
                </a:lnTo>
                <a:lnTo>
                  <a:pt x="633600" y="538560"/>
                </a:lnTo>
                <a:lnTo>
                  <a:pt x="492611" y="525057"/>
                </a:lnTo>
                <a:lnTo>
                  <a:pt x="358691" y="485226"/>
                </a:lnTo>
                <a:lnTo>
                  <a:pt x="238557" y="421063"/>
                </a:lnTo>
                <a:lnTo>
                  <a:pt x="138232" y="335787"/>
                </a:lnTo>
                <a:lnTo>
                  <a:pt x="62746" y="233672"/>
                </a:lnTo>
                <a:lnTo>
                  <a:pt x="15886" y="119841"/>
                </a:lnTo>
                <a:lnTo>
                  <a:pt x="0" y="0"/>
                </a:lnTo>
                <a:close/>
              </a:path>
            </a:pathLst>
          </a:custGeom>
          <a:solidFill>
            <a:srgbClr val="D99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08160" y="1422720"/>
            <a:ext cx="823680" cy="110880"/>
          </a:xfrm>
          <a:prstGeom prst="roundRect">
            <a:avLst>
              <a:gd name="adj" fmla="val 42857"/>
            </a:avLst>
          </a:prstGeom>
          <a:solidFill>
            <a:srgbClr val="895E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524960" y="361440"/>
            <a:ext cx="570240" cy="475200"/>
          </a:xfrm>
          <a:prstGeom prst="line">
            <a:avLst/>
          </a:prstGeom>
          <a:ln w="79200">
            <a:solidFill>
              <a:srgbClr val="895E3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715040" y="361440"/>
            <a:ext cx="538560" cy="411840"/>
          </a:xfrm>
          <a:prstGeom prst="line">
            <a:avLst/>
          </a:prstGeom>
          <a:ln w="79200">
            <a:solidFill>
              <a:srgbClr val="895E39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723F1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비 오는 날엔 따뜻한 차 한 잔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D99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CEBCAC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베이커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