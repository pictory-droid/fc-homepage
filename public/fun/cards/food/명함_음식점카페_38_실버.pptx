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2B4A82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89A2C6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89A2C6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89A2C6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89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5F66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540000" cy="158400"/>
          </a:xfrm>
          <a:prstGeom prst="roundRect">
            <a:avLst>
              <a:gd name="adj" fmla="val 50000"/>
            </a:avLst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5400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89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89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89A2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5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AB7C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C1C5C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AB7C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C1C5C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AB7C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C1C5C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AB7C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C1C5C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AB7CD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C1C5C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3D6D9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AAB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C1C5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AAB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포장 · 배달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7A8DB1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7DDE8"/>
                </a:solidFill>
                <a:latin typeface="맑은 고딕"/>
                <a:ea typeface="맑은 고딕"/>
              </a:rPr>
              <a:t>매장 · 포장 · 배달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