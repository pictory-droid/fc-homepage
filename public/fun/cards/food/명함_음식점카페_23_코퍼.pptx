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72000"/>
            <a:ext cx="1296000" cy="10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700"/>
              </a:lnSpc>
            </a:pPr>
            <a:r>
              <a:rPr sz="6000" b="1">
                <a:solidFill>
                  <a:srgbClr val="B0622E">
                    <a:alpha val="95000"/>
                  </a:srgbClr>
                </a:solidFill>
                <a:latin typeface="맑은 고딕"/>
                <a:ea typeface="맑은 고딕"/>
              </a:rPr>
              <a:t>문</a:t>
            </a:r>
          </a:p>
        </p:txBody>
      </p:sp>
      <p:sp>
        <p:nvSpPr>
          <p:cNvPr id="3" name="텍스트"/>
          <p:cNvSpPr txBox="1"/>
          <p:nvPr/>
        </p:nvSpPr>
        <p:spPr>
          <a:xfrm>
            <a:off x="1692000" y="266400"/>
            <a:ext cx="1296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942"/>
              </a:lnSpc>
            </a:pPr>
            <a:r>
              <a:rPr sz="650" b="1" spc="220">
                <a:solidFill>
                  <a:srgbClr val="A7ABB4"/>
                </a:solidFill>
                <a:latin typeface="맑은 고딕"/>
                <a:ea typeface="맑은 고딕"/>
              </a:rPr>
              <a:t>상호명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1080000"/>
            <a:ext cx="2520000" cy="20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739"/>
              </a:lnSpc>
            </a:pPr>
            <a:r>
              <a:rPr sz="1200" b="1" spc="100">
                <a:solidFill>
                  <a:srgbClr val="FFFFFF"/>
                </a:solidFill>
                <a:latin typeface="맑은 고딕"/>
                <a:ea typeface="맑은 고딕"/>
              </a:rPr>
              <a:t>문OO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1288800"/>
            <a:ext cx="2520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0">
                <a:solidFill>
                  <a:srgbClr val="A7ABB4"/>
                </a:solidFill>
                <a:latin typeface="맑은 고딕"/>
                <a:ea typeface="맑은 고딕"/>
              </a:rPr>
              <a:t>베이커 · 대표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2000" y="1468800"/>
            <a:ext cx="27360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252000" y="1526400"/>
            <a:ext cx="2736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FFFFFF"/>
                </a:solidFill>
                <a:latin typeface="맑은 고딕"/>
                <a:ea typeface="맑은 고딕"/>
              </a:rPr>
              <a:t>010-1234-5678   ·   name@example.com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CEC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520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23272D"/>
                </a:solidFill>
                <a:latin typeface="맑은 고딕"/>
                <a:ea typeface="맑은 고딕"/>
              </a:rPr>
              <a:t>대표 메뉴</a:t>
            </a:r>
          </a:p>
        </p:txBody>
      </p:sp>
      <p:sp>
        <p:nvSpPr>
          <p:cNvPr id="3" name="Rectangle 2"/>
          <p:cNvSpPr/>
          <p:nvPr/>
        </p:nvSpPr>
        <p:spPr>
          <a:xfrm>
            <a:off x="252000" y="352800"/>
            <a:ext cx="108000" cy="14400"/>
          </a:xfrm>
          <a:prstGeom prst="rect">
            <a:avLst/>
          </a:prstGeom>
          <a:solidFill>
            <a:srgbClr val="3C404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>
            <a:off x="252000" y="453600"/>
            <a:ext cx="1512000" cy="0"/>
          </a:xfrm>
          <a:prstGeom prst="line">
            <a:avLst/>
          </a:prstGeom>
          <a:ln w="3600">
            <a:solidFill>
              <a:srgbClr val="C8CACC"/>
            </a:solidFill>
          </a:ln>
        </p:spPr>
      </p:cxnSp>
      <p:sp>
        <p:nvSpPr>
          <p:cNvPr id="5" name="텍스트"/>
          <p:cNvSpPr txBox="1"/>
          <p:nvPr/>
        </p:nvSpPr>
        <p:spPr>
          <a:xfrm>
            <a:off x="252000" y="507600"/>
            <a:ext cx="216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00">
                <a:solidFill>
                  <a:srgbClr val="23272D"/>
                </a:solidFill>
                <a:latin typeface="맑은 고딕"/>
                <a:ea typeface="맑은 고딕"/>
              </a:rPr>
              <a:t>01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489600" y="4968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4171D"/>
                </a:solidFill>
                <a:latin typeface="맑은 고딕"/>
                <a:ea typeface="맑은 고딕"/>
              </a:rPr>
              <a:t>핸드드립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52000" y="640800"/>
            <a:ext cx="1512000" cy="0"/>
          </a:xfrm>
          <a:prstGeom prst="line">
            <a:avLst/>
          </a:prstGeom>
          <a:ln w="3600">
            <a:solidFill>
              <a:srgbClr val="C8CACC"/>
            </a:solidFill>
          </a:ln>
        </p:spPr>
      </p:cxnSp>
      <p:sp>
        <p:nvSpPr>
          <p:cNvPr id="8" name="텍스트"/>
          <p:cNvSpPr txBox="1"/>
          <p:nvPr/>
        </p:nvSpPr>
        <p:spPr>
          <a:xfrm>
            <a:off x="252000" y="694800"/>
            <a:ext cx="216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00">
                <a:solidFill>
                  <a:srgbClr val="23272D"/>
                </a:solidFill>
                <a:latin typeface="맑은 고딕"/>
                <a:ea typeface="맑은 고딕"/>
              </a:rPr>
              <a:t>02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489600" y="6840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4171D"/>
                </a:solidFill>
                <a:latin typeface="맑은 고딕"/>
                <a:ea typeface="맑은 고딕"/>
              </a:rPr>
              <a:t>단체 주문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52000" y="828000"/>
            <a:ext cx="1512000" cy="0"/>
          </a:xfrm>
          <a:prstGeom prst="line">
            <a:avLst/>
          </a:prstGeom>
          <a:ln w="3600">
            <a:solidFill>
              <a:srgbClr val="C8CACC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252000" y="882000"/>
            <a:ext cx="216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00">
                <a:solidFill>
                  <a:srgbClr val="23272D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489600" y="8712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4171D"/>
                </a:solidFill>
                <a:latin typeface="맑은 고딕"/>
                <a:ea typeface="맑은 고딕"/>
              </a:rPr>
              <a:t>포장 · 배달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52000" y="1015200"/>
            <a:ext cx="1512000" cy="0"/>
          </a:xfrm>
          <a:prstGeom prst="line">
            <a:avLst/>
          </a:prstGeom>
          <a:ln w="3600">
            <a:solidFill>
              <a:srgbClr val="C8CACC"/>
            </a:solidFill>
          </a:ln>
        </p:spPr>
      </p:cxnSp>
      <p:sp>
        <p:nvSpPr>
          <p:cNvPr id="14" name="텍스트"/>
          <p:cNvSpPr txBox="1"/>
          <p:nvPr/>
        </p:nvSpPr>
        <p:spPr>
          <a:xfrm>
            <a:off x="252000" y="1069200"/>
            <a:ext cx="216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00">
                <a:solidFill>
                  <a:srgbClr val="23272D"/>
                </a:solidFill>
                <a:latin typeface="맑은 고딕"/>
                <a:ea typeface="맑은 고딕"/>
              </a:rPr>
              <a:t>04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489600" y="10584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4171D"/>
                </a:solidFill>
                <a:latin typeface="맑은 고딕"/>
                <a:ea typeface="맑은 고딕"/>
              </a:rPr>
              <a:t>런치 세트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52000" y="1202400"/>
            <a:ext cx="1512000" cy="0"/>
          </a:xfrm>
          <a:prstGeom prst="line">
            <a:avLst/>
          </a:prstGeom>
          <a:ln w="3600">
            <a:solidFill>
              <a:srgbClr val="C8CACC"/>
            </a:solidFill>
          </a:ln>
        </p:spPr>
      </p:cxnSp>
      <p:sp>
        <p:nvSpPr>
          <p:cNvPr id="17" name="Rectangle 16"/>
          <p:cNvSpPr/>
          <p:nvPr/>
        </p:nvSpPr>
        <p:spPr>
          <a:xfrm>
            <a:off x="2088000" y="252000"/>
            <a:ext cx="900000" cy="1296000"/>
          </a:xfrm>
          <a:prstGeom prst="rect">
            <a:avLst/>
          </a:prstGeom>
          <a:solidFill>
            <a:srgbClr val="3C404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텍스트"/>
          <p:cNvSpPr txBox="1"/>
          <p:nvPr/>
        </p:nvSpPr>
        <p:spPr>
          <a:xfrm>
            <a:off x="2196000" y="360000"/>
            <a:ext cx="684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240">
                <a:solidFill>
                  <a:srgbClr val="FFFFFF">
                    <a:alpha val="75000"/>
                  </a:srgbClr>
                </a:solidFill>
                <a:latin typeface="맑은 고딕"/>
                <a:ea typeface="맑은 고딕"/>
              </a:rPr>
              <a:t>INFO</a:t>
            </a:r>
          </a:p>
        </p:txBody>
      </p:sp>
      <p:sp>
        <p:nvSpPr>
          <p:cNvPr id="19" name="텍스트"/>
          <p:cNvSpPr txBox="1"/>
          <p:nvPr/>
        </p:nvSpPr>
        <p:spPr>
          <a:xfrm>
            <a:off x="2196000" y="504000"/>
            <a:ext cx="684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1">
                <a:solidFill>
                  <a:srgbClr val="FFFFFF"/>
                </a:solidFill>
                <a:latin typeface="맑은 고딕"/>
                <a:ea typeface="맑은 고딕"/>
              </a:rPr>
              <a:t>매일 08:00 – 20:00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2196000" y="770400"/>
            <a:ext cx="684000" cy="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sp>
        <p:nvSpPr>
          <p:cNvPr id="21" name="텍스트"/>
          <p:cNvSpPr txBox="1"/>
          <p:nvPr/>
        </p:nvSpPr>
        <p:spPr>
          <a:xfrm>
            <a:off x="2196000" y="849600"/>
            <a:ext cx="68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FFFFFF">
                    <a:alpha val="75000"/>
                  </a:srgbClr>
                </a:solidFill>
                <a:latin typeface="맑은 고딕"/>
                <a:ea typeface="맑은 고딕"/>
              </a:rPr>
              <a:t>INSTAGRAM</a:t>
            </a:r>
          </a:p>
        </p:txBody>
      </p:sp>
      <p:sp>
        <p:nvSpPr>
          <p:cNvPr id="22" name="텍스트"/>
          <p:cNvSpPr txBox="1"/>
          <p:nvPr/>
        </p:nvSpPr>
        <p:spPr>
          <a:xfrm>
            <a:off x="2196000" y="957600"/>
            <a:ext cx="684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1">
                <a:solidFill>
                  <a:srgbClr val="FFFFFF"/>
                </a:solidFill>
                <a:latin typeface="맑은 고딕"/>
                <a:ea typeface="맑은 고딕"/>
              </a:rPr>
              <a:t>@아이디</a:t>
            </a:r>
          </a:p>
        </p:txBody>
      </p:sp>
      <p:sp>
        <p:nvSpPr>
          <p:cNvPr id="23" name="텍스트"/>
          <p:cNvSpPr txBox="1"/>
          <p:nvPr/>
        </p:nvSpPr>
        <p:spPr>
          <a:xfrm>
            <a:off x="2196000" y="1368000"/>
            <a:ext cx="720000" cy="1066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11"/>
              </a:lnSpc>
            </a:pPr>
            <a:r>
              <a:rPr sz="560" b="1" spc="80">
                <a:solidFill>
                  <a:srgbClr val="FFFFFF"/>
                </a:solidFill>
                <a:latin typeface="맑은 고딕"/>
                <a:ea typeface="맑은 고딕"/>
              </a:rPr>
              <a:t>상호명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베이커 · 대표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