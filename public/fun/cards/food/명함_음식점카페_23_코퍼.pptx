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B0622E">
                    <a:alpha val="95000"/>
                  </a:srgbClr>
                </a:solidFill>
                <a:latin typeface="맑은 고딕"/>
                <a:ea typeface="맑은 고딕"/>
              </a:rPr>
              <a:t>문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FFFFFF"/>
                </a:solidFill>
                <a:latin typeface="맑은 고딕"/>
                <a:ea typeface="맑은 고딕"/>
              </a:rPr>
              <a:t>문OO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A7ABB4"/>
                </a:solidFill>
                <a:latin typeface="맑은 고딕"/>
                <a:ea typeface="맑은 고딕"/>
              </a:rPr>
              <a:t>베이커 · 대표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3272D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C8CACC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23272D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핸드드립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C8CAC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23272D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단체 주문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C8CAC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23272D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포장 · 배달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C8CACC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23272D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C8CACC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베이커 ·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