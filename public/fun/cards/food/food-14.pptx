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2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F351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신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BC9CB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FBC9CB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BC9C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BC9C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FBC9C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F0262F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작은 가게, 큰 정성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