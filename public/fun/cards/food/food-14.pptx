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3D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1944000" y="540000"/>
            <a:ext cx="1296000" cy="1260000"/>
          </a:xfrm>
          <a:custGeom>
            <a:avLst/>
            <a:gdLst/>
            <a:ahLst/>
            <a:cxnLst/>
            <a:rect l="l" t="t" r="r" b="b"/>
            <a:pathLst>
              <a:path w="1296000" h="1260000">
                <a:moveTo>
                  <a:pt x="1296000" y="1260000"/>
                </a:moveTo>
                <a:lnTo>
                  <a:pt x="1296000" y="0"/>
                </a:lnTo>
                <a:lnTo>
                  <a:pt x="0" y="1260000"/>
                </a:lnTo>
                <a:close/>
              </a:path>
            </a:pathLst>
          </a:custGeom>
          <a:solidFill>
            <a:srgbClr val="619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720000" y="0"/>
                </a:lnTo>
                <a:lnTo>
                  <a:pt x="0" y="720000"/>
                </a:lnTo>
                <a:close/>
              </a:path>
            </a:pathLst>
          </a:custGeom>
          <a:solidFill>
            <a:srgbClr val="3A5C51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835454" y="1353456"/>
            <a:ext cx="233092" cy="221684"/>
          </a:xfrm>
          <a:custGeom>
            <a:avLst/>
            <a:gdLst/>
            <a:ahLst/>
            <a:cxnLst/>
            <a:rect l="l" t="t" r="r" b="b"/>
            <a:pathLst>
              <a:path w="233092" h="221684">
                <a:moveTo>
                  <a:pt x="116546" y="0"/>
                </a:moveTo>
                <a:lnTo>
                  <a:pt x="146297" y="81595"/>
                </a:lnTo>
                <a:lnTo>
                  <a:pt x="233092" y="84676"/>
                </a:lnTo>
                <a:lnTo>
                  <a:pt x="164685" y="138185"/>
                </a:lnTo>
                <a:lnTo>
                  <a:pt x="188576" y="221684"/>
                </a:lnTo>
                <a:lnTo>
                  <a:pt x="116546" y="173160"/>
                </a:lnTo>
                <a:lnTo>
                  <a:pt x="44516" y="221684"/>
                </a:lnTo>
                <a:lnTo>
                  <a:pt x="68407" y="138185"/>
                </a:lnTo>
                <a:lnTo>
                  <a:pt x="0" y="84676"/>
                </a:lnTo>
                <a:lnTo>
                  <a:pt x="86795" y="8159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2016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ADBBB7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36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신태민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655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81A99C"/>
                </a:solidFill>
                <a:latin typeface="맑은 고딕"/>
                <a:ea typeface="맑은 고딕"/>
              </a:rPr>
              <a:t>사장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252000" y="864000"/>
            <a:ext cx="230400" cy="14400"/>
          </a:xfrm>
          <a:prstGeom prst="rect">
            <a:avLst/>
          </a:prstGeom>
          <a:solidFill>
            <a:srgbClr val="619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1044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1A99C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96000" y="1044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212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1A99C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96000" y="1212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81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1A99C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96000" y="1381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62505" y="374400"/>
            <a:ext cx="314990" cy="299573"/>
          </a:xfrm>
          <a:custGeom>
            <a:avLst/>
            <a:gdLst/>
            <a:ahLst/>
            <a:cxnLst/>
            <a:rect l="l" t="t" r="r" b="b"/>
            <a:pathLst>
              <a:path w="314990" h="299573">
                <a:moveTo>
                  <a:pt x="157495" y="0"/>
                </a:moveTo>
                <a:lnTo>
                  <a:pt x="197700" y="110263"/>
                </a:lnTo>
                <a:lnTo>
                  <a:pt x="314990" y="114427"/>
                </a:lnTo>
                <a:lnTo>
                  <a:pt x="222547" y="186737"/>
                </a:lnTo>
                <a:lnTo>
                  <a:pt x="254832" y="299573"/>
                </a:lnTo>
                <a:lnTo>
                  <a:pt x="157495" y="234000"/>
                </a:lnTo>
                <a:lnTo>
                  <a:pt x="60158" y="299573"/>
                </a:lnTo>
                <a:lnTo>
                  <a:pt x="92443" y="186737"/>
                </a:lnTo>
                <a:lnTo>
                  <a:pt x="0" y="114427"/>
                </a:lnTo>
                <a:lnTo>
                  <a:pt x="117290" y="11026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작은 가게, 큰 정성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