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5A9A9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5A9A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FFFFFF"/>
                </a:solidFill>
                <a:latin typeface="바탕"/>
                <a:ea typeface="바탕"/>
              </a:rPr>
              <a:t>조OO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A7ABB4"/>
                </a:solidFill>
                <a:latin typeface="바탕"/>
                <a:ea typeface="바탕"/>
              </a:rPr>
              <a:t>파티시에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5A9A9B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5A9A9B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A7ABB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B5543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4171D"/>
                </a:solidFill>
                <a:latin typeface="맑은 고딕"/>
                <a:ea typeface="맑은 고딕"/>
              </a:rPr>
              <a:t>아메리카노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B5543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4171D"/>
                </a:solidFill>
                <a:latin typeface="맑은 고딕"/>
                <a:ea typeface="맑은 고딕"/>
              </a:rPr>
              <a:t>핸드드립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B5543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4171D"/>
                </a:solidFill>
                <a:latin typeface="맑은 고딕"/>
                <a:ea typeface="맑은 고딕"/>
              </a:rPr>
              <a:t>예약 문의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B5543A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4171D"/>
                </a:solidFill>
                <a:latin typeface="맑은 고딕"/>
                <a:ea typeface="맑은 고딕"/>
              </a:rPr>
              <a:t>수제청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매일 10:00 – 22:00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86459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파티시에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