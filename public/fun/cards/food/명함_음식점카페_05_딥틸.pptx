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4EE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8CA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8CAB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8CAB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핸드드립  ·  브런치  ·  케이터링  ·  런치 세트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A2826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A28261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