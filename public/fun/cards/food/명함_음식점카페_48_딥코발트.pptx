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262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DCDC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8B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DCDC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88886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878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