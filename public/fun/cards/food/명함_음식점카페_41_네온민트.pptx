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B8F6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B8F6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B8F6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00E0A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00E0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00E0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0B625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나윤서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0B6250"/>
                </a:solidFill>
                <a:latin typeface="맑은 고딕"/>
                <a:ea typeface="맑은 고딕"/>
              </a:rPr>
              <a:t>대표 바리스타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00E0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625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625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0B625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00E0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2151C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2151C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대표 메뉴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아메리카노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단체 주문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베이커리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런치 세트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매일 08:00 – 20:00   |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바리스타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