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224000" y="252000"/>
            <a:ext cx="0" cy="12960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3" name="Rectangle 2"/>
          <p:cNvSpPr/>
          <p:nvPr/>
        </p:nvSpPr>
        <p:spPr>
          <a:xfrm>
            <a:off x="1213200" y="252000"/>
            <a:ext cx="21600" cy="201600"/>
          </a:xfrm>
          <a:prstGeom prst="rect">
            <a:avLst/>
          </a:prstGeom>
          <a:solidFill>
            <a:srgbClr val="B26B7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90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140">
                <a:solidFill>
                  <a:srgbClr val="666B73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Oval 4"/>
          <p:cNvSpPr/>
          <p:nvPr/>
        </p:nvSpPr>
        <p:spPr>
          <a:xfrm>
            <a:off x="273600" y="734400"/>
            <a:ext cx="244800" cy="244800"/>
          </a:xfrm>
          <a:prstGeom prst="ellipse">
            <a:avLst/>
          </a:prstGeom>
          <a:noFill/>
          <a:ln w="5040">
            <a:solidFill>
              <a:srgbClr val="B26B7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252000" y="734400"/>
            <a:ext cx="288000" cy="25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B26B7A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404000" y="43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남OO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1404000" y="68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분식집 사장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404000" y="943200"/>
            <a:ext cx="1584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404000" y="10548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735200" y="10440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04000" y="11844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735200" y="11736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04000" y="1314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735200" y="1303200"/>
            <a:ext cx="104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395B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B9C0CB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B9C0CB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9CA6B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B9C0CB"/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FFFFFF"/>
                </a:solidFill>
                <a:latin typeface="맑은 고딕"/>
                <a:ea typeface="맑은 고딕"/>
              </a:rPr>
              <a:t>아메리카노  ·  케이터링  ·  런치 세트  ·  원두 판매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586982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586982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분식집 사장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