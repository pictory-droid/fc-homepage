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B26B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26B7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395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B9C0CB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B9C0CB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아메리카노  ·  케이터링  ·  런치 세트  ·  원두 판매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586982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586982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