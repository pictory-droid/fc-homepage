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14259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C7D3E1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2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2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2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E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5B7FA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