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0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5B7FA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1F7A8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5B7FA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1F7A8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5B7FA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1F7A8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5B7FA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1F7A8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5B7FA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1F7A8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7A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14259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C7D3E1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142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142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142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EEF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5B7FA8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베이커리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매장 · 포장 · 배달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5B7FA8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