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7D4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7D4FF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9289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D4FF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D4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7367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367FF"/>
          </a:solidFill>
          <a:ln w="5760">
            <a:solidFill>
              <a:srgbClr val="736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736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736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736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