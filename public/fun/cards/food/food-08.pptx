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윤시우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A3A9B5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2A2F38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FFC80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FFD43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좋은 재료로</a:t>
            </a:r>
          </a:p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정직하게 만듭니다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