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36000"/>
          </a:xfrm>
          <a:prstGeom prst="rect">
            <a:avLst/>
          </a:prstGeom>
          <a:solidFill>
            <a:srgbClr val="FFC8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52000" y="223200"/>
            <a:ext cx="1296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FFFFFF"/>
                </a:solidFill>
                <a:latin typeface="맑은 고딕"/>
                <a:ea typeface="맑은 고딕"/>
              </a:rPr>
              <a:t>윤시우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4752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A3A9B5"/>
                </a:solidFill>
                <a:latin typeface="맑은 고딕"/>
                <a:ea typeface="맑은 고딕"/>
              </a:rPr>
              <a:t>로스터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1548000" y="259200"/>
            <a:ext cx="144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20">
                <a:solidFill>
                  <a:srgbClr val="A3A9B5"/>
                </a:solidFill>
                <a:latin typeface="맑은 고딕"/>
                <a:ea typeface="맑은 고딕"/>
              </a:rPr>
              <a:t>상호명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907200"/>
            <a:ext cx="27360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52000" y="986400"/>
            <a:ext cx="57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60">
                <a:solidFill>
                  <a:srgbClr val="A3A9B5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936000" y="968400"/>
            <a:ext cx="205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52000" y="1137600"/>
            <a:ext cx="27360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252000" y="1216800"/>
            <a:ext cx="57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60">
                <a:solidFill>
                  <a:srgbClr val="A3A9B5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936000" y="1198800"/>
            <a:ext cx="205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368000"/>
            <a:ext cx="27360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52000" y="1447200"/>
            <a:ext cx="57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60">
                <a:solidFill>
                  <a:srgbClr val="A3A9B5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936000" y="1429200"/>
            <a:ext cx="205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52000" y="1598400"/>
            <a:ext cx="27360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6B7280"/>
                </a:solidFill>
                <a:latin typeface="맑은 고딕"/>
                <a:ea typeface="맑은 고딕"/>
              </a:rPr>
              <a:t>대표 메뉴</a:t>
            </a:r>
          </a:p>
        </p:txBody>
      </p:sp>
      <p:sp>
        <p:nvSpPr>
          <p:cNvPr id="3" name="Rectangle 2"/>
          <p:cNvSpPr/>
          <p:nvPr/>
        </p:nvSpPr>
        <p:spPr>
          <a:xfrm>
            <a:off x="252000" y="352800"/>
            <a:ext cx="108000" cy="14400"/>
          </a:xfrm>
          <a:prstGeom prst="rect">
            <a:avLst/>
          </a:prstGeom>
          <a:solidFill>
            <a:srgbClr val="FFC8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252000" y="453600"/>
            <a:ext cx="15120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5" name="텍스트"/>
          <p:cNvSpPr txBox="1"/>
          <p:nvPr/>
        </p:nvSpPr>
        <p:spPr>
          <a:xfrm>
            <a:off x="252000" y="5076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6B7280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489600" y="4968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핸드드립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52000" y="640800"/>
            <a:ext cx="15120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252000" y="6948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6B7280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489600" y="6840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케이터링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2000" y="828000"/>
            <a:ext cx="15120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52000" y="8820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6B7280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489600" y="8712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샐러드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52000" y="1015200"/>
            <a:ext cx="15120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14" name="텍스트"/>
          <p:cNvSpPr txBox="1"/>
          <p:nvPr/>
        </p:nvSpPr>
        <p:spPr>
          <a:xfrm>
            <a:off x="252000" y="10692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6B7280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489600" y="10584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수제청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52000" y="1202400"/>
            <a:ext cx="15120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17" name="Rectangle 16"/>
          <p:cNvSpPr/>
          <p:nvPr/>
        </p:nvSpPr>
        <p:spPr>
          <a:xfrm>
            <a:off x="2088000" y="252000"/>
            <a:ext cx="900000" cy="1296000"/>
          </a:xfrm>
          <a:prstGeom prst="rect">
            <a:avLst/>
          </a:prstGeom>
          <a:solidFill>
            <a:srgbClr val="FFC8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텍스트"/>
          <p:cNvSpPr txBox="1"/>
          <p:nvPr/>
        </p:nvSpPr>
        <p:spPr>
          <a:xfrm>
            <a:off x="2196000" y="360000"/>
            <a:ext cx="684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240">
                <a:solidFill>
                  <a:srgbClr val="12151C">
                    <a:alpha val="75000"/>
                  </a:srgbClr>
                </a:solidFill>
                <a:latin typeface="맑은 고딕"/>
                <a:ea typeface="맑은 고딕"/>
              </a:rPr>
              <a:t>INFO</a:t>
            </a:r>
          </a:p>
        </p:txBody>
      </p:sp>
      <p:sp>
        <p:nvSpPr>
          <p:cNvPr id="19" name="텍스트"/>
          <p:cNvSpPr txBox="1"/>
          <p:nvPr/>
        </p:nvSpPr>
        <p:spPr>
          <a:xfrm>
            <a:off x="2196000" y="504000"/>
            <a:ext cx="684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1">
                <a:solidFill>
                  <a:srgbClr val="12151C"/>
                </a:solidFill>
                <a:latin typeface="맑은 고딕"/>
                <a:ea typeface="맑은 고딕"/>
              </a:rPr>
              <a:t>매일 10:00 – 22:00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2196000" y="770400"/>
            <a:ext cx="684000" cy="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sp>
        <p:nvSpPr>
          <p:cNvPr id="21" name="텍스트"/>
          <p:cNvSpPr txBox="1"/>
          <p:nvPr/>
        </p:nvSpPr>
        <p:spPr>
          <a:xfrm>
            <a:off x="2196000" y="849600"/>
            <a:ext cx="68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2151C">
                    <a:alpha val="75000"/>
                  </a:srgbClr>
                </a:solidFill>
                <a:latin typeface="맑은 고딕"/>
                <a:ea typeface="맑은 고딕"/>
              </a:rPr>
              <a:t>BLOG</a:t>
            </a:r>
          </a:p>
        </p:txBody>
      </p:sp>
      <p:sp>
        <p:nvSpPr>
          <p:cNvPr id="22" name="텍스트"/>
          <p:cNvSpPr txBox="1"/>
          <p:nvPr/>
        </p:nvSpPr>
        <p:spPr>
          <a:xfrm>
            <a:off x="2196000" y="957600"/>
            <a:ext cx="684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1">
                <a:solidFill>
                  <a:srgbClr val="12151C"/>
                </a:solidFill>
                <a:latin typeface="맑은 고딕"/>
                <a:ea typeface="맑은 고딕"/>
              </a:rPr>
              <a:t>blog.example.com</a:t>
            </a:r>
          </a:p>
        </p:txBody>
      </p:sp>
      <p:sp>
        <p:nvSpPr>
          <p:cNvPr id="23" name="텍스트"/>
          <p:cNvSpPr txBox="1"/>
          <p:nvPr/>
        </p:nvSpPr>
        <p:spPr>
          <a:xfrm>
            <a:off x="2196000" y="1368000"/>
            <a:ext cx="720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11"/>
              </a:lnSpc>
            </a:pPr>
            <a:r>
              <a:rPr sz="560" b="1" spc="80">
                <a:solidFill>
                  <a:srgbClr val="12151C"/>
                </a:solidFill>
                <a:latin typeface="맑은 고딕"/>
                <a:ea typeface="맑은 고딕"/>
              </a:rPr>
              <a:t>상호명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로스터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