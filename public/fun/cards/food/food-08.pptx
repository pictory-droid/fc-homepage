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57725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Oval 3"/>
          <p:cNvSpPr/>
          <p:nvPr/>
        </p:nvSpPr>
        <p:spPr>
          <a:xfrm rot="2280000">
            <a:off x="343728" y="440208"/>
            <a:ext cx="104544" cy="1995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334224" y="468720"/>
            <a:ext cx="118800" cy="142560"/>
          </a:xfrm>
          <a:prstGeom prst="line">
            <a:avLst/>
          </a:prstGeom>
          <a:ln w="9504">
            <a:solidFill>
              <a:srgbClr val="DEF5E5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297B42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143D21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97B4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97B4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97B4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2280000">
            <a:off x="493200" y="673200"/>
            <a:ext cx="237600" cy="4536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471600" y="738000"/>
            <a:ext cx="270000" cy="324000"/>
          </a:xfrm>
          <a:prstGeom prst="line">
            <a:avLst/>
          </a:prstGeom>
          <a:ln w="21600">
            <a:solidFill>
              <a:srgbClr val="D1D1D1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좋은 재료로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정직하게 만듭니다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C1D3C6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