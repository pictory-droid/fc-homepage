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4A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79257" y="684720"/>
            <a:ext cx="409486" cy="389445"/>
          </a:xfrm>
          <a:custGeom>
            <a:avLst/>
            <a:gdLst/>
            <a:ahLst/>
            <a:cxnLst/>
            <a:rect l="l" t="t" r="r" b="b"/>
            <a:pathLst>
              <a:path w="409486" h="389445">
                <a:moveTo>
                  <a:pt x="204743" y="0"/>
                </a:moveTo>
                <a:lnTo>
                  <a:pt x="257009" y="143342"/>
                </a:lnTo>
                <a:lnTo>
                  <a:pt x="409486" y="148755"/>
                </a:lnTo>
                <a:lnTo>
                  <a:pt x="289311" y="242758"/>
                </a:lnTo>
                <a:lnTo>
                  <a:pt x="331281" y="389445"/>
                </a:lnTo>
                <a:lnTo>
                  <a:pt x="204743" y="304200"/>
                </a:lnTo>
                <a:lnTo>
                  <a:pt x="78205" y="389445"/>
                </a:lnTo>
                <a:lnTo>
                  <a:pt x="120175" y="242758"/>
                </a:lnTo>
                <a:lnTo>
                  <a:pt x="0" y="148755"/>
                </a:lnTo>
                <a:lnTo>
                  <a:pt x="152477" y="1433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F7B8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5D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A667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47D8D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6A6670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595863"/>
                </a:solidFill>
                <a:latin typeface="맑은 고딕"/>
                <a:ea typeface="맑은 고딕"/>
              </a:rPr>
              <a:t>매장 · 포장 · 배달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