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6A4A3A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7B8CB5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7B8CB5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7B8CB5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540000" cy="158400"/>
          </a:xfrm>
          <a:prstGeom prst="roundRect">
            <a:avLst>
              <a:gd name="adj" fmla="val 50000"/>
            </a:avLst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5400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8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98BBB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A6B69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98BBB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A6B69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98BBB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A6B69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98BBB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A6B69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98BBB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A6B69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6CFD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98BB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A6B6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98BB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528C8F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B6CFD0"/>
                </a:solidFill>
                <a:latin typeface="맑은 고딕"/>
                <a:ea typeface="맑은 고딕"/>
              </a:rPr>
              <a:t>매일 10:00 – 22:00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