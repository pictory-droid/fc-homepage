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2B2E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2B2E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안녕하세요!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2B2E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2B2E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4171D"/>
                </a:solidFill>
                <a:latin typeface="맑은 고딕"/>
                <a:ea typeface="맑은 고딕"/>
              </a:rPr>
              <a:t>구OO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86459"/>
                </a:solidFill>
                <a:latin typeface="맑은 고딕"/>
                <a:ea typeface="맑은 고딕"/>
              </a:rPr>
              <a:t>브런치 카페 대표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아메리카노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수제청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시즌 메뉴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FFFFFF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브런치 카페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