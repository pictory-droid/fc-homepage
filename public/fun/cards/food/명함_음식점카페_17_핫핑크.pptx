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2E9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FF82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FF82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FF82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CBE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안예린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FCBE4"/>
                </a:solidFill>
                <a:latin typeface="맑은 고딕"/>
                <a:ea typeface="맑은 고딕"/>
              </a:rPr>
              <a:t>파티시에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BE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BE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BE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2E9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샐러드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2E9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