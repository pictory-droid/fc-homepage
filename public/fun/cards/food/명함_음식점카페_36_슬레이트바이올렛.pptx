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1B7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7B86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B1B7BD"/>
                </a:solidFill>
                <a:latin typeface="바탕"/>
                <a:ea typeface="바탕"/>
              </a:rPr>
              <a:t>대표 메뉴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B1B7B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브런치  ·  예약 문의  ·  수제청  ·  원두 판매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B1B7B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7CCD0"/>
                </a:solidFill>
                <a:latin typeface="바탕"/>
                <a:ea typeface="바탕"/>
              </a:rPr>
              <a:t>매일 08:00 – 20:00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C7CCD0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