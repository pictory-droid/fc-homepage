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2E7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B8D0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2E72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B8D0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2E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2E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2E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