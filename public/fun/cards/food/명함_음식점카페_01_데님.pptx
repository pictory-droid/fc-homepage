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627B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A7ABB4"/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A16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아메리카노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매일 10:00 – 22:00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