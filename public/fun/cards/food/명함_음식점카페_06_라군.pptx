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28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E4347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C4DF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434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434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434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