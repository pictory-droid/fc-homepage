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287B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E4347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540000" cy="172800"/>
          </a:xfrm>
          <a:prstGeom prst="roundRect">
            <a:avLst>
              <a:gd name="adj" fmla="val 50000"/>
            </a:avLst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540000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점장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C4DF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434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434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434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7ABB4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