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287B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E434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540000" cy="172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540000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점장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E434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A7ABB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7ABB4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A7ABB4"/>
                </a:solidFill>
                <a:latin typeface="맑은 고딕"/>
                <a:ea typeface="맑은 고딕"/>
              </a:rPr>
              <a:t>매일 08:00 – 20:00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