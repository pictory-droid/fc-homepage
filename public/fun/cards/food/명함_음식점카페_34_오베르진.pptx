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AE6E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AE6EA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AE6E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사장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5C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597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597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19760" y="1044000"/>
            <a:ext cx="276480" cy="117504"/>
          </a:xfrm>
          <a:custGeom>
            <a:avLst/>
            <a:gdLst/>
            <a:ahLst/>
            <a:cxnLst/>
            <a:rect l="l" t="t" r="r" b="b"/>
            <a:pathLst>
              <a:path w="276480" h="117504">
                <a:moveTo>
                  <a:pt x="276480" y="0"/>
                </a:moveTo>
                <a:lnTo>
                  <a:pt x="273014" y="26147"/>
                </a:lnTo>
                <a:lnTo>
                  <a:pt x="262790" y="50983"/>
                </a:lnTo>
                <a:lnTo>
                  <a:pt x="246320" y="73263"/>
                </a:lnTo>
                <a:lnTo>
                  <a:pt x="224431" y="91868"/>
                </a:lnTo>
                <a:lnTo>
                  <a:pt x="198220" y="105867"/>
                </a:lnTo>
                <a:lnTo>
                  <a:pt x="169001" y="114558"/>
                </a:lnTo>
                <a:lnTo>
                  <a:pt x="138240" y="117504"/>
                </a:lnTo>
                <a:lnTo>
                  <a:pt x="107479" y="114558"/>
                </a:lnTo>
                <a:lnTo>
                  <a:pt x="78260" y="105867"/>
                </a:lnTo>
                <a:lnTo>
                  <a:pt x="52049" y="91868"/>
                </a:lnTo>
                <a:lnTo>
                  <a:pt x="30160" y="73263"/>
                </a:lnTo>
                <a:lnTo>
                  <a:pt x="13690" y="50983"/>
                </a:lnTo>
                <a:lnTo>
                  <a:pt x="3466" y="261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8144" y="1158048"/>
            <a:ext cx="179712" cy="24192"/>
          </a:xfrm>
          <a:prstGeom prst="roundRect">
            <a:avLst>
              <a:gd name="adj" fmla="val 42857"/>
            </a:avLst>
          </a:prstGeom>
          <a:solidFill>
            <a:srgbClr val="ACB9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37264" y="926496"/>
            <a:ext cx="124416" cy="103680"/>
          </a:xfrm>
          <a:prstGeom prst="line">
            <a:avLst/>
          </a:prstGeom>
          <a:ln w="17280">
            <a:solidFill>
              <a:srgbClr val="ACB9C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78736" y="926496"/>
            <a:ext cx="117504" cy="89856"/>
          </a:xfrm>
          <a:prstGeom prst="line">
            <a:avLst/>
          </a:prstGeom>
          <a:ln w="17280">
            <a:solidFill>
              <a:srgbClr val="ACB9C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1CBD3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A8B6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8DB3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A8B6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5" name="Oval 14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8DB3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6C8397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1CBD3"/>
                </a:solidFill>
                <a:latin typeface="맑은 고딕"/>
                <a:ea typeface="맑은 고딕"/>
              </a:rPr>
              <a:t>화–일 11:00 – 21:00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