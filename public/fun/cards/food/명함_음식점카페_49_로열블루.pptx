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355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E8B8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355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E8B8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355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E8B8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355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E8B8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355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E8B8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1305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13058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C6D0EB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1305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1305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1305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