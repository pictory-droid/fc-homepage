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행복은 따뜻한 음식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곁에 있습니다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