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60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7376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ACB7D7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민OO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대표 바리스타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CC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CC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BCCC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E6E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66B7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바리스타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