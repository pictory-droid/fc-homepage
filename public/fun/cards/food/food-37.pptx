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B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03672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03672"/>
                </a:solidFill>
                <a:latin typeface="맑은 고딕"/>
                <a:ea typeface="맑은 고딕"/>
              </a:rPr>
              <a:t>파티시에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3672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66D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66D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66D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66D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672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672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03672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