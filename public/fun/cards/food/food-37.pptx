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3B91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C8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93646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5B151B"/>
                </a:solidFill>
                <a:latin typeface="바탕"/>
                <a:ea typeface="바탕"/>
              </a:rPr>
              <a:t>방지민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327B51"/>
                </a:solidFill>
                <a:latin typeface="맑은 고딕"/>
                <a:ea typeface="맑은 고딕"/>
              </a:rPr>
              <a:t>파티시에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5B151B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5B151B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93646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 rot="2280000">
            <a:off x="1589904" y="1490544"/>
            <a:ext cx="60192" cy="114912"/>
          </a:xfrm>
          <a:prstGeom prst="ellipse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1584432" y="1506960"/>
            <a:ext cx="68400" cy="82080"/>
          </a:xfrm>
          <a:prstGeom prst="line">
            <a:avLst/>
          </a:prstGeom>
          <a:ln w="5472">
            <a:solidFill>
              <a:srgbClr val="C8E0D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101952" y="171072"/>
            <a:ext cx="69696" cy="1330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95616" y="190080"/>
            <a:ext cx="79200" cy="95040"/>
          </a:xfrm>
          <a:prstGeom prst="line">
            <a:avLst/>
          </a:prstGeom>
          <a:ln w="6336">
            <a:solidFill>
              <a:srgbClr val="737373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5B151B"/>
                </a:solidFill>
                <a:latin typeface="맑은 고딕"/>
                <a:ea typeface="맑은 고딕"/>
              </a:rPr>
              <a:t>따끈할 때 드시는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5B151B"/>
                </a:solidFill>
                <a:latin typeface="맑은 고딕"/>
                <a:ea typeface="맑은 고딕"/>
              </a:rPr>
              <a:t>것이 맛을 아는 예의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94676B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AE293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94676B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