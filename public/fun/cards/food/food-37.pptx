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201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503672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3" name="Oval 2"/>
          <p:cNvSpPr/>
          <p:nvPr/>
        </p:nvSpPr>
        <p:spPr>
          <a:xfrm>
            <a:off x="2955600" y="241200"/>
            <a:ext cx="64800" cy="64800"/>
          </a:xfrm>
          <a:prstGeom prst="ellipse">
            <a:avLst/>
          </a:prstGeom>
          <a:solidFill>
            <a:srgbClr val="B66D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676800"/>
            <a:ext cx="2520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080000"/>
            <a:ext cx="2520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503672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5760">
            <a:solidFill>
              <a:srgbClr val="EBD6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411200"/>
            <a:ext cx="79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080000" y="1411200"/>
            <a:ext cx="90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52000" y="1411200"/>
            <a:ext cx="972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03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080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03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052000" y="15264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20">
                <a:solidFill>
                  <a:srgbClr val="503672"/>
                </a:solidFill>
                <a:latin typeface="맑은 고딕"/>
                <a:ea typeface="맑은 고딕"/>
              </a:rPr>
              <a:t>ADDR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0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0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0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0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0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0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0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1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1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1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1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1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1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1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1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1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1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1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1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1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1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1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2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2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2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2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2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2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2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2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2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2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42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42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2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2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3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53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3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3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53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3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3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3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3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3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3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3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53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3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63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63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3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63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3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63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63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3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3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63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3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63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3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63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63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74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74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74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74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4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4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74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74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74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74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74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74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74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74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4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4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5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5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5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5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5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5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85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5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85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85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5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5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5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5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96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96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96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96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96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96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6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6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96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96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96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6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96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96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96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6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7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107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107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107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7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107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7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107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7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107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107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107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7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107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107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107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117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117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117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117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117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117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117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117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17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117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7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117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117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117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117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17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28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28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28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28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28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28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28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128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28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128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28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28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28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128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128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28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39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39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39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39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39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39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39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39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39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139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39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9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139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139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139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139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150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50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50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150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50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50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50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50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50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50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50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50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50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50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0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50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61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61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61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61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61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61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61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61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61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61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61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61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61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61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1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61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71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71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71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71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71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1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71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71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71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71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71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71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71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71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71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71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82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82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82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82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82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82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82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82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82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182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82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182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182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182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182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182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193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93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93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93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193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193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193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193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193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193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93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193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193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193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193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93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204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04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204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204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204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204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204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04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04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204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204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4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04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204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04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04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15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15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215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215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215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15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215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215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215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215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215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15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15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215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215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215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225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225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225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225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225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225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225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225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225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225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225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225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225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225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225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225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36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36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236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236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236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236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236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236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236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236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236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36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236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236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236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36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247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47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247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7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47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247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47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247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247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247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247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247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247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47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47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247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258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258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258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258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258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258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258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258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258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258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58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58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258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258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258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258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269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269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269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269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269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269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269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269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269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269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269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269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269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269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269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69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798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2798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2798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2798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2798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2798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2798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9" name="Oval 408"/>
          <p:cNvSpPr/>
          <p:nvPr/>
        </p:nvSpPr>
        <p:spPr>
          <a:xfrm>
            <a:off x="2798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0" name="Oval 409"/>
          <p:cNvSpPr/>
          <p:nvPr/>
        </p:nvSpPr>
        <p:spPr>
          <a:xfrm>
            <a:off x="2798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2798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2798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2798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2798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2798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2798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2798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2906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2906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2906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2906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2906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2906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2906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2906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2906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2906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906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2906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2906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2906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2906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2906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3014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3014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3014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3014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3014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3014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3014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3014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3014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3014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3014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014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014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3014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3014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3014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3122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3122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3122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3122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3122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3122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3122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3122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3122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3122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3122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3122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3122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3122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3122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122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230640" y="9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3230640" y="20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3230640" y="31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3230640" y="42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3230640" y="53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3230640" y="63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3230640" y="74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3230640" y="85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3230640" y="96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3230640" y="107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3230640" y="117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3230640" y="1286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3230640" y="1394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3230640" y="1502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3230640" y="1610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3230640" y="1718640"/>
            <a:ext cx="18720" cy="18720"/>
          </a:xfrm>
          <a:prstGeom prst="ellipse">
            <a:avLst/>
          </a:prstGeom>
          <a:solidFill>
            <a:srgbClr val="EBD6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396000" y="468000"/>
            <a:ext cx="2448000" cy="864000"/>
          </a:xfrm>
          <a:prstGeom prst="rect">
            <a:avLst/>
          </a:prstGeom>
          <a:solidFill>
            <a:srgbClr val="F8F0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3" name="텍스트"/>
          <p:cNvSpPr txBox="1"/>
          <p:nvPr/>
        </p:nvSpPr>
        <p:spPr>
          <a:xfrm>
            <a:off x="540000" y="576000"/>
            <a:ext cx="2160000" cy="46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따끈할 때 드시는</a:t>
            </a:r>
          </a:p>
          <a:p>
            <a:pPr algn="ctr">
              <a:lnSpc>
                <a:spcPts val="1667"/>
              </a:lnSpc>
            </a:pPr>
            <a:r>
              <a:rPr sz="1150" b="1">
                <a:solidFill>
                  <a:srgbClr val="12151C"/>
                </a:solidFill>
                <a:latin typeface="맑은 고딕"/>
                <a:ea typeface="맑은 고딕"/>
              </a:rPr>
              <a:t>것이 맛을 아는 예의</a:t>
            </a:r>
          </a:p>
        </p:txBody>
      </p:sp>
      <p:sp>
        <p:nvSpPr>
          <p:cNvPr id="484" name="텍스트"/>
          <p:cNvSpPr txBox="1"/>
          <p:nvPr/>
        </p:nvSpPr>
        <p:spPr>
          <a:xfrm>
            <a:off x="540000" y="1144800"/>
            <a:ext cx="216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300">
                <a:solidFill>
                  <a:srgbClr val="503672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