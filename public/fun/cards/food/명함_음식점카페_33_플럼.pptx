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6253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6C8D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62535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6C8D1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5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5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5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17C9A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17C9A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