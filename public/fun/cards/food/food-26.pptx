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집밥이 그리운 날 찾아오세요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3C49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