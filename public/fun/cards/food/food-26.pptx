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8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21600" y="432000"/>
            <a:ext cx="316800" cy="134640"/>
          </a:xfrm>
          <a:custGeom>
            <a:avLst/>
            <a:gdLst/>
            <a:ahLst/>
            <a:cxnLst/>
            <a:rect l="l" t="t" r="r" b="b"/>
            <a:pathLst>
              <a:path w="316800" h="134640">
                <a:moveTo>
                  <a:pt x="316800" y="0"/>
                </a:moveTo>
                <a:lnTo>
                  <a:pt x="312829" y="29960"/>
                </a:lnTo>
                <a:lnTo>
                  <a:pt x="301113" y="58418"/>
                </a:lnTo>
                <a:lnTo>
                  <a:pt x="282242" y="83947"/>
                </a:lnTo>
                <a:lnTo>
                  <a:pt x="257161" y="105266"/>
                </a:lnTo>
                <a:lnTo>
                  <a:pt x="227127" y="121306"/>
                </a:lnTo>
                <a:lnTo>
                  <a:pt x="193647" y="131264"/>
                </a:lnTo>
                <a:lnTo>
                  <a:pt x="158400" y="134640"/>
                </a:lnTo>
                <a:lnTo>
                  <a:pt x="123153" y="131264"/>
                </a:lnTo>
                <a:lnTo>
                  <a:pt x="89673" y="121306"/>
                </a:lnTo>
                <a:lnTo>
                  <a:pt x="59639" y="105266"/>
                </a:lnTo>
                <a:lnTo>
                  <a:pt x="34558" y="83947"/>
                </a:lnTo>
                <a:lnTo>
                  <a:pt x="15687" y="58418"/>
                </a:lnTo>
                <a:lnTo>
                  <a:pt x="3971" y="29960"/>
                </a:lnTo>
                <a:lnTo>
                  <a:pt x="0" y="0"/>
                </a:lnTo>
                <a:close/>
              </a:path>
            </a:pathLst>
          </a:cu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77040" y="562680"/>
            <a:ext cx="205920" cy="27720"/>
          </a:xfrm>
          <a:prstGeom prst="roundRect">
            <a:avLst>
              <a:gd name="adj" fmla="val 42857"/>
            </a:avLst>
          </a:pr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856240" y="297360"/>
            <a:ext cx="142560" cy="118800"/>
          </a:xfrm>
          <a:prstGeom prst="line">
            <a:avLst/>
          </a:prstGeom>
          <a:ln w="19800">
            <a:solidFill>
              <a:srgbClr val="B49D3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03760" y="297360"/>
            <a:ext cx="134640" cy="102960"/>
          </a:xfrm>
          <a:prstGeom prst="line">
            <a:avLst/>
          </a:prstGeom>
          <a:ln w="19800">
            <a:solidFill>
              <a:srgbClr val="B49D3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666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6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8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바탕"/>
                <a:ea typeface="바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FFFFFF"/>
                </a:solidFill>
                <a:latin typeface="맑은 고딕"/>
                <a:ea typeface="맑은 고딕"/>
              </a:rPr>
              <a:t>집밥이 그리운 날 찾아오세요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F9EFC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42400" y="432000"/>
            <a:ext cx="259200" cy="110160"/>
          </a:xfrm>
          <a:custGeom>
            <a:avLst/>
            <a:gdLst/>
            <a:ahLst/>
            <a:cxnLst/>
            <a:rect l="l" t="t" r="r" b="b"/>
            <a:pathLst>
              <a:path w="259200" h="110160">
                <a:moveTo>
                  <a:pt x="259200" y="0"/>
                </a:moveTo>
                <a:lnTo>
                  <a:pt x="255951" y="24513"/>
                </a:lnTo>
                <a:lnTo>
                  <a:pt x="246366" y="47797"/>
                </a:lnTo>
                <a:lnTo>
                  <a:pt x="230925" y="68684"/>
                </a:lnTo>
                <a:lnTo>
                  <a:pt x="210404" y="86127"/>
                </a:lnTo>
                <a:lnTo>
                  <a:pt x="185831" y="99251"/>
                </a:lnTo>
                <a:lnTo>
                  <a:pt x="158439" y="107398"/>
                </a:lnTo>
                <a:lnTo>
                  <a:pt x="129600" y="110160"/>
                </a:lnTo>
                <a:lnTo>
                  <a:pt x="100761" y="107398"/>
                </a:lnTo>
                <a:lnTo>
                  <a:pt x="73369" y="99251"/>
                </a:lnTo>
                <a:lnTo>
                  <a:pt x="48796" y="86127"/>
                </a:lnTo>
                <a:lnTo>
                  <a:pt x="28275" y="68684"/>
                </a:lnTo>
                <a:lnTo>
                  <a:pt x="12834" y="47797"/>
                </a:lnTo>
                <a:lnTo>
                  <a:pt x="3249" y="24513"/>
                </a:lnTo>
                <a:lnTo>
                  <a:pt x="0" y="0"/>
                </a:lnTo>
                <a:close/>
              </a:path>
            </a:pathLst>
          </a:cu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7760" y="538920"/>
            <a:ext cx="168480" cy="22680"/>
          </a:xfrm>
          <a:prstGeom prst="roundRect">
            <a:avLst>
              <a:gd name="adj" fmla="val 42857"/>
            </a:avLst>
          </a:prstGeom>
          <a:solidFill>
            <a:srgbClr val="B49D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752560" y="321840"/>
            <a:ext cx="116640" cy="97200"/>
          </a:xfrm>
          <a:prstGeom prst="line">
            <a:avLst/>
          </a:prstGeom>
          <a:ln w="16200">
            <a:solidFill>
              <a:srgbClr val="B49D3C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91440" y="321840"/>
            <a:ext cx="110160" cy="84240"/>
          </a:xfrm>
          <a:prstGeom prst="line">
            <a:avLst/>
          </a:prstGeom>
          <a:ln w="16200">
            <a:solidFill>
              <a:srgbClr val="B49D3C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