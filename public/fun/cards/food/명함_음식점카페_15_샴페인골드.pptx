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82A2C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D93B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65D26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515E7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651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651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580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651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54580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4651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65162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65D2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