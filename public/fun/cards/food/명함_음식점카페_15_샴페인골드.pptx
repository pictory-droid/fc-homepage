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82A2C6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D93BD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65D26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515E70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651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651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5804" y="943200"/>
            <a:ext cx="39736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651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545804" y="943200"/>
            <a:ext cx="39736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56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651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9356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65162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65D26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