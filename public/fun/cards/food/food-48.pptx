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9A5F6E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Oval 3"/>
          <p:cNvSpPr/>
          <p:nvPr/>
        </p:nvSpPr>
        <p:spPr>
          <a:xfrm rot="2280000">
            <a:off x="343728" y="440208"/>
            <a:ext cx="104544" cy="199584"/>
          </a:xfrm>
          <a:prstGeom prst="ellipse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334224" y="468720"/>
            <a:ext cx="118800" cy="142560"/>
          </a:xfrm>
          <a:prstGeom prst="line">
            <a:avLst/>
          </a:prstGeom>
          <a:ln w="9504">
            <a:solidFill>
              <a:srgbClr val="F3CED7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B2526A"/>
                </a:solidFill>
                <a:latin typeface="맑은 고딕"/>
                <a:ea typeface="맑은 고딕"/>
              </a:rPr>
              <a:t>로스터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9E2E4A"/>
                </a:solidFill>
                <a:latin typeface="바탕"/>
                <a:ea typeface="바탕"/>
              </a:rPr>
              <a:t>공나래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2526A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9E2E4A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2526A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9E2E4A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2526A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9E2E4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A4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2280000">
            <a:off x="493200" y="673200"/>
            <a:ext cx="237600" cy="453600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471600" y="738000"/>
            <a:ext cx="270000" cy="324000"/>
          </a:xfrm>
          <a:prstGeom prst="line">
            <a:avLst/>
          </a:prstGeom>
          <a:ln w="21600">
            <a:solidFill>
              <a:srgbClr val="EEEEEE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오래오래 함께하고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싶은 가게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FBF6F7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로스터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