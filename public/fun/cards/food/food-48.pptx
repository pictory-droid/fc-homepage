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D0E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D48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1D4872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5CB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오래오래 함께하고 싶은 가게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