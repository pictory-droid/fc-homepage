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3B85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3B85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3B85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3B85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3B85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3B85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3B85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3B85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3B85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3B85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3B85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3B85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3B85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3B85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3B85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3B85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3B8591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3B8591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3B8591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3B8591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C8DD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E6E5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C5D27"/>
                </a:solidFill>
                <a:latin typeface="바탕"/>
                <a:ea typeface="바탕"/>
              </a:rPr>
              <a:t>마시현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57882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5788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C5D27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5788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C5D27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5788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C5D2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Oval 32"/>
          <p:cNvSpPr/>
          <p:nvPr/>
        </p:nvSpPr>
        <p:spPr>
          <a:xfrm rot="2280000">
            <a:off x="2816640" y="1067040"/>
            <a:ext cx="126720" cy="241920"/>
          </a:xfrm>
          <a:prstGeom prst="ellipse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2805120" y="1101600"/>
            <a:ext cx="144000" cy="172800"/>
          </a:xfrm>
          <a:prstGeom prst="line">
            <a:avLst/>
          </a:prstGeom>
          <a:ln w="11520">
            <a:solidFill>
              <a:srgbClr val="C8DDE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493200" y="673200"/>
            <a:ext cx="237600" cy="453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471600" y="738000"/>
            <a:ext cx="270000" cy="324000"/>
          </a:xfrm>
          <a:prstGeom prst="line">
            <a:avLst/>
          </a:prstGeom>
          <a:ln w="21600">
            <a:solidFill>
              <a:srgbClr val="808080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7C5D27"/>
                </a:solidFill>
                <a:latin typeface="바탕"/>
                <a:ea typeface="바탕"/>
              </a:rPr>
              <a:t>정을 한 스푼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7C5D27"/>
                </a:solidFill>
                <a:latin typeface="바탕"/>
                <a:ea typeface="바탕"/>
              </a:rPr>
              <a:t>더 얹었습니다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07056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