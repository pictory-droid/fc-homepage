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1584000" y="36000"/>
            <a:ext cx="1656000" cy="172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560"/>
              </a:lnSpc>
            </a:pPr>
            <a:r>
              <a:rPr sz="12800" b="1">
                <a:solidFill>
                  <a:srgbClr val="C6F4F8"/>
                </a:solidFill>
                <a:latin typeface="맑은 고딕"/>
                <a:ea typeface="맑은 고딕"/>
              </a:rPr>
              <a:t>마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0B5C66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604800"/>
            <a:ext cx="1656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마시현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008000"/>
            <a:ext cx="1656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0B5C66"/>
                </a:solidFill>
                <a:latin typeface="맑은 고딕"/>
                <a:ea typeface="맑은 고딕"/>
              </a:rPr>
              <a:t>분식집 사장</a:t>
            </a:r>
          </a:p>
        </p:txBody>
      </p:sp>
      <p:sp>
        <p:nvSpPr>
          <p:cNvPr id="6" name="Rectangle 5"/>
          <p:cNvSpPr/>
          <p:nvPr/>
        </p:nvSpPr>
        <p:spPr>
          <a:xfrm>
            <a:off x="252000" y="1231200"/>
            <a:ext cx="144000" cy="18000"/>
          </a:xfrm>
          <a:prstGeom prst="rect">
            <a:avLst/>
          </a:prstGeom>
          <a:solidFill>
            <a:srgbClr val="00D0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13500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0B5C66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83200" y="1339200"/>
            <a:ext cx="1296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472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0B5C66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583200" y="1461600"/>
            <a:ext cx="1296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948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0B5C66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83200" y="1584000"/>
            <a:ext cx="1296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2000" y="540000"/>
            <a:ext cx="28800" cy="720000"/>
          </a:xfrm>
          <a:prstGeom prst="rect">
            <a:avLst/>
          </a:prstGeom>
          <a:solidFill>
            <a:srgbClr val="00D0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424800" y="612000"/>
            <a:ext cx="2160000" cy="6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sz="1250" b="1">
                <a:solidFill>
                  <a:srgbClr val="12151C"/>
                </a:solidFill>
                <a:latin typeface="맑은 고딕"/>
                <a:ea typeface="맑은 고딕"/>
              </a:rPr>
              <a:t>정을 한 스푼 더 얹었습니다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4248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00">
                <a:solidFill>
                  <a:srgbClr val="0B5C66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분식집 사장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