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6E4A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E4A7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BCE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4F506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E4A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5D5D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E4A7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아메리카노  ·  케이터링  ·  런치 세트  ·  원두 판매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A9A0C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A9A0C0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