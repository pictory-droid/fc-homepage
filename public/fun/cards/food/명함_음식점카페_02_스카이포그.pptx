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2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AEB8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AEB8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AEB8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AEB8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AEB8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7688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109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AEB8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109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5CDD3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DD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DD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5CDD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768896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C4928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B283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C49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7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C49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147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20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C49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620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F2E3C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C4928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C4928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C4928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