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3B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F628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FFCEDA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CEDA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FF89A6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황주원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FFCEDA"/>
                </a:solidFill>
                <a:latin typeface="맑은 고딕"/>
                <a:ea typeface="맑은 고딕"/>
              </a:rPr>
              <a:t>점장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ED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FF89A6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ED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FF89A6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CED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브런치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케이터링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수제청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6B7280"/>
                </a:solidFill>
                <a:latin typeface="맑은 고딕"/>
                <a:ea typeface="맑은 고딕"/>
              </a:rPr>
              <a:t>화–일 11:00 – 21:00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