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B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F7697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CED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FFCEDA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FCED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FCED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FCED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아침을 여는 고소한 향기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