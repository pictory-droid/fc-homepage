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7097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2792880" y="265680"/>
            <a:ext cx="174240" cy="332640"/>
          </a:xfrm>
          <a:prstGeom prst="ellipse">
            <a:avLst/>
          </a:prstGeom>
          <a:solidFill>
            <a:srgbClr val="7097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2777040" y="313200"/>
            <a:ext cx="198000" cy="237600"/>
          </a:xfrm>
          <a:prstGeom prst="line">
            <a:avLst/>
          </a:prstGeom>
          <a:ln w="15840">
            <a:solidFill>
              <a:srgbClr val="40564B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EA190"/>
                </a:solidFill>
                <a:latin typeface="맑은 고딕"/>
                <a:ea typeface="맑은 고딕"/>
              </a:rPr>
              <a:t>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0B9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493200" y="673200"/>
            <a:ext cx="237600" cy="453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471600" y="738000"/>
            <a:ext cx="270000" cy="324000"/>
          </a:xfrm>
          <a:prstGeom prst="line">
            <a:avLst/>
          </a:prstGeom>
          <a:ln w="21600">
            <a:solidFill>
              <a:srgbClr val="80808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C3629"/>
                </a:solidFill>
                <a:latin typeface="바탕"/>
                <a:ea typeface="바탕"/>
              </a:rPr>
              <a:t>아침을 여는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1C3629"/>
                </a:solidFill>
                <a:latin typeface="바탕"/>
                <a:ea typeface="바탕"/>
              </a:rPr>
              <a:t>고소한 향기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6766E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