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ED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266400"/>
            <a:ext cx="230400" cy="21600"/>
          </a:xfrm>
          <a:prstGeom prst="rect">
            <a:avLst/>
          </a:prstGeom>
          <a:solidFill>
            <a:srgbClr val="3A90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36000" y="237600"/>
            <a:ext cx="216000" cy="216000"/>
          </a:xfrm>
          <a:prstGeom prst="ellipse">
            <a:avLst/>
          </a:prstGeom>
          <a:noFill/>
          <a:ln w="5040">
            <a:solidFill>
              <a:srgbClr val="3A908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26000" y="327600"/>
            <a:ext cx="36000" cy="360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403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33600"/>
            <a:ext cx="2736000" cy="0"/>
          </a:xfrm>
          <a:prstGeom prst="line">
            <a:avLst/>
          </a:prstGeom>
          <a:ln w="3600">
            <a:solidFill>
              <a:srgbClr val="BBD3D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008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312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16F77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BBD3D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A908C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C7D3E1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1425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C7D3E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1425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C7D3E1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1425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C7D3E1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14259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C7D3E1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단체 예약 가능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