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D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6CC4C0">
                    <a:alpha val="95000"/>
                  </a:srgbClr>
                </a:solidFill>
                <a:latin typeface="맑은 고딕"/>
                <a:ea typeface="맑은 고딕"/>
              </a:rPr>
              <a:t>문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16F77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BBD3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A908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1425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1425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1425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1425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