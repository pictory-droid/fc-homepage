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9A7F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9A7F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9A7F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9A7F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9A7F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710903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9A7F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710903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B2230"/>
                </a:solidFill>
                <a:latin typeface="맑은 고딕"/>
                <a:ea typeface="맑은 고딕"/>
              </a:rPr>
              <a:t>오너 셰프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노OO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7E7BC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D6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7471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8F62B3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968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7471BB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752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7632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7471BB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576000" y="7416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단체 주문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0296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7471BB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576000" y="10080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예약 문의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960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7471BB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12744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BFBFD3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677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매장 · 포장 · 배달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677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26677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오너 셰프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