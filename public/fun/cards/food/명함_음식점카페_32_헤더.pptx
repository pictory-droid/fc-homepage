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9A7F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109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9A7FB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109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노OO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7E7BC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F62B3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471B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471B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471B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예약 문의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7471BB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B2230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BFBFD3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677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매장 · 포장 · 배달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677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04000" y="1476000"/>
            <a:ext cx="86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626677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