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D78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05C5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55D29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F63A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BAC4D5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F63A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BAC4D5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F63A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BAC4D5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F63A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BAC4D5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16978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16978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