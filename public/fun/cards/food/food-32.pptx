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2000" y="144000"/>
            <a:ext cx="201600" cy="21600"/>
          </a:xfrm>
          <a:prstGeom prst="rect">
            <a:avLst/>
          </a:prstGeom>
          <a:solidFill>
            <a:srgbClr val="FF8A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73600"/>
            <a:ext cx="216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12151C"/>
                </a:solidFill>
                <a:latin typeface="맑은 고딕"/>
                <a:ea typeface="맑은 고딕"/>
              </a:rPr>
              <a:t>구민아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676800"/>
            <a:ext cx="2160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6B7280"/>
                </a:solidFill>
                <a:latin typeface="맑은 고딕"/>
                <a:ea typeface="맑은 고딕"/>
              </a:rPr>
              <a:t>오너 셰프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548000" y="230400"/>
            <a:ext cx="144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942"/>
              </a:lnSpc>
            </a:pPr>
            <a:r>
              <a:rPr sz="650" b="1" spc="20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051200"/>
            <a:ext cx="2736000" cy="0"/>
          </a:xfrm>
          <a:prstGeom prst="line">
            <a:avLst/>
          </a:prstGeom>
          <a:ln w="5760">
            <a:solidFill>
              <a:srgbClr val="DCDFE4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1232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900000" y="11016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2000" y="1274400"/>
            <a:ext cx="2736000" cy="0"/>
          </a:xfrm>
          <a:prstGeom prst="line">
            <a:avLst/>
          </a:prstGeom>
          <a:ln w="5760">
            <a:solidFill>
              <a:srgbClr val="DCDFE4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13464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900000" y="13248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497600"/>
            <a:ext cx="2736000" cy="0"/>
          </a:xfrm>
          <a:prstGeom prst="line">
            <a:avLst/>
          </a:prstGeom>
          <a:ln w="5760">
            <a:solidFill>
              <a:srgbClr val="DCDFE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569600"/>
            <a:ext cx="57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5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900000" y="1548000"/>
            <a:ext cx="208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52000" y="1720800"/>
            <a:ext cx="2736000" cy="0"/>
          </a:xfrm>
          <a:prstGeom prst="line">
            <a:avLst/>
          </a:prstGeom>
          <a:ln w="5760">
            <a:solidFill>
              <a:srgbClr val="DCDFE4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1200" y="295200"/>
            <a:ext cx="417600" cy="417600"/>
          </a:xfrm>
          <a:prstGeom prst="ellipse">
            <a:avLst/>
          </a:prstGeom>
          <a:solidFill>
            <a:srgbClr val="FF8A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1368000" y="324000"/>
            <a:ext cx="504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3769"/>
              </a:lnSpc>
            </a:pPr>
            <a:r>
              <a:rPr sz="2600" b="1">
                <a:solidFill>
                  <a:srgbClr val="12151C"/>
                </a:solidFill>
                <a:latin typeface="맑은 고딕"/>
                <a:ea typeface="맑은 고딕"/>
              </a:rPr>
              <a:t>상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820800"/>
            <a:ext cx="2520000" cy="1619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 spc="200">
                <a:solidFill>
                  <a:srgbClr val="12151C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0000" y="1051200"/>
            <a:ext cx="180000" cy="14400"/>
          </a:xfrm>
          <a:prstGeom prst="rect">
            <a:avLst/>
          </a:prstGeom>
          <a:solidFill>
            <a:srgbClr val="FF8A7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40000" y="1188000"/>
            <a:ext cx="216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B7280"/>
                </a:solidFill>
                <a:latin typeface="맑은 고딕"/>
                <a:ea typeface="맑은 고딕"/>
              </a:rPr>
              <a:t>한 접시에 담은 고마움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오너 셰프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