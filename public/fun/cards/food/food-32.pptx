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8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360000" y="201600"/>
            <a:ext cx="2520000" cy="10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 spc="300">
                <a:solidFill>
                  <a:srgbClr val="696C7F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3" name="Oval 2"/>
          <p:cNvSpPr/>
          <p:nvPr/>
        </p:nvSpPr>
        <p:spPr>
          <a:xfrm rot="2280000">
            <a:off x="1572480" y="413280"/>
            <a:ext cx="95040" cy="181440"/>
          </a:xfrm>
          <a:prstGeom prst="ellipse">
            <a:avLst/>
          </a:prstGeom>
          <a:solidFill>
            <a:srgbClr val="915B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 flipV="1">
            <a:off x="1563840" y="439200"/>
            <a:ext cx="108000" cy="129600"/>
          </a:xfrm>
          <a:prstGeom prst="line">
            <a:avLst/>
          </a:prstGeom>
          <a:ln w="8640">
            <a:solidFill>
              <a:srgbClr val="E0D1C8"/>
            </a:solidFill>
          </a:ln>
        </p:spPr>
      </p:cxnSp>
      <p:sp>
        <p:nvSpPr>
          <p:cNvPr id="5" name="텍스트"/>
          <p:cNvSpPr txBox="1"/>
          <p:nvPr/>
        </p:nvSpPr>
        <p:spPr>
          <a:xfrm>
            <a:off x="360000" y="684000"/>
            <a:ext cx="2520000" cy="3136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755"/>
              </a:lnSpc>
            </a:pPr>
            <a:r>
              <a:rPr sz="1900" b="1" spc="50">
                <a:solidFill>
                  <a:srgbClr val="1B2041"/>
                </a:solidFill>
                <a:latin typeface="맑은 고딕"/>
                <a:ea typeface="맑은 고딕"/>
              </a:rPr>
              <a:t>구민아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360000" y="1051200"/>
            <a:ext cx="2520000" cy="1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232"/>
              </a:lnSpc>
            </a:pPr>
            <a:r>
              <a:rPr sz="850" b="1">
                <a:solidFill>
                  <a:srgbClr val="915B3B"/>
                </a:solidFill>
                <a:latin typeface="맑은 고딕"/>
                <a:ea typeface="맑은 고딕"/>
              </a:rPr>
              <a:t>오너 셰프</a:t>
            </a:r>
          </a:p>
        </p:txBody>
      </p:sp>
      <p:sp>
        <p:nvSpPr>
          <p:cNvPr id="7" name="Rectangle 6"/>
          <p:cNvSpPr/>
          <p:nvPr/>
        </p:nvSpPr>
        <p:spPr>
          <a:xfrm>
            <a:off x="1512000" y="1245600"/>
            <a:ext cx="216000" cy="10800"/>
          </a:xfrm>
          <a:prstGeom prst="rect">
            <a:avLst/>
          </a:prstGeom>
          <a:solidFill>
            <a:srgbClr val="915B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360000" y="13392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0">
                <a:solidFill>
                  <a:srgbClr val="1B2041"/>
                </a:solidFill>
                <a:latin typeface="맑은 고딕"/>
                <a:ea typeface="맑은 고딕"/>
              </a:rPr>
              <a:t>010-1234-5678   ·   name@example.com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360000" y="14688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0">
                <a:solidFill>
                  <a:srgbClr val="696C7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8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24000" cy="1800000"/>
          </a:xfrm>
          <a:prstGeom prst="rect">
            <a:avLst/>
          </a:prstGeom>
          <a:solidFill>
            <a:srgbClr val="915B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 rot="2280000">
            <a:off x="493200" y="673200"/>
            <a:ext cx="237600" cy="4536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 flipV="1">
            <a:off x="471600" y="738000"/>
            <a:ext cx="270000" cy="324000"/>
          </a:xfrm>
          <a:prstGeom prst="line">
            <a:avLst/>
          </a:prstGeom>
          <a:ln w="21600">
            <a:solidFill>
              <a:srgbClr val="737373"/>
            </a:solidFill>
          </a:ln>
        </p:spPr>
      </p:cxnSp>
      <p:sp>
        <p:nvSpPr>
          <p:cNvPr id="5" name="텍스트"/>
          <p:cNvSpPr txBox="1"/>
          <p:nvPr/>
        </p:nvSpPr>
        <p:spPr>
          <a:xfrm>
            <a:off x="1440000" y="432000"/>
            <a:ext cx="1584000" cy="79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67"/>
              </a:lnSpc>
            </a:pPr>
            <a:r>
              <a:rPr sz="1150" b="1">
                <a:solidFill>
                  <a:srgbClr val="1B2041"/>
                </a:solidFill>
                <a:latin typeface="맑은 고딕"/>
                <a:ea typeface="맑은 고딕"/>
              </a:rPr>
              <a:t>한 접시에 담은 고마움</a:t>
            </a:r>
          </a:p>
        </p:txBody>
      </p:sp>
      <p:sp>
        <p:nvSpPr>
          <p:cNvPr id="6" name="Rectangle 5"/>
          <p:cNvSpPr/>
          <p:nvPr/>
        </p:nvSpPr>
        <p:spPr>
          <a:xfrm>
            <a:off x="1440000" y="1317600"/>
            <a:ext cx="180000" cy="10800"/>
          </a:xfrm>
          <a:prstGeom prst="rect">
            <a:avLst/>
          </a:prstGeom>
          <a:solidFill>
            <a:srgbClr val="915B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1440000" y="1418400"/>
            <a:ext cx="1584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200">
                <a:solidFill>
                  <a:srgbClr val="696C7F"/>
                </a:solidFill>
                <a:latin typeface="맑은 고딕"/>
                <a:ea typeface="맑은 고딕"/>
              </a:rPr>
              <a:t>상호명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오너 셰프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