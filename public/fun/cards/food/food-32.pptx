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FF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구민아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B7280"/>
                </a:solidFill>
                <a:latin typeface="맑은 고딕"/>
                <a:ea typeface="맑은 고딕"/>
              </a:rPr>
              <a:t>오너 셰프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FF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4969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4969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케이터링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93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7993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단체 주문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313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313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예약 문의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632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0632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런치 세트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매일 10:00 – 22:00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오너 셰프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