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2D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A2794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A2794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A2794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A2794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A2794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A2794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A2794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A2794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6B6B6E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안OO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6B6B6E"/>
                </a:solidFill>
                <a:latin typeface="맑은 고딕"/>
                <a:ea typeface="맑은 고딕"/>
              </a:rPr>
              <a:t>파티시에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A2794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6B6E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9F7742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B2230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22345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아메리카노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B4BAC8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22345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샐러드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B4BAC8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22345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B4BAC8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22345E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B4BAC8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1D2840"/>
                </a:solidFill>
                <a:latin typeface="맑은 고딕"/>
                <a:ea typeface="맑은 고딕"/>
              </a:rPr>
              <a:t>단체 예약 가능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D2840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파티시에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