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3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9C55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595959"/>
                </a:solidFill>
                <a:latin typeface="맑은 고딕"/>
                <a:ea typeface="맑은 고딕"/>
              </a:rPr>
              <a:t>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8BC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5D4CC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D4C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D4C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D4C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352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F5D4CC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893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정성껏 내리는 한 잔의 시간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D8BC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