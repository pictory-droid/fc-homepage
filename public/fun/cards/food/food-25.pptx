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0A2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고은채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주방장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7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C9D1E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9D1E2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핸드드립  ·  브런치  ·  예약 문의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6C82A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6C82A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