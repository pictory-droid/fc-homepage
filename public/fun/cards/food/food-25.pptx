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주방장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9D1E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9D1E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핸드드립  ·  브런치  ·  예약 문의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