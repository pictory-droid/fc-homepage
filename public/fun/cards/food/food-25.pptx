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주방장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3B59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정성껏 내리는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 잔의 시간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9D1E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