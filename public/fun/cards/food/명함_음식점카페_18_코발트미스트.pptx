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4B73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ECF0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33600" y="792000"/>
            <a:ext cx="316800" cy="134640"/>
          </a:xfrm>
          <a:custGeom>
            <a:avLst/>
            <a:gdLst/>
            <a:ahLst/>
            <a:cxnLst/>
            <a:rect l="l" t="t" r="r" b="b"/>
            <a:pathLst>
              <a:path w="316800" h="134640">
                <a:moveTo>
                  <a:pt x="316800" y="0"/>
                </a:moveTo>
                <a:lnTo>
                  <a:pt x="312829" y="29960"/>
                </a:lnTo>
                <a:lnTo>
                  <a:pt x="301113" y="58418"/>
                </a:lnTo>
                <a:lnTo>
                  <a:pt x="282242" y="83947"/>
                </a:lnTo>
                <a:lnTo>
                  <a:pt x="257161" y="105266"/>
                </a:lnTo>
                <a:lnTo>
                  <a:pt x="227127" y="121306"/>
                </a:lnTo>
                <a:lnTo>
                  <a:pt x="193647" y="131264"/>
                </a:lnTo>
                <a:lnTo>
                  <a:pt x="158400" y="134640"/>
                </a:lnTo>
                <a:lnTo>
                  <a:pt x="123153" y="131264"/>
                </a:lnTo>
                <a:lnTo>
                  <a:pt x="89673" y="121306"/>
                </a:lnTo>
                <a:lnTo>
                  <a:pt x="59639" y="105266"/>
                </a:lnTo>
                <a:lnTo>
                  <a:pt x="34558" y="83947"/>
                </a:lnTo>
                <a:lnTo>
                  <a:pt x="15687" y="58418"/>
                </a:lnTo>
                <a:lnTo>
                  <a:pt x="3971" y="299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89040" y="922680"/>
            <a:ext cx="205920" cy="27720"/>
          </a:xfrm>
          <a:prstGeom prst="roundRect">
            <a:avLst>
              <a:gd name="adj" fmla="val 42857"/>
            </a:avLst>
          </a:prstGeom>
          <a:solidFill>
            <a:srgbClr val="A5B9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568240" y="657360"/>
            <a:ext cx="142560" cy="118800"/>
          </a:xfrm>
          <a:prstGeom prst="line">
            <a:avLst/>
          </a:prstGeom>
          <a:ln w="19800">
            <a:solidFill>
              <a:srgbClr val="A5B9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615760" y="657360"/>
            <a:ext cx="134640" cy="102960"/>
          </a:xfrm>
          <a:prstGeom prst="line">
            <a:avLst/>
          </a:prstGeom>
          <a:ln w="19800">
            <a:solidFill>
              <a:srgbClr val="A5B9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5E82C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2871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871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