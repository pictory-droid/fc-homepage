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77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0B3A72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0077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B3A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0B3A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1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0B3A72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8D9F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B3A72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