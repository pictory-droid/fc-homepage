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980000" y="396000"/>
            <a:ext cx="1008000" cy="1008000"/>
          </a:xfrm>
          <a:prstGeom prst="ellipse">
            <a:avLst/>
          </a:prstGeom>
          <a:solidFill>
            <a:srgbClr val="4A3B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864800" y="280800"/>
            <a:ext cx="1238400" cy="1238400"/>
          </a:xfrm>
          <a:prstGeom prst="ellipse">
            <a:avLst/>
          </a:prstGeom>
          <a:noFill/>
          <a:ln w="4320">
            <a:solidFill>
              <a:srgbClr val="E6E4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2279257" y="684720"/>
            <a:ext cx="409486" cy="389445"/>
          </a:xfrm>
          <a:custGeom>
            <a:avLst/>
            <a:gdLst/>
            <a:ahLst/>
            <a:cxnLst/>
            <a:rect l="l" t="t" r="r" b="b"/>
            <a:pathLst>
              <a:path w="409486" h="389445">
                <a:moveTo>
                  <a:pt x="204743" y="0"/>
                </a:moveTo>
                <a:lnTo>
                  <a:pt x="257009" y="143342"/>
                </a:lnTo>
                <a:lnTo>
                  <a:pt x="409486" y="148755"/>
                </a:lnTo>
                <a:lnTo>
                  <a:pt x="289311" y="242758"/>
                </a:lnTo>
                <a:lnTo>
                  <a:pt x="331281" y="389445"/>
                </a:lnTo>
                <a:lnTo>
                  <a:pt x="204743" y="304200"/>
                </a:lnTo>
                <a:lnTo>
                  <a:pt x="78205" y="389445"/>
                </a:lnTo>
                <a:lnTo>
                  <a:pt x="120175" y="242758"/>
                </a:lnTo>
                <a:lnTo>
                  <a:pt x="0" y="148755"/>
                </a:lnTo>
                <a:lnTo>
                  <a:pt x="152477" y="14334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66B73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6336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엄OO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8856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66B73"/>
                </a:solidFill>
                <a:latin typeface="맑은 고딕"/>
                <a:ea typeface="맑은 고딕"/>
              </a:rPr>
              <a:t>사장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2000" y="1144800"/>
            <a:ext cx="12600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52000" y="12276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554400" y="12168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52000" y="1350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54400" y="13392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4724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54400" y="14616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493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44000" y="144000"/>
            <a:ext cx="165600" cy="0"/>
          </a:xfrm>
          <a:prstGeom prst="line">
            <a:avLst/>
          </a:prstGeom>
          <a:ln w="7920">
            <a:solidFill>
              <a:srgbClr val="9CADA6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44000" y="144000"/>
            <a:ext cx="0" cy="165600"/>
          </a:xfrm>
          <a:prstGeom prst="line">
            <a:avLst/>
          </a:prstGeom>
          <a:ln w="7920">
            <a:solidFill>
              <a:srgbClr val="9CADA6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2930400" y="144000"/>
            <a:ext cx="165600" cy="0"/>
          </a:xfrm>
          <a:prstGeom prst="line">
            <a:avLst/>
          </a:prstGeom>
          <a:ln w="7920">
            <a:solidFill>
              <a:srgbClr val="9CADA6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096000" y="144000"/>
            <a:ext cx="0" cy="165600"/>
          </a:xfrm>
          <a:prstGeom prst="line">
            <a:avLst/>
          </a:prstGeom>
          <a:ln w="7920">
            <a:solidFill>
              <a:srgbClr val="9CADA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144000" y="1656000"/>
            <a:ext cx="165600" cy="0"/>
          </a:xfrm>
          <a:prstGeom prst="line">
            <a:avLst/>
          </a:prstGeom>
          <a:ln w="7920">
            <a:solidFill>
              <a:srgbClr val="9CADA6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144000" y="1490400"/>
            <a:ext cx="0" cy="165600"/>
          </a:xfrm>
          <a:prstGeom prst="line">
            <a:avLst/>
          </a:prstGeom>
          <a:ln w="7920">
            <a:solidFill>
              <a:srgbClr val="9CADA6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2930400" y="1656000"/>
            <a:ext cx="165600" cy="0"/>
          </a:xfrm>
          <a:prstGeom prst="line">
            <a:avLst/>
          </a:prstGeom>
          <a:ln w="7920">
            <a:solidFill>
              <a:srgbClr val="9CADA6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3096000" y="1490400"/>
            <a:ext cx="0" cy="165600"/>
          </a:xfrm>
          <a:prstGeom prst="line">
            <a:avLst/>
          </a:prstGeom>
          <a:ln w="7920">
            <a:solidFill>
              <a:srgbClr val="9CADA6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240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B9C5C0"/>
                </a:solidFill>
                <a:latin typeface="맑은 고딕"/>
                <a:ea typeface="맑은 고딕"/>
              </a:rPr>
              <a:t>대표 메뉴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512000" y="468000"/>
            <a:ext cx="216000" cy="0"/>
          </a:xfrm>
          <a:prstGeom prst="line">
            <a:avLst/>
          </a:prstGeom>
          <a:ln w="7200">
            <a:solidFill>
              <a:srgbClr val="9CADA6"/>
            </a:solidFill>
          </a:ln>
        </p:spPr>
      </p:cxnSp>
      <p:sp>
        <p:nvSpPr>
          <p:cNvPr id="12" name="텍스트"/>
          <p:cNvSpPr txBox="1"/>
          <p:nvPr/>
        </p:nvSpPr>
        <p:spPr>
          <a:xfrm>
            <a:off x="360000" y="5760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브런치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632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예약 문의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360000" y="9504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시즌 메뉴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360000" y="14400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0">
                <a:solidFill>
                  <a:srgbClr val="B9C5C0"/>
                </a:solidFill>
                <a:latin typeface="맑은 고딕"/>
                <a:ea typeface="맑은 고딕"/>
              </a:rPr>
              <a:t>매일 10:00 – 22:00   ·   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사장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