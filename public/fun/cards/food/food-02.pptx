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정성이 담긴 한 끼를 대접합니다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