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오너 셰프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47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147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20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620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