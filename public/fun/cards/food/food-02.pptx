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0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95E7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33600" y="504000"/>
            <a:ext cx="172800" cy="73440"/>
          </a:xfrm>
          <a:custGeom>
            <a:avLst/>
            <a:gdLst/>
            <a:ahLst/>
            <a:cxnLst/>
            <a:rect l="l" t="t" r="r" b="b"/>
            <a:pathLst>
              <a:path w="172800" h="73440">
                <a:moveTo>
                  <a:pt x="172800" y="0"/>
                </a:moveTo>
                <a:lnTo>
                  <a:pt x="170634" y="16342"/>
                </a:lnTo>
                <a:lnTo>
                  <a:pt x="164244" y="31864"/>
                </a:lnTo>
                <a:lnTo>
                  <a:pt x="153950" y="45789"/>
                </a:lnTo>
                <a:lnTo>
                  <a:pt x="140270" y="57418"/>
                </a:lnTo>
                <a:lnTo>
                  <a:pt x="123888" y="66167"/>
                </a:lnTo>
                <a:lnTo>
                  <a:pt x="105626" y="71599"/>
                </a:lnTo>
                <a:lnTo>
                  <a:pt x="86400" y="73440"/>
                </a:lnTo>
                <a:lnTo>
                  <a:pt x="67174" y="71599"/>
                </a:lnTo>
                <a:lnTo>
                  <a:pt x="48912" y="66167"/>
                </a:lnTo>
                <a:lnTo>
                  <a:pt x="32530" y="57418"/>
                </a:lnTo>
                <a:lnTo>
                  <a:pt x="18850" y="45789"/>
                </a:lnTo>
                <a:lnTo>
                  <a:pt x="8556" y="31864"/>
                </a:lnTo>
                <a:lnTo>
                  <a:pt x="2166" y="16342"/>
                </a:lnTo>
                <a:lnTo>
                  <a:pt x="0" y="0"/>
                </a:lnTo>
                <a:close/>
              </a:path>
            </a:pathLst>
          </a:cu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63840" y="575280"/>
            <a:ext cx="112320" cy="15120"/>
          </a:xfrm>
          <a:prstGeom prst="roundRect">
            <a:avLst>
              <a:gd name="adj" fmla="val 42857"/>
            </a:avLst>
          </a:prstGeom>
          <a:solidFill>
            <a:srgbClr val="F5D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607040" y="430560"/>
            <a:ext cx="77760" cy="64800"/>
          </a:xfrm>
          <a:prstGeom prst="line">
            <a:avLst/>
          </a:prstGeom>
          <a:ln w="10800">
            <a:solidFill>
              <a:srgbClr val="F5DEE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632960" y="430560"/>
            <a:ext cx="73440" cy="56160"/>
          </a:xfrm>
          <a:prstGeom prst="line">
            <a:avLst/>
          </a:prstGeom>
          <a:ln w="10800">
            <a:solidFill>
              <a:srgbClr val="F5DEEE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1285B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B43F90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BD42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1285B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95E7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36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E8D2E2"/>
                </a:solidFill>
                <a:latin typeface="맑은 고딕"/>
                <a:ea typeface="맑은 고딕"/>
              </a:rPr>
              <a:t>정성이 담긴 한 끼를 대접합니다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F1D0E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8D2E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F1D0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AB56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AB5692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AB569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