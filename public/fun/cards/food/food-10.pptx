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745CB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745CB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745CB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745CB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745CB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745CB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745CB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745CB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745CB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745CB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745CB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745CB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745CB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745CB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745CB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745CB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745CB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745CB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745CB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745CB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E4E0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F649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47347F"/>
                </a:solidFill>
                <a:latin typeface="바탕"/>
                <a:ea typeface="바탕"/>
              </a:rPr>
              <a:t>임건우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745CBC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45CB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7347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45CB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7347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45CB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7347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Freeform 32"/>
          <p:cNvSpPr/>
          <p:nvPr/>
        </p:nvSpPr>
        <p:spPr>
          <a:xfrm>
            <a:off x="2764800" y="1188000"/>
            <a:ext cx="230400" cy="97920"/>
          </a:xfrm>
          <a:custGeom>
            <a:avLst/>
            <a:gdLst/>
            <a:ahLst/>
            <a:cxnLst/>
            <a:rect l="l" t="t" r="r" b="b"/>
            <a:pathLst>
              <a:path w="230400" h="97920">
                <a:moveTo>
                  <a:pt x="230400" y="0"/>
                </a:moveTo>
                <a:lnTo>
                  <a:pt x="227512" y="21789"/>
                </a:lnTo>
                <a:lnTo>
                  <a:pt x="218992" y="42486"/>
                </a:lnTo>
                <a:lnTo>
                  <a:pt x="205267" y="61052"/>
                </a:lnTo>
                <a:lnTo>
                  <a:pt x="187026" y="76557"/>
                </a:lnTo>
                <a:lnTo>
                  <a:pt x="165183" y="88223"/>
                </a:lnTo>
                <a:lnTo>
                  <a:pt x="140834" y="95465"/>
                </a:lnTo>
                <a:lnTo>
                  <a:pt x="115200" y="97920"/>
                </a:lnTo>
                <a:lnTo>
                  <a:pt x="89566" y="95465"/>
                </a:lnTo>
                <a:lnTo>
                  <a:pt x="65217" y="88223"/>
                </a:lnTo>
                <a:lnTo>
                  <a:pt x="43374" y="76557"/>
                </a:lnTo>
                <a:lnTo>
                  <a:pt x="25133" y="61052"/>
                </a:lnTo>
                <a:lnTo>
                  <a:pt x="11408" y="42486"/>
                </a:lnTo>
                <a:lnTo>
                  <a:pt x="2888" y="21789"/>
                </a:lnTo>
                <a:lnTo>
                  <a:pt x="0" y="0"/>
                </a:lnTo>
                <a:close/>
              </a:path>
            </a:pathLst>
          </a:cu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805120" y="1283040"/>
            <a:ext cx="149760" cy="20160"/>
          </a:xfrm>
          <a:prstGeom prst="roundRect">
            <a:avLst>
              <a:gd name="adj" fmla="val 42857"/>
            </a:avLst>
          </a:prstGeom>
          <a:solidFill>
            <a:srgbClr val="E4E0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2862720" y="1090080"/>
            <a:ext cx="103680" cy="86400"/>
          </a:xfrm>
          <a:prstGeom prst="line">
            <a:avLst/>
          </a:prstGeom>
          <a:ln w="14400">
            <a:solidFill>
              <a:srgbClr val="E4E0F4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2897280" y="1090080"/>
            <a:ext cx="97920" cy="74880"/>
          </a:xfrm>
          <a:prstGeom prst="line">
            <a:avLst/>
          </a:prstGeom>
          <a:ln w="14400">
            <a:solidFill>
              <a:srgbClr val="E4E0F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917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47347F"/>
                </a:solidFill>
                <a:latin typeface="바탕"/>
                <a:ea typeface="바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72678E"/>
                </a:solidFill>
                <a:latin typeface="바탕"/>
                <a:ea typeface="바탕"/>
              </a:rPr>
              <a:t>단골이 되어 주셔서 고맙습니다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917B3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72678E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917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2642400" y="432000"/>
            <a:ext cx="259200" cy="110160"/>
          </a:xfrm>
          <a:custGeom>
            <a:avLst/>
            <a:gdLst/>
            <a:ahLst/>
            <a:cxnLst/>
            <a:rect l="l" t="t" r="r" b="b"/>
            <a:pathLst>
              <a:path w="259200" h="110160">
                <a:moveTo>
                  <a:pt x="259200" y="0"/>
                </a:moveTo>
                <a:lnTo>
                  <a:pt x="255951" y="24513"/>
                </a:lnTo>
                <a:lnTo>
                  <a:pt x="246366" y="47797"/>
                </a:lnTo>
                <a:lnTo>
                  <a:pt x="230925" y="68684"/>
                </a:lnTo>
                <a:lnTo>
                  <a:pt x="210404" y="86127"/>
                </a:lnTo>
                <a:lnTo>
                  <a:pt x="185831" y="99251"/>
                </a:lnTo>
                <a:lnTo>
                  <a:pt x="158439" y="107398"/>
                </a:lnTo>
                <a:lnTo>
                  <a:pt x="129600" y="110160"/>
                </a:lnTo>
                <a:lnTo>
                  <a:pt x="100761" y="107398"/>
                </a:lnTo>
                <a:lnTo>
                  <a:pt x="73369" y="99251"/>
                </a:lnTo>
                <a:lnTo>
                  <a:pt x="48796" y="86127"/>
                </a:lnTo>
                <a:lnTo>
                  <a:pt x="28275" y="68684"/>
                </a:lnTo>
                <a:lnTo>
                  <a:pt x="12834" y="47797"/>
                </a:lnTo>
                <a:lnTo>
                  <a:pt x="3249" y="24513"/>
                </a:lnTo>
                <a:lnTo>
                  <a:pt x="0" y="0"/>
                </a:lnTo>
                <a:close/>
              </a:path>
            </a:pathLst>
          </a:custGeom>
          <a:solidFill>
            <a:srgbClr val="917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87760" y="538920"/>
            <a:ext cx="168480" cy="22680"/>
          </a:xfrm>
          <a:prstGeom prst="roundRect">
            <a:avLst>
              <a:gd name="adj" fmla="val 42857"/>
            </a:avLst>
          </a:prstGeom>
          <a:solidFill>
            <a:srgbClr val="E0D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2752560" y="321840"/>
            <a:ext cx="116640" cy="97200"/>
          </a:xfrm>
          <a:prstGeom prst="line">
            <a:avLst/>
          </a:prstGeom>
          <a:ln w="16200">
            <a:solidFill>
              <a:srgbClr val="E0DAC8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2791440" y="321840"/>
            <a:ext cx="110160" cy="84240"/>
          </a:xfrm>
          <a:prstGeom prst="line">
            <a:avLst/>
          </a:prstGeom>
          <a:ln w="16200">
            <a:solidFill>
              <a:srgbClr val="E0DAC8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