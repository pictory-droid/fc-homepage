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단골이 되어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주셔서 고맙습니다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