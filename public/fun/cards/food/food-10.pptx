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분식집 사장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핸드드립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9F0A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분식집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