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C5C11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FFF2B8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봉기태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C5C11"/>
                </a:solidFill>
                <a:latin typeface="맑은 고딕"/>
                <a:ea typeface="맑은 고딕"/>
              </a:rPr>
              <a:t>오너 셰프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C5C11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4700" y="540000"/>
            <a:ext cx="4969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714700" y="540000"/>
            <a:ext cx="4969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620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2620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94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894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시즌 메뉴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매일 08:00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오너 셰프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