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4796A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Freeform 2"/>
          <p:cNvSpPr/>
          <p:nvPr/>
        </p:nvSpPr>
        <p:spPr>
          <a:xfrm>
            <a:off x="1533600" y="504000"/>
            <a:ext cx="172800" cy="73440"/>
          </a:xfrm>
          <a:custGeom>
            <a:avLst/>
            <a:gdLst/>
            <a:ahLst/>
            <a:cxnLst/>
            <a:rect l="l" t="t" r="r" b="b"/>
            <a:pathLst>
              <a:path w="172800" h="73440">
                <a:moveTo>
                  <a:pt x="172800" y="0"/>
                </a:moveTo>
                <a:lnTo>
                  <a:pt x="170634" y="16342"/>
                </a:lnTo>
                <a:lnTo>
                  <a:pt x="164244" y="31864"/>
                </a:lnTo>
                <a:lnTo>
                  <a:pt x="153950" y="45789"/>
                </a:lnTo>
                <a:lnTo>
                  <a:pt x="140270" y="57418"/>
                </a:lnTo>
                <a:lnTo>
                  <a:pt x="123888" y="66167"/>
                </a:lnTo>
                <a:lnTo>
                  <a:pt x="105626" y="71599"/>
                </a:lnTo>
                <a:lnTo>
                  <a:pt x="86400" y="73440"/>
                </a:lnTo>
                <a:lnTo>
                  <a:pt x="67174" y="71599"/>
                </a:lnTo>
                <a:lnTo>
                  <a:pt x="48912" y="66167"/>
                </a:lnTo>
                <a:lnTo>
                  <a:pt x="32530" y="57418"/>
                </a:lnTo>
                <a:lnTo>
                  <a:pt x="18850" y="45789"/>
                </a:lnTo>
                <a:lnTo>
                  <a:pt x="8556" y="31864"/>
                </a:lnTo>
                <a:lnTo>
                  <a:pt x="2166" y="16342"/>
                </a:lnTo>
                <a:lnTo>
                  <a:pt x="0" y="0"/>
                </a:lnTo>
                <a:close/>
              </a:path>
            </a:pathLst>
          </a:cu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63840" y="575280"/>
            <a:ext cx="112320" cy="15120"/>
          </a:xfrm>
          <a:prstGeom prst="roundRect">
            <a:avLst>
              <a:gd name="adj" fmla="val 42857"/>
            </a:avLst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607040" y="430560"/>
            <a:ext cx="77760" cy="64800"/>
          </a:xfrm>
          <a:prstGeom prst="line">
            <a:avLst/>
          </a:prstGeom>
          <a:ln w="10800">
            <a:solidFill>
              <a:srgbClr val="D2EFD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632960" y="430560"/>
            <a:ext cx="73440" cy="56160"/>
          </a:xfrm>
          <a:prstGeom prst="line">
            <a:avLst/>
          </a:prstGeom>
          <a:ln w="10800">
            <a:solidFill>
              <a:srgbClr val="D2EF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83A23"/>
                </a:solidFill>
                <a:latin typeface="바탕"/>
                <a:ea typeface="바탕"/>
              </a:rPr>
              <a:t>봉기태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29653D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83A23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4796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A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6590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바탕"/>
                <a:ea typeface="바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AEBAB2"/>
                </a:solidFill>
                <a:latin typeface="바탕"/>
                <a:ea typeface="바탕"/>
              </a:rPr>
              <a:t>문턱이 낮은 동네 맛집이 되겠습니다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65907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EBAB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6590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42400" y="432000"/>
            <a:ext cx="259200" cy="110160"/>
          </a:xfrm>
          <a:custGeom>
            <a:avLst/>
            <a:gdLst/>
            <a:ahLst/>
            <a:cxnLst/>
            <a:rect l="l" t="t" r="r" b="b"/>
            <a:pathLst>
              <a:path w="259200" h="110160">
                <a:moveTo>
                  <a:pt x="259200" y="0"/>
                </a:moveTo>
                <a:lnTo>
                  <a:pt x="255951" y="24513"/>
                </a:lnTo>
                <a:lnTo>
                  <a:pt x="246366" y="47797"/>
                </a:lnTo>
                <a:lnTo>
                  <a:pt x="230925" y="68684"/>
                </a:lnTo>
                <a:lnTo>
                  <a:pt x="210404" y="86127"/>
                </a:lnTo>
                <a:lnTo>
                  <a:pt x="185831" y="99251"/>
                </a:lnTo>
                <a:lnTo>
                  <a:pt x="158439" y="107398"/>
                </a:lnTo>
                <a:lnTo>
                  <a:pt x="129600" y="110160"/>
                </a:lnTo>
                <a:lnTo>
                  <a:pt x="100761" y="107398"/>
                </a:lnTo>
                <a:lnTo>
                  <a:pt x="73369" y="99251"/>
                </a:lnTo>
                <a:lnTo>
                  <a:pt x="48796" y="86127"/>
                </a:lnTo>
                <a:lnTo>
                  <a:pt x="28275" y="68684"/>
                </a:lnTo>
                <a:lnTo>
                  <a:pt x="12834" y="47797"/>
                </a:lnTo>
                <a:lnTo>
                  <a:pt x="3249" y="24513"/>
                </a:lnTo>
                <a:lnTo>
                  <a:pt x="0" y="0"/>
                </a:lnTo>
                <a:close/>
              </a:path>
            </a:pathLst>
          </a:custGeom>
          <a:solidFill>
            <a:srgbClr val="6590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7760" y="538920"/>
            <a:ext cx="168480" cy="22680"/>
          </a:xfrm>
          <a:prstGeom prst="roundRect">
            <a:avLst>
              <a:gd name="adj" fmla="val 42857"/>
            </a:avLst>
          </a:prstGeom>
          <a:solidFill>
            <a:srgbClr val="3D5A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752560" y="321840"/>
            <a:ext cx="116640" cy="97200"/>
          </a:xfrm>
          <a:prstGeom prst="line">
            <a:avLst/>
          </a:prstGeom>
          <a:ln w="16200">
            <a:solidFill>
              <a:srgbClr val="3D5A46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91440" y="321840"/>
            <a:ext cx="110160" cy="84240"/>
          </a:xfrm>
          <a:prstGeom prst="line">
            <a:avLst/>
          </a:prstGeom>
          <a:ln w="16200">
            <a:solidFill>
              <a:srgbClr val="3D5A46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