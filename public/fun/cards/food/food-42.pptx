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C11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F2B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C11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C5C1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20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620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4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94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