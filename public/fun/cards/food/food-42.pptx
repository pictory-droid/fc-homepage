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A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201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6C5C11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468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1200"/>
            <a:ext cx="252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C5C11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168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C5C11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476000"/>
            <a:ext cx="3240000" cy="324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15696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656000" y="15696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문턱이 낮은 동네 맛집이 되겠습니다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