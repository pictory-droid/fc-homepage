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DDAF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DDAF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DDA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30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C0D1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3072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F5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F5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F5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F5B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