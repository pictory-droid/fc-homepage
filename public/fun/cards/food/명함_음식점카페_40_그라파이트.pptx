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3C404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23395B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C8CA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3272D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3272D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C8CAC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327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327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327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6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1CFD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A8BCBC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1C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1C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649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1C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8649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1CFD0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1CFD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