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7200" y="475200"/>
            <a:ext cx="849600" cy="849600"/>
          </a:xfrm>
          <a:prstGeom prst="ellipse">
            <a:avLst/>
          </a:prstGeom>
          <a:solidFill>
            <a:srgbClr val="F5E8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7200" y="475200"/>
            <a:ext cx="849600" cy="849600"/>
          </a:xfrm>
          <a:prstGeom prst="ellipse">
            <a:avLst/>
          </a:prstGeom>
          <a:solidFill>
            <a:srgbClr val="FF9E6B">
              <a:alpha val="9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1692000" y="22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92000" y="540000"/>
            <a:ext cx="1368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차예준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92000" y="943200"/>
            <a:ext cx="1368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2000" y="1195200"/>
            <a:ext cx="144000" cy="180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692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23200" y="13176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92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23200" y="14472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692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23200" y="1576800"/>
            <a:ext cx="1188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88000" y="0"/>
            <a:ext cx="1152000" cy="18000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97600" y="633600"/>
            <a:ext cx="532800" cy="5328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304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1620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향긋한 커피와</a:t>
            </a:r>
          </a:p>
          <a:p>
            <a:pPr algn="l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다정한 인사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512000"/>
            <a:ext cx="15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