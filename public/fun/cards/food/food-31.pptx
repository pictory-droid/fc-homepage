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1080000" y="252000"/>
            <a:ext cx="0" cy="129600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3" name="Rectangle 2"/>
          <p:cNvSpPr/>
          <p:nvPr/>
        </p:nvSpPr>
        <p:spPr>
          <a:xfrm>
            <a:off x="1069200" y="252000"/>
            <a:ext cx="21600" cy="201600"/>
          </a:xfrm>
          <a:prstGeom prst="rect">
            <a:avLst/>
          </a:prstGeom>
          <a:solidFill>
            <a:srgbClr val="FF9E6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52000"/>
            <a:ext cx="756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B7280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5" name="Oval 4"/>
          <p:cNvSpPr/>
          <p:nvPr/>
        </p:nvSpPr>
        <p:spPr>
          <a:xfrm>
            <a:off x="273600" y="734400"/>
            <a:ext cx="244800" cy="244800"/>
          </a:xfrm>
          <a:prstGeom prst="ellipse">
            <a:avLst/>
          </a:prstGeom>
          <a:noFill/>
          <a:ln w="5040">
            <a:solidFill>
              <a:srgbClr val="FF9E6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252000" y="734400"/>
            <a:ext cx="288000" cy="25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FF9E6B"/>
                </a:solidFill>
                <a:latin typeface="맑은 고딕"/>
                <a:ea typeface="맑은 고딕"/>
              </a:rPr>
              <a:t>상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1260000" y="432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차예준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260000" y="684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B7280"/>
                </a:solidFill>
                <a:latin typeface="맑은 고딕"/>
                <a:ea typeface="맑은 고딕"/>
              </a:rPr>
              <a:t>대표 바리스타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260000" y="943200"/>
            <a:ext cx="17280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1260000" y="10548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591200" y="10440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260000" y="11844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1591200" y="11736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260000" y="13140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1591200" y="13032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000" cy="1800000"/>
          </a:xfrm>
          <a:prstGeom prst="rect">
            <a:avLst/>
          </a:prstGeom>
          <a:solidFill>
            <a:srgbClr val="FF9E6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V="1">
            <a:off x="0" y="1224000"/>
            <a:ext cx="57600" cy="576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4" name="Connector 3"/>
          <p:cNvCxnSpPr/>
          <p:nvPr/>
        </p:nvCxnSpPr>
        <p:spPr>
          <a:xfrm flipV="1">
            <a:off x="0" y="1224000"/>
            <a:ext cx="115200" cy="1152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5" name="Connector 4"/>
          <p:cNvCxnSpPr/>
          <p:nvPr/>
        </p:nvCxnSpPr>
        <p:spPr>
          <a:xfrm flipV="1">
            <a:off x="0" y="1224000"/>
            <a:ext cx="172800" cy="1728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6" name="Connector 5"/>
          <p:cNvCxnSpPr/>
          <p:nvPr/>
        </p:nvCxnSpPr>
        <p:spPr>
          <a:xfrm flipV="1">
            <a:off x="0" y="1224000"/>
            <a:ext cx="230400" cy="2304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0" y="1224000"/>
            <a:ext cx="288000" cy="288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8" name="Connector 7"/>
          <p:cNvCxnSpPr/>
          <p:nvPr/>
        </p:nvCxnSpPr>
        <p:spPr>
          <a:xfrm flipV="1">
            <a:off x="0" y="1224000"/>
            <a:ext cx="345600" cy="3456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0" y="1224000"/>
            <a:ext cx="403200" cy="4032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0" name="Connector 9"/>
          <p:cNvCxnSpPr/>
          <p:nvPr/>
        </p:nvCxnSpPr>
        <p:spPr>
          <a:xfrm flipV="1">
            <a:off x="0" y="1224000"/>
            <a:ext cx="460800" cy="4608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0" y="1224000"/>
            <a:ext cx="518400" cy="5184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2" name="Connector 11"/>
          <p:cNvCxnSpPr/>
          <p:nvPr/>
        </p:nvCxnSpPr>
        <p:spPr>
          <a:xfrm flipV="1">
            <a:off x="0" y="1224000"/>
            <a:ext cx="576000" cy="57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3" name="Connector 12"/>
          <p:cNvCxnSpPr/>
          <p:nvPr/>
        </p:nvCxnSpPr>
        <p:spPr>
          <a:xfrm flipV="1">
            <a:off x="57600" y="1224000"/>
            <a:ext cx="576000" cy="57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4" name="Connector 13"/>
          <p:cNvCxnSpPr/>
          <p:nvPr/>
        </p:nvCxnSpPr>
        <p:spPr>
          <a:xfrm flipV="1">
            <a:off x="115200" y="1224000"/>
            <a:ext cx="576000" cy="57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5" name="Connector 14"/>
          <p:cNvCxnSpPr/>
          <p:nvPr/>
        </p:nvCxnSpPr>
        <p:spPr>
          <a:xfrm flipV="1">
            <a:off x="172800" y="1224000"/>
            <a:ext cx="576000" cy="57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6" name="Connector 15"/>
          <p:cNvCxnSpPr/>
          <p:nvPr/>
        </p:nvCxnSpPr>
        <p:spPr>
          <a:xfrm flipV="1">
            <a:off x="230400" y="1224000"/>
            <a:ext cx="576000" cy="57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7" name="Connector 16"/>
          <p:cNvCxnSpPr/>
          <p:nvPr/>
        </p:nvCxnSpPr>
        <p:spPr>
          <a:xfrm flipV="1">
            <a:off x="288000" y="1224000"/>
            <a:ext cx="576000" cy="57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8" name="Connector 17"/>
          <p:cNvCxnSpPr/>
          <p:nvPr/>
        </p:nvCxnSpPr>
        <p:spPr>
          <a:xfrm flipV="1">
            <a:off x="345600" y="1224000"/>
            <a:ext cx="576000" cy="57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9" name="Connector 18"/>
          <p:cNvCxnSpPr/>
          <p:nvPr/>
        </p:nvCxnSpPr>
        <p:spPr>
          <a:xfrm flipV="1">
            <a:off x="403200" y="1224000"/>
            <a:ext cx="576000" cy="57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0" name="Connector 19"/>
          <p:cNvCxnSpPr/>
          <p:nvPr/>
        </p:nvCxnSpPr>
        <p:spPr>
          <a:xfrm flipV="1">
            <a:off x="460800" y="1224000"/>
            <a:ext cx="576000" cy="57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1" name="Connector 20"/>
          <p:cNvCxnSpPr/>
          <p:nvPr/>
        </p:nvCxnSpPr>
        <p:spPr>
          <a:xfrm flipV="1">
            <a:off x="518400" y="1224000"/>
            <a:ext cx="576000" cy="57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2" name="Connector 21"/>
          <p:cNvCxnSpPr/>
          <p:nvPr/>
        </p:nvCxnSpPr>
        <p:spPr>
          <a:xfrm flipV="1">
            <a:off x="576000" y="1224000"/>
            <a:ext cx="576000" cy="57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3" name="Connector 22"/>
          <p:cNvCxnSpPr/>
          <p:nvPr/>
        </p:nvCxnSpPr>
        <p:spPr>
          <a:xfrm flipV="1">
            <a:off x="633600" y="1245600"/>
            <a:ext cx="554400" cy="5544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4" name="Connector 23"/>
          <p:cNvCxnSpPr/>
          <p:nvPr/>
        </p:nvCxnSpPr>
        <p:spPr>
          <a:xfrm flipV="1">
            <a:off x="691200" y="1303200"/>
            <a:ext cx="496800" cy="4968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5" name="Connector 24"/>
          <p:cNvCxnSpPr/>
          <p:nvPr/>
        </p:nvCxnSpPr>
        <p:spPr>
          <a:xfrm flipV="1">
            <a:off x="748800" y="1360800"/>
            <a:ext cx="439200" cy="4392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6" name="Connector 25"/>
          <p:cNvCxnSpPr/>
          <p:nvPr/>
        </p:nvCxnSpPr>
        <p:spPr>
          <a:xfrm flipV="1">
            <a:off x="806400" y="1418400"/>
            <a:ext cx="381600" cy="3816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7" name="Connector 26"/>
          <p:cNvCxnSpPr/>
          <p:nvPr/>
        </p:nvCxnSpPr>
        <p:spPr>
          <a:xfrm flipV="1">
            <a:off x="864000" y="1476000"/>
            <a:ext cx="324000" cy="324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8" name="Connector 27"/>
          <p:cNvCxnSpPr/>
          <p:nvPr/>
        </p:nvCxnSpPr>
        <p:spPr>
          <a:xfrm flipV="1">
            <a:off x="921600" y="1533600"/>
            <a:ext cx="266400" cy="2664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9" name="Connector 28"/>
          <p:cNvCxnSpPr/>
          <p:nvPr/>
        </p:nvCxnSpPr>
        <p:spPr>
          <a:xfrm flipV="1">
            <a:off x="979200" y="1591200"/>
            <a:ext cx="208800" cy="2088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30" name="Connector 29"/>
          <p:cNvCxnSpPr/>
          <p:nvPr/>
        </p:nvCxnSpPr>
        <p:spPr>
          <a:xfrm flipV="1">
            <a:off x="1036800" y="1648800"/>
            <a:ext cx="151200" cy="1512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31" name="Connector 30"/>
          <p:cNvCxnSpPr/>
          <p:nvPr/>
        </p:nvCxnSpPr>
        <p:spPr>
          <a:xfrm flipV="1">
            <a:off x="1094400" y="1706400"/>
            <a:ext cx="93600" cy="936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32" name="Connector 31"/>
          <p:cNvCxnSpPr/>
          <p:nvPr/>
        </p:nvCxnSpPr>
        <p:spPr>
          <a:xfrm flipV="1">
            <a:off x="1152000" y="1764000"/>
            <a:ext cx="36000" cy="3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sp>
        <p:nvSpPr>
          <p:cNvPr id="33" name="Oval 32"/>
          <p:cNvSpPr/>
          <p:nvPr/>
        </p:nvSpPr>
        <p:spPr>
          <a:xfrm>
            <a:off x="216000" y="252000"/>
            <a:ext cx="288000" cy="288000"/>
          </a:xfrm>
          <a:prstGeom prst="ellipse">
            <a:avLst/>
          </a:prstGeom>
          <a:noFill/>
          <a:ln w="5760">
            <a:solidFill>
              <a:srgbClr val="12151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텍스트"/>
          <p:cNvSpPr txBox="1"/>
          <p:nvPr/>
        </p:nvSpPr>
        <p:spPr>
          <a:xfrm>
            <a:off x="216000" y="252000"/>
            <a:ext cx="288000" cy="28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030"/>
              </a:lnSpc>
            </a:pPr>
            <a:r>
              <a:rPr sz="1400" b="1">
                <a:solidFill>
                  <a:srgbClr val="12151C"/>
                </a:solidFill>
                <a:latin typeface="맑은 고딕"/>
                <a:ea typeface="맑은 고딕"/>
              </a:rPr>
              <a:t>상</a:t>
            </a:r>
          </a:p>
        </p:txBody>
      </p:sp>
      <p:sp>
        <p:nvSpPr>
          <p:cNvPr id="35" name="텍스트"/>
          <p:cNvSpPr txBox="1"/>
          <p:nvPr/>
        </p:nvSpPr>
        <p:spPr>
          <a:xfrm>
            <a:off x="216000" y="1440000"/>
            <a:ext cx="828000" cy="142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100">
                <a:solidFill>
                  <a:srgbClr val="12151C"/>
                </a:solidFill>
                <a:latin typeface="맑은 고딕"/>
                <a:ea typeface="맑은 고딕"/>
              </a:rPr>
              <a:t>대표 메뉴</a:t>
            </a:r>
          </a:p>
        </p:txBody>
      </p:sp>
      <p:sp>
        <p:nvSpPr>
          <p:cNvPr id="36" name="텍스트"/>
          <p:cNvSpPr txBox="1"/>
          <p:nvPr/>
        </p:nvSpPr>
        <p:spPr>
          <a:xfrm>
            <a:off x="1440000" y="2232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6B7280"/>
                </a:solidFill>
                <a:latin typeface="맑은 고딕"/>
                <a:ea typeface="맑은 고딕"/>
              </a:rPr>
              <a:t>대표 메뉴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1440000" y="360000"/>
            <a:ext cx="15480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38" name="텍스트"/>
          <p:cNvSpPr txBox="1"/>
          <p:nvPr/>
        </p:nvSpPr>
        <p:spPr>
          <a:xfrm>
            <a:off x="1440000" y="4032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아메리카노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1440000" y="561600"/>
            <a:ext cx="15480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40" name="텍스트"/>
          <p:cNvSpPr txBox="1"/>
          <p:nvPr/>
        </p:nvSpPr>
        <p:spPr>
          <a:xfrm>
            <a:off x="1440000" y="6048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단체 주문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1440000" y="763200"/>
            <a:ext cx="15480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42" name="텍스트"/>
          <p:cNvSpPr txBox="1"/>
          <p:nvPr/>
        </p:nvSpPr>
        <p:spPr>
          <a:xfrm>
            <a:off x="1440000" y="8064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런치 세트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1440000" y="964800"/>
            <a:ext cx="15480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44" name="텍스트"/>
          <p:cNvSpPr txBox="1"/>
          <p:nvPr/>
        </p:nvSpPr>
        <p:spPr>
          <a:xfrm>
            <a:off x="1440000" y="1569600"/>
            <a:ext cx="154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6B7280"/>
                </a:solidFill>
                <a:latin typeface="맑은 고딕"/>
                <a:ea typeface="맑은 고딕"/>
              </a:rPr>
              <a:t>매일 10:00 – 22:00   |   @아이디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대표 바리스타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