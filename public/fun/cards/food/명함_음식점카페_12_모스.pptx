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55600" y="255600"/>
            <a:ext cx="50400" cy="504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548000" y="237600"/>
            <a:ext cx="144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783"/>
              </a:lnSpc>
            </a:pPr>
            <a:r>
              <a:rPr sz="540" b="1" spc="240">
                <a:solidFill>
                  <a:srgbClr val="666B73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1267200"/>
            <a:ext cx="1440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7"/>
              </a:lnSpc>
            </a:pPr>
            <a:r>
              <a:rPr sz="950" b="1" spc="80">
                <a:solidFill>
                  <a:srgbClr val="14171D"/>
                </a:solidFill>
                <a:latin typeface="맑은 고딕"/>
                <a:ea typeface="맑은 고딕"/>
              </a:rPr>
              <a:t>오OO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47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548000" y="12600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548000" y="13752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548000" y="1490400"/>
            <a:ext cx="144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41"/>
              </a:lnSpc>
            </a:pPr>
            <a:r>
              <a:rPr sz="580" b="0">
                <a:solidFill>
                  <a:srgbClr val="666B73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수제 디저트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6662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베이커리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66629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시즌 메뉴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9E6B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원두 판매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매일 08:00 – 20:00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