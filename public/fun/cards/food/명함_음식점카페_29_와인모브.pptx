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D7B28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9C1CA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유OO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23041"/>
                </a:solidFill>
                <a:latin typeface="맑은 고딕"/>
                <a:ea typeface="맑은 고딕"/>
              </a:rPr>
              <a:t>브런치 카페 대표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42304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D4BA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7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B2230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브런치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단체 예약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B223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브런치 카페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