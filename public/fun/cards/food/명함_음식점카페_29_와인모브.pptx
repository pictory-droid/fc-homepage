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9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D7B2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C1C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23041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2304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4BA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7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