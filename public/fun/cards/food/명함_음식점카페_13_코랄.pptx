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5A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3600" y="93600"/>
            <a:ext cx="3052800" cy="1612800"/>
          </a:xfrm>
          <a:prstGeom prst="rect">
            <a:avLst/>
          </a:prstGeom>
          <a:noFill/>
          <a:ln w="3600">
            <a:solidFill>
              <a:srgbClr val="A03E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2000" y="252000"/>
            <a:ext cx="79200" cy="79200"/>
          </a:xfrm>
          <a:prstGeom prst="rect">
            <a:avLst/>
          </a:prstGeom>
          <a:solidFill>
            <a:srgbClr val="1215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396000" y="2592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462427"/>
                </a:solidFill>
                <a:latin typeface="맑은 고딕"/>
                <a:ea typeface="맑은 고딕"/>
              </a:rPr>
              <a:t>상호명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2000" y="446400"/>
            <a:ext cx="2736000" cy="0"/>
          </a:xfrm>
          <a:prstGeom prst="line">
            <a:avLst/>
          </a:prstGeom>
          <a:ln w="3600">
            <a:solidFill>
              <a:srgbClr val="A03E3B"/>
            </a:solidFill>
          </a:ln>
        </p:spPr>
      </p:cxnSp>
      <p:sp>
        <p:nvSpPr>
          <p:cNvPr id="6" name="텍스트"/>
          <p:cNvSpPr txBox="1"/>
          <p:nvPr/>
        </p:nvSpPr>
        <p:spPr>
          <a:xfrm>
            <a:off x="252000" y="9648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서나연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2168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462427"/>
                </a:solidFill>
                <a:latin typeface="맑은 고딕"/>
                <a:ea typeface="맑은 고딕"/>
              </a:rPr>
              <a:t>베이커 · 대표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72000" y="943200"/>
            <a:ext cx="0" cy="604800"/>
          </a:xfrm>
          <a:prstGeom prst="line">
            <a:avLst/>
          </a:prstGeom>
          <a:ln w="3600">
            <a:solidFill>
              <a:srgbClr val="A03E3B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016000" y="1033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462427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318400" y="10224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016000" y="1177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462427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318400" y="11664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016000" y="1321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462427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318400" y="13104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396000" y="360000"/>
            <a:ext cx="0" cy="648000"/>
          </a:xfrm>
          <a:prstGeom prst="line">
            <a:avLst/>
          </a:prstGeom>
          <a:ln w="5760">
            <a:solidFill>
              <a:srgbClr val="FF5A4F"/>
            </a:solidFill>
          </a:ln>
        </p:spPr>
      </p:cxnSp>
      <p:sp>
        <p:nvSpPr>
          <p:cNvPr id="3" name="텍스트"/>
          <p:cNvSpPr txBox="1"/>
          <p:nvPr/>
        </p:nvSpPr>
        <p:spPr>
          <a:xfrm>
            <a:off x="252000" y="187200"/>
            <a:ext cx="144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6B7280"/>
                </a:solidFill>
                <a:latin typeface="맑은 고딕"/>
                <a:ea typeface="맑은 고딕"/>
              </a:rPr>
              <a:t>대표 메뉴</a:t>
            </a:r>
          </a:p>
        </p:txBody>
      </p:sp>
      <p:sp>
        <p:nvSpPr>
          <p:cNvPr id="4" name="Oval 3"/>
          <p:cNvSpPr/>
          <p:nvPr/>
        </p:nvSpPr>
        <p:spPr>
          <a:xfrm>
            <a:off x="367200" y="374400"/>
            <a:ext cx="57600" cy="57600"/>
          </a:xfrm>
          <a:prstGeom prst="ellipse">
            <a:avLst/>
          </a:prstGeom>
          <a:solidFill>
            <a:srgbClr val="FF5A4F"/>
          </a:solidFill>
          <a:ln w="5760">
            <a:solidFill>
              <a:srgbClr val="FF5A4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540000" y="3312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2151C"/>
                </a:solidFill>
                <a:latin typeface="맑은 고딕"/>
                <a:ea typeface="맑은 고딕"/>
              </a:rPr>
              <a:t>브런치</a:t>
            </a:r>
          </a:p>
        </p:txBody>
      </p:sp>
      <p:sp>
        <p:nvSpPr>
          <p:cNvPr id="6" name="Oval 5"/>
          <p:cNvSpPr/>
          <p:nvPr/>
        </p:nvSpPr>
        <p:spPr>
          <a:xfrm>
            <a:off x="367200" y="597600"/>
            <a:ext cx="57600" cy="57600"/>
          </a:xfrm>
          <a:prstGeom prst="ellipse">
            <a:avLst/>
          </a:prstGeom>
          <a:solidFill>
            <a:srgbClr val="FFFFFF"/>
          </a:solidFill>
          <a:ln w="5760">
            <a:solidFill>
              <a:srgbClr val="FF5A4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540000" y="5544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2151C"/>
                </a:solidFill>
                <a:latin typeface="맑은 고딕"/>
                <a:ea typeface="맑은 고딕"/>
              </a:rPr>
              <a:t>케이터링</a:t>
            </a:r>
          </a:p>
        </p:txBody>
      </p:sp>
      <p:sp>
        <p:nvSpPr>
          <p:cNvPr id="8" name="Oval 7"/>
          <p:cNvSpPr/>
          <p:nvPr/>
        </p:nvSpPr>
        <p:spPr>
          <a:xfrm>
            <a:off x="367200" y="820800"/>
            <a:ext cx="57600" cy="57600"/>
          </a:xfrm>
          <a:prstGeom prst="ellipse">
            <a:avLst/>
          </a:prstGeom>
          <a:solidFill>
            <a:srgbClr val="FFFFFF"/>
          </a:solidFill>
          <a:ln w="5760">
            <a:solidFill>
              <a:srgbClr val="FF5A4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540000" y="7776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2151C"/>
                </a:solidFill>
                <a:latin typeface="맑은 고딕"/>
                <a:ea typeface="맑은 고딕"/>
              </a:rPr>
              <a:t>단체 주문</a:t>
            </a:r>
          </a:p>
        </p:txBody>
      </p:sp>
      <p:sp>
        <p:nvSpPr>
          <p:cNvPr id="10" name="Oval 9"/>
          <p:cNvSpPr/>
          <p:nvPr/>
        </p:nvSpPr>
        <p:spPr>
          <a:xfrm>
            <a:off x="367200" y="1044000"/>
            <a:ext cx="57600" cy="57600"/>
          </a:xfrm>
          <a:prstGeom prst="ellipse">
            <a:avLst/>
          </a:prstGeom>
          <a:solidFill>
            <a:srgbClr val="FFFFFF"/>
          </a:solidFill>
          <a:ln w="5760">
            <a:solidFill>
              <a:srgbClr val="FF5A4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540000" y="10008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2151C"/>
                </a:solidFill>
                <a:latin typeface="맑은 고딕"/>
                <a:ea typeface="맑은 고딕"/>
              </a:rPr>
              <a:t>베이커리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232000" y="345600"/>
            <a:ext cx="0" cy="116640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376000" y="3960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376000" y="5112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매일 10:00 – 22:00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376000" y="8352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WEB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376000" y="950400"/>
            <a:ext cx="68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www.example.com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76000" y="1224000"/>
            <a:ext cx="237600" cy="237600"/>
          </a:xfrm>
          <a:prstGeom prst="rect">
            <a:avLst/>
          </a:prstGeom>
          <a:noFill/>
          <a:ln w="4320">
            <a:solidFill>
              <a:srgbClr val="6B728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텍스트"/>
          <p:cNvSpPr txBox="1"/>
          <p:nvPr/>
        </p:nvSpPr>
        <p:spPr>
          <a:xfrm>
            <a:off x="2376000" y="1224000"/>
            <a:ext cx="237600" cy="237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725"/>
              </a:lnSpc>
            </a:pPr>
            <a:r>
              <a:rPr sz="500" b="1">
                <a:solidFill>
                  <a:srgbClr val="6B7280"/>
                </a:solidFill>
                <a:latin typeface="맑은 고딕"/>
                <a:ea typeface="맑은 고딕"/>
              </a:rPr>
              <a:t>QR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베이커 · 대표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