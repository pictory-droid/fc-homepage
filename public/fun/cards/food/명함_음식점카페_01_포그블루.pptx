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26A77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26A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26A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26A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38BB8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매장 · 포장 · 배달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