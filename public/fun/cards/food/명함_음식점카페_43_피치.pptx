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4A4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A0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A07A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4A40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A4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A4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A4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FFA07A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A07A"/>
          </a:solidFill>
          <a:ln w="5760">
            <a:solidFill>
              <a:srgbClr val="FFA0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A0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A0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