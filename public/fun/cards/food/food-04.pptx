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1F9F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Freeform 1"/>
          <p:cNvSpPr/>
          <p:nvPr/>
        </p:nvSpPr>
        <p:spPr>
          <a:xfrm>
            <a:off x="1944000" y="540000"/>
            <a:ext cx="1296000" cy="1260000"/>
          </a:xfrm>
          <a:custGeom>
            <a:avLst/>
            <a:gdLst/>
            <a:ahLst/>
            <a:cxnLst/>
            <a:rect l="l" t="t" r="r" b="b"/>
            <a:pathLst>
              <a:path w="1296000" h="1260000">
                <a:moveTo>
                  <a:pt x="1296000" y="1260000"/>
                </a:moveTo>
                <a:lnTo>
                  <a:pt x="1296000" y="0"/>
                </a:lnTo>
                <a:lnTo>
                  <a:pt x="0" y="1260000"/>
                </a:lnTo>
                <a:close/>
              </a:path>
            </a:pathLst>
          </a:custGeom>
          <a:solidFill>
            <a:srgbClr val="3A883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Freeform 2"/>
          <p:cNvSpPr/>
          <p:nvPr/>
        </p:nvSpPr>
        <p:spPr>
          <a:xfrm>
            <a:off x="2520000" y="1080000"/>
            <a:ext cx="720000" cy="720000"/>
          </a:xfrm>
          <a:custGeom>
            <a:avLst/>
            <a:gdLst/>
            <a:ahLst/>
            <a:cxnLst/>
            <a:rect l="l" t="t" r="r" b="b"/>
            <a:pathLst>
              <a:path w="720000" h="720000">
                <a:moveTo>
                  <a:pt x="720000" y="720000"/>
                </a:moveTo>
                <a:lnTo>
                  <a:pt x="720000" y="0"/>
                </a:lnTo>
                <a:lnTo>
                  <a:pt x="0" y="720000"/>
                </a:lnTo>
                <a:close/>
              </a:path>
            </a:pathLst>
          </a:custGeom>
          <a:solidFill>
            <a:srgbClr val="E0F3E0">
              <a:alpha val="9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2872080" y="1449360"/>
            <a:ext cx="159840" cy="117216"/>
          </a:xfrm>
          <a:custGeom>
            <a:avLst/>
            <a:gdLst/>
            <a:ahLst/>
            <a:cxnLst/>
            <a:rect l="l" t="t" r="r" b="b"/>
            <a:pathLst>
              <a:path w="159840" h="117216">
                <a:moveTo>
                  <a:pt x="0" y="0"/>
                </a:moveTo>
                <a:lnTo>
                  <a:pt x="159840" y="0"/>
                </a:lnTo>
                <a:lnTo>
                  <a:pt x="143856" y="117216"/>
                </a:lnTo>
                <a:lnTo>
                  <a:pt x="15984" y="117216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3010608" y="1460016"/>
            <a:ext cx="74592" cy="74592"/>
          </a:xfrm>
          <a:prstGeom prst="ellipse">
            <a:avLst/>
          </a:prstGeom>
          <a:noFill/>
          <a:ln w="15984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2840112" y="1571904"/>
            <a:ext cx="223776" cy="18648"/>
          </a:xfrm>
          <a:prstGeom prst="roundRect">
            <a:avLst>
              <a:gd name="adj" fmla="val 42857"/>
            </a:avLst>
          </a:prstGeom>
          <a:solidFill>
            <a:srgbClr val="80808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2925360" y="1380096"/>
            <a:ext cx="10656" cy="42624"/>
          </a:xfrm>
          <a:prstGeom prst="line">
            <a:avLst/>
          </a:prstGeom>
          <a:ln w="13320">
            <a:solidFill>
              <a:srgbClr val="808080"/>
            </a:solidFill>
          </a:ln>
        </p:spPr>
      </p:cxnSp>
      <p:cxnSp>
        <p:nvCxnSpPr>
          <p:cNvPr id="8" name="Connector 7"/>
          <p:cNvCxnSpPr/>
          <p:nvPr/>
        </p:nvCxnSpPr>
        <p:spPr>
          <a:xfrm flipV="1">
            <a:off x="2973312" y="1380096"/>
            <a:ext cx="10656" cy="42624"/>
          </a:xfrm>
          <a:prstGeom prst="line">
            <a:avLst/>
          </a:prstGeom>
          <a:ln w="13320">
            <a:solidFill>
              <a:srgbClr val="808080"/>
            </a:solidFill>
          </a:ln>
        </p:spPr>
      </p:cxnSp>
      <p:sp>
        <p:nvSpPr>
          <p:cNvPr id="9" name="텍스트"/>
          <p:cNvSpPr txBox="1"/>
          <p:nvPr/>
        </p:nvSpPr>
        <p:spPr>
          <a:xfrm>
            <a:off x="252000" y="201600"/>
            <a:ext cx="1800000" cy="100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87"/>
              </a:lnSpc>
            </a:pPr>
            <a:r>
              <a:rPr sz="750" b="1" spc="150">
                <a:solidFill>
                  <a:srgbClr val="5D745D"/>
                </a:solidFill>
                <a:latin typeface="맑은 고딕"/>
                <a:ea typeface="맑은 고딕"/>
              </a:rPr>
              <a:t>상호명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252000" y="360000"/>
            <a:ext cx="2016000" cy="3136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755"/>
              </a:lnSpc>
            </a:pPr>
            <a:r>
              <a:rPr sz="1900" b="1" spc="50">
                <a:solidFill>
                  <a:srgbClr val="1C401C"/>
                </a:solidFill>
                <a:latin typeface="바탕"/>
                <a:ea typeface="바탕"/>
              </a:rPr>
              <a:t>최민재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252000" y="655200"/>
            <a:ext cx="1872000" cy="12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32"/>
              </a:lnSpc>
            </a:pPr>
            <a:r>
              <a:rPr sz="850" b="1">
                <a:solidFill>
                  <a:srgbClr val="347A34"/>
                </a:solidFill>
                <a:latin typeface="맑은 고딕"/>
                <a:ea typeface="맑은 고딕"/>
              </a:rPr>
              <a:t>사장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52000" y="864000"/>
            <a:ext cx="230400" cy="14400"/>
          </a:xfrm>
          <a:prstGeom prst="rect">
            <a:avLst/>
          </a:prstGeom>
          <a:solidFill>
            <a:srgbClr val="3A883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텍스트"/>
          <p:cNvSpPr txBox="1"/>
          <p:nvPr/>
        </p:nvSpPr>
        <p:spPr>
          <a:xfrm>
            <a:off x="252000" y="1044000"/>
            <a:ext cx="1224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347A34"/>
                </a:solidFill>
                <a:latin typeface="맑은 고딕"/>
                <a:ea typeface="맑은 고딕"/>
              </a:rPr>
              <a:t>T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396000" y="1044000"/>
            <a:ext cx="15840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C401C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252000" y="1212911"/>
            <a:ext cx="1224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347A34"/>
                </a:solidFill>
                <a:latin typeface="맑은 고딕"/>
                <a:ea typeface="맑은 고딕"/>
              </a:rPr>
              <a:t>E</a:t>
            </a:r>
          </a:p>
        </p:txBody>
      </p:sp>
      <p:sp>
        <p:nvSpPr>
          <p:cNvPr id="16" name="텍스트"/>
          <p:cNvSpPr txBox="1"/>
          <p:nvPr/>
        </p:nvSpPr>
        <p:spPr>
          <a:xfrm>
            <a:off x="396000" y="1212911"/>
            <a:ext cx="15840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C401C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7" name="텍스트"/>
          <p:cNvSpPr txBox="1"/>
          <p:nvPr/>
        </p:nvSpPr>
        <p:spPr>
          <a:xfrm>
            <a:off x="252000" y="1381822"/>
            <a:ext cx="1224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347A34"/>
                </a:solidFill>
                <a:latin typeface="맑은 고딕"/>
                <a:ea typeface="맑은 고딕"/>
              </a:rPr>
              <a:t>A</a:t>
            </a:r>
          </a:p>
        </p:txBody>
      </p:sp>
      <p:sp>
        <p:nvSpPr>
          <p:cNvPr id="18" name="텍스트"/>
          <p:cNvSpPr txBox="1"/>
          <p:nvPr/>
        </p:nvSpPr>
        <p:spPr>
          <a:xfrm>
            <a:off x="396000" y="1381822"/>
            <a:ext cx="15840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C401C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D682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Freeform 1"/>
          <p:cNvSpPr/>
          <p:nvPr/>
        </p:nvSpPr>
        <p:spPr>
          <a:xfrm>
            <a:off x="2016000" y="576000"/>
            <a:ext cx="1224000" cy="1224000"/>
          </a:xfrm>
          <a:custGeom>
            <a:avLst/>
            <a:gdLst/>
            <a:ahLst/>
            <a:cxnLst/>
            <a:rect l="l" t="t" r="r" b="b"/>
            <a:pathLst>
              <a:path w="1224000" h="1224000">
                <a:moveTo>
                  <a:pt x="1224000" y="1224000"/>
                </a:moveTo>
                <a:lnTo>
                  <a:pt x="0" y="1224000"/>
                </a:lnTo>
                <a:lnTo>
                  <a:pt x="7696" y="1086955"/>
                </a:lnTo>
                <a:lnTo>
                  <a:pt x="30688" y="951634"/>
                </a:lnTo>
                <a:lnTo>
                  <a:pt x="68687" y="819738"/>
                </a:lnTo>
                <a:lnTo>
                  <a:pt x="121214" y="692926"/>
                </a:lnTo>
                <a:lnTo>
                  <a:pt x="187610" y="572793"/>
                </a:lnTo>
                <a:lnTo>
                  <a:pt x="267038" y="460848"/>
                </a:lnTo>
                <a:lnTo>
                  <a:pt x="358501" y="358501"/>
                </a:lnTo>
                <a:lnTo>
                  <a:pt x="460848" y="267038"/>
                </a:lnTo>
                <a:lnTo>
                  <a:pt x="572793" y="187610"/>
                </a:lnTo>
                <a:lnTo>
                  <a:pt x="692926" y="121214"/>
                </a:lnTo>
                <a:lnTo>
                  <a:pt x="819738" y="68687"/>
                </a:lnTo>
                <a:lnTo>
                  <a:pt x="951634" y="30688"/>
                </a:lnTo>
                <a:lnTo>
                  <a:pt x="1086955" y="7696"/>
                </a:lnTo>
                <a:lnTo>
                  <a:pt x="1224000" y="0"/>
                </a:lnTo>
                <a:close/>
              </a:path>
            </a:pathLst>
          </a:custGeom>
          <a:solidFill>
            <a:srgbClr val="D3EED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Freeform 2"/>
          <p:cNvSpPr/>
          <p:nvPr/>
        </p:nvSpPr>
        <p:spPr>
          <a:xfrm>
            <a:off x="2520000" y="1080000"/>
            <a:ext cx="720000" cy="720000"/>
          </a:xfrm>
          <a:custGeom>
            <a:avLst/>
            <a:gdLst/>
            <a:ahLst/>
            <a:cxnLst/>
            <a:rect l="l" t="t" r="r" b="b"/>
            <a:pathLst>
              <a:path w="720000" h="720000">
                <a:moveTo>
                  <a:pt x="720000" y="720000"/>
                </a:moveTo>
                <a:lnTo>
                  <a:pt x="0" y="720000"/>
                </a:lnTo>
                <a:lnTo>
                  <a:pt x="4527" y="639386"/>
                </a:lnTo>
                <a:lnTo>
                  <a:pt x="18052" y="559785"/>
                </a:lnTo>
                <a:lnTo>
                  <a:pt x="40404" y="482199"/>
                </a:lnTo>
                <a:lnTo>
                  <a:pt x="71302" y="407604"/>
                </a:lnTo>
                <a:lnTo>
                  <a:pt x="110359" y="336937"/>
                </a:lnTo>
                <a:lnTo>
                  <a:pt x="157081" y="271087"/>
                </a:lnTo>
                <a:lnTo>
                  <a:pt x="210883" y="210883"/>
                </a:lnTo>
                <a:lnTo>
                  <a:pt x="271087" y="157081"/>
                </a:lnTo>
                <a:lnTo>
                  <a:pt x="336937" y="110359"/>
                </a:lnTo>
                <a:lnTo>
                  <a:pt x="407604" y="71302"/>
                </a:lnTo>
                <a:lnTo>
                  <a:pt x="482199" y="40404"/>
                </a:lnTo>
                <a:lnTo>
                  <a:pt x="559785" y="18052"/>
                </a:lnTo>
                <a:lnTo>
                  <a:pt x="639386" y="4527"/>
                </a:lnTo>
                <a:lnTo>
                  <a:pt x="720000" y="0"/>
                </a:lnTo>
                <a:close/>
              </a:path>
            </a:pathLst>
          </a:custGeom>
          <a:solidFill>
            <a:srgbClr val="4F804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2804400" y="1450800"/>
            <a:ext cx="151200" cy="110880"/>
          </a:xfrm>
          <a:custGeom>
            <a:avLst/>
            <a:gdLst/>
            <a:ahLst/>
            <a:cxnLst/>
            <a:rect l="l" t="t" r="r" b="b"/>
            <a:pathLst>
              <a:path w="151200" h="110880">
                <a:moveTo>
                  <a:pt x="0" y="0"/>
                </a:moveTo>
                <a:lnTo>
                  <a:pt x="151200" y="0"/>
                </a:lnTo>
                <a:lnTo>
                  <a:pt x="136080" y="110880"/>
                </a:lnTo>
                <a:lnTo>
                  <a:pt x="15120" y="110880"/>
                </a:lnTo>
                <a:close/>
              </a:path>
            </a:pathLst>
          </a:custGeom>
          <a:solidFill>
            <a:srgbClr val="66666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2935440" y="1460880"/>
            <a:ext cx="70560" cy="70560"/>
          </a:xfrm>
          <a:prstGeom prst="ellipse">
            <a:avLst/>
          </a:prstGeom>
          <a:noFill/>
          <a:ln w="15120">
            <a:solidFill>
              <a:srgbClr val="666666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2774160" y="1566720"/>
            <a:ext cx="211680" cy="17640"/>
          </a:xfrm>
          <a:prstGeom prst="roundRect">
            <a:avLst>
              <a:gd name="adj" fmla="val 42857"/>
            </a:avLst>
          </a:prstGeom>
          <a:solidFill>
            <a:srgbClr val="D1D1D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2854800" y="1385280"/>
            <a:ext cx="10080" cy="40320"/>
          </a:xfrm>
          <a:prstGeom prst="line">
            <a:avLst/>
          </a:prstGeom>
          <a:ln w="12600">
            <a:solidFill>
              <a:srgbClr val="D1D1D1"/>
            </a:solidFill>
          </a:ln>
        </p:spPr>
      </p:cxnSp>
      <p:cxnSp>
        <p:nvCxnSpPr>
          <p:cNvPr id="8" name="Connector 7"/>
          <p:cNvCxnSpPr/>
          <p:nvPr/>
        </p:nvCxnSpPr>
        <p:spPr>
          <a:xfrm flipV="1">
            <a:off x="2900160" y="1385280"/>
            <a:ext cx="10080" cy="40320"/>
          </a:xfrm>
          <a:prstGeom prst="line">
            <a:avLst/>
          </a:prstGeom>
          <a:ln w="12600">
            <a:solidFill>
              <a:srgbClr val="D1D1D1"/>
            </a:solidFill>
          </a:ln>
        </p:spPr>
      </p:cxnSp>
      <p:sp>
        <p:nvSpPr>
          <p:cNvPr id="9" name="텍스트"/>
          <p:cNvSpPr txBox="1"/>
          <p:nvPr/>
        </p:nvSpPr>
        <p:spPr>
          <a:xfrm>
            <a:off x="252000" y="324000"/>
            <a:ext cx="1944000" cy="7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739"/>
              </a:lnSpc>
            </a:pPr>
            <a:r>
              <a:rPr sz="1200" b="1">
                <a:solidFill>
                  <a:srgbClr val="FFFFFF"/>
                </a:solidFill>
                <a:latin typeface="바탕"/>
                <a:ea typeface="바탕"/>
              </a:rPr>
              <a:t>맛있는 순간을 함께 나눠요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252000" y="1476000"/>
            <a:ext cx="1440000" cy="10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87"/>
              </a:lnSpc>
            </a:pPr>
            <a:r>
              <a:rPr sz="750" b="1" spc="200">
                <a:solidFill>
                  <a:srgbClr val="CCDACC"/>
                </a:solidFill>
                <a:latin typeface="맑은 고딕"/>
                <a:ea typeface="맑은 고딕"/>
              </a:rPr>
              <a:t>상호명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사장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