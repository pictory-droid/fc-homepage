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12B76A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맛있는 순간을 함께 나눠요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