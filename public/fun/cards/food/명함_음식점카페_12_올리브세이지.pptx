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9C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A4D25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2C4D9"/>
          </a:solidFill>
          <a:ln w="3600">
            <a:solidFill>
              <a:srgbClr val="6C8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2C4D9"/>
          </a:solidFill>
          <a:ln w="3600">
            <a:solidFill>
              <a:srgbClr val="6C8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445B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2C4D9"/>
          </a:solidFill>
          <a:ln w="3600">
            <a:solidFill>
              <a:srgbClr val="6C8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445B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B2C4D9"/>
          </a:solidFill>
          <a:ln w="3600">
            <a:solidFill>
              <a:srgbClr val="6C8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4150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원두 판매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39475B"/>
                </a:solidFill>
                <a:latin typeface="맑은 고딕"/>
                <a:ea typeface="맑은 고딕"/>
              </a:rPr>
              <a:t>단체 예약 가능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