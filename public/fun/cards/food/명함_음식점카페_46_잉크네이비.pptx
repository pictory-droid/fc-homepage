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1E2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71E2E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65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CEBB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ABAA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CB59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CB59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ABAA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ECEBB"/>
                </a:solidFill>
                <a:latin typeface="맑은 고딕"/>
                <a:ea typeface="맑은 고딕"/>
              </a:rPr>
              <a:t>화–일 11:00 – 21:00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