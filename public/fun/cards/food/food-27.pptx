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A3D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10800">
            <a:solidFill>
              <a:srgbClr val="EDDE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4000" y="144000"/>
            <a:ext cx="2952000" cy="1512000"/>
          </a:xfrm>
          <a:prstGeom prst="rect">
            <a:avLst/>
          </a:prstGeom>
          <a:noFill/>
          <a:ln w="5400">
            <a:solidFill>
              <a:srgbClr val="745C4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400">
                <a:solidFill>
                  <a:srgbClr val="C5BBB4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60000" y="468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하지안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848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EDDED4"/>
                </a:solidFill>
                <a:latin typeface="맑은 고딕"/>
                <a:ea typeface="맑은 고딕"/>
              </a:rPr>
              <a:t>파티시에</a:t>
            </a:r>
          </a:p>
        </p:txBody>
      </p:sp>
      <p:sp>
        <p:nvSpPr>
          <p:cNvPr id="7" name="Rectangle 6"/>
          <p:cNvSpPr/>
          <p:nvPr/>
        </p:nvSpPr>
        <p:spPr>
          <a:xfrm>
            <a:off x="1530000" y="993600"/>
            <a:ext cx="180000" cy="10800"/>
          </a:xfrm>
          <a:prstGeom prst="rect">
            <a:avLst/>
          </a:prstGeom>
          <a:solidFill>
            <a:srgbClr val="EDDE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1087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2096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332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C5BBB4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1" name="Freeform 10"/>
          <p:cNvSpPr/>
          <p:nvPr/>
        </p:nvSpPr>
        <p:spPr>
          <a:xfrm>
            <a:off x="1560152" y="1485072"/>
            <a:ext cx="119696" cy="113838"/>
          </a:xfrm>
          <a:custGeom>
            <a:avLst/>
            <a:gdLst/>
            <a:ahLst/>
            <a:cxnLst/>
            <a:rect l="l" t="t" r="r" b="b"/>
            <a:pathLst>
              <a:path w="119696" h="113838">
                <a:moveTo>
                  <a:pt x="59848" y="0"/>
                </a:moveTo>
                <a:lnTo>
                  <a:pt x="75126" y="41900"/>
                </a:lnTo>
                <a:lnTo>
                  <a:pt x="119696" y="43482"/>
                </a:lnTo>
                <a:lnTo>
                  <a:pt x="84568" y="70960"/>
                </a:lnTo>
                <a:lnTo>
                  <a:pt x="96836" y="113838"/>
                </a:lnTo>
                <a:lnTo>
                  <a:pt x="59848" y="88920"/>
                </a:lnTo>
                <a:lnTo>
                  <a:pt x="22860" y="113838"/>
                </a:lnTo>
                <a:lnTo>
                  <a:pt x="35128" y="70960"/>
                </a:lnTo>
                <a:lnTo>
                  <a:pt x="0" y="43482"/>
                </a:lnTo>
                <a:lnTo>
                  <a:pt x="44570" y="41900"/>
                </a:lnTo>
                <a:close/>
              </a:path>
            </a:pathLst>
          </a:custGeom>
          <a:solidFill>
            <a:srgbClr val="EDDE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A3D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10800">
            <a:solidFill>
              <a:srgbClr val="EDDE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504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매일 아침 반죽하는 마음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260000" y="1080000"/>
            <a:ext cx="684000" cy="0"/>
          </a:xfrm>
          <a:prstGeom prst="line">
            <a:avLst/>
          </a:prstGeom>
          <a:ln w="7200">
            <a:solidFill>
              <a:srgbClr val="EDDED4"/>
            </a:solidFill>
          </a:ln>
        </p:spPr>
      </p:cxnSp>
      <p:sp>
        <p:nvSpPr>
          <p:cNvPr id="5" name="Oval 4"/>
          <p:cNvSpPr/>
          <p:nvPr/>
        </p:nvSpPr>
        <p:spPr>
          <a:xfrm>
            <a:off x="1594800" y="1054800"/>
            <a:ext cx="50400" cy="50400"/>
          </a:xfrm>
          <a:prstGeom prst="ellipse">
            <a:avLst/>
          </a:prstGeom>
          <a:solidFill>
            <a:srgbClr val="EDDE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24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C5BBB4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7" name="Freeform 6"/>
          <p:cNvSpPr/>
          <p:nvPr/>
        </p:nvSpPr>
        <p:spPr>
          <a:xfrm>
            <a:off x="1541253" y="241200"/>
            <a:ext cx="157494" cy="149787"/>
          </a:xfrm>
          <a:custGeom>
            <a:avLst/>
            <a:gdLst/>
            <a:ahLst/>
            <a:cxnLst/>
            <a:rect l="l" t="t" r="r" b="b"/>
            <a:pathLst>
              <a:path w="157494" h="149787">
                <a:moveTo>
                  <a:pt x="78747" y="0"/>
                </a:moveTo>
                <a:lnTo>
                  <a:pt x="98849" y="55132"/>
                </a:lnTo>
                <a:lnTo>
                  <a:pt x="157494" y="57213"/>
                </a:lnTo>
                <a:lnTo>
                  <a:pt x="111273" y="93368"/>
                </a:lnTo>
                <a:lnTo>
                  <a:pt x="127416" y="149787"/>
                </a:lnTo>
                <a:lnTo>
                  <a:pt x="78747" y="117000"/>
                </a:lnTo>
                <a:lnTo>
                  <a:pt x="30078" y="149787"/>
                </a:lnTo>
                <a:lnTo>
                  <a:pt x="46221" y="93368"/>
                </a:lnTo>
                <a:lnTo>
                  <a:pt x="0" y="57213"/>
                </a:lnTo>
                <a:lnTo>
                  <a:pt x="58645" y="55132"/>
                </a:lnTo>
                <a:close/>
              </a:path>
            </a:pathLst>
          </a:custGeom>
          <a:solidFill>
            <a:srgbClr val="EDDE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파티시에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