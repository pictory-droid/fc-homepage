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파티시에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6C91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매일 아침 반죽하는 마음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C9D7F3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