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A47C7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A47C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7F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D7F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