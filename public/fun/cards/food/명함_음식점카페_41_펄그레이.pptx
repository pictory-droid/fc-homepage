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4D8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0"/>
            <a:ext cx="2016000" cy="1800000"/>
          </a:xfrm>
          <a:custGeom>
            <a:avLst/>
            <a:gdLst/>
            <a:ahLst/>
            <a:cxnLst/>
            <a:rect l="l" t="t" r="r" b="b"/>
            <a:pathLst>
              <a:path w="2016000" h="1800000">
                <a:moveTo>
                  <a:pt x="0" y="0"/>
                </a:moveTo>
                <a:lnTo>
                  <a:pt x="2016000" y="0"/>
                </a:lnTo>
                <a:lnTo>
                  <a:pt x="1440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E5E8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1440000" y="0"/>
            <a:ext cx="684000" cy="1800000"/>
          </a:xfrm>
          <a:custGeom>
            <a:avLst/>
            <a:gdLst/>
            <a:ahLst/>
            <a:cxnLst/>
            <a:rect l="l" t="t" r="r" b="b"/>
            <a:pathLst>
              <a:path w="684000" h="1800000">
                <a:moveTo>
                  <a:pt x="576000" y="0"/>
                </a:moveTo>
                <a:lnTo>
                  <a:pt x="684000" y="0"/>
                </a:lnTo>
                <a:lnTo>
                  <a:pt x="108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3F63A8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368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1" spc="220">
                <a:solidFill>
                  <a:srgbClr val="1B2230">
                    <a:alpha val="80000"/>
                  </a:srgbClr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612000"/>
            <a:ext cx="14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B2230"/>
                </a:solidFill>
                <a:latin typeface="맑은 고딕"/>
                <a:ea typeface="맑은 고딕"/>
              </a:rPr>
              <a:t>민OO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864000"/>
            <a:ext cx="144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1B2230">
                    <a:alpha val="85000"/>
                  </a:srgbClr>
                </a:solidFill>
                <a:latin typeface="맑은 고딕"/>
                <a:ea typeface="맑은 고딕"/>
              </a:rPr>
              <a:t>대표 바리스타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016000" y="1090800"/>
            <a:ext cx="2808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25964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296800" y="1080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016000" y="1234800"/>
            <a:ext cx="2808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25964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296800" y="1224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016000" y="1378800"/>
            <a:ext cx="2808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25964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296800" y="1368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6400" y="194400"/>
            <a:ext cx="43200" cy="43200"/>
          </a:xfrm>
          <a:prstGeom prst="ellipse">
            <a:avLst/>
          </a:prstGeom>
          <a:solidFill>
            <a:srgbClr val="3F63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5400" y="369000"/>
            <a:ext cx="25200" cy="25200"/>
          </a:xfrm>
          <a:prstGeom prst="ellipse">
            <a:avLst/>
          </a:pr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5400" y="534600"/>
            <a:ext cx="25200" cy="25200"/>
          </a:xfrm>
          <a:prstGeom prst="ellipse">
            <a:avLst/>
          </a:pr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6400" y="691200"/>
            <a:ext cx="43200" cy="43200"/>
          </a:xfrm>
          <a:prstGeom prst="ellipse">
            <a:avLst/>
          </a:prstGeom>
          <a:solidFill>
            <a:srgbClr val="3F63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5400" y="865800"/>
            <a:ext cx="25200" cy="25200"/>
          </a:xfrm>
          <a:prstGeom prst="ellipse">
            <a:avLst/>
          </a:prstGeom>
          <a:solidFill>
            <a:srgbClr val="8AA2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5400" y="1031400"/>
            <a:ext cx="25200" cy="25200"/>
          </a:xfrm>
          <a:prstGeom prst="ellipse">
            <a:avLst/>
          </a:pr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66400" y="1188000"/>
            <a:ext cx="43200" cy="43200"/>
          </a:xfrm>
          <a:prstGeom prst="ellipse">
            <a:avLst/>
          </a:prstGeom>
          <a:solidFill>
            <a:srgbClr val="3F63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5400" y="1362600"/>
            <a:ext cx="25200" cy="25200"/>
          </a:xfrm>
          <a:prstGeom prst="ellipse">
            <a:avLst/>
          </a:pr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75400" y="1528200"/>
            <a:ext cx="25200" cy="25200"/>
          </a:xfrm>
          <a:prstGeom prst="ellipse">
            <a:avLst/>
          </a:prstGeom>
          <a:solidFill>
            <a:srgbClr val="8AA2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19400" y="203400"/>
            <a:ext cx="25200" cy="25200"/>
          </a:xfrm>
          <a:prstGeom prst="ellipse">
            <a:avLst/>
          </a:pr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19400" y="369000"/>
            <a:ext cx="25200" cy="25200"/>
          </a:xfrm>
          <a:prstGeom prst="ellipse">
            <a:avLst/>
          </a:pr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10400" y="525600"/>
            <a:ext cx="43200" cy="43200"/>
          </a:xfrm>
          <a:prstGeom prst="ellipse">
            <a:avLst/>
          </a:prstGeom>
          <a:solidFill>
            <a:srgbClr val="3F63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19400" y="700200"/>
            <a:ext cx="25200" cy="25200"/>
          </a:xfrm>
          <a:prstGeom prst="ellipse">
            <a:avLst/>
          </a:pr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19400" y="865800"/>
            <a:ext cx="25200" cy="25200"/>
          </a:xfrm>
          <a:prstGeom prst="ellipse">
            <a:avLst/>
          </a:pr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10400" y="1022400"/>
            <a:ext cx="43200" cy="43200"/>
          </a:xfrm>
          <a:prstGeom prst="ellipse">
            <a:avLst/>
          </a:prstGeom>
          <a:solidFill>
            <a:srgbClr val="3F63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19400" y="1197000"/>
            <a:ext cx="25200" cy="25200"/>
          </a:xfrm>
          <a:prstGeom prst="ellipse">
            <a:avLst/>
          </a:prstGeom>
          <a:solidFill>
            <a:srgbClr val="8AA2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19400" y="1362600"/>
            <a:ext cx="25200" cy="25200"/>
          </a:xfrm>
          <a:prstGeom prst="ellipse">
            <a:avLst/>
          </a:pr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10400" y="1519200"/>
            <a:ext cx="43200" cy="43200"/>
          </a:xfrm>
          <a:prstGeom prst="ellipse">
            <a:avLst/>
          </a:prstGeom>
          <a:solidFill>
            <a:srgbClr val="3F63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63400" y="203400"/>
            <a:ext cx="25200" cy="25200"/>
          </a:xfrm>
          <a:prstGeom prst="ellipse">
            <a:avLst/>
          </a:prstGeom>
          <a:solidFill>
            <a:srgbClr val="8AA2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54400" y="360000"/>
            <a:ext cx="43200" cy="43200"/>
          </a:xfrm>
          <a:prstGeom prst="ellipse">
            <a:avLst/>
          </a:prstGeom>
          <a:solidFill>
            <a:srgbClr val="3F63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63400" y="534600"/>
            <a:ext cx="25200" cy="25200"/>
          </a:xfrm>
          <a:prstGeom prst="ellipse">
            <a:avLst/>
          </a:pr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3400" y="700200"/>
            <a:ext cx="25200" cy="25200"/>
          </a:xfrm>
          <a:prstGeom prst="ellipse">
            <a:avLst/>
          </a:pr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54400" y="856800"/>
            <a:ext cx="43200" cy="43200"/>
          </a:xfrm>
          <a:prstGeom prst="ellipse">
            <a:avLst/>
          </a:prstGeom>
          <a:solidFill>
            <a:srgbClr val="3F63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63400" y="1031400"/>
            <a:ext cx="25200" cy="25200"/>
          </a:xfrm>
          <a:prstGeom prst="ellipse">
            <a:avLst/>
          </a:pr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63400" y="1197000"/>
            <a:ext cx="25200" cy="25200"/>
          </a:xfrm>
          <a:prstGeom prst="ellipse">
            <a:avLst/>
          </a:pr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54400" y="1353600"/>
            <a:ext cx="43200" cy="43200"/>
          </a:xfrm>
          <a:prstGeom prst="ellipse">
            <a:avLst/>
          </a:prstGeom>
          <a:solidFill>
            <a:srgbClr val="3F63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63400" y="1528200"/>
            <a:ext cx="25200" cy="25200"/>
          </a:xfrm>
          <a:prstGeom prst="ellipse">
            <a:avLst/>
          </a:prstGeom>
          <a:solidFill>
            <a:srgbClr val="8AA2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8400" y="194400"/>
            <a:ext cx="43200" cy="43200"/>
          </a:xfrm>
          <a:prstGeom prst="ellipse">
            <a:avLst/>
          </a:prstGeom>
          <a:solidFill>
            <a:srgbClr val="3F63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07400" y="369000"/>
            <a:ext cx="25200" cy="25200"/>
          </a:xfrm>
          <a:prstGeom prst="ellipse">
            <a:avLst/>
          </a:pr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07400" y="534600"/>
            <a:ext cx="25200" cy="25200"/>
          </a:xfrm>
          <a:prstGeom prst="ellipse">
            <a:avLst/>
          </a:prstGeom>
          <a:solidFill>
            <a:srgbClr val="8AA2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98400" y="691200"/>
            <a:ext cx="43200" cy="43200"/>
          </a:xfrm>
          <a:prstGeom prst="ellipse">
            <a:avLst/>
          </a:prstGeom>
          <a:solidFill>
            <a:srgbClr val="3F63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07400" y="865800"/>
            <a:ext cx="25200" cy="25200"/>
          </a:xfrm>
          <a:prstGeom prst="ellipse">
            <a:avLst/>
          </a:pr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07400" y="1031400"/>
            <a:ext cx="25200" cy="25200"/>
          </a:xfrm>
          <a:prstGeom prst="ellipse">
            <a:avLst/>
          </a:pr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98400" y="1188000"/>
            <a:ext cx="43200" cy="43200"/>
          </a:xfrm>
          <a:prstGeom prst="ellipse">
            <a:avLst/>
          </a:prstGeom>
          <a:solidFill>
            <a:srgbClr val="3F63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07400" y="1362600"/>
            <a:ext cx="25200" cy="25200"/>
          </a:xfrm>
          <a:prstGeom prst="ellipse">
            <a:avLst/>
          </a:pr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07400" y="1528200"/>
            <a:ext cx="25200" cy="25200"/>
          </a:xfrm>
          <a:prstGeom prst="ellipse">
            <a:avLst/>
          </a:pr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51400" y="203400"/>
            <a:ext cx="25200" cy="25200"/>
          </a:xfrm>
          <a:prstGeom prst="ellipse">
            <a:avLst/>
          </a:prstGeom>
          <a:solidFill>
            <a:srgbClr val="8AA2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51400" y="369000"/>
            <a:ext cx="25200" cy="25200"/>
          </a:xfrm>
          <a:prstGeom prst="ellipse">
            <a:avLst/>
          </a:pr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42400" y="525600"/>
            <a:ext cx="43200" cy="43200"/>
          </a:xfrm>
          <a:prstGeom prst="ellipse">
            <a:avLst/>
          </a:prstGeom>
          <a:solidFill>
            <a:srgbClr val="3F63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51400" y="700200"/>
            <a:ext cx="25200" cy="25200"/>
          </a:xfrm>
          <a:prstGeom prst="ellipse">
            <a:avLst/>
          </a:pr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51400" y="865800"/>
            <a:ext cx="25200" cy="25200"/>
          </a:xfrm>
          <a:prstGeom prst="ellipse">
            <a:avLst/>
          </a:prstGeom>
          <a:solidFill>
            <a:srgbClr val="8AA2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42400" y="1022400"/>
            <a:ext cx="43200" cy="43200"/>
          </a:xfrm>
          <a:prstGeom prst="ellipse">
            <a:avLst/>
          </a:prstGeom>
          <a:solidFill>
            <a:srgbClr val="3F63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51400" y="1197000"/>
            <a:ext cx="25200" cy="25200"/>
          </a:xfrm>
          <a:prstGeom prst="ellipse">
            <a:avLst/>
          </a:pr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51400" y="1362600"/>
            <a:ext cx="25200" cy="25200"/>
          </a:xfrm>
          <a:prstGeom prst="ellipse">
            <a:avLst/>
          </a:pr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42400" y="1519200"/>
            <a:ext cx="43200" cy="43200"/>
          </a:xfrm>
          <a:prstGeom prst="ellipse">
            <a:avLst/>
          </a:prstGeom>
          <a:solidFill>
            <a:srgbClr val="3F63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95400" y="203400"/>
            <a:ext cx="25200" cy="25200"/>
          </a:xfrm>
          <a:prstGeom prst="ellipse">
            <a:avLst/>
          </a:pr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86400" y="360000"/>
            <a:ext cx="43200" cy="43200"/>
          </a:xfrm>
          <a:prstGeom prst="ellipse">
            <a:avLst/>
          </a:prstGeom>
          <a:solidFill>
            <a:srgbClr val="3F63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95400" y="534600"/>
            <a:ext cx="25200" cy="25200"/>
          </a:xfrm>
          <a:prstGeom prst="ellipse">
            <a:avLst/>
          </a:prstGeom>
          <a:solidFill>
            <a:srgbClr val="8AA2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95400" y="700200"/>
            <a:ext cx="25200" cy="25200"/>
          </a:xfrm>
          <a:prstGeom prst="ellipse">
            <a:avLst/>
          </a:pr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86400" y="856800"/>
            <a:ext cx="43200" cy="43200"/>
          </a:xfrm>
          <a:prstGeom prst="ellipse">
            <a:avLst/>
          </a:prstGeom>
          <a:solidFill>
            <a:srgbClr val="3F63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95400" y="1031400"/>
            <a:ext cx="25200" cy="25200"/>
          </a:xfrm>
          <a:prstGeom prst="ellipse">
            <a:avLst/>
          </a:pr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995400" y="1197000"/>
            <a:ext cx="25200" cy="25200"/>
          </a:xfrm>
          <a:prstGeom prst="ellipse">
            <a:avLst/>
          </a:prstGeom>
          <a:solidFill>
            <a:srgbClr val="8AA2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986400" y="1353600"/>
            <a:ext cx="43200" cy="43200"/>
          </a:xfrm>
          <a:prstGeom prst="ellipse">
            <a:avLst/>
          </a:prstGeom>
          <a:solidFill>
            <a:srgbClr val="3F63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95400" y="1528200"/>
            <a:ext cx="25200" cy="25200"/>
          </a:xfrm>
          <a:prstGeom prst="ellipse">
            <a:avLst/>
          </a:pr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텍스트"/>
          <p:cNvSpPr txBox="1"/>
          <p:nvPr/>
        </p:nvSpPr>
        <p:spPr>
          <a:xfrm>
            <a:off x="1404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728FBB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57" name="Oval 56"/>
          <p:cNvSpPr/>
          <p:nvPr/>
        </p:nvSpPr>
        <p:spPr>
          <a:xfrm>
            <a:off x="1407600" y="489600"/>
            <a:ext cx="43200" cy="43200"/>
          </a:xfrm>
          <a:prstGeom prst="ellipse">
            <a:avLst/>
          </a:prstGeom>
          <a:solidFill>
            <a:srgbClr val="3F63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텍스트"/>
          <p:cNvSpPr txBox="1"/>
          <p:nvPr/>
        </p:nvSpPr>
        <p:spPr>
          <a:xfrm>
            <a:off x="1512000" y="432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아메리카노</a:t>
            </a:r>
          </a:p>
        </p:txBody>
      </p:sp>
      <p:sp>
        <p:nvSpPr>
          <p:cNvPr id="59" name="Oval 58"/>
          <p:cNvSpPr/>
          <p:nvPr/>
        </p:nvSpPr>
        <p:spPr>
          <a:xfrm>
            <a:off x="1407600" y="712800"/>
            <a:ext cx="43200" cy="43200"/>
          </a:xfrm>
          <a:prstGeom prst="ellipse">
            <a:avLst/>
          </a:prstGeom>
          <a:solidFill>
            <a:srgbClr val="8AA2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텍스트"/>
          <p:cNvSpPr txBox="1"/>
          <p:nvPr/>
        </p:nvSpPr>
        <p:spPr>
          <a:xfrm>
            <a:off x="1512000" y="655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단체 주문</a:t>
            </a:r>
          </a:p>
        </p:txBody>
      </p:sp>
      <p:sp>
        <p:nvSpPr>
          <p:cNvPr id="61" name="Oval 60"/>
          <p:cNvSpPr/>
          <p:nvPr/>
        </p:nvSpPr>
        <p:spPr>
          <a:xfrm>
            <a:off x="1407600" y="936000"/>
            <a:ext cx="43200" cy="43200"/>
          </a:xfrm>
          <a:prstGeom prst="ellipse">
            <a:avLst/>
          </a:prstGeom>
          <a:solidFill>
            <a:srgbClr val="3F63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텍스트"/>
          <p:cNvSpPr txBox="1"/>
          <p:nvPr/>
        </p:nvSpPr>
        <p:spPr>
          <a:xfrm>
            <a:off x="1512000" y="87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베이커리</a:t>
            </a:r>
          </a:p>
        </p:txBody>
      </p:sp>
      <p:sp>
        <p:nvSpPr>
          <p:cNvPr id="63" name="Oval 62"/>
          <p:cNvSpPr/>
          <p:nvPr/>
        </p:nvSpPr>
        <p:spPr>
          <a:xfrm>
            <a:off x="1407600" y="1159200"/>
            <a:ext cx="43200" cy="43200"/>
          </a:xfrm>
          <a:prstGeom prst="ellipse">
            <a:avLst/>
          </a:prstGeom>
          <a:solidFill>
            <a:srgbClr val="8AA2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텍스트"/>
          <p:cNvSpPr txBox="1"/>
          <p:nvPr/>
        </p:nvSpPr>
        <p:spPr>
          <a:xfrm>
            <a:off x="1512000" y="11016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런치 세트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1404000" y="1440000"/>
            <a:ext cx="1620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66" name="텍스트"/>
          <p:cNvSpPr txBox="1"/>
          <p:nvPr/>
        </p:nvSpPr>
        <p:spPr>
          <a:xfrm>
            <a:off x="1404000" y="1512000"/>
            <a:ext cx="16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5F6672"/>
                </a:solidFill>
                <a:latin typeface="맑은 고딕"/>
                <a:ea typeface="맑은 고딕"/>
              </a:rPr>
              <a:t>단체 예약 가능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대표 바리스타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