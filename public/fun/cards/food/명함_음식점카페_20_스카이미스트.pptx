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62505" y="878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D6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716D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Freeform 3"/>
          <p:cNvSpPr/>
          <p:nvPr/>
        </p:nvSpPr>
        <p:spPr>
          <a:xfrm>
            <a:off x="438756" y="861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BFBFD3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677"/>
                </a:solidFill>
                <a:latin typeface="맑은 고딕"/>
                <a:ea typeface="맑은 고딕"/>
              </a:rPr>
              <a:t>매장 · 포장 · 배달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