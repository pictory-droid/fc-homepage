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0" y="576000"/>
            <a:ext cx="720000" cy="1224000"/>
          </a:xfrm>
          <a:prstGeom prst="rect">
            <a:avLst/>
          </a:prstGeom>
          <a:solidFill>
            <a:srgbClr val="BBD6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0" y="216000"/>
            <a:ext cx="720000" cy="360000"/>
          </a:xfrm>
          <a:custGeom>
            <a:avLst/>
            <a:gdLst/>
            <a:ahLst/>
            <a:cxnLst/>
            <a:rect l="l" t="t" r="r" b="b"/>
            <a:pathLst>
              <a:path w="720000" h="360000">
                <a:moveTo>
                  <a:pt x="0" y="360000"/>
                </a:moveTo>
                <a:lnTo>
                  <a:pt x="3080" y="313011"/>
                </a:lnTo>
                <a:lnTo>
                  <a:pt x="12267" y="266825"/>
                </a:lnTo>
                <a:lnTo>
                  <a:pt x="27403" y="222234"/>
                </a:lnTo>
                <a:lnTo>
                  <a:pt x="48231" y="180000"/>
                </a:lnTo>
                <a:lnTo>
                  <a:pt x="74393" y="140846"/>
                </a:lnTo>
                <a:lnTo>
                  <a:pt x="105442" y="105442"/>
                </a:lnTo>
                <a:lnTo>
                  <a:pt x="140846" y="74393"/>
                </a:lnTo>
                <a:lnTo>
                  <a:pt x="180000" y="48231"/>
                </a:lnTo>
                <a:lnTo>
                  <a:pt x="222234" y="27403"/>
                </a:lnTo>
                <a:lnTo>
                  <a:pt x="266825" y="12267"/>
                </a:lnTo>
                <a:lnTo>
                  <a:pt x="313011" y="3080"/>
                </a:lnTo>
                <a:lnTo>
                  <a:pt x="360000" y="0"/>
                </a:lnTo>
                <a:lnTo>
                  <a:pt x="406989" y="3080"/>
                </a:lnTo>
                <a:lnTo>
                  <a:pt x="453175" y="12267"/>
                </a:lnTo>
                <a:lnTo>
                  <a:pt x="497766" y="27403"/>
                </a:lnTo>
                <a:lnTo>
                  <a:pt x="540000" y="48231"/>
                </a:lnTo>
                <a:lnTo>
                  <a:pt x="579154" y="74393"/>
                </a:lnTo>
                <a:lnTo>
                  <a:pt x="614558" y="105442"/>
                </a:lnTo>
                <a:lnTo>
                  <a:pt x="645607" y="140846"/>
                </a:lnTo>
                <a:lnTo>
                  <a:pt x="671769" y="180000"/>
                </a:lnTo>
                <a:lnTo>
                  <a:pt x="692597" y="222234"/>
                </a:lnTo>
                <a:lnTo>
                  <a:pt x="707733" y="266825"/>
                </a:lnTo>
                <a:lnTo>
                  <a:pt x="716920" y="313011"/>
                </a:lnTo>
                <a:lnTo>
                  <a:pt x="720000" y="360000"/>
                </a:lnTo>
                <a:close/>
              </a:path>
            </a:pathLst>
          </a:custGeom>
          <a:solidFill>
            <a:srgbClr val="BBD6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362505" y="878400"/>
            <a:ext cx="314990" cy="299573"/>
          </a:xfrm>
          <a:custGeom>
            <a:avLst/>
            <a:gdLst/>
            <a:ahLst/>
            <a:cxnLst/>
            <a:rect l="l" t="t" r="r" b="b"/>
            <a:pathLst>
              <a:path w="314990" h="299573">
                <a:moveTo>
                  <a:pt x="157495" y="0"/>
                </a:moveTo>
                <a:lnTo>
                  <a:pt x="197700" y="110263"/>
                </a:lnTo>
                <a:lnTo>
                  <a:pt x="314990" y="114427"/>
                </a:lnTo>
                <a:lnTo>
                  <a:pt x="222547" y="186737"/>
                </a:lnTo>
                <a:lnTo>
                  <a:pt x="254832" y="299573"/>
                </a:lnTo>
                <a:lnTo>
                  <a:pt x="157495" y="234000"/>
                </a:lnTo>
                <a:lnTo>
                  <a:pt x="60158" y="299573"/>
                </a:lnTo>
                <a:lnTo>
                  <a:pt x="92443" y="186737"/>
                </a:lnTo>
                <a:lnTo>
                  <a:pt x="0" y="114427"/>
                </a:lnTo>
                <a:lnTo>
                  <a:pt x="117290" y="110263"/>
                </a:lnTo>
                <a:close/>
              </a:path>
            </a:pathLst>
          </a:cu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7E7BC0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홍OO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F6672"/>
                </a:solidFill>
                <a:latin typeface="맑은 고딕"/>
                <a:ea typeface="맑은 고딕"/>
              </a:rPr>
              <a:t>분식집 사장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D6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716DB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52000"/>
            <a:ext cx="86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40">
                <a:solidFill>
                  <a:srgbClr val="FFFFFF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4" name="Freeform 3"/>
          <p:cNvSpPr/>
          <p:nvPr/>
        </p:nvSpPr>
        <p:spPr>
          <a:xfrm>
            <a:off x="438756" y="861840"/>
            <a:ext cx="346488" cy="329531"/>
          </a:xfrm>
          <a:custGeom>
            <a:avLst/>
            <a:gdLst/>
            <a:ahLst/>
            <a:cxnLst/>
            <a:rect l="l" t="t" r="r" b="b"/>
            <a:pathLst>
              <a:path w="346488" h="329531">
                <a:moveTo>
                  <a:pt x="173244" y="0"/>
                </a:moveTo>
                <a:lnTo>
                  <a:pt x="217469" y="121290"/>
                </a:lnTo>
                <a:lnTo>
                  <a:pt x="346488" y="125869"/>
                </a:lnTo>
                <a:lnTo>
                  <a:pt x="244801" y="205410"/>
                </a:lnTo>
                <a:lnTo>
                  <a:pt x="280315" y="329531"/>
                </a:lnTo>
                <a:lnTo>
                  <a:pt x="173244" y="257400"/>
                </a:lnTo>
                <a:lnTo>
                  <a:pt x="66173" y="329531"/>
                </a:lnTo>
                <a:lnTo>
                  <a:pt x="101687" y="205410"/>
                </a:lnTo>
                <a:lnTo>
                  <a:pt x="0" y="125869"/>
                </a:lnTo>
                <a:lnTo>
                  <a:pt x="129019" y="12129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16000" y="1512000"/>
            <a:ext cx="864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6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440000" y="324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1B2230"/>
                </a:solidFill>
                <a:latin typeface="맑은 고딕"/>
                <a:ea typeface="맑은 고딕"/>
              </a:rPr>
              <a:t>아메리카노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40000" y="547200"/>
            <a:ext cx="1584000" cy="0"/>
          </a:xfrm>
          <a:prstGeom prst="line">
            <a:avLst/>
          </a:prstGeom>
          <a:ln w="3600">
            <a:solidFill>
              <a:srgbClr val="BFBFD3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440000" y="576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1B2230"/>
                </a:solidFill>
                <a:latin typeface="맑은 고딕"/>
                <a:ea typeface="맑은 고딕"/>
              </a:rPr>
              <a:t>수제 디저트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40000" y="799200"/>
            <a:ext cx="1584000" cy="0"/>
          </a:xfrm>
          <a:prstGeom prst="line">
            <a:avLst/>
          </a:prstGeom>
          <a:ln w="3600">
            <a:solidFill>
              <a:srgbClr val="BFBFD3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440000" y="828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1B2230"/>
                </a:solidFill>
                <a:latin typeface="맑은 고딕"/>
                <a:ea typeface="맑은 고딕"/>
              </a:rPr>
              <a:t>시즌 메뉴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40000" y="1051200"/>
            <a:ext cx="1584000" cy="0"/>
          </a:xfrm>
          <a:prstGeom prst="line">
            <a:avLst/>
          </a:prstGeom>
          <a:ln w="3600">
            <a:solidFill>
              <a:srgbClr val="BFBFD3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1440000" y="1512000"/>
            <a:ext cx="1584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26677"/>
                </a:solidFill>
                <a:latin typeface="맑은 고딕"/>
                <a:ea typeface="맑은 고딕"/>
              </a:rPr>
              <a:t>매장 · 포장 · 배달   ·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분식집 사장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