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88000" y="129600"/>
            <a:ext cx="1008000" cy="1540800"/>
          </a:xfrm>
          <a:prstGeom prst="roundRect">
            <a:avLst>
              <a:gd name="adj" fmla="val 10714"/>
            </a:avLst>
          </a:prstGeom>
          <a:solidFill>
            <a:srgbClr val="A166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530800" y="241200"/>
            <a:ext cx="122400" cy="122400"/>
          </a:xfrm>
          <a:prstGeom prst="ellipse">
            <a:avLst/>
          </a:prstGeom>
          <a:solidFill>
            <a:srgbClr val="F9F2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02000" y="212400"/>
            <a:ext cx="180000" cy="180000"/>
          </a:xfrm>
          <a:prstGeom prst="ellipse">
            <a:avLst/>
          </a:prstGeom>
          <a:noFill/>
          <a:ln w="504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2433600" y="792000"/>
            <a:ext cx="316800" cy="134640"/>
          </a:xfrm>
          <a:custGeom>
            <a:avLst/>
            <a:gdLst/>
            <a:ahLst/>
            <a:cxnLst/>
            <a:rect l="l" t="t" r="r" b="b"/>
            <a:pathLst>
              <a:path w="316800" h="134640">
                <a:moveTo>
                  <a:pt x="316800" y="0"/>
                </a:moveTo>
                <a:lnTo>
                  <a:pt x="312829" y="29960"/>
                </a:lnTo>
                <a:lnTo>
                  <a:pt x="301113" y="58418"/>
                </a:lnTo>
                <a:lnTo>
                  <a:pt x="282242" y="83947"/>
                </a:lnTo>
                <a:lnTo>
                  <a:pt x="257161" y="105266"/>
                </a:lnTo>
                <a:lnTo>
                  <a:pt x="227127" y="121306"/>
                </a:lnTo>
                <a:lnTo>
                  <a:pt x="193647" y="131264"/>
                </a:lnTo>
                <a:lnTo>
                  <a:pt x="158400" y="134640"/>
                </a:lnTo>
                <a:lnTo>
                  <a:pt x="123153" y="131264"/>
                </a:lnTo>
                <a:lnTo>
                  <a:pt x="89673" y="121306"/>
                </a:lnTo>
                <a:lnTo>
                  <a:pt x="59639" y="105266"/>
                </a:lnTo>
                <a:lnTo>
                  <a:pt x="34558" y="83947"/>
                </a:lnTo>
                <a:lnTo>
                  <a:pt x="15687" y="58418"/>
                </a:lnTo>
                <a:lnTo>
                  <a:pt x="3971" y="299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489040" y="922680"/>
            <a:ext cx="205920" cy="27720"/>
          </a:xfrm>
          <a:prstGeom prst="roundRect">
            <a:avLst>
              <a:gd name="adj" fmla="val 42857"/>
            </a:avLst>
          </a:prstGeom>
          <a:solidFill>
            <a:srgbClr val="D0B28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2568240" y="657360"/>
            <a:ext cx="142560" cy="118800"/>
          </a:xfrm>
          <a:prstGeom prst="line">
            <a:avLst/>
          </a:prstGeom>
          <a:ln w="19800">
            <a:solidFill>
              <a:srgbClr val="D0B28E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2615760" y="657360"/>
            <a:ext cx="134640" cy="102960"/>
          </a:xfrm>
          <a:prstGeom prst="line">
            <a:avLst/>
          </a:prstGeom>
          <a:ln w="19800">
            <a:solidFill>
              <a:srgbClr val="D0B28E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088000" y="1188000"/>
            <a:ext cx="1008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 spc="100">
                <a:solidFill>
                  <a:srgbClr val="FFFFFF"/>
                </a:solidFill>
                <a:latin typeface="맑은 고딕"/>
                <a:ea typeface="맑은 고딕"/>
              </a:rPr>
              <a:t>로스터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088000" y="1382400"/>
            <a:ext cx="1008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0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432000"/>
            <a:ext cx="1584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4171D"/>
                </a:solidFill>
                <a:latin typeface="맑은 고딕"/>
                <a:ea typeface="맑은 고딕"/>
              </a:rPr>
              <a:t>송OO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770400"/>
            <a:ext cx="936000" cy="0"/>
          </a:xfrm>
          <a:prstGeom prst="line">
            <a:avLst/>
          </a:prstGeom>
          <a:ln w="7920">
            <a:solidFill>
              <a:srgbClr val="C27B22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918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63D1F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907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062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63D1F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051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63D1F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554400" y="1195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432000"/>
          </a:xfrm>
          <a:prstGeom prst="rect">
            <a:avLst/>
          </a:prstGeom>
          <a:solidFill>
            <a:srgbClr val="8A7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3240000" cy="496445"/>
          </a:xfrm>
          <a:custGeom>
            <a:avLst/>
            <a:gdLst/>
            <a:ahLst/>
            <a:cxnLst/>
            <a:rect l="l" t="t" r="r" b="b"/>
            <a:pathLst>
              <a:path w="3240000" h="496445">
                <a:moveTo>
                  <a:pt x="0" y="432000"/>
                </a:moveTo>
                <a:lnTo>
                  <a:pt x="36000" y="458357"/>
                </a:lnTo>
                <a:lnTo>
                  <a:pt x="72000" y="480156"/>
                </a:lnTo>
                <a:lnTo>
                  <a:pt x="108000" y="493628"/>
                </a:lnTo>
                <a:lnTo>
                  <a:pt x="144000" y="496445"/>
                </a:lnTo>
                <a:lnTo>
                  <a:pt x="180000" y="488118"/>
                </a:lnTo>
                <a:lnTo>
                  <a:pt x="216000" y="470088"/>
                </a:lnTo>
                <a:lnTo>
                  <a:pt x="252000" y="445473"/>
                </a:lnTo>
                <a:lnTo>
                  <a:pt x="288000" y="418527"/>
                </a:lnTo>
                <a:lnTo>
                  <a:pt x="324000" y="393912"/>
                </a:lnTo>
                <a:lnTo>
                  <a:pt x="360000" y="375882"/>
                </a:lnTo>
                <a:lnTo>
                  <a:pt x="396000" y="367555"/>
                </a:lnTo>
                <a:lnTo>
                  <a:pt x="432000" y="370372"/>
                </a:lnTo>
                <a:lnTo>
                  <a:pt x="468000" y="383844"/>
                </a:lnTo>
                <a:lnTo>
                  <a:pt x="504000" y="405643"/>
                </a:lnTo>
                <a:lnTo>
                  <a:pt x="540000" y="432000"/>
                </a:lnTo>
                <a:lnTo>
                  <a:pt x="576000" y="458357"/>
                </a:lnTo>
                <a:lnTo>
                  <a:pt x="612000" y="480156"/>
                </a:lnTo>
                <a:lnTo>
                  <a:pt x="648000" y="493628"/>
                </a:lnTo>
                <a:lnTo>
                  <a:pt x="684000" y="496445"/>
                </a:lnTo>
                <a:lnTo>
                  <a:pt x="720000" y="488118"/>
                </a:lnTo>
                <a:lnTo>
                  <a:pt x="756000" y="470088"/>
                </a:lnTo>
                <a:lnTo>
                  <a:pt x="792000" y="445473"/>
                </a:lnTo>
                <a:lnTo>
                  <a:pt x="828000" y="418527"/>
                </a:lnTo>
                <a:lnTo>
                  <a:pt x="864000" y="393912"/>
                </a:lnTo>
                <a:lnTo>
                  <a:pt x="900000" y="375882"/>
                </a:lnTo>
                <a:lnTo>
                  <a:pt x="936000" y="367555"/>
                </a:lnTo>
                <a:lnTo>
                  <a:pt x="972000" y="370372"/>
                </a:lnTo>
                <a:lnTo>
                  <a:pt x="1008000" y="383844"/>
                </a:lnTo>
                <a:lnTo>
                  <a:pt x="1044000" y="405643"/>
                </a:lnTo>
                <a:lnTo>
                  <a:pt x="1080000" y="432000"/>
                </a:lnTo>
                <a:lnTo>
                  <a:pt x="1116000" y="458357"/>
                </a:lnTo>
                <a:lnTo>
                  <a:pt x="1152000" y="480156"/>
                </a:lnTo>
                <a:lnTo>
                  <a:pt x="1188000" y="493628"/>
                </a:lnTo>
                <a:lnTo>
                  <a:pt x="1224000" y="496445"/>
                </a:lnTo>
                <a:lnTo>
                  <a:pt x="1260000" y="488118"/>
                </a:lnTo>
                <a:lnTo>
                  <a:pt x="1296000" y="470088"/>
                </a:lnTo>
                <a:lnTo>
                  <a:pt x="1332000" y="445473"/>
                </a:lnTo>
                <a:lnTo>
                  <a:pt x="1368000" y="418527"/>
                </a:lnTo>
                <a:lnTo>
                  <a:pt x="1404000" y="393912"/>
                </a:lnTo>
                <a:lnTo>
                  <a:pt x="1440000" y="375882"/>
                </a:lnTo>
                <a:lnTo>
                  <a:pt x="1476000" y="367555"/>
                </a:lnTo>
                <a:lnTo>
                  <a:pt x="1512000" y="370372"/>
                </a:lnTo>
                <a:lnTo>
                  <a:pt x="1548000" y="383844"/>
                </a:lnTo>
                <a:lnTo>
                  <a:pt x="1584000" y="405643"/>
                </a:lnTo>
                <a:lnTo>
                  <a:pt x="1620000" y="432000"/>
                </a:lnTo>
                <a:lnTo>
                  <a:pt x="1656000" y="458357"/>
                </a:lnTo>
                <a:lnTo>
                  <a:pt x="1692000" y="480156"/>
                </a:lnTo>
                <a:lnTo>
                  <a:pt x="1728000" y="493628"/>
                </a:lnTo>
                <a:lnTo>
                  <a:pt x="1764000" y="496445"/>
                </a:lnTo>
                <a:lnTo>
                  <a:pt x="1800000" y="488118"/>
                </a:lnTo>
                <a:lnTo>
                  <a:pt x="1836000" y="470088"/>
                </a:lnTo>
                <a:lnTo>
                  <a:pt x="1872000" y="445473"/>
                </a:lnTo>
                <a:lnTo>
                  <a:pt x="1908000" y="418527"/>
                </a:lnTo>
                <a:lnTo>
                  <a:pt x="1944000" y="393912"/>
                </a:lnTo>
                <a:lnTo>
                  <a:pt x="1980000" y="375882"/>
                </a:lnTo>
                <a:lnTo>
                  <a:pt x="2016000" y="367555"/>
                </a:lnTo>
                <a:lnTo>
                  <a:pt x="2052000" y="370372"/>
                </a:lnTo>
                <a:lnTo>
                  <a:pt x="2088000" y="383844"/>
                </a:lnTo>
                <a:lnTo>
                  <a:pt x="2124000" y="405643"/>
                </a:lnTo>
                <a:lnTo>
                  <a:pt x="2160000" y="432000"/>
                </a:lnTo>
                <a:lnTo>
                  <a:pt x="2196000" y="458357"/>
                </a:lnTo>
                <a:lnTo>
                  <a:pt x="2232000" y="480156"/>
                </a:lnTo>
                <a:lnTo>
                  <a:pt x="2268000" y="493628"/>
                </a:lnTo>
                <a:lnTo>
                  <a:pt x="2304000" y="496445"/>
                </a:lnTo>
                <a:lnTo>
                  <a:pt x="2340000" y="488118"/>
                </a:lnTo>
                <a:lnTo>
                  <a:pt x="2376000" y="470088"/>
                </a:lnTo>
                <a:lnTo>
                  <a:pt x="2412000" y="445473"/>
                </a:lnTo>
                <a:lnTo>
                  <a:pt x="2448000" y="418527"/>
                </a:lnTo>
                <a:lnTo>
                  <a:pt x="2484000" y="393912"/>
                </a:lnTo>
                <a:lnTo>
                  <a:pt x="2520000" y="375882"/>
                </a:lnTo>
                <a:lnTo>
                  <a:pt x="2556000" y="367555"/>
                </a:lnTo>
                <a:lnTo>
                  <a:pt x="2592000" y="370372"/>
                </a:lnTo>
                <a:lnTo>
                  <a:pt x="2628000" y="383844"/>
                </a:lnTo>
                <a:lnTo>
                  <a:pt x="2664000" y="405643"/>
                </a:lnTo>
                <a:lnTo>
                  <a:pt x="2700000" y="432000"/>
                </a:lnTo>
                <a:lnTo>
                  <a:pt x="2736000" y="458357"/>
                </a:lnTo>
                <a:lnTo>
                  <a:pt x="2772000" y="480156"/>
                </a:lnTo>
                <a:lnTo>
                  <a:pt x="2808000" y="493628"/>
                </a:lnTo>
                <a:lnTo>
                  <a:pt x="2844000" y="496445"/>
                </a:lnTo>
                <a:lnTo>
                  <a:pt x="2880000" y="488118"/>
                </a:lnTo>
                <a:lnTo>
                  <a:pt x="2916000" y="470088"/>
                </a:lnTo>
                <a:lnTo>
                  <a:pt x="2952000" y="445473"/>
                </a:lnTo>
                <a:lnTo>
                  <a:pt x="2988000" y="418527"/>
                </a:lnTo>
                <a:lnTo>
                  <a:pt x="3024000" y="393912"/>
                </a:lnTo>
                <a:lnTo>
                  <a:pt x="3060000" y="375882"/>
                </a:lnTo>
                <a:lnTo>
                  <a:pt x="3096000" y="367555"/>
                </a:lnTo>
                <a:lnTo>
                  <a:pt x="3132000" y="370372"/>
                </a:lnTo>
                <a:lnTo>
                  <a:pt x="3168000" y="383844"/>
                </a:lnTo>
                <a:lnTo>
                  <a:pt x="3204000" y="405643"/>
                </a:lnTo>
                <a:lnTo>
                  <a:pt x="3240000" y="432000"/>
                </a:lnTo>
                <a:lnTo>
                  <a:pt x="3240000" y="0"/>
                </a:lnTo>
                <a:lnTo>
                  <a:pt x="0" y="0"/>
                </a:lnTo>
                <a:close/>
              </a:path>
            </a:pathLst>
          </a:custGeom>
          <a:solidFill>
            <a:srgbClr val="8A7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144000"/>
            <a:ext cx="252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240">
                <a:solidFill>
                  <a:srgbClr val="FFFFFF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5" name="Oval 4"/>
          <p:cNvSpPr/>
          <p:nvPr/>
        </p:nvSpPr>
        <p:spPr>
          <a:xfrm>
            <a:off x="255600" y="741600"/>
            <a:ext cx="43200" cy="43200"/>
          </a:xfrm>
          <a:prstGeom prst="ellipse">
            <a:avLst/>
          </a:prstGeom>
          <a:solidFill>
            <a:srgbClr val="8A7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684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핸드드립</a:t>
            </a:r>
          </a:p>
        </p:txBody>
      </p:sp>
      <p:sp>
        <p:nvSpPr>
          <p:cNvPr id="7" name="Oval 6"/>
          <p:cNvSpPr/>
          <p:nvPr/>
        </p:nvSpPr>
        <p:spPr>
          <a:xfrm>
            <a:off x="255600" y="928800"/>
            <a:ext cx="43200" cy="43200"/>
          </a:xfrm>
          <a:prstGeom prst="ellipse">
            <a:avLst/>
          </a:prstGeom>
          <a:solidFill>
            <a:srgbClr val="7A7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수제 디저트</a:t>
            </a:r>
          </a:p>
        </p:txBody>
      </p:sp>
      <p:sp>
        <p:nvSpPr>
          <p:cNvPr id="9" name="Oval 8"/>
          <p:cNvSpPr/>
          <p:nvPr/>
        </p:nvSpPr>
        <p:spPr>
          <a:xfrm>
            <a:off x="255600" y="1116000"/>
            <a:ext cx="43200" cy="43200"/>
          </a:xfrm>
          <a:prstGeom prst="ellipse">
            <a:avLst/>
          </a:prstGeom>
          <a:solidFill>
            <a:srgbClr val="8A7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360000" y="105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샐러드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684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016000" y="799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매일 08:00 – 20:00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1080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16000" y="1195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로스터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