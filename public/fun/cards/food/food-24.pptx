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65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937E5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2893392" y="1364112"/>
            <a:ext cx="117216" cy="22377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882736" y="1396080"/>
            <a:ext cx="133200" cy="159840"/>
          </a:xfrm>
          <a:prstGeom prst="line">
            <a:avLst/>
          </a:prstGeom>
          <a:ln w="10656">
            <a:solidFill>
              <a:srgbClr val="E8E8E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DE9E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0E9DD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E9D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E9D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E9D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4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493200" y="673200"/>
            <a:ext cx="237600" cy="453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471600" y="738000"/>
            <a:ext cx="270000" cy="324000"/>
          </a:xfrm>
          <a:prstGeom prst="line">
            <a:avLst/>
          </a:prstGeom>
          <a:ln w="21600">
            <a:solidFill>
              <a:srgbClr val="FFFF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처음 온 손님도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오래된 단골처럼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5BF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