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7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BDB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BDBFF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BDB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BDB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