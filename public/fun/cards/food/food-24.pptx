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46000" y="2340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46000" y="334800"/>
            <a:ext cx="36000" cy="36000"/>
          </a:xfrm>
          <a:prstGeom prst="ellipse">
            <a:avLst/>
          </a:prstGeom>
          <a:solidFill>
            <a:srgbClr val="8C8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46000" y="435600"/>
            <a:ext cx="36000" cy="36000"/>
          </a:xfrm>
          <a:prstGeom prst="ellipse">
            <a:avLst/>
          </a:prstGeom>
          <a:solidFill>
            <a:srgbClr val="8C8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46000" y="5364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6800" y="234000"/>
            <a:ext cx="36000" cy="36000"/>
          </a:xfrm>
          <a:prstGeom prst="ellipse">
            <a:avLst/>
          </a:prstGeom>
          <a:solidFill>
            <a:srgbClr val="8C8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6800" y="334800"/>
            <a:ext cx="36000" cy="36000"/>
          </a:xfrm>
          <a:prstGeom prst="ellipse">
            <a:avLst/>
          </a:prstGeom>
          <a:solidFill>
            <a:srgbClr val="8C8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6800" y="4356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6800" y="536400"/>
            <a:ext cx="36000" cy="36000"/>
          </a:xfrm>
          <a:prstGeom prst="ellipse">
            <a:avLst/>
          </a:prstGeom>
          <a:solidFill>
            <a:srgbClr val="8C8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7600" y="234000"/>
            <a:ext cx="36000" cy="36000"/>
          </a:xfrm>
          <a:prstGeom prst="ellipse">
            <a:avLst/>
          </a:prstGeom>
          <a:solidFill>
            <a:srgbClr val="8C8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7600" y="435600"/>
            <a:ext cx="36000" cy="36000"/>
          </a:xfrm>
          <a:prstGeom prst="ellipse">
            <a:avLst/>
          </a:prstGeom>
          <a:solidFill>
            <a:srgbClr val="8C8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7600" y="536400"/>
            <a:ext cx="36000" cy="36000"/>
          </a:xfrm>
          <a:prstGeom prst="ellipse">
            <a:avLst/>
          </a:prstGeom>
          <a:solidFill>
            <a:srgbClr val="8C8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48400" y="2340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48400" y="334800"/>
            <a:ext cx="36000" cy="36000"/>
          </a:xfrm>
          <a:prstGeom prst="ellipse">
            <a:avLst/>
          </a:prstGeom>
          <a:solidFill>
            <a:srgbClr val="8C8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48400" y="435600"/>
            <a:ext cx="36000" cy="36000"/>
          </a:xfrm>
          <a:prstGeom prst="ellipse">
            <a:avLst/>
          </a:prstGeom>
          <a:solidFill>
            <a:srgbClr val="8C8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8400" y="5364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49200" y="234000"/>
            <a:ext cx="36000" cy="36000"/>
          </a:xfrm>
          <a:prstGeom prst="ellipse">
            <a:avLst/>
          </a:prstGeom>
          <a:solidFill>
            <a:srgbClr val="8C8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9200" y="334800"/>
            <a:ext cx="36000" cy="36000"/>
          </a:xfrm>
          <a:prstGeom prst="ellipse">
            <a:avLst/>
          </a:prstGeom>
          <a:solidFill>
            <a:srgbClr val="8C8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49200" y="4356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49200" y="536400"/>
            <a:ext cx="36000" cy="36000"/>
          </a:xfrm>
          <a:prstGeom prst="ellipse">
            <a:avLst/>
          </a:prstGeom>
          <a:solidFill>
            <a:srgbClr val="8C8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DBDBFF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52000" y="7704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남도현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1173600"/>
            <a:ext cx="201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DBDBFF"/>
                </a:solidFill>
                <a:latin typeface="맑은 고딕"/>
                <a:ea typeface="맑은 고딕"/>
              </a:rPr>
              <a:t>사장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1620000" y="13392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1620000" y="14760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1620000" y="16128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16000" y="72000"/>
            <a:ext cx="10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0"/>
              </a:lnSpc>
            </a:pPr>
            <a:r>
              <a:rPr sz="11000" b="1">
                <a:solidFill>
                  <a:srgbClr val="6F6FFF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792000"/>
            <a:ext cx="2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처음 온 손님도 오래된 단골처럼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1512000"/>
            <a:ext cx="2736000" cy="0"/>
          </a:xfrm>
          <a:prstGeom prst="line">
            <a:avLst/>
          </a:prstGeom>
          <a:ln w="576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15696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