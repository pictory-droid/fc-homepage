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7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D563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CAB3BC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B5763"/>
                </a:solidFill>
                <a:latin typeface="맑은 고딕"/>
                <a:ea typeface="맑은 고딕"/>
              </a:rPr>
              <a:t>파티시에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6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CAB3B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6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CAB3BC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6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688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D683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6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9686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E6884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