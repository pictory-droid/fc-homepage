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7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D563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CAB3B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B5763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6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CAB3B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6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CAB3B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6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688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D683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E688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