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44000" y="144000"/>
            <a:ext cx="165600" cy="0"/>
          </a:xfrm>
          <a:prstGeom prst="line">
            <a:avLst/>
          </a:prstGeom>
          <a:ln w="7920">
            <a:solidFill>
              <a:srgbClr val="2B4A82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44000" y="144000"/>
            <a:ext cx="0" cy="165600"/>
          </a:xfrm>
          <a:prstGeom prst="line">
            <a:avLst/>
          </a:prstGeom>
          <a:ln w="7920">
            <a:solidFill>
              <a:srgbClr val="2B4A82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2930400" y="144000"/>
            <a:ext cx="165600" cy="0"/>
          </a:xfrm>
          <a:prstGeom prst="line">
            <a:avLst/>
          </a:prstGeom>
          <a:ln w="7920">
            <a:solidFill>
              <a:srgbClr val="2B4A82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096000" y="144000"/>
            <a:ext cx="0" cy="165600"/>
          </a:xfrm>
          <a:prstGeom prst="line">
            <a:avLst/>
          </a:prstGeom>
          <a:ln w="7920">
            <a:solidFill>
              <a:srgbClr val="2B4A82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144000" y="1656000"/>
            <a:ext cx="165600" cy="0"/>
          </a:xfrm>
          <a:prstGeom prst="line">
            <a:avLst/>
          </a:prstGeom>
          <a:ln w="7920">
            <a:solidFill>
              <a:srgbClr val="2B4A82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144000" y="1490400"/>
            <a:ext cx="0" cy="165600"/>
          </a:xfrm>
          <a:prstGeom prst="line">
            <a:avLst/>
          </a:prstGeom>
          <a:ln w="7920">
            <a:solidFill>
              <a:srgbClr val="2B4A82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930400" y="1656000"/>
            <a:ext cx="165600" cy="0"/>
          </a:xfrm>
          <a:prstGeom prst="line">
            <a:avLst/>
          </a:prstGeom>
          <a:ln w="7920">
            <a:solidFill>
              <a:srgbClr val="2B4A82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3096000" y="1490400"/>
            <a:ext cx="0" cy="165600"/>
          </a:xfrm>
          <a:prstGeom prst="line">
            <a:avLst/>
          </a:prstGeom>
          <a:ln w="7920">
            <a:solidFill>
              <a:srgbClr val="2B4A82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024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1" spc="300">
                <a:solidFill>
                  <a:srgbClr val="5F6672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60000" y="504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천OO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756000"/>
            <a:ext cx="252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5F6672"/>
                </a:solidFill>
                <a:latin typeface="맑은 고딕"/>
                <a:ea typeface="맑은 고딕"/>
              </a:rPr>
              <a:t>파티시에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12000" y="993600"/>
            <a:ext cx="216000" cy="0"/>
          </a:xfrm>
          <a:prstGeom prst="line">
            <a:avLst/>
          </a:prstGeom>
          <a:ln w="7200">
            <a:solidFill>
              <a:srgbClr val="2B4A82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360000" y="1144800"/>
            <a:ext cx="25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274400"/>
            <a:ext cx="25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5F6672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8BE8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8000" y="432000"/>
            <a:ext cx="936000" cy="936000"/>
          </a:xfrm>
          <a:prstGeom prst="ellipse">
            <a:avLst/>
          </a:prstGeom>
          <a:solidFill>
            <a:srgbClr val="E8D8B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0" y="324000"/>
            <a:ext cx="1152000" cy="1152000"/>
          </a:xfrm>
          <a:prstGeom prst="ellipse">
            <a:avLst/>
          </a:prstGeom>
          <a:noFill/>
          <a:ln w="4320">
            <a:solidFill>
              <a:srgbClr val="B6A27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 rot="2280000">
            <a:off x="480960" y="718560"/>
            <a:ext cx="190080" cy="362880"/>
          </a:xfrm>
          <a:prstGeom prst="ellipse">
            <a:avLst/>
          </a:pr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 flipV="1">
            <a:off x="463680" y="770400"/>
            <a:ext cx="216000" cy="259200"/>
          </a:xfrm>
          <a:prstGeom prst="line">
            <a:avLst/>
          </a:prstGeom>
          <a:ln w="17280">
            <a:solidFill>
              <a:srgbClr val="827D73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136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2B4A82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7" name="Oval 6"/>
          <p:cNvSpPr/>
          <p:nvPr/>
        </p:nvSpPr>
        <p:spPr>
          <a:xfrm>
            <a:off x="1371600" y="482400"/>
            <a:ext cx="43200" cy="43200"/>
          </a:xfrm>
          <a:prstGeom prst="ellipse">
            <a:avLst/>
          </a:prstGeom>
          <a:solidFill>
            <a:srgbClr val="635D5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476000" y="4248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아메리카노</a:t>
            </a:r>
          </a:p>
        </p:txBody>
      </p:sp>
      <p:sp>
        <p:nvSpPr>
          <p:cNvPr id="9" name="Oval 8"/>
          <p:cNvSpPr/>
          <p:nvPr/>
        </p:nvSpPr>
        <p:spPr>
          <a:xfrm>
            <a:off x="1371600" y="705600"/>
            <a:ext cx="43200" cy="43200"/>
          </a:xfrm>
          <a:prstGeom prst="ellipse">
            <a:avLst/>
          </a:prstGeom>
          <a:solidFill>
            <a:srgbClr val="2B4A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476000" y="648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수제 디저트</a:t>
            </a:r>
          </a:p>
        </p:txBody>
      </p:sp>
      <p:sp>
        <p:nvSpPr>
          <p:cNvPr id="11" name="Oval 10"/>
          <p:cNvSpPr/>
          <p:nvPr/>
        </p:nvSpPr>
        <p:spPr>
          <a:xfrm>
            <a:off x="1371600" y="928800"/>
            <a:ext cx="43200" cy="43200"/>
          </a:xfrm>
          <a:prstGeom prst="ellipse">
            <a:avLst/>
          </a:prstGeom>
          <a:solidFill>
            <a:srgbClr val="635D5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476000" y="871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브런치</a:t>
            </a:r>
          </a:p>
        </p:txBody>
      </p:sp>
      <p:sp>
        <p:nvSpPr>
          <p:cNvPr id="13" name="Oval 12"/>
          <p:cNvSpPr/>
          <p:nvPr/>
        </p:nvSpPr>
        <p:spPr>
          <a:xfrm>
            <a:off x="1371600" y="1152000"/>
            <a:ext cx="43200" cy="43200"/>
          </a:xfrm>
          <a:prstGeom prst="ellipse">
            <a:avLst/>
          </a:prstGeom>
          <a:solidFill>
            <a:srgbClr val="2B4A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476000" y="1094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케이터링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368000" y="1440000"/>
            <a:ext cx="1656000" cy="0"/>
          </a:xfrm>
          <a:prstGeom prst="line">
            <a:avLst/>
          </a:prstGeom>
          <a:ln w="3600">
            <a:solidFill>
              <a:srgbClr val="B6A276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1368000" y="1512000"/>
            <a:ext cx="165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54514A"/>
                </a:solidFill>
                <a:latin typeface="맑은 고딕"/>
                <a:ea typeface="맑은 고딕"/>
              </a:rPr>
              <a:t>단체 예약 가능  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파티시에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