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2B4A8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2B4A8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E8D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6A2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280000">
            <a:off x="480960" y="718560"/>
            <a:ext cx="190080" cy="3628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463680" y="770400"/>
            <a:ext cx="216000" cy="259200"/>
          </a:xfrm>
          <a:prstGeom prst="line">
            <a:avLst/>
          </a:prstGeom>
          <a:ln w="17280">
            <a:solidFill>
              <a:srgbClr val="827D7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63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63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4514A"/>
                </a:solidFill>
                <a:latin typeface="맑은 고딕"/>
                <a:ea typeface="맑은 고딕"/>
              </a:rPr>
              <a:t>단체 예약 가능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