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4171D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4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AD5B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AD5B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54320" y="1009440"/>
            <a:ext cx="207360" cy="152064"/>
          </a:xfrm>
          <a:custGeom>
            <a:avLst/>
            <a:gdLst/>
            <a:ahLst/>
            <a:cxnLst/>
            <a:rect l="l" t="t" r="r" b="b"/>
            <a:pathLst>
              <a:path w="207360" h="152064">
                <a:moveTo>
                  <a:pt x="0" y="0"/>
                </a:moveTo>
                <a:lnTo>
                  <a:pt x="207360" y="0"/>
                </a:lnTo>
                <a:lnTo>
                  <a:pt x="186624" y="152064"/>
                </a:lnTo>
                <a:lnTo>
                  <a:pt x="20736" y="1520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4032" y="1023264"/>
            <a:ext cx="96768" cy="96768"/>
          </a:xfrm>
          <a:prstGeom prst="ellipse">
            <a:avLst/>
          </a:prstGeom>
          <a:noFill/>
          <a:ln w="20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2848" y="1168416"/>
            <a:ext cx="290304" cy="24192"/>
          </a:xfrm>
          <a:prstGeom prst="roundRect">
            <a:avLst>
              <a:gd name="adj" fmla="val 42857"/>
            </a:avLst>
          </a:prstGeom>
          <a:solidFill>
            <a:srgbClr val="D6AD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23440" y="919584"/>
            <a:ext cx="13824" cy="55296"/>
          </a:xfrm>
          <a:prstGeom prst="line">
            <a:avLst/>
          </a:prstGeom>
          <a:ln w="17280">
            <a:solidFill>
              <a:srgbClr val="D6ADA8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585648" y="919584"/>
            <a:ext cx="13824" cy="55296"/>
          </a:xfrm>
          <a:prstGeom prst="line">
            <a:avLst/>
          </a:prstGeom>
          <a:ln w="17280">
            <a:solidFill>
              <a:srgbClr val="D6ADA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1C2BE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C5B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6" name="Oval 15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C5B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B76E64"/>
            </a:solidFill>
          </a:ln>
        </p:spPr>
      </p:cxnSp>
      <p:sp>
        <p:nvSpPr>
          <p:cNvPr id="19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1C2BE"/>
                </a:solidFill>
                <a:latin typeface="맑은 고딕"/>
                <a:ea typeface="맑은 고딕"/>
              </a:rPr>
              <a:t>화–일 11:00 – 21:00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