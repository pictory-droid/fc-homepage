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23200"/>
            <a:ext cx="1188000" cy="403200"/>
          </a:xfrm>
          <a:prstGeom prst="roundRect">
            <a:avLst>
              <a:gd name="adj" fmla="val 25000"/>
            </a:avLst>
          </a:prstGeom>
          <a:solidFill>
            <a:srgbClr val="7A9A8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468000" y="619200"/>
            <a:ext cx="187200" cy="172800"/>
          </a:xfrm>
          <a:custGeom>
            <a:avLst/>
            <a:gdLst/>
            <a:ahLst/>
            <a:cxnLst/>
            <a:rect l="l" t="t" r="r" b="b"/>
            <a:pathLst>
              <a:path w="187200" h="172800">
                <a:moveTo>
                  <a:pt x="0" y="0"/>
                </a:moveTo>
                <a:lnTo>
                  <a:pt x="187200" y="0"/>
                </a:lnTo>
                <a:lnTo>
                  <a:pt x="21600" y="172800"/>
                </a:lnTo>
                <a:close/>
              </a:path>
            </a:pathLst>
          </a:custGeom>
          <a:solidFill>
            <a:srgbClr val="7A9A8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23200"/>
            <a:ext cx="1188000" cy="4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95"/>
              </a:lnSpc>
            </a:pPr>
            <a:r>
              <a:rPr sz="1100" b="1">
                <a:solidFill>
                  <a:srgbClr val="14171D"/>
                </a:solidFill>
                <a:latin typeface="맑은 고딕"/>
                <a:ea typeface="맑은 고딕"/>
              </a:rPr>
              <a:t>한 줄 소개</a:t>
            </a:r>
          </a:p>
        </p:txBody>
      </p:sp>
      <p:sp>
        <p:nvSpPr>
          <p:cNvPr id="5" name="Oval 4"/>
          <p:cNvSpPr/>
          <p:nvPr/>
        </p:nvSpPr>
        <p:spPr>
          <a:xfrm>
            <a:off x="1965600" y="345600"/>
            <a:ext cx="100800" cy="100800"/>
          </a:xfrm>
          <a:prstGeom prst="ellipse">
            <a:avLst/>
          </a:prstGeom>
          <a:solidFill>
            <a:srgbClr val="B889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 rot="1080000">
            <a:off x="2196000" y="3024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7A9A8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2484000" y="252000"/>
            <a:ext cx="252000" cy="252000"/>
          </a:xfrm>
          <a:custGeom>
            <a:avLst/>
            <a:gdLst/>
            <a:ahLst/>
            <a:cxnLst/>
            <a:rect l="l" t="t" r="r" b="b"/>
            <a:pathLst>
              <a:path w="252000" h="252000">
                <a:moveTo>
                  <a:pt x="108000" y="0"/>
                </a:moveTo>
                <a:lnTo>
                  <a:pt x="252000" y="252000"/>
                </a:lnTo>
                <a:lnTo>
                  <a:pt x="0" y="252000"/>
                </a:lnTo>
                <a:close/>
              </a:path>
            </a:pathLst>
          </a:cu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923200" y="316800"/>
            <a:ext cx="57600" cy="57600"/>
          </a:xfrm>
          <a:prstGeom prst="ellipse">
            <a:avLst/>
          </a:prstGeom>
          <a:solidFill>
            <a:srgbClr val="7A9A8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252000" y="8784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00">
                <a:solidFill>
                  <a:srgbClr val="14171D"/>
                </a:solidFill>
                <a:latin typeface="맑은 고딕"/>
                <a:ea typeface="맑은 고딕"/>
              </a:rPr>
              <a:t>장OO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130400"/>
            <a:ext cx="1800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666B73"/>
                </a:solidFill>
                <a:latin typeface="맑은 고딕"/>
                <a:ea typeface="맑은 고딕"/>
              </a:rPr>
              <a:t>브런치 카페 대표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260000" y="1144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5120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152000" y="1512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2160000" y="1512000"/>
            <a:ext cx="972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040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6000" y="540000"/>
            <a:ext cx="684000" cy="1260000"/>
          </a:xfrm>
          <a:prstGeom prst="rect">
            <a:avLst/>
          </a:prstGeom>
          <a:solidFill>
            <a:srgbClr val="AD5B5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16000" y="198000"/>
            <a:ext cx="684000" cy="342000"/>
          </a:xfrm>
          <a:custGeom>
            <a:avLst/>
            <a:gdLst/>
            <a:ahLst/>
            <a:cxnLst/>
            <a:rect l="l" t="t" r="r" b="b"/>
            <a:pathLst>
              <a:path w="684000" h="342000">
                <a:moveTo>
                  <a:pt x="0" y="342000"/>
                </a:moveTo>
                <a:lnTo>
                  <a:pt x="2926" y="297360"/>
                </a:lnTo>
                <a:lnTo>
                  <a:pt x="11653" y="253484"/>
                </a:lnTo>
                <a:lnTo>
                  <a:pt x="26033" y="211122"/>
                </a:lnTo>
                <a:lnTo>
                  <a:pt x="45819" y="171000"/>
                </a:lnTo>
                <a:lnTo>
                  <a:pt x="70673" y="133804"/>
                </a:lnTo>
                <a:lnTo>
                  <a:pt x="100169" y="100169"/>
                </a:lnTo>
                <a:lnTo>
                  <a:pt x="133804" y="70673"/>
                </a:lnTo>
                <a:lnTo>
                  <a:pt x="171000" y="45819"/>
                </a:lnTo>
                <a:lnTo>
                  <a:pt x="211122" y="26033"/>
                </a:lnTo>
                <a:lnTo>
                  <a:pt x="253484" y="11653"/>
                </a:lnTo>
                <a:lnTo>
                  <a:pt x="297360" y="2926"/>
                </a:lnTo>
                <a:lnTo>
                  <a:pt x="342000" y="0"/>
                </a:lnTo>
                <a:lnTo>
                  <a:pt x="386640" y="2926"/>
                </a:lnTo>
                <a:lnTo>
                  <a:pt x="430516" y="11653"/>
                </a:lnTo>
                <a:lnTo>
                  <a:pt x="472878" y="26033"/>
                </a:lnTo>
                <a:lnTo>
                  <a:pt x="513000" y="45819"/>
                </a:lnTo>
                <a:lnTo>
                  <a:pt x="550196" y="70673"/>
                </a:lnTo>
                <a:lnTo>
                  <a:pt x="583831" y="100169"/>
                </a:lnTo>
                <a:lnTo>
                  <a:pt x="613327" y="133804"/>
                </a:lnTo>
                <a:lnTo>
                  <a:pt x="638181" y="171000"/>
                </a:lnTo>
                <a:lnTo>
                  <a:pt x="657967" y="211122"/>
                </a:lnTo>
                <a:lnTo>
                  <a:pt x="672347" y="253484"/>
                </a:lnTo>
                <a:lnTo>
                  <a:pt x="681074" y="297360"/>
                </a:lnTo>
                <a:lnTo>
                  <a:pt x="684000" y="342000"/>
                </a:lnTo>
                <a:close/>
              </a:path>
            </a:pathLst>
          </a:custGeom>
          <a:solidFill>
            <a:srgbClr val="AD5B5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54320" y="1009440"/>
            <a:ext cx="207360" cy="152064"/>
          </a:xfrm>
          <a:custGeom>
            <a:avLst/>
            <a:gdLst/>
            <a:ahLst/>
            <a:cxnLst/>
            <a:rect l="l" t="t" r="r" b="b"/>
            <a:pathLst>
              <a:path w="207360" h="152064">
                <a:moveTo>
                  <a:pt x="0" y="0"/>
                </a:moveTo>
                <a:lnTo>
                  <a:pt x="207360" y="0"/>
                </a:lnTo>
                <a:lnTo>
                  <a:pt x="186624" y="152064"/>
                </a:lnTo>
                <a:lnTo>
                  <a:pt x="20736" y="152064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34032" y="1023264"/>
            <a:ext cx="96768" cy="96768"/>
          </a:xfrm>
          <a:prstGeom prst="ellipse">
            <a:avLst/>
          </a:prstGeom>
          <a:noFill/>
          <a:ln w="20736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2848" y="1168416"/>
            <a:ext cx="290304" cy="24192"/>
          </a:xfrm>
          <a:prstGeom prst="roundRect">
            <a:avLst>
              <a:gd name="adj" fmla="val 42857"/>
            </a:avLst>
          </a:prstGeom>
          <a:solidFill>
            <a:srgbClr val="D6AD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523440" y="919584"/>
            <a:ext cx="13824" cy="55296"/>
          </a:xfrm>
          <a:prstGeom prst="line">
            <a:avLst/>
          </a:prstGeom>
          <a:ln w="17280">
            <a:solidFill>
              <a:srgbClr val="D6ADA8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585648" y="919584"/>
            <a:ext cx="13824" cy="55296"/>
          </a:xfrm>
          <a:prstGeom prst="line">
            <a:avLst/>
          </a:prstGeom>
          <a:ln w="17280">
            <a:solidFill>
              <a:srgbClr val="D6ADA8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118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E1C2BE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10" name="Oval 9"/>
          <p:cNvSpPr/>
          <p:nvPr/>
        </p:nvSpPr>
        <p:spPr>
          <a:xfrm>
            <a:off x="1191600" y="489600"/>
            <a:ext cx="43200" cy="43200"/>
          </a:xfrm>
          <a:prstGeom prst="ellipse">
            <a:avLst/>
          </a:prstGeom>
          <a:solidFill>
            <a:srgbClr val="D4A9A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29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브런치</a:t>
            </a:r>
          </a:p>
        </p:txBody>
      </p:sp>
      <p:sp>
        <p:nvSpPr>
          <p:cNvPr id="12" name="Oval 11"/>
          <p:cNvSpPr/>
          <p:nvPr/>
        </p:nvSpPr>
        <p:spPr>
          <a:xfrm>
            <a:off x="1191600" y="712800"/>
            <a:ext cx="43200" cy="43200"/>
          </a:xfrm>
          <a:prstGeom prst="ellipse">
            <a:avLst/>
          </a:prstGeom>
          <a:solidFill>
            <a:srgbClr val="C5B1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텍스트"/>
          <p:cNvSpPr txBox="1"/>
          <p:nvPr/>
        </p:nvSpPr>
        <p:spPr>
          <a:xfrm>
            <a:off x="129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단체 주문</a:t>
            </a:r>
          </a:p>
        </p:txBody>
      </p:sp>
      <p:sp>
        <p:nvSpPr>
          <p:cNvPr id="14" name="Oval 13"/>
          <p:cNvSpPr/>
          <p:nvPr/>
        </p:nvSpPr>
        <p:spPr>
          <a:xfrm>
            <a:off x="1191600" y="936000"/>
            <a:ext cx="43200" cy="43200"/>
          </a:xfrm>
          <a:prstGeom prst="ellipse">
            <a:avLst/>
          </a:prstGeom>
          <a:solidFill>
            <a:srgbClr val="D4A9A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129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샐러드</a:t>
            </a:r>
          </a:p>
        </p:txBody>
      </p:sp>
      <p:sp>
        <p:nvSpPr>
          <p:cNvPr id="16" name="Oval 15"/>
          <p:cNvSpPr/>
          <p:nvPr/>
        </p:nvSpPr>
        <p:spPr>
          <a:xfrm>
            <a:off x="1191600" y="1159200"/>
            <a:ext cx="43200" cy="43200"/>
          </a:xfrm>
          <a:prstGeom prst="ellipse">
            <a:avLst/>
          </a:prstGeom>
          <a:solidFill>
            <a:srgbClr val="C5B1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텍스트"/>
          <p:cNvSpPr txBox="1"/>
          <p:nvPr/>
        </p:nvSpPr>
        <p:spPr>
          <a:xfrm>
            <a:off x="1296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원두 판매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188000" y="1440000"/>
            <a:ext cx="1836000" cy="0"/>
          </a:xfrm>
          <a:prstGeom prst="line">
            <a:avLst/>
          </a:prstGeom>
          <a:ln w="3600">
            <a:solidFill>
              <a:srgbClr val="B76E64"/>
            </a:solidFill>
          </a:ln>
        </p:spPr>
      </p:cxnSp>
      <p:sp>
        <p:nvSpPr>
          <p:cNvPr id="19" name="텍스트"/>
          <p:cNvSpPr txBox="1"/>
          <p:nvPr/>
        </p:nvSpPr>
        <p:spPr>
          <a:xfrm>
            <a:off x="1188000" y="1512000"/>
            <a:ext cx="1872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E1C2BE"/>
                </a:solidFill>
                <a:latin typeface="맑은 고딕"/>
                <a:ea typeface="맑은 고딕"/>
              </a:rPr>
              <a:t>화–일 11:00 – 21:00  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브런치 카페 대표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