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2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351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BC9CB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BC9CB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F67D8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BC9CB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F67D8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BC9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BC9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BC9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