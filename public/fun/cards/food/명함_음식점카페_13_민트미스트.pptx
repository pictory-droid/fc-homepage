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58A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9C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41506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2C5C4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41506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2C5C4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41506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2C5C4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41506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2C5C4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41506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2C5C4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64E3D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2C5C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2C5C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6C86A6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9475B"/>
                </a:solidFill>
                <a:latin typeface="맑은 고딕"/>
                <a:ea typeface="맑은 고딕"/>
              </a:rPr>
              <a:t>매장 · 포장 · 배달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