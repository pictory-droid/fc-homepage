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4705A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지OO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EAD0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1B2230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56434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1D76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1D76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C67B6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1470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6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매장 · 포장 · 배달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7076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