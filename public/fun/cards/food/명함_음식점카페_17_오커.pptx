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A7ABB4"/>
                </a:solidFill>
                <a:latin typeface="맑은 고딕"/>
                <a:ea typeface="맑은 고딕"/>
              </a:rPr>
              <a:t>파티시에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C08A2E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2A1F30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4171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F2D4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CEC4CE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F2D4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샐러드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CEC4CE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F2D4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CEC4CE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F2D4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CEC4CE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2A1F30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2A1F3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