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파티시에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08A2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A1F3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4171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F2D4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CEC4CE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2A1F30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2A1F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