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C08A2E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C08A2E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C08A2E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C08A2E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C08A2E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C08A2E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C08A2E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C08A2E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024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1" spc="300">
                <a:solidFill>
                  <a:srgbClr val="A7ABB4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360000" y="504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안OO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756000"/>
            <a:ext cx="252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86"/>
              </a:lnSpc>
            </a:pPr>
            <a:r>
              <a:rPr sz="680" b="0">
                <a:solidFill>
                  <a:srgbClr val="A7ABB4"/>
                </a:solidFill>
                <a:latin typeface="맑은 고딕"/>
                <a:ea typeface="맑은 고딕"/>
              </a:rPr>
              <a:t>파티시에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512000" y="993600"/>
            <a:ext cx="216000" cy="0"/>
          </a:xfrm>
          <a:prstGeom prst="line">
            <a:avLst/>
          </a:prstGeom>
          <a:ln w="7200">
            <a:solidFill>
              <a:srgbClr val="C08A2E"/>
            </a:solidFill>
          </a:ln>
        </p:spPr>
      </p:cxnSp>
      <p:sp>
        <p:nvSpPr>
          <p:cNvPr id="14" name="텍스트"/>
          <p:cNvSpPr txBox="1"/>
          <p:nvPr/>
        </p:nvSpPr>
        <p:spPr>
          <a:xfrm>
            <a:off x="360000" y="11448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FFFFFF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274400"/>
            <a:ext cx="25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99"/>
              </a:lnSpc>
            </a:pPr>
            <a:r>
              <a:rPr sz="620" b="0">
                <a:solidFill>
                  <a:srgbClr val="A7ABB4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DEAE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2A1F30"/>
                </a:solidFill>
                <a:latin typeface="맑은 고딕"/>
                <a:ea typeface="맑은 고딕"/>
              </a:rPr>
              <a:t>대표 메뉴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60000"/>
            <a:ext cx="2736000" cy="0"/>
          </a:xfrm>
          <a:prstGeom prst="line">
            <a:avLst/>
          </a:prstGeom>
          <a:ln w="4320">
            <a:solidFill>
              <a:srgbClr val="14171D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4464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4F2D4F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576000" y="4320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아메리카노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76000" y="640800"/>
            <a:ext cx="2412000" cy="0"/>
          </a:xfrm>
          <a:prstGeom prst="line">
            <a:avLst/>
          </a:prstGeom>
          <a:ln w="3600">
            <a:solidFill>
              <a:srgbClr val="CEC4CE"/>
            </a:solidFill>
            <a:prstDash val="dash"/>
          </a:ln>
        </p:spPr>
      </p:cxnSp>
      <p:sp>
        <p:nvSpPr>
          <p:cNvPr id="7" name="텍스트"/>
          <p:cNvSpPr txBox="1"/>
          <p:nvPr/>
        </p:nvSpPr>
        <p:spPr>
          <a:xfrm>
            <a:off x="252000" y="6840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4F2D4F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576000" y="6696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샐러드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76000" y="878400"/>
            <a:ext cx="2412000" cy="0"/>
          </a:xfrm>
          <a:prstGeom prst="line">
            <a:avLst/>
          </a:prstGeom>
          <a:ln w="3600">
            <a:solidFill>
              <a:srgbClr val="CEC4CE"/>
            </a:solidFill>
            <a:prstDash val="dash"/>
          </a:ln>
        </p:spPr>
      </p:cxnSp>
      <p:sp>
        <p:nvSpPr>
          <p:cNvPr id="10" name="텍스트"/>
          <p:cNvSpPr txBox="1"/>
          <p:nvPr/>
        </p:nvSpPr>
        <p:spPr>
          <a:xfrm>
            <a:off x="252000" y="9216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4F2D4F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576000" y="9072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런치 세트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76000" y="1116000"/>
            <a:ext cx="2412000" cy="0"/>
          </a:xfrm>
          <a:prstGeom prst="line">
            <a:avLst/>
          </a:prstGeom>
          <a:ln w="3600">
            <a:solidFill>
              <a:srgbClr val="CEC4CE"/>
            </a:solidFill>
            <a:prstDash val="dash"/>
          </a:ln>
        </p:spPr>
      </p:cxnSp>
      <p:sp>
        <p:nvSpPr>
          <p:cNvPr id="13" name="텍스트"/>
          <p:cNvSpPr txBox="1"/>
          <p:nvPr/>
        </p:nvSpPr>
        <p:spPr>
          <a:xfrm>
            <a:off x="252000" y="1159200"/>
            <a:ext cx="360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1">
                <a:solidFill>
                  <a:srgbClr val="4F2D4F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576000" y="1144800"/>
            <a:ext cx="1800000" cy="18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4171D"/>
                </a:solidFill>
                <a:latin typeface="맑은 고딕"/>
                <a:ea typeface="맑은 고딕"/>
              </a:rPr>
              <a:t>원두 판매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6000" y="1353600"/>
            <a:ext cx="2412000" cy="0"/>
          </a:xfrm>
          <a:prstGeom prst="line">
            <a:avLst/>
          </a:prstGeom>
          <a:ln w="3600">
            <a:solidFill>
              <a:srgbClr val="CEC4CE"/>
            </a:solidFill>
            <a:prstDash val="dash"/>
          </a:ln>
        </p:spPr>
      </p:cxnSp>
      <p:sp>
        <p:nvSpPr>
          <p:cNvPr id="16" name="텍스트"/>
          <p:cNvSpPr txBox="1"/>
          <p:nvPr/>
        </p:nvSpPr>
        <p:spPr>
          <a:xfrm>
            <a:off x="252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11"/>
              </a:lnSpc>
            </a:pPr>
            <a:r>
              <a:rPr sz="560" b="0">
                <a:solidFill>
                  <a:srgbClr val="2A1F30"/>
                </a:solidFill>
                <a:latin typeface="맑은 고딕"/>
                <a:ea typeface="맑은 고딕"/>
              </a:rPr>
              <a:t>매일 08:00 – 20:00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1620000" y="1526400"/>
            <a:ext cx="1368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2A1F30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파티시에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