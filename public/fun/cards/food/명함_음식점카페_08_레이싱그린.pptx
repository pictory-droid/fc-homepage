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7394BC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1F6B54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1F6B54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1F6B54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1C3B3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540000" cy="158400"/>
          </a:xfrm>
          <a:prstGeom prst="roundRect">
            <a:avLst>
              <a:gd name="adj" fmla="val 50000"/>
            </a:avLst>
          </a:prstGeom>
          <a:solidFill>
            <a:srgbClr val="7394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5400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6B5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87FAE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87FAE"/>
                </a:solidFill>
                <a:latin typeface="맑은 고딕"/>
                <a:ea typeface="맑은 고딕"/>
              </a:rPr>
              <a:t>수제청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