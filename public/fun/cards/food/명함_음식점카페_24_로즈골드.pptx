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7CE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909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7CED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03C49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7CED1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C4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C4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C4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7697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7697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