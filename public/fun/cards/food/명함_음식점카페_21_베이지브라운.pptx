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B8C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A4A3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A4A3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B8C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수제청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화–일 11:00 – 21:00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