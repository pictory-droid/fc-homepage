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6173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C4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BEB6A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1CBC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BEB6AC"/>
          </a:solidFill>
          <a:ln w="5760">
            <a:solidFill>
              <a:srgbClr val="BEB6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6E5C46"/>
          </a:solidFill>
          <a:ln w="5760">
            <a:solidFill>
              <a:srgbClr val="BEB6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6E5C46"/>
          </a:solidFill>
          <a:ln w="5760">
            <a:solidFill>
              <a:srgbClr val="BEB6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6E5C46"/>
          </a:solidFill>
          <a:ln w="5760">
            <a:solidFill>
              <a:srgbClr val="BEB6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91837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D1CBC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D1CBC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