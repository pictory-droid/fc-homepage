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080000" y="252000"/>
            <a:ext cx="0" cy="12960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069200" y="252000"/>
            <a:ext cx="21600" cy="201600"/>
          </a:xfrm>
          <a:prstGeom prst="rect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75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FF9E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9E6B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260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차예준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260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대표 바리스타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60000" y="943200"/>
            <a:ext cx="172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260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591200" y="1044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260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591200" y="1173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260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91200" y="1303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88000" cy="1800000"/>
          </a:xfrm>
          <a:prstGeom prst="rect">
            <a:avLst/>
          </a:prstGeom>
          <a:solidFill>
            <a:srgbClr val="FF9E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7600" cy="57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15200" cy="11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88000" cy="28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45600" cy="34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60800" cy="46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57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115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172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30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88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345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403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460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5184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576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633600" y="1245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691200" y="1303200"/>
            <a:ext cx="496800" cy="496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748800" y="1360800"/>
            <a:ext cx="439200" cy="43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806400" y="1418400"/>
            <a:ext cx="381600" cy="38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864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921600" y="1533600"/>
            <a:ext cx="266400" cy="266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979200" y="1591200"/>
            <a:ext cx="208800" cy="20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1036800" y="16488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1094400" y="1706400"/>
            <a:ext cx="93600" cy="9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1152000" y="1764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Oval 32"/>
          <p:cNvSpPr/>
          <p:nvPr/>
        </p:nvSpPr>
        <p:spPr>
          <a:xfrm>
            <a:off x="216000" y="252000"/>
            <a:ext cx="288000" cy="2880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텍스트"/>
          <p:cNvSpPr txBox="1"/>
          <p:nvPr/>
        </p:nvSpPr>
        <p:spPr>
          <a:xfrm>
            <a:off x="216000" y="252000"/>
            <a:ext cx="288000" cy="28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030"/>
              </a:lnSpc>
            </a:pPr>
            <a:r>
              <a:rPr sz="1400" b="1">
                <a:solidFill>
                  <a:srgbClr val="12151C"/>
                </a:solidFill>
                <a:latin typeface="맑은 고딕"/>
                <a:ea typeface="맑은 고딕"/>
              </a:rPr>
              <a:t>상</a:t>
            </a:r>
          </a:p>
        </p:txBody>
      </p:sp>
      <p:sp>
        <p:nvSpPr>
          <p:cNvPr id="35" name="텍스트"/>
          <p:cNvSpPr txBox="1"/>
          <p:nvPr/>
        </p:nvSpPr>
        <p:spPr>
          <a:xfrm>
            <a:off x="216000" y="1440000"/>
            <a:ext cx="828000" cy="1428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00">
                <a:solidFill>
                  <a:srgbClr val="12151C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1440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440000" y="3600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8" name="텍스트"/>
          <p:cNvSpPr txBox="1"/>
          <p:nvPr/>
        </p:nvSpPr>
        <p:spPr>
          <a:xfrm>
            <a:off x="1440000" y="403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아메리카노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440000" y="5616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440000" y="6048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단체 주문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440000" y="7632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2" name="텍스트"/>
          <p:cNvSpPr txBox="1"/>
          <p:nvPr/>
        </p:nvSpPr>
        <p:spPr>
          <a:xfrm>
            <a:off x="1440000" y="8064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440000" y="9648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4" name="텍스트"/>
          <p:cNvSpPr txBox="1"/>
          <p:nvPr/>
        </p:nvSpPr>
        <p:spPr>
          <a:xfrm>
            <a:off x="1440000" y="1569600"/>
            <a:ext cx="154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6B7280"/>
                </a:solidFill>
                <a:latin typeface="맑은 고딕"/>
                <a:ea typeface="맑은 고딕"/>
              </a:rPr>
              <a:t>매일 10:00 – 22:00   |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대표 바리스타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