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B2645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B26459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배OO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점장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B26459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A7ABB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8274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대표 메뉴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핸드드립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단체 주문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66B73"/>
                </a:solidFill>
                <a:latin typeface="맑은 고딕"/>
                <a:ea typeface="맑은 고딕"/>
              </a:rPr>
              <a:t>매일 10:00 – 22:00   |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