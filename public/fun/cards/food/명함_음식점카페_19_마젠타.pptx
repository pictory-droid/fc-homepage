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169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F73C3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8C5E6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F8C5E6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F73C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8C5E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8C5E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8C5E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