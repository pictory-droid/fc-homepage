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14705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9D5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07076"/>
                </a:solidFill>
                <a:latin typeface="바탕"/>
                <a:ea typeface="바탕"/>
              </a:rPr>
              <a:t>파티시에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14705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14705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0707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B4A8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B4A8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B4A8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B4A8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5C5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