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1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5040">
            <a:solidFill>
              <a:srgbClr val="14705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1200" y="151200"/>
            <a:ext cx="2937600" cy="1497600"/>
          </a:xfrm>
          <a:prstGeom prst="rect">
            <a:avLst/>
          </a:prstGeom>
          <a:noFill/>
          <a:ln w="3600">
            <a:solidFill>
              <a:srgbClr val="B9D5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576800" y="252000"/>
            <a:ext cx="86400" cy="115200"/>
          </a:xfrm>
          <a:custGeom>
            <a:avLst/>
            <a:gdLst/>
            <a:ahLst/>
            <a:cxnLst/>
            <a:rect l="l" t="t" r="r" b="b"/>
            <a:pathLst>
              <a:path w="86400" h="115200">
                <a:moveTo>
                  <a:pt x="43200" y="0"/>
                </a:moveTo>
                <a:lnTo>
                  <a:pt x="86400" y="57600"/>
                </a:lnTo>
                <a:lnTo>
                  <a:pt x="43200" y="115200"/>
                </a:lnTo>
                <a:lnTo>
                  <a:pt x="0" y="57600"/>
                </a:lnTo>
                <a:close/>
              </a:path>
            </a:pathLst>
          </a:custGeom>
          <a:solidFill>
            <a:srgbClr val="1470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360000" y="460800"/>
            <a:ext cx="252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75"/>
              </a:lnSpc>
            </a:pPr>
            <a:r>
              <a:rPr sz="1500" b="1" spc="800">
                <a:solidFill>
                  <a:srgbClr val="1B2230"/>
                </a:solidFill>
                <a:latin typeface="바탕"/>
                <a:ea typeface="바탕"/>
              </a:rPr>
              <a:t>조OO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360000" y="7704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300">
                <a:solidFill>
                  <a:srgbClr val="607076"/>
                </a:solidFill>
                <a:latin typeface="바탕"/>
                <a:ea typeface="바탕"/>
              </a:rPr>
              <a:t>파티시에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476000" y="993600"/>
            <a:ext cx="288000" cy="0"/>
          </a:xfrm>
          <a:prstGeom prst="line">
            <a:avLst/>
          </a:prstGeom>
          <a:ln w="5760">
            <a:solidFill>
              <a:srgbClr val="14705A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360000" y="11016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1" spc="300">
                <a:solidFill>
                  <a:srgbClr val="14705A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360000" y="1339200"/>
            <a:ext cx="252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360000" y="1468800"/>
            <a:ext cx="252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69"/>
              </a:lnSpc>
            </a:pPr>
            <a:r>
              <a:rPr sz="600" b="0">
                <a:solidFill>
                  <a:srgbClr val="607076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28800"/>
          </a:xfrm>
          <a:prstGeom prst="rect">
            <a:avLst/>
          </a:prstGeom>
          <a:solidFill>
            <a:srgbClr val="2B4A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14705A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248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2B4A82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720000" y="4752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B2230"/>
                </a:solidFill>
                <a:latin typeface="맑은 고딕"/>
                <a:ea typeface="맑은 고딕"/>
              </a:rPr>
              <a:t>아메리카노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912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2B4A82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720000" y="7416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B2230"/>
                </a:solidFill>
                <a:latin typeface="맑은 고딕"/>
                <a:ea typeface="맑은 고딕"/>
              </a:rPr>
              <a:t>핸드드립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9576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2B4A82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720000" y="10080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B2230"/>
                </a:solidFill>
                <a:latin typeface="맑은 고딕"/>
                <a:ea typeface="맑은 고딕"/>
              </a:rPr>
              <a:t>예약 문의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2240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2B4A82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720000" y="12744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B2230"/>
                </a:solidFill>
                <a:latin typeface="맑은 고딕"/>
                <a:ea typeface="맑은 고딕"/>
              </a:rPr>
              <a:t>수제청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424800"/>
            <a:ext cx="0" cy="108720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4248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400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매장 · 포장 · 배달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900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10152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304000" y="1476000"/>
            <a:ext cx="86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05C55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파티시에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