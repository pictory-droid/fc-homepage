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318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BCBCBC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BCBCB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BCBCB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수제 디저트  ·  단체 주문  ·  시즌 메뉴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