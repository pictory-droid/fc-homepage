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C69B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CDD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96800" y="900000"/>
            <a:ext cx="374400" cy="159120"/>
          </a:xfrm>
          <a:custGeom>
            <a:avLst/>
            <a:gdLst/>
            <a:ahLst/>
            <a:cxnLst/>
            <a:rect l="l" t="t" r="r" b="b"/>
            <a:pathLst>
              <a:path w="374400" h="159120">
                <a:moveTo>
                  <a:pt x="374400" y="0"/>
                </a:moveTo>
                <a:lnTo>
                  <a:pt x="369707" y="35408"/>
                </a:lnTo>
                <a:lnTo>
                  <a:pt x="355861" y="69040"/>
                </a:lnTo>
                <a:lnTo>
                  <a:pt x="333559" y="99210"/>
                </a:lnTo>
                <a:lnTo>
                  <a:pt x="303917" y="124405"/>
                </a:lnTo>
                <a:lnTo>
                  <a:pt x="268423" y="143362"/>
                </a:lnTo>
                <a:lnTo>
                  <a:pt x="228856" y="155131"/>
                </a:lnTo>
                <a:lnTo>
                  <a:pt x="187200" y="159120"/>
                </a:lnTo>
                <a:lnTo>
                  <a:pt x="145544" y="155131"/>
                </a:lnTo>
                <a:lnTo>
                  <a:pt x="105977" y="143362"/>
                </a:lnTo>
                <a:lnTo>
                  <a:pt x="70483" y="124405"/>
                </a:lnTo>
                <a:lnTo>
                  <a:pt x="40841" y="99210"/>
                </a:lnTo>
                <a:lnTo>
                  <a:pt x="18539" y="69040"/>
                </a:lnTo>
                <a:lnTo>
                  <a:pt x="4693" y="35408"/>
                </a:lnTo>
                <a:lnTo>
                  <a:pt x="0" y="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62320" y="1054440"/>
            <a:ext cx="243360" cy="32760"/>
          </a:xfrm>
          <a:prstGeom prst="roundRect">
            <a:avLst>
              <a:gd name="adj" fmla="val 42857"/>
            </a:avLst>
          </a:prstGeom>
          <a:solidFill>
            <a:srgbClr val="705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55920" y="740880"/>
            <a:ext cx="168480" cy="140400"/>
          </a:xfrm>
          <a:prstGeom prst="line">
            <a:avLst/>
          </a:prstGeom>
          <a:ln w="23400">
            <a:solidFill>
              <a:srgbClr val="705E3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512080" y="740880"/>
            <a:ext cx="159120" cy="121680"/>
          </a:xfrm>
          <a:prstGeom prst="line">
            <a:avLst/>
          </a:prstGeom>
          <a:ln w="23400">
            <a:solidFill>
              <a:srgbClr val="705E3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8BB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54B34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CDDB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CBD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CBD9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886A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465162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