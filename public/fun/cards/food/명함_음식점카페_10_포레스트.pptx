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2F5D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AD7C29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7B62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78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8178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379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7B62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8379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11:00 – 21:00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