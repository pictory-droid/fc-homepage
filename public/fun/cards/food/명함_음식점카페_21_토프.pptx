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0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8474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96A7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96A7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96A7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CDC7C3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8A7968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E7BC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8A796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8A796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E7BC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수제청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예약 문의 가능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