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0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8474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FFFFFF"/>
                </a:solidFill>
                <a:latin typeface="맑은 고딕"/>
                <a:ea typeface="맑은 고딕"/>
              </a:rPr>
              <a:t>전OO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대표 바리스타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96A7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96A7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96A7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CDC7C3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8A7968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7E7BC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000" y="554400"/>
            <a:ext cx="144000" cy="14400"/>
          </a:xfrm>
          <a:prstGeom prst="rect">
            <a:avLst/>
          </a:prstGeom>
          <a:solidFill>
            <a:srgbClr val="7E7B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62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38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8A7968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656000" y="554400"/>
            <a:ext cx="144000" cy="14400"/>
          </a:xfrm>
          <a:prstGeom prst="rect">
            <a:avLst/>
          </a:prstGeom>
          <a:solidFill>
            <a:srgbClr val="8A79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56000" y="62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92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8A7968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94400"/>
            <a:ext cx="144000" cy="14400"/>
          </a:xfrm>
          <a:prstGeom prst="rect">
            <a:avLst/>
          </a:prstGeom>
          <a:solidFill>
            <a:srgbClr val="8A79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6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포장 · 배달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56000" y="92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7E7BC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56000" y="1094400"/>
            <a:ext cx="144000" cy="14400"/>
          </a:xfrm>
          <a:prstGeom prst="rect">
            <a:avLst/>
          </a:prstGeom>
          <a:solidFill>
            <a:srgbClr val="7E7B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656000" y="116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수제청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예약 문의 가능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바리스타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