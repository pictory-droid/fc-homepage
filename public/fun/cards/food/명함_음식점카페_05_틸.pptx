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5DDE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CDDD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2C1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CDDD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핸드드립  ·  브런치  ·  케이터링  ·  런치 세트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718CB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718CB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