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37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CC8DA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CC8DA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CC8DA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CC8DA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CC8DA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CC8DA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CC8DA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CC8DA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CC8DA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CC8DA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CC8DA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CC8DA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CC8DA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CC8DA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CC8DA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CC8DA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CC8DA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CC8DA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CC8DA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CC8DA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CC8D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90577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D1B9C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홍석진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DEB5C9"/>
                </a:solidFill>
                <a:latin typeface="맑은 고딕"/>
                <a:ea typeface="맑은 고딕"/>
              </a:rPr>
              <a:t>분식집 사장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EB5C9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EB5C9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EB5C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Freeform 32"/>
          <p:cNvSpPr/>
          <p:nvPr/>
        </p:nvSpPr>
        <p:spPr>
          <a:xfrm>
            <a:off x="2793600" y="1159200"/>
            <a:ext cx="172800" cy="126720"/>
          </a:xfrm>
          <a:custGeom>
            <a:avLst/>
            <a:gdLst/>
            <a:ahLst/>
            <a:cxnLst/>
            <a:rect l="l" t="t" r="r" b="b"/>
            <a:pathLst>
              <a:path w="172800" h="126720">
                <a:moveTo>
                  <a:pt x="0" y="0"/>
                </a:moveTo>
                <a:lnTo>
                  <a:pt x="172800" y="0"/>
                </a:lnTo>
                <a:lnTo>
                  <a:pt x="155520" y="126720"/>
                </a:lnTo>
                <a:lnTo>
                  <a:pt x="17280" y="126720"/>
                </a:lnTo>
                <a:close/>
              </a:path>
            </a:pathLst>
          </a:custGeom>
          <a:solidFill>
            <a:srgbClr val="CC8D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943360" y="1170720"/>
            <a:ext cx="80640" cy="80640"/>
          </a:xfrm>
          <a:prstGeom prst="ellipse">
            <a:avLst/>
          </a:prstGeom>
          <a:noFill/>
          <a:ln w="17280">
            <a:solidFill>
              <a:srgbClr val="CC8DA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759040" y="1291680"/>
            <a:ext cx="241920" cy="20160"/>
          </a:xfrm>
          <a:prstGeom prst="roundRect">
            <a:avLst>
              <a:gd name="adj" fmla="val 42857"/>
            </a:avLst>
          </a:prstGeom>
          <a:solidFill>
            <a:srgbClr val="90577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2851200" y="1084320"/>
            <a:ext cx="11520" cy="46080"/>
          </a:xfrm>
          <a:prstGeom prst="line">
            <a:avLst/>
          </a:prstGeom>
          <a:ln w="14400">
            <a:solidFill>
              <a:srgbClr val="905774"/>
            </a:solidFill>
          </a:ln>
        </p:spPr>
      </p:cxnSp>
      <p:cxnSp>
        <p:nvCxnSpPr>
          <p:cNvPr id="37" name="Connector 36"/>
          <p:cNvCxnSpPr/>
          <p:nvPr/>
        </p:nvCxnSpPr>
        <p:spPr>
          <a:xfrm flipV="1">
            <a:off x="2903040" y="1084320"/>
            <a:ext cx="11520" cy="46080"/>
          </a:xfrm>
          <a:prstGeom prst="line">
            <a:avLst/>
          </a:prstGeom>
          <a:ln w="14400">
            <a:solidFill>
              <a:srgbClr val="90577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F3E0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804400" y="1450800"/>
            <a:ext cx="151200" cy="110880"/>
          </a:xfrm>
          <a:custGeom>
            <a:avLst/>
            <a:gdLst/>
            <a:ahLst/>
            <a:cxnLst/>
            <a:rect l="l" t="t" r="r" b="b"/>
            <a:pathLst>
              <a:path w="151200" h="110880">
                <a:moveTo>
                  <a:pt x="0" y="0"/>
                </a:moveTo>
                <a:lnTo>
                  <a:pt x="151200" y="0"/>
                </a:lnTo>
                <a:lnTo>
                  <a:pt x="136080" y="110880"/>
                </a:lnTo>
                <a:lnTo>
                  <a:pt x="15120" y="11088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35440" y="1460880"/>
            <a:ext cx="70560" cy="70560"/>
          </a:xfrm>
          <a:prstGeom prst="ellipse">
            <a:avLst/>
          </a:prstGeom>
          <a:noFill/>
          <a:ln w="151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74160" y="1566720"/>
            <a:ext cx="211680" cy="17640"/>
          </a:xfrm>
          <a:prstGeom prst="roundRect">
            <a:avLst>
              <a:gd name="adj" fmla="val 42857"/>
            </a:avLst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2854800" y="1385280"/>
            <a:ext cx="10080" cy="40320"/>
          </a:xfrm>
          <a:prstGeom prst="line">
            <a:avLst/>
          </a:prstGeom>
          <a:ln w="12600">
            <a:solidFill>
              <a:srgbClr val="80808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900160" y="1385280"/>
            <a:ext cx="10080" cy="40320"/>
          </a:xfrm>
          <a:prstGeom prst="line">
            <a:avLst/>
          </a:prstGeom>
          <a:ln w="12600">
            <a:solidFill>
              <a:srgbClr val="80808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7B3759"/>
                </a:solidFill>
                <a:latin typeface="맑은 고딕"/>
                <a:ea typeface="맑은 고딕"/>
              </a:rPr>
              <a:t>손으로 빚은 정직한 맛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866073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분식집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