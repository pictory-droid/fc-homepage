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3C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F2CEF7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F2CEF7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F8AE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F2CEF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F8AE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F2CEF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F8AE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F2CEF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F8AE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손으로 빚은 정직한 맛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