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9CAF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C8FB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D7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D7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D7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A99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3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7A99BF"/>
                </a:solidFill>
                <a:latin typeface="바탕"/>
                <a:ea typeface="바탕"/>
              </a:rPr>
              <a:t>대표 메뉴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7A99B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수제 디저트  ·  샐러드  ·  런치 세트  ·  시즌 메뉴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7A99B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3D4B61"/>
                </a:solidFill>
                <a:latin typeface="바탕"/>
                <a:ea typeface="바탕"/>
              </a:rPr>
              <a:t>단체 예약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3D4B61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