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E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" cy="1800000"/>
          </a:xfrm>
          <a:prstGeom prst="rect">
            <a:avLst/>
          </a:prstGeom>
          <a:solidFill>
            <a:srgbClr val="3D5A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0400" cy="5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00800" cy="10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51200" cy="151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01600" cy="20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52000" cy="252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02400" cy="302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352800" cy="35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453600" cy="45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04000" cy="50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0" y="12240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8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79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129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180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30400" y="1274400"/>
            <a:ext cx="525600" cy="52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80800" y="1324800"/>
            <a:ext cx="475200" cy="47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331200" y="1375200"/>
            <a:ext cx="424800" cy="424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381600" y="1425600"/>
            <a:ext cx="374400" cy="37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432000" y="147600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482400" y="1526400"/>
            <a:ext cx="273600" cy="27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532800" y="1576800"/>
            <a:ext cx="223200" cy="22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583200" y="1627200"/>
            <a:ext cx="172800" cy="17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633600" y="1677600"/>
            <a:ext cx="122400" cy="122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684000" y="1728000"/>
            <a:ext cx="72000" cy="72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734400" y="1778400"/>
            <a:ext cx="21600" cy="2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29" name="Oval 28"/>
          <p:cNvSpPr/>
          <p:nvPr/>
        </p:nvSpPr>
        <p:spPr>
          <a:xfrm>
            <a:off x="212400" y="374400"/>
            <a:ext cx="331200" cy="331200"/>
          </a:xfrm>
          <a:prstGeom prst="ellipse">
            <a:avLst/>
          </a:prstGeom>
          <a:noFill/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텍스트"/>
          <p:cNvSpPr txBox="1"/>
          <p:nvPr/>
        </p:nvSpPr>
        <p:spPr>
          <a:xfrm>
            <a:off x="198000" y="378000"/>
            <a:ext cx="36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320"/>
              </a:lnSpc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</a:rPr>
              <a:t>상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936000" y="252000"/>
            <a:ext cx="154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222F72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36000" y="424800"/>
            <a:ext cx="2052000" cy="0"/>
          </a:xfrm>
          <a:prstGeom prst="line">
            <a:avLst/>
          </a:prstGeom>
          <a:ln w="3600">
            <a:solidFill>
              <a:srgbClr val="C9D1FF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936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피유나</a:t>
            </a:r>
          </a:p>
        </p:txBody>
      </p:sp>
      <p:sp>
        <p:nvSpPr>
          <p:cNvPr id="34" name="텍스트"/>
          <p:cNvSpPr txBox="1"/>
          <p:nvPr/>
        </p:nvSpPr>
        <p:spPr>
          <a:xfrm>
            <a:off x="936000" y="936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222F72"/>
                </a:solidFill>
                <a:latin typeface="맑은 고딕"/>
                <a:ea typeface="맑은 고딕"/>
              </a:rPr>
              <a:t>로스터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36000" y="1303200"/>
            <a:ext cx="2052000" cy="0"/>
          </a:xfrm>
          <a:prstGeom prst="line">
            <a:avLst/>
          </a:prstGeom>
          <a:ln w="3600">
            <a:solidFill>
              <a:srgbClr val="C9D1FF"/>
            </a:solidFill>
          </a:ln>
        </p:spPr>
      </p:cxnSp>
      <p:sp>
        <p:nvSpPr>
          <p:cNvPr id="36" name="텍스트"/>
          <p:cNvSpPr txBox="1"/>
          <p:nvPr/>
        </p:nvSpPr>
        <p:spPr>
          <a:xfrm>
            <a:off x="936000" y="139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22F72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1267200" y="138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936000" y="1515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22F72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9" name="텍스트"/>
          <p:cNvSpPr txBox="1"/>
          <p:nvPr/>
        </p:nvSpPr>
        <p:spPr>
          <a:xfrm>
            <a:off x="1267200" y="1504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40" name="텍스트"/>
          <p:cNvSpPr txBox="1"/>
          <p:nvPr/>
        </p:nvSpPr>
        <p:spPr>
          <a:xfrm>
            <a:off x="936000" y="1638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22F72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267200" y="1627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E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222F72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3D5A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53600"/>
            <a:ext cx="1512000" cy="0"/>
          </a:xfrm>
          <a:prstGeom prst="line">
            <a:avLst/>
          </a:prstGeom>
          <a:ln w="3600">
            <a:solidFill>
              <a:srgbClr val="C9D1FF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076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222F72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489600" y="496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핸드드립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640800"/>
            <a:ext cx="1512000" cy="0"/>
          </a:xfrm>
          <a:prstGeom prst="line">
            <a:avLst/>
          </a:prstGeom>
          <a:ln w="3600">
            <a:solidFill>
              <a:srgbClr val="C9D1FF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948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222F72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489600" y="6840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단체 주문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828000"/>
            <a:ext cx="1512000" cy="0"/>
          </a:xfrm>
          <a:prstGeom prst="line">
            <a:avLst/>
          </a:prstGeom>
          <a:ln w="3600">
            <a:solidFill>
              <a:srgbClr val="C9D1FF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8820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222F72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489600" y="87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포장 · 배달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000" y="1015200"/>
            <a:ext cx="1512000" cy="0"/>
          </a:xfrm>
          <a:prstGeom prst="line">
            <a:avLst/>
          </a:prstGeom>
          <a:ln w="3600">
            <a:solidFill>
              <a:srgbClr val="C9D1FF"/>
            </a:solidFill>
          </a:ln>
        </p:spPr>
      </p:cxnSp>
      <p:sp>
        <p:nvSpPr>
          <p:cNvPr id="14" name="Rectangle 13"/>
          <p:cNvSpPr/>
          <p:nvPr/>
        </p:nvSpPr>
        <p:spPr>
          <a:xfrm>
            <a:off x="2088000" y="252000"/>
            <a:ext cx="900000" cy="1296000"/>
          </a:xfrm>
          <a:prstGeom prst="rect">
            <a:avLst/>
          </a:prstGeom>
          <a:solidFill>
            <a:srgbClr val="3D5A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텍스트"/>
          <p:cNvSpPr txBox="1"/>
          <p:nvPr/>
        </p:nvSpPr>
        <p:spPr>
          <a:xfrm>
            <a:off x="2196000" y="360000"/>
            <a:ext cx="68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2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196000" y="5040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매일 10:00 – 22:00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196000" y="770400"/>
            <a:ext cx="684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18" name="텍스트"/>
          <p:cNvSpPr txBox="1"/>
          <p:nvPr/>
        </p:nvSpPr>
        <p:spPr>
          <a:xfrm>
            <a:off x="2196000" y="849600"/>
            <a:ext cx="68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2196000" y="9576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20" name="텍스트"/>
          <p:cNvSpPr txBox="1"/>
          <p:nvPr/>
        </p:nvSpPr>
        <p:spPr>
          <a:xfrm>
            <a:off x="219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80">
                <a:solidFill>
                  <a:srgbClr val="FFFFFF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로스터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