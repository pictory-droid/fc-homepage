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2D7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3BBC1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526400" y="237600"/>
            <a:ext cx="187200" cy="187200"/>
          </a:xfrm>
          <a:prstGeom prst="ellipse">
            <a:avLst/>
          </a:prstGeom>
          <a:noFill/>
          <a:ln w="5040">
            <a:solidFill>
              <a:srgbClr val="C1576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237600"/>
            <a:ext cx="288000" cy="18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C1576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540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920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60">
                <a:solidFill>
                  <a:srgbClr val="6C656F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15200"/>
            <a:ext cx="360000" cy="0"/>
          </a:xfrm>
          <a:prstGeom prst="line">
            <a:avLst/>
          </a:prstGeom>
          <a:ln w="7920">
            <a:solidFill>
              <a:srgbClr val="C1576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1016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1F7A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     |     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476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0">
                <a:solidFill>
                  <a:srgbClr val="6C656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C7582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매장 · 포장 · 배달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