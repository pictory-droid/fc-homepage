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2D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3BBC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3BBC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3BBC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3BBC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3BBC1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3BBC1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3BBC1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3BBC1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C1576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C15768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배OO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C656F"/>
                </a:solidFill>
                <a:latin typeface="맑은 고딕"/>
                <a:ea typeface="맑은 고딕"/>
              </a:rPr>
              <a:t>점장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C1576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1F7A8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C656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C7582"/>
                </a:solidFill>
                <a:latin typeface="맑은 고딕"/>
                <a:ea typeface="맑은 고딕"/>
              </a:rPr>
              <a:t>대표 메뉴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핸드드립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단체 주문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5F6672"/>
                </a:solidFill>
                <a:latin typeface="맑은 고딕"/>
                <a:ea typeface="맑은 고딕"/>
              </a:rPr>
              <a:t>매장 · 포장 · 배달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