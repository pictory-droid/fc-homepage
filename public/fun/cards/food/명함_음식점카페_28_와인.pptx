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7A22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4A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BCAEA6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FC5C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BCAEA6"/>
          </a:solidFill>
          <a:ln w="5760">
            <a:solidFill>
              <a:srgbClr val="BCAE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6A4A3A"/>
          </a:solidFill>
          <a:ln w="5760">
            <a:solidFill>
              <a:srgbClr val="BCAE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6A4A3A"/>
          </a:solidFill>
          <a:ln w="5760">
            <a:solidFill>
              <a:srgbClr val="BCAE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8E756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FC5C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FC5C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CFC5C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CFC5C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