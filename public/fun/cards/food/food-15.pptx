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19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FACCD4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ACCD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FACCD4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맛은 마음에서 우러납니다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