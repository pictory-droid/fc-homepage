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193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ACCD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FACCD4"/>
                </a:solidFill>
                <a:latin typeface="맑은 고딕"/>
                <a:ea typeface="맑은 고딕"/>
              </a:rPr>
              <a:t>주방장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FF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ACCD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ACCD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아메리카노  ·  수제 디저트  ·  브런치  ·  시즌 메뉴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