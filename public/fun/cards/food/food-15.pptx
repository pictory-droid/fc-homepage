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353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466F7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75B3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FFFFFF"/>
                </a:solidFill>
                <a:latin typeface="바탕"/>
                <a:ea typeface="바탕"/>
              </a:rPr>
              <a:t>권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B2C3C6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FFFFFF"/>
                </a:solidFill>
                <a:latin typeface="바탕"/>
                <a:ea typeface="바탕"/>
              </a:rPr>
              <a:t>권다은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98C6CF"/>
                </a:solidFill>
                <a:latin typeface="맑은 고딕"/>
                <a:ea typeface="맑은 고딕"/>
              </a:rPr>
              <a:t>주방장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75B3B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8C6C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8C6C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8C6C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986400" y="900000"/>
            <a:ext cx="1267200" cy="538560"/>
          </a:xfrm>
          <a:custGeom>
            <a:avLst/>
            <a:gdLst/>
            <a:ahLst/>
            <a:cxnLst/>
            <a:rect l="l" t="t" r="r" b="b"/>
            <a:pathLst>
              <a:path w="1267200" h="538560">
                <a:moveTo>
                  <a:pt x="1267200" y="0"/>
                </a:moveTo>
                <a:lnTo>
                  <a:pt x="1251314" y="119841"/>
                </a:lnTo>
                <a:lnTo>
                  <a:pt x="1204454" y="233672"/>
                </a:lnTo>
                <a:lnTo>
                  <a:pt x="1128968" y="335787"/>
                </a:lnTo>
                <a:lnTo>
                  <a:pt x="1028643" y="421063"/>
                </a:lnTo>
                <a:lnTo>
                  <a:pt x="908509" y="485226"/>
                </a:lnTo>
                <a:lnTo>
                  <a:pt x="774589" y="525057"/>
                </a:lnTo>
                <a:lnTo>
                  <a:pt x="633600" y="538560"/>
                </a:lnTo>
                <a:lnTo>
                  <a:pt x="492611" y="525057"/>
                </a:lnTo>
                <a:lnTo>
                  <a:pt x="358691" y="485226"/>
                </a:lnTo>
                <a:lnTo>
                  <a:pt x="238557" y="421063"/>
                </a:lnTo>
                <a:lnTo>
                  <a:pt x="138232" y="335787"/>
                </a:lnTo>
                <a:lnTo>
                  <a:pt x="62746" y="233672"/>
                </a:lnTo>
                <a:lnTo>
                  <a:pt x="15886" y="119841"/>
                </a:lnTo>
                <a:lnTo>
                  <a:pt x="0" y="0"/>
                </a:lnTo>
                <a:close/>
              </a:path>
            </a:pathLst>
          </a:cu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208160" y="1422720"/>
            <a:ext cx="823680" cy="110880"/>
          </a:xfrm>
          <a:prstGeom prst="roundRect">
            <a:avLst>
              <a:gd name="adj" fmla="val 42857"/>
            </a:avLst>
          </a:prstGeom>
          <a:solidFill>
            <a:srgbClr val="D1EB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1524960" y="361440"/>
            <a:ext cx="570240" cy="475200"/>
          </a:xfrm>
          <a:prstGeom prst="line">
            <a:avLst/>
          </a:prstGeom>
          <a:ln w="79200">
            <a:solidFill>
              <a:srgbClr val="D1EBF0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1715040" y="361440"/>
            <a:ext cx="538560" cy="411840"/>
          </a:xfrm>
          <a:prstGeom prst="line">
            <a:avLst/>
          </a:prstGeom>
          <a:ln w="79200">
            <a:solidFill>
              <a:srgbClr val="D1EBF0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FFFFF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23535C"/>
                </a:solidFill>
                <a:latin typeface="맑은 고딕"/>
                <a:ea typeface="맑은 고딕"/>
              </a:rPr>
              <a:t>맛은 마음에서 우러납니다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5F7A7F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주방장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