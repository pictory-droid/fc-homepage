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F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D1DEE0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D1DEE0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D1DEE0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8323B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C0D2D6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최OO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18323B"/>
                </a:solidFill>
                <a:latin typeface="맑은 고딕"/>
                <a:ea typeface="맑은 고딕"/>
              </a:rPr>
              <a:t>사장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8323B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8323B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8323B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베이커리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수제청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화–일 11:00 – 21:00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