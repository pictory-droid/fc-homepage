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3240000" cy="1800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9EFF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Freeform 1"/>
          <p:cNvSpPr/>
          <p:nvPr/>
        </p:nvSpPr>
        <p:spPr>
          <a:xfrm>
            <a:off x="2124000" y="0"/>
            <a:ext cx="1116000" cy="1800000"/>
          </a:xfrm>
          <a:custGeom>
            <a:avLst/>
            <a:gdLst/>
            <a:ahLst/>
            <a:cxnLst/>
            <a:rect l="l" t="t" r="r" b="b"/>
            <a:pathLst>
              <a:path w="1116000" h="1800000">
                <a:moveTo>
                  <a:pt x="360000" y="0"/>
                </a:moveTo>
                <a:lnTo>
                  <a:pt x="1116000" y="0"/>
                </a:lnTo>
                <a:lnTo>
                  <a:pt x="1116000" y="1800000"/>
                </a:lnTo>
                <a:lnTo>
                  <a:pt x="0" y="1800000"/>
                </a:lnTo>
                <a:close/>
              </a:path>
            </a:pathLst>
          </a:custGeom>
          <a:solidFill>
            <a:srgbClr val="1F5F6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cxnSp>
        <p:nvCxnSpPr>
          <p:cNvPr id="3" name="Connector 2"/>
          <p:cNvCxnSpPr/>
          <p:nvPr/>
        </p:nvCxnSpPr>
        <p:spPr>
          <a:xfrm flipH="1">
            <a:off x="2044800" y="0"/>
            <a:ext cx="360000" cy="1800000"/>
          </a:xfrm>
          <a:prstGeom prst="line">
            <a:avLst/>
          </a:prstGeom>
          <a:ln w="3600">
            <a:solidFill>
              <a:srgbClr val="D1DEE0"/>
            </a:solidFill>
          </a:ln>
        </p:spPr>
      </p:cxnSp>
      <p:cxnSp>
        <p:nvCxnSpPr>
          <p:cNvPr id="4" name="Connector 3"/>
          <p:cNvCxnSpPr/>
          <p:nvPr/>
        </p:nvCxnSpPr>
        <p:spPr>
          <a:xfrm flipH="1">
            <a:off x="1965600" y="0"/>
            <a:ext cx="360000" cy="1800000"/>
          </a:xfrm>
          <a:prstGeom prst="line">
            <a:avLst/>
          </a:prstGeom>
          <a:ln w="3600">
            <a:solidFill>
              <a:srgbClr val="D1DEE0"/>
            </a:solidFill>
          </a:ln>
        </p:spPr>
      </p:cxnSp>
      <p:cxnSp>
        <p:nvCxnSpPr>
          <p:cNvPr id="5" name="Connector 4"/>
          <p:cNvCxnSpPr/>
          <p:nvPr/>
        </p:nvCxnSpPr>
        <p:spPr>
          <a:xfrm flipH="1">
            <a:off x="1886400" y="0"/>
            <a:ext cx="360000" cy="1800000"/>
          </a:xfrm>
          <a:prstGeom prst="line">
            <a:avLst/>
          </a:prstGeom>
          <a:ln w="3600">
            <a:solidFill>
              <a:srgbClr val="D1DEE0"/>
            </a:solidFill>
          </a:ln>
        </p:spPr>
      </p:cxnSp>
      <p:sp>
        <p:nvSpPr>
          <p:cNvPr id="6" name="텍스트"/>
          <p:cNvSpPr txBox="1"/>
          <p:nvPr/>
        </p:nvSpPr>
        <p:spPr>
          <a:xfrm>
            <a:off x="252000" y="252000"/>
            <a:ext cx="1440000" cy="12382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942"/>
              </a:lnSpc>
            </a:pPr>
            <a:r>
              <a:rPr sz="650" b="1" spc="220">
                <a:solidFill>
                  <a:srgbClr val="18323B"/>
                </a:solidFill>
                <a:latin typeface="맑은 고딕"/>
                <a:ea typeface="맑은 고딕"/>
              </a:rPr>
              <a:t>상호명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252000" y="374400"/>
            <a:ext cx="1260000" cy="0"/>
          </a:xfrm>
          <a:prstGeom prst="line">
            <a:avLst/>
          </a:prstGeom>
          <a:ln w="3600">
            <a:solidFill>
              <a:srgbClr val="C0D2D6"/>
            </a:solidFill>
          </a:ln>
        </p:spPr>
      </p:cxnSp>
      <p:sp>
        <p:nvSpPr>
          <p:cNvPr id="8" name="텍스트"/>
          <p:cNvSpPr txBox="1"/>
          <p:nvPr/>
        </p:nvSpPr>
        <p:spPr>
          <a:xfrm>
            <a:off x="252000" y="633600"/>
            <a:ext cx="1800000" cy="237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957"/>
              </a:lnSpc>
            </a:pPr>
            <a:r>
              <a:rPr sz="1350" b="1" spc="120">
                <a:solidFill>
                  <a:srgbClr val="14171D"/>
                </a:solidFill>
                <a:latin typeface="맑은 고딕"/>
                <a:ea typeface="맑은 고딕"/>
              </a:rPr>
              <a:t>최OO</a:t>
            </a:r>
          </a:p>
        </p:txBody>
      </p:sp>
      <p:sp>
        <p:nvSpPr>
          <p:cNvPr id="9" name="텍스트"/>
          <p:cNvSpPr txBox="1"/>
          <p:nvPr/>
        </p:nvSpPr>
        <p:spPr>
          <a:xfrm>
            <a:off x="252000" y="885600"/>
            <a:ext cx="1800000" cy="13335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015"/>
              </a:lnSpc>
            </a:pPr>
            <a:r>
              <a:rPr sz="700" b="0" spc="60">
                <a:solidFill>
                  <a:srgbClr val="18323B"/>
                </a:solidFill>
                <a:latin typeface="맑은 고딕"/>
                <a:ea typeface="맑은 고딕"/>
              </a:rPr>
              <a:t>사장</a:t>
            </a:r>
          </a:p>
        </p:txBody>
      </p:sp>
      <p:sp>
        <p:nvSpPr>
          <p:cNvPr id="10" name="Rectangle 9"/>
          <p:cNvSpPr/>
          <p:nvPr/>
        </p:nvSpPr>
        <p:spPr>
          <a:xfrm>
            <a:off x="252000" y="1044000"/>
            <a:ext cx="129600" cy="14400"/>
          </a:xfrm>
          <a:prstGeom prst="rect">
            <a:avLst/>
          </a:prstGeom>
          <a:solidFill>
            <a:srgbClr val="1F5F6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텍스트"/>
          <p:cNvSpPr txBox="1"/>
          <p:nvPr/>
        </p:nvSpPr>
        <p:spPr>
          <a:xfrm>
            <a:off x="252000" y="1184400"/>
            <a:ext cx="324000" cy="9144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696"/>
              </a:lnSpc>
            </a:pPr>
            <a:r>
              <a:rPr sz="480" b="1" spc="140">
                <a:solidFill>
                  <a:srgbClr val="18323B"/>
                </a:solidFill>
                <a:latin typeface="맑은 고딕"/>
                <a:ea typeface="맑은 고딕"/>
              </a:rPr>
              <a:t>TEL</a:t>
            </a:r>
          </a:p>
        </p:txBody>
      </p:sp>
      <p:sp>
        <p:nvSpPr>
          <p:cNvPr id="12" name="텍스트"/>
          <p:cNvSpPr txBox="1"/>
          <p:nvPr/>
        </p:nvSpPr>
        <p:spPr>
          <a:xfrm>
            <a:off x="576000" y="1173600"/>
            <a:ext cx="972000" cy="120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913"/>
              </a:lnSpc>
            </a:pPr>
            <a:r>
              <a:rPr sz="630" b="0">
                <a:solidFill>
                  <a:srgbClr val="14171D"/>
                </a:solidFill>
                <a:latin typeface="맑은 고딕"/>
                <a:ea typeface="맑은 고딕"/>
              </a:rPr>
              <a:t>010-1234-5678</a:t>
            </a:r>
          </a:p>
        </p:txBody>
      </p:sp>
      <p:sp>
        <p:nvSpPr>
          <p:cNvPr id="13" name="텍스트"/>
          <p:cNvSpPr txBox="1"/>
          <p:nvPr/>
        </p:nvSpPr>
        <p:spPr>
          <a:xfrm>
            <a:off x="252000" y="1314000"/>
            <a:ext cx="324000" cy="9144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696"/>
              </a:lnSpc>
            </a:pPr>
            <a:r>
              <a:rPr sz="480" b="1" spc="140">
                <a:solidFill>
                  <a:srgbClr val="18323B"/>
                </a:solidFill>
                <a:latin typeface="맑은 고딕"/>
                <a:ea typeface="맑은 고딕"/>
              </a:rPr>
              <a:t>MAIL</a:t>
            </a:r>
          </a:p>
        </p:txBody>
      </p:sp>
      <p:sp>
        <p:nvSpPr>
          <p:cNvPr id="14" name="텍스트"/>
          <p:cNvSpPr txBox="1"/>
          <p:nvPr/>
        </p:nvSpPr>
        <p:spPr>
          <a:xfrm>
            <a:off x="576000" y="1303200"/>
            <a:ext cx="972000" cy="120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913"/>
              </a:lnSpc>
            </a:pPr>
            <a:r>
              <a:rPr sz="630" b="0">
                <a:solidFill>
                  <a:srgbClr val="14171D"/>
                </a:solidFill>
                <a:latin typeface="맑은 고딕"/>
                <a:ea typeface="맑은 고딕"/>
              </a:rPr>
              <a:t>name@example.com</a:t>
            </a:r>
          </a:p>
        </p:txBody>
      </p:sp>
      <p:sp>
        <p:nvSpPr>
          <p:cNvPr id="15" name="텍스트"/>
          <p:cNvSpPr txBox="1"/>
          <p:nvPr/>
        </p:nvSpPr>
        <p:spPr>
          <a:xfrm>
            <a:off x="252000" y="1443600"/>
            <a:ext cx="324000" cy="9144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696"/>
              </a:lnSpc>
            </a:pPr>
            <a:r>
              <a:rPr sz="480" b="1" spc="140">
                <a:solidFill>
                  <a:srgbClr val="18323B"/>
                </a:solidFill>
                <a:latin typeface="맑은 고딕"/>
                <a:ea typeface="맑은 고딕"/>
              </a:rPr>
              <a:t>ADDR</a:t>
            </a:r>
          </a:p>
        </p:txBody>
      </p:sp>
      <p:sp>
        <p:nvSpPr>
          <p:cNvPr id="16" name="텍스트"/>
          <p:cNvSpPr txBox="1"/>
          <p:nvPr/>
        </p:nvSpPr>
        <p:spPr>
          <a:xfrm>
            <a:off x="576000" y="1432800"/>
            <a:ext cx="972000" cy="120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913"/>
              </a:lnSpc>
            </a:pPr>
            <a:r>
              <a:rPr sz="630" b="0">
                <a:solidFill>
                  <a:srgbClr val="14171D"/>
                </a:solidFill>
                <a:latin typeface="맑은 고딕"/>
                <a:ea typeface="맑은 고딕"/>
              </a:rPr>
              <a:t>주소를 입력해 주세요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0121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3240000" cy="1800000"/>
          </a:xfrm>
          <a:prstGeom prst="rect">
            <a:avLst/>
          </a:prstGeom>
          <a:solidFill>
            <a:srgbClr val="A68A6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08000" y="108000"/>
            <a:ext cx="3024000" cy="1584000"/>
          </a:xfrm>
          <a:prstGeom prst="rect">
            <a:avLst/>
          </a:prstGeom>
          <a:noFill/>
          <a:ln w="3600">
            <a:solidFill>
              <a:srgbClr val="FFFFFF">
                <a:alpha val="50000"/>
              </a:srgbClr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텍스트"/>
          <p:cNvSpPr txBox="1"/>
          <p:nvPr/>
        </p:nvSpPr>
        <p:spPr>
          <a:xfrm>
            <a:off x="288000" y="280800"/>
            <a:ext cx="1440000" cy="9906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754"/>
              </a:lnSpc>
            </a:pPr>
            <a:r>
              <a:rPr sz="520" b="1" spc="240">
                <a:solidFill>
                  <a:srgbClr val="FFFFFF"/>
                </a:solidFill>
                <a:latin typeface="맑은 고딕"/>
                <a:ea typeface="맑은 고딕"/>
              </a:rPr>
              <a:t>대표 메뉴</a:t>
            </a:r>
          </a:p>
        </p:txBody>
      </p:sp>
      <p:sp>
        <p:nvSpPr>
          <p:cNvPr id="5" name="텍스트"/>
          <p:cNvSpPr txBox="1"/>
          <p:nvPr/>
        </p:nvSpPr>
        <p:spPr>
          <a:xfrm>
            <a:off x="288000" y="468000"/>
            <a:ext cx="1872000" cy="216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377"/>
              </a:lnSpc>
            </a:pPr>
            <a:r>
              <a:rPr sz="950" b="1">
                <a:solidFill>
                  <a:srgbClr val="FFFFFF"/>
                </a:solidFill>
                <a:latin typeface="맑은 고딕"/>
                <a:ea typeface="맑은 고딕"/>
              </a:rPr>
              <a:t>수제 디저트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288000" y="669600"/>
            <a:ext cx="1728000" cy="0"/>
          </a:xfrm>
          <a:prstGeom prst="line">
            <a:avLst/>
          </a:prstGeom>
          <a:ln w="3600">
            <a:solidFill>
              <a:srgbClr val="FFFFFF"/>
            </a:solidFill>
          </a:ln>
        </p:spPr>
      </p:cxnSp>
      <p:sp>
        <p:nvSpPr>
          <p:cNvPr id="7" name="텍스트"/>
          <p:cNvSpPr txBox="1"/>
          <p:nvPr/>
        </p:nvSpPr>
        <p:spPr>
          <a:xfrm>
            <a:off x="288000" y="691200"/>
            <a:ext cx="1872000" cy="216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377"/>
              </a:lnSpc>
            </a:pPr>
            <a:r>
              <a:rPr sz="950" b="1">
                <a:solidFill>
                  <a:srgbClr val="FFFFFF"/>
                </a:solidFill>
                <a:latin typeface="맑은 고딕"/>
                <a:ea typeface="맑은 고딕"/>
              </a:rPr>
              <a:t>예약 문의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288000" y="892800"/>
            <a:ext cx="1728000" cy="0"/>
          </a:xfrm>
          <a:prstGeom prst="line">
            <a:avLst/>
          </a:prstGeom>
          <a:ln w="3600">
            <a:solidFill>
              <a:srgbClr val="FFFFFF"/>
            </a:solidFill>
          </a:ln>
        </p:spPr>
      </p:cxnSp>
      <p:sp>
        <p:nvSpPr>
          <p:cNvPr id="9" name="텍스트"/>
          <p:cNvSpPr txBox="1"/>
          <p:nvPr/>
        </p:nvSpPr>
        <p:spPr>
          <a:xfrm>
            <a:off x="288000" y="914400"/>
            <a:ext cx="1872000" cy="216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377"/>
              </a:lnSpc>
            </a:pPr>
            <a:r>
              <a:rPr sz="950" b="1">
                <a:solidFill>
                  <a:srgbClr val="FFFFFF"/>
                </a:solidFill>
                <a:latin typeface="맑은 고딕"/>
                <a:ea typeface="맑은 고딕"/>
              </a:rPr>
              <a:t>베이커리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288000" y="1116000"/>
            <a:ext cx="1728000" cy="0"/>
          </a:xfrm>
          <a:prstGeom prst="line">
            <a:avLst/>
          </a:prstGeom>
          <a:ln w="3600">
            <a:solidFill>
              <a:srgbClr val="FFFFFF"/>
            </a:solidFill>
          </a:ln>
        </p:spPr>
      </p:cxnSp>
      <p:sp>
        <p:nvSpPr>
          <p:cNvPr id="11" name="텍스트"/>
          <p:cNvSpPr txBox="1"/>
          <p:nvPr/>
        </p:nvSpPr>
        <p:spPr>
          <a:xfrm>
            <a:off x="288000" y="1137600"/>
            <a:ext cx="1872000" cy="216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377"/>
              </a:lnSpc>
            </a:pPr>
            <a:r>
              <a:rPr sz="950" b="1">
                <a:solidFill>
                  <a:srgbClr val="FFFFFF"/>
                </a:solidFill>
                <a:latin typeface="맑은 고딕"/>
                <a:ea typeface="맑은 고딕"/>
              </a:rPr>
              <a:t>수제청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288000" y="1339200"/>
            <a:ext cx="1728000" cy="0"/>
          </a:xfrm>
          <a:prstGeom prst="line">
            <a:avLst/>
          </a:prstGeom>
          <a:ln w="3600">
            <a:solidFill>
              <a:srgbClr val="FFFFFF"/>
            </a:solidFill>
          </a:ln>
        </p:spPr>
      </p:cxnSp>
      <p:sp>
        <p:nvSpPr>
          <p:cNvPr id="13" name="텍스트"/>
          <p:cNvSpPr txBox="1"/>
          <p:nvPr/>
        </p:nvSpPr>
        <p:spPr>
          <a:xfrm>
            <a:off x="2268000" y="468000"/>
            <a:ext cx="864000" cy="9144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696"/>
              </a:lnSpc>
            </a:pPr>
            <a:r>
              <a:rPr sz="480" b="1" spc="140">
                <a:solidFill>
                  <a:srgbClr val="FFFFFF">
                    <a:alpha val="75000"/>
                  </a:srgbClr>
                </a:solidFill>
                <a:latin typeface="맑은 고딕"/>
                <a:ea typeface="맑은 고딕"/>
              </a:rPr>
              <a:t>HOURS</a:t>
            </a:r>
          </a:p>
        </p:txBody>
      </p:sp>
      <p:sp>
        <p:nvSpPr>
          <p:cNvPr id="14" name="텍스트"/>
          <p:cNvSpPr txBox="1"/>
          <p:nvPr/>
        </p:nvSpPr>
        <p:spPr>
          <a:xfrm>
            <a:off x="2268000" y="576000"/>
            <a:ext cx="864000" cy="11811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899"/>
              </a:lnSpc>
            </a:pPr>
            <a:r>
              <a:rPr sz="620" b="1">
                <a:solidFill>
                  <a:srgbClr val="FFFFFF"/>
                </a:solidFill>
                <a:latin typeface="맑은 고딕"/>
                <a:ea typeface="맑은 고딕"/>
              </a:rPr>
              <a:t>화–일 11:00 – 21:00</a:t>
            </a:r>
          </a:p>
        </p:txBody>
      </p:sp>
      <p:sp>
        <p:nvSpPr>
          <p:cNvPr id="15" name="텍스트"/>
          <p:cNvSpPr txBox="1"/>
          <p:nvPr/>
        </p:nvSpPr>
        <p:spPr>
          <a:xfrm>
            <a:off x="2268000" y="900000"/>
            <a:ext cx="864000" cy="9144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696"/>
              </a:lnSpc>
            </a:pPr>
            <a:r>
              <a:rPr sz="480" b="1" spc="140">
                <a:solidFill>
                  <a:srgbClr val="FFFFFF">
                    <a:alpha val="75000"/>
                  </a:srgbClr>
                </a:solidFill>
                <a:latin typeface="맑은 고딕"/>
                <a:ea typeface="맑은 고딕"/>
              </a:rPr>
              <a:t>BLOG</a:t>
            </a:r>
          </a:p>
        </p:txBody>
      </p:sp>
      <p:sp>
        <p:nvSpPr>
          <p:cNvPr id="16" name="텍스트"/>
          <p:cNvSpPr txBox="1"/>
          <p:nvPr/>
        </p:nvSpPr>
        <p:spPr>
          <a:xfrm>
            <a:off x="2268000" y="1008000"/>
            <a:ext cx="864000" cy="11811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899"/>
              </a:lnSpc>
            </a:pPr>
            <a:r>
              <a:rPr sz="620" b="1">
                <a:solidFill>
                  <a:srgbClr val="FFFFFF"/>
                </a:solidFill>
                <a:latin typeface="맑은 고딕"/>
                <a:ea typeface="맑은 고딕"/>
              </a:rPr>
              <a:t>blog.example.com</a:t>
            </a:r>
          </a:p>
        </p:txBody>
      </p:sp>
      <p:sp>
        <p:nvSpPr>
          <p:cNvPr id="17" name="텍스트"/>
          <p:cNvSpPr txBox="1"/>
          <p:nvPr/>
        </p:nvSpPr>
        <p:spPr>
          <a:xfrm>
            <a:off x="288000" y="1512000"/>
            <a:ext cx="1800000" cy="12382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942"/>
              </a:lnSpc>
            </a:pPr>
            <a:r>
              <a:rPr sz="650" b="1" spc="220">
                <a:solidFill>
                  <a:srgbClr val="FFFFFF"/>
                </a:solidFill>
                <a:latin typeface="맑은 고딕"/>
                <a:ea typeface="맑은 고딕"/>
              </a:rPr>
              <a:t>상호명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사장 명함 서식</dc:title>
  <dc:subject>편집용 명함 서식</dc:subject>
  <dc:creator>반딧불이의 곳간</dc:creator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