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1DEE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1DEE0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1DEE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8323B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8323B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