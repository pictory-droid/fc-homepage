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7FC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CDC4E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73259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CDC4E1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2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2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2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D52A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376BD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376BD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878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878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