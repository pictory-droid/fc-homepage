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7359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E7FC2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CDC4E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73259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CDC4E1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32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32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32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D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37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D52A8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6376BD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6376BD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16878"/>
                </a:solidFill>
                <a:latin typeface="맑은 고딕"/>
                <a:ea typeface="맑은 고딕"/>
              </a:rPr>
              <a:t>예약 문의 가능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16878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