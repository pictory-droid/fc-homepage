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26292D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26292D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26292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3B11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샐러드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시즌 메뉴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C3B11"/>
                </a:solidFill>
                <a:latin typeface="맑은 고딕"/>
                <a:ea typeface="맑은 고딕"/>
              </a:rPr>
              <a:t>매일 08:00 – 20:00   |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