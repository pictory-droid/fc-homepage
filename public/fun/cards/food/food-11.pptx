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천천히 머물다 가세요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3B11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