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B86B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0B86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00B86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B86B"/>
          </a:solidFill>
          <a:ln w="576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