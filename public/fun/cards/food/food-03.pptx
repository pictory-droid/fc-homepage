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갓 구운 빵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냄새가 반기는 곳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