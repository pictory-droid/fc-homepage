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05C55"/>
                </a:solidFill>
                <a:latin typeface="맑은 고딕"/>
                <a:ea typeface="맑은 고딕"/>
              </a:rPr>
              <a:t>브런치 카페 대표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05C55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1DC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핸드드립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수제청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시즌 메뉴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4A56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예약 문의 가능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06979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브런치 카페 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