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23200"/>
            <a:ext cx="1188000" cy="403200"/>
          </a:xfrm>
          <a:prstGeom prst="roundRect">
            <a:avLst>
              <a:gd name="adj" fmla="val 25000"/>
            </a:avLst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468000" y="619200"/>
            <a:ext cx="187200" cy="172800"/>
          </a:xfrm>
          <a:custGeom>
            <a:avLst/>
            <a:gdLst/>
            <a:ahLst/>
            <a:cxnLst/>
            <a:rect l="l" t="t" r="r" b="b"/>
            <a:pathLst>
              <a:path w="187200" h="172800">
                <a:moveTo>
                  <a:pt x="0" y="0"/>
                </a:moveTo>
                <a:lnTo>
                  <a:pt x="187200" y="0"/>
                </a:lnTo>
                <a:lnTo>
                  <a:pt x="21600" y="172800"/>
                </a:lnTo>
                <a:close/>
              </a:path>
            </a:pathLst>
          </a:cu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188000" cy="4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95"/>
              </a:lnSpc>
            </a:pPr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한 줄 소개</a:t>
            </a:r>
          </a:p>
        </p:txBody>
      </p:sp>
      <p:sp>
        <p:nvSpPr>
          <p:cNvPr id="5" name="Oval 4"/>
          <p:cNvSpPr/>
          <p:nvPr/>
        </p:nvSpPr>
        <p:spPr>
          <a:xfrm>
            <a:off x="1965600" y="345600"/>
            <a:ext cx="100800" cy="1008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1080000">
            <a:off x="2196000" y="3024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484000" y="252000"/>
            <a:ext cx="252000" cy="252000"/>
          </a:xfrm>
          <a:custGeom>
            <a:avLst/>
            <a:gdLst/>
            <a:ahLst/>
            <a:cxnLst/>
            <a:rect l="l" t="t" r="r" b="b"/>
            <a:pathLst>
              <a:path w="252000" h="252000">
                <a:moveTo>
                  <a:pt x="108000" y="0"/>
                </a:moveTo>
                <a:lnTo>
                  <a:pt x="252000" y="252000"/>
                </a:lnTo>
                <a:lnTo>
                  <a:pt x="0" y="252000"/>
                </a:lnTo>
                <a:close/>
              </a:path>
            </a:pathLst>
          </a:custGeom>
          <a:solidFill>
            <a:srgbClr val="E2DD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923200" y="316800"/>
            <a:ext cx="57600" cy="576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52000" y="8784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구OO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130400"/>
            <a:ext cx="1800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605C55"/>
                </a:solidFill>
                <a:latin typeface="맑은 고딕"/>
                <a:ea typeface="맑은 고딕"/>
              </a:rPr>
              <a:t>브런치 카페 대표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260000" y="1144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05C5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5120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152000" y="1512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2160000" y="1512000"/>
            <a:ext cx="972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DC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아메리카노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핸드드립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수제청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4A566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예약 문의 가능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06979"/>
                </a:solidFill>
                <a:latin typeface="맑은 고딕"/>
                <a:ea typeface="맑은 고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브런치 카페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