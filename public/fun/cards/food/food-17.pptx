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2E9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FF82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FF82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FF82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CBE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FCBE4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BE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BE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BE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