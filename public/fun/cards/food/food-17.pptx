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6388A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384C5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ACB4B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7394B1"/>
                </a:solidFill>
                <a:latin typeface="맑은 고딕"/>
                <a:ea typeface="맑은 고딕"/>
              </a:rPr>
              <a:t>파티시에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6388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ACB4B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Freeform 10"/>
          <p:cNvSpPr/>
          <p:nvPr/>
        </p:nvSpPr>
        <p:spPr>
          <a:xfrm>
            <a:off x="1578960" y="1534320"/>
            <a:ext cx="82080" cy="60192"/>
          </a:xfrm>
          <a:custGeom>
            <a:avLst/>
            <a:gdLst/>
            <a:ahLst/>
            <a:cxnLst/>
            <a:rect l="l" t="t" r="r" b="b"/>
            <a:pathLst>
              <a:path w="82080" h="60192">
                <a:moveTo>
                  <a:pt x="0" y="0"/>
                </a:moveTo>
                <a:lnTo>
                  <a:pt x="82080" y="0"/>
                </a:lnTo>
                <a:lnTo>
                  <a:pt x="73872" y="60192"/>
                </a:lnTo>
                <a:lnTo>
                  <a:pt x="8208" y="60192"/>
                </a:lnTo>
                <a:close/>
              </a:path>
            </a:pathLst>
          </a:custGeom>
          <a:solidFill>
            <a:srgbClr val="6388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50096" y="1539792"/>
            <a:ext cx="38304" cy="38304"/>
          </a:xfrm>
          <a:prstGeom prst="ellipse">
            <a:avLst/>
          </a:prstGeom>
          <a:noFill/>
          <a:ln w="8208">
            <a:solidFill>
              <a:srgbClr val="6388A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562544" y="1597248"/>
            <a:ext cx="114912" cy="9576"/>
          </a:xfrm>
          <a:prstGeom prst="roundRect">
            <a:avLst>
              <a:gd name="adj" fmla="val 42857"/>
            </a:avLst>
          </a:prstGeom>
          <a:solidFill>
            <a:srgbClr val="384C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1606320" y="1498752"/>
            <a:ext cx="5472" cy="21888"/>
          </a:xfrm>
          <a:prstGeom prst="line">
            <a:avLst/>
          </a:prstGeom>
          <a:ln w="6840">
            <a:solidFill>
              <a:srgbClr val="384C5E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630944" y="1498752"/>
            <a:ext cx="5472" cy="21888"/>
          </a:xfrm>
          <a:prstGeom prst="line">
            <a:avLst/>
          </a:prstGeom>
          <a:ln w="6840">
            <a:solidFill>
              <a:srgbClr val="384C5E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275A86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275A86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275A86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275A86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275A86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275A86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275A86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275A86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275A86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275A86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275A86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275A86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275A86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275A86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275A86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275A86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275A86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EFF5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275A8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2A3F"/>
                </a:solidFill>
                <a:latin typeface="바탕"/>
                <a:ea typeface="바탕"/>
              </a:rPr>
              <a:t>배부른 행복을 드립니다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5F71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파티시에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