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2E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FF58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FFCBE4"/>
                </a:solidFill>
                <a:latin typeface="맑은 고딕"/>
                <a:ea typeface="맑은 고딕"/>
              </a:rPr>
              <a:t>파티시에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CBE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FCBE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FCBE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FCBE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배부른 행복을 드립니다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