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07A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27B2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A22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AC1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7A2237"/>
                </a:solidFill>
                <a:latin typeface="바탕"/>
                <a:ea typeface="바탕"/>
              </a:rPr>
              <a:t>대표 메뉴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7A223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4171D"/>
                </a:solidFill>
                <a:latin typeface="바탕"/>
                <a:ea typeface="바탕"/>
              </a:rPr>
              <a:t>수제 디저트  ·  샐러드  ·  런치 세트  ·  시즌 메뉴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7A223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3B1B27"/>
                </a:solidFill>
                <a:latin typeface="바탕"/>
                <a:ea typeface="바탕"/>
              </a:rPr>
              <a:t>매일 08:00 – 20:00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3B1B27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