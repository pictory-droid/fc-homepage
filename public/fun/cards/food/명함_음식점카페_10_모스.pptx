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6B8F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7A99BF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7A99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58A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18646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78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8178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379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8379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예약 문의 가능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