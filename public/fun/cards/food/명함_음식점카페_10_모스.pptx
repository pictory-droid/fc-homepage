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6B8F6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7A99BF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B2230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7A9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58AB5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임OO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분식집 사장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D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18646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550090" cy="208800"/>
          </a:xfrm>
          <a:prstGeom prst="roundRect">
            <a:avLst>
              <a:gd name="adj" fmla="val 50000"/>
            </a:avLst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550090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6890" y="612000"/>
            <a:ext cx="550090" cy="208800"/>
          </a:xfrm>
          <a:prstGeom prst="roundRect">
            <a:avLst>
              <a:gd name="adj" fmla="val 50000"/>
            </a:avLst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866890" y="612000"/>
            <a:ext cx="550090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81780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81780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83793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83793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런치 세트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26A77"/>
                </a:solidFill>
                <a:latin typeface="맑은 고딕"/>
                <a:ea typeface="맑은 고딕"/>
              </a:rPr>
              <a:t>예약 문의 가능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분식집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