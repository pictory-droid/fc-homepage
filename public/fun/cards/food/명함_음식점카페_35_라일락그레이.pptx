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282A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성OO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주방장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포장 · 배달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28258" y="612000"/>
            <a:ext cx="550090" cy="208800"/>
          </a:xfrm>
          <a:prstGeom prst="roundRect">
            <a:avLst>
              <a:gd name="adj" fmla="val 50000"/>
            </a:avLst>
          </a:prstGeom>
          <a:solidFill>
            <a:srgbClr val="7A9A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128258" y="612000"/>
            <a:ext cx="550090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베이커리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43148" y="612000"/>
            <a:ext cx="462968" cy="208800"/>
          </a:xfrm>
          <a:prstGeom prst="roundRect">
            <a:avLst>
              <a:gd name="adj" fmla="val 50000"/>
            </a:avLst>
          </a:prstGeom>
          <a:solidFill>
            <a:srgbClr val="6C8E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743148" y="612000"/>
            <a:ext cx="46296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수제청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매일 08:00 – 20:00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