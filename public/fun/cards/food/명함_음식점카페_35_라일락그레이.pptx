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82A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매일 08:00 – 20:00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