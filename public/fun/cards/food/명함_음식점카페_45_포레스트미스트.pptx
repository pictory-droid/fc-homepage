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5B7FA8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557E6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B7FA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주방장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Freeform 3"/>
          <p:cNvSpPr/>
          <p:nvPr/>
        </p:nvSpPr>
        <p:spPr>
          <a:xfrm>
            <a:off x="493200" y="1004400"/>
            <a:ext cx="237600" cy="174240"/>
          </a:xfrm>
          <a:custGeom>
            <a:avLst/>
            <a:gdLst/>
            <a:ahLst/>
            <a:cxnLst/>
            <a:rect l="l" t="t" r="r" b="b"/>
            <a:pathLst>
              <a:path w="237600" h="174240">
                <a:moveTo>
                  <a:pt x="0" y="0"/>
                </a:moveTo>
                <a:lnTo>
                  <a:pt x="237600" y="0"/>
                </a:lnTo>
                <a:lnTo>
                  <a:pt x="213840" y="174240"/>
                </a:lnTo>
                <a:lnTo>
                  <a:pt x="23760" y="1742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9120" y="1020240"/>
            <a:ext cx="110880" cy="110880"/>
          </a:xfrm>
          <a:prstGeom prst="ellipse">
            <a:avLst/>
          </a:prstGeom>
          <a:noFill/>
          <a:ln w="23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5680" y="1186560"/>
            <a:ext cx="332640" cy="27720"/>
          </a:xfrm>
          <a:prstGeom prst="roundRect">
            <a:avLst>
              <a:gd name="adj" fmla="val 42857"/>
            </a:avLst>
          </a:prstGeom>
          <a:solidFill>
            <a:srgbClr val="AABB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572400" y="901440"/>
            <a:ext cx="15840" cy="63360"/>
          </a:xfrm>
          <a:prstGeom prst="line">
            <a:avLst/>
          </a:prstGeom>
          <a:ln w="19800">
            <a:solidFill>
              <a:srgbClr val="AABBC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643680" y="901440"/>
            <a:ext cx="15840" cy="63360"/>
          </a:xfrm>
          <a:prstGeom prst="line">
            <a:avLst/>
          </a:prstGeom>
          <a:ln w="19800">
            <a:solidFill>
              <a:srgbClr val="AABBC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BFC7D2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BFC7D2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1B2230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BFC7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A77"/>
                </a:solidFill>
                <a:latin typeface="맑은 고딕"/>
                <a:ea typeface="맑은 고딕"/>
              </a:rPr>
              <a:t>예약 문의 가능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주방장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