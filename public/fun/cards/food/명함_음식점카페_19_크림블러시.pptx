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D683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D683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D683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D683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D683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C657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D5634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C657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5B5763"/>
                </a:solidFill>
                <a:latin typeface="맑은 고딕"/>
                <a:ea typeface="맑은 고딕"/>
              </a:rPr>
              <a:t>매장 · 포장 · 배달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