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B08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B08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B08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B08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B08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B08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B08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B08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B08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B08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C7A2E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D2840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B4BAC8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28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28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28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9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345E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5C503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22345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22345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5C503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E4634"/>
                </a:solidFill>
                <a:latin typeface="맑은 고딕"/>
                <a:ea typeface="맑은 고딕"/>
              </a:rPr>
              <a:t>예약 문의 가능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