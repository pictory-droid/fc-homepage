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4E7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278800" y="154800"/>
            <a:ext cx="50400" cy="50400"/>
          </a:xfrm>
          <a:prstGeom prst="ellipse">
            <a:avLst/>
          </a:prstGeom>
          <a:solidFill>
            <a:srgbClr val="2234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287800" y="343800"/>
            <a:ext cx="32400" cy="32400"/>
          </a:xfrm>
          <a:prstGeom prst="ellipse">
            <a:avLst/>
          </a:prstGeom>
          <a:solidFill>
            <a:srgbClr val="B4BA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287800" y="523800"/>
            <a:ext cx="32400" cy="32400"/>
          </a:xfrm>
          <a:prstGeom prst="ellipse">
            <a:avLst/>
          </a:prstGeom>
          <a:solidFill>
            <a:srgbClr val="B4BA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278800" y="694800"/>
            <a:ext cx="50400" cy="50400"/>
          </a:xfrm>
          <a:prstGeom prst="ellipse">
            <a:avLst/>
          </a:prstGeom>
          <a:solidFill>
            <a:srgbClr val="2234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278800" y="874800"/>
            <a:ext cx="50400" cy="50400"/>
          </a:xfrm>
          <a:prstGeom prst="ellipse">
            <a:avLst/>
          </a:prstGeom>
          <a:solidFill>
            <a:srgbClr val="B089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287800" y="1063800"/>
            <a:ext cx="32400" cy="32400"/>
          </a:xfrm>
          <a:prstGeom prst="ellipse">
            <a:avLst/>
          </a:prstGeom>
          <a:solidFill>
            <a:srgbClr val="B4BA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78800" y="1234800"/>
            <a:ext cx="50400" cy="50400"/>
          </a:xfrm>
          <a:prstGeom prst="ellipse">
            <a:avLst/>
          </a:prstGeom>
          <a:solidFill>
            <a:srgbClr val="2234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287800" y="1423800"/>
            <a:ext cx="32400" cy="32400"/>
          </a:xfrm>
          <a:prstGeom prst="ellipse">
            <a:avLst/>
          </a:prstGeom>
          <a:solidFill>
            <a:srgbClr val="B4BA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278800" y="1594800"/>
            <a:ext cx="50400" cy="50400"/>
          </a:xfrm>
          <a:prstGeom prst="ellipse">
            <a:avLst/>
          </a:prstGeom>
          <a:solidFill>
            <a:srgbClr val="B089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446200" y="163800"/>
            <a:ext cx="32400" cy="32400"/>
          </a:xfrm>
          <a:prstGeom prst="ellipse">
            <a:avLst/>
          </a:prstGeom>
          <a:solidFill>
            <a:srgbClr val="B4BA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446200" y="343800"/>
            <a:ext cx="32400" cy="32400"/>
          </a:xfrm>
          <a:prstGeom prst="ellipse">
            <a:avLst/>
          </a:prstGeom>
          <a:solidFill>
            <a:srgbClr val="B4BA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437200" y="514800"/>
            <a:ext cx="50400" cy="50400"/>
          </a:xfrm>
          <a:prstGeom prst="ellipse">
            <a:avLst/>
          </a:prstGeom>
          <a:solidFill>
            <a:srgbClr val="2234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446200" y="703800"/>
            <a:ext cx="32400" cy="32400"/>
          </a:xfrm>
          <a:prstGeom prst="ellipse">
            <a:avLst/>
          </a:prstGeom>
          <a:solidFill>
            <a:srgbClr val="B4BA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446200" y="883800"/>
            <a:ext cx="32400" cy="32400"/>
          </a:xfrm>
          <a:prstGeom prst="ellipse">
            <a:avLst/>
          </a:prstGeom>
          <a:solidFill>
            <a:srgbClr val="B4BA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437200" y="1054800"/>
            <a:ext cx="50400" cy="50400"/>
          </a:xfrm>
          <a:prstGeom prst="ellipse">
            <a:avLst/>
          </a:prstGeom>
          <a:solidFill>
            <a:srgbClr val="2234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437200" y="1234800"/>
            <a:ext cx="50400" cy="50400"/>
          </a:xfrm>
          <a:prstGeom prst="ellipse">
            <a:avLst/>
          </a:prstGeom>
          <a:solidFill>
            <a:srgbClr val="B089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446200" y="1423800"/>
            <a:ext cx="32400" cy="32400"/>
          </a:xfrm>
          <a:prstGeom prst="ellipse">
            <a:avLst/>
          </a:prstGeom>
          <a:solidFill>
            <a:srgbClr val="B4BA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437200" y="1594800"/>
            <a:ext cx="50400" cy="50400"/>
          </a:xfrm>
          <a:prstGeom prst="ellipse">
            <a:avLst/>
          </a:prstGeom>
          <a:solidFill>
            <a:srgbClr val="2234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595600" y="154800"/>
            <a:ext cx="50400" cy="50400"/>
          </a:xfrm>
          <a:prstGeom prst="ellipse">
            <a:avLst/>
          </a:prstGeom>
          <a:solidFill>
            <a:srgbClr val="B089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595600" y="334800"/>
            <a:ext cx="50400" cy="50400"/>
          </a:xfrm>
          <a:prstGeom prst="ellipse">
            <a:avLst/>
          </a:prstGeom>
          <a:solidFill>
            <a:srgbClr val="2234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604600" y="523800"/>
            <a:ext cx="32400" cy="32400"/>
          </a:xfrm>
          <a:prstGeom prst="ellipse">
            <a:avLst/>
          </a:prstGeom>
          <a:solidFill>
            <a:srgbClr val="B4BA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604600" y="703800"/>
            <a:ext cx="32400" cy="32400"/>
          </a:xfrm>
          <a:prstGeom prst="ellipse">
            <a:avLst/>
          </a:prstGeom>
          <a:solidFill>
            <a:srgbClr val="B4BA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595600" y="874800"/>
            <a:ext cx="50400" cy="50400"/>
          </a:xfrm>
          <a:prstGeom prst="ellipse">
            <a:avLst/>
          </a:prstGeom>
          <a:solidFill>
            <a:srgbClr val="2234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604600" y="1063800"/>
            <a:ext cx="32400" cy="32400"/>
          </a:xfrm>
          <a:prstGeom prst="ellipse">
            <a:avLst/>
          </a:prstGeom>
          <a:solidFill>
            <a:srgbClr val="B4BA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604600" y="1243800"/>
            <a:ext cx="32400" cy="32400"/>
          </a:xfrm>
          <a:prstGeom prst="ellipse">
            <a:avLst/>
          </a:prstGeom>
          <a:solidFill>
            <a:srgbClr val="B4BA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595600" y="1414800"/>
            <a:ext cx="50400" cy="50400"/>
          </a:xfrm>
          <a:prstGeom prst="ellipse">
            <a:avLst/>
          </a:prstGeom>
          <a:solidFill>
            <a:srgbClr val="2234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595600" y="1594800"/>
            <a:ext cx="50400" cy="50400"/>
          </a:xfrm>
          <a:prstGeom prst="ellipse">
            <a:avLst/>
          </a:prstGeom>
          <a:solidFill>
            <a:srgbClr val="B089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754000" y="154800"/>
            <a:ext cx="50400" cy="50400"/>
          </a:xfrm>
          <a:prstGeom prst="ellipse">
            <a:avLst/>
          </a:prstGeom>
          <a:solidFill>
            <a:srgbClr val="2234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763000" y="343800"/>
            <a:ext cx="32400" cy="32400"/>
          </a:xfrm>
          <a:prstGeom prst="ellipse">
            <a:avLst/>
          </a:prstGeom>
          <a:solidFill>
            <a:srgbClr val="B4BA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754000" y="514800"/>
            <a:ext cx="50400" cy="50400"/>
          </a:xfrm>
          <a:prstGeom prst="ellipse">
            <a:avLst/>
          </a:prstGeom>
          <a:solidFill>
            <a:srgbClr val="B089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754000" y="694800"/>
            <a:ext cx="50400" cy="50400"/>
          </a:xfrm>
          <a:prstGeom prst="ellipse">
            <a:avLst/>
          </a:prstGeom>
          <a:solidFill>
            <a:srgbClr val="2234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763000" y="883800"/>
            <a:ext cx="32400" cy="32400"/>
          </a:xfrm>
          <a:prstGeom prst="ellipse">
            <a:avLst/>
          </a:prstGeom>
          <a:solidFill>
            <a:srgbClr val="B4BA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2763000" y="1063800"/>
            <a:ext cx="32400" cy="32400"/>
          </a:xfrm>
          <a:prstGeom prst="ellipse">
            <a:avLst/>
          </a:prstGeom>
          <a:solidFill>
            <a:srgbClr val="B4BA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754000" y="1234800"/>
            <a:ext cx="50400" cy="50400"/>
          </a:xfrm>
          <a:prstGeom prst="ellipse">
            <a:avLst/>
          </a:prstGeom>
          <a:solidFill>
            <a:srgbClr val="2234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763000" y="1423800"/>
            <a:ext cx="32400" cy="32400"/>
          </a:xfrm>
          <a:prstGeom prst="ellipse">
            <a:avLst/>
          </a:prstGeom>
          <a:solidFill>
            <a:srgbClr val="B4BA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763000" y="1603800"/>
            <a:ext cx="32400" cy="32400"/>
          </a:xfrm>
          <a:prstGeom prst="ellipse">
            <a:avLst/>
          </a:prstGeom>
          <a:solidFill>
            <a:srgbClr val="B4BA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912400" y="154800"/>
            <a:ext cx="50400" cy="50400"/>
          </a:xfrm>
          <a:prstGeom prst="ellipse">
            <a:avLst/>
          </a:prstGeom>
          <a:solidFill>
            <a:srgbClr val="B089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921400" y="343800"/>
            <a:ext cx="32400" cy="32400"/>
          </a:xfrm>
          <a:prstGeom prst="ellipse">
            <a:avLst/>
          </a:prstGeom>
          <a:solidFill>
            <a:srgbClr val="B4BA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2912400" y="514800"/>
            <a:ext cx="50400" cy="50400"/>
          </a:xfrm>
          <a:prstGeom prst="ellipse">
            <a:avLst/>
          </a:prstGeom>
          <a:solidFill>
            <a:srgbClr val="2234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2921400" y="703800"/>
            <a:ext cx="32400" cy="32400"/>
          </a:xfrm>
          <a:prstGeom prst="ellipse">
            <a:avLst/>
          </a:prstGeom>
          <a:solidFill>
            <a:srgbClr val="B4BA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2912400" y="874800"/>
            <a:ext cx="50400" cy="50400"/>
          </a:xfrm>
          <a:prstGeom prst="ellipse">
            <a:avLst/>
          </a:prstGeom>
          <a:solidFill>
            <a:srgbClr val="B089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912400" y="1054800"/>
            <a:ext cx="50400" cy="50400"/>
          </a:xfrm>
          <a:prstGeom prst="ellipse">
            <a:avLst/>
          </a:prstGeom>
          <a:solidFill>
            <a:srgbClr val="2234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2921400" y="1243800"/>
            <a:ext cx="32400" cy="32400"/>
          </a:xfrm>
          <a:prstGeom prst="ellipse">
            <a:avLst/>
          </a:prstGeom>
          <a:solidFill>
            <a:srgbClr val="B4BA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921400" y="1423800"/>
            <a:ext cx="32400" cy="32400"/>
          </a:xfrm>
          <a:prstGeom prst="ellipse">
            <a:avLst/>
          </a:prstGeom>
          <a:solidFill>
            <a:srgbClr val="B4BA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2912400" y="1594800"/>
            <a:ext cx="50400" cy="50400"/>
          </a:xfrm>
          <a:prstGeom prst="ellipse">
            <a:avLst/>
          </a:prstGeom>
          <a:solidFill>
            <a:srgbClr val="2234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079800" y="163800"/>
            <a:ext cx="32400" cy="32400"/>
          </a:xfrm>
          <a:prstGeom prst="ellipse">
            <a:avLst/>
          </a:prstGeom>
          <a:solidFill>
            <a:srgbClr val="B4BA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070800" y="334800"/>
            <a:ext cx="50400" cy="50400"/>
          </a:xfrm>
          <a:prstGeom prst="ellipse">
            <a:avLst/>
          </a:prstGeom>
          <a:solidFill>
            <a:srgbClr val="2234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3070800" y="514800"/>
            <a:ext cx="50400" cy="50400"/>
          </a:xfrm>
          <a:prstGeom prst="ellipse">
            <a:avLst/>
          </a:prstGeom>
          <a:solidFill>
            <a:srgbClr val="B089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3079800" y="703800"/>
            <a:ext cx="32400" cy="32400"/>
          </a:xfrm>
          <a:prstGeom prst="ellipse">
            <a:avLst/>
          </a:prstGeom>
          <a:solidFill>
            <a:srgbClr val="B4BA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070800" y="874800"/>
            <a:ext cx="50400" cy="50400"/>
          </a:xfrm>
          <a:prstGeom prst="ellipse">
            <a:avLst/>
          </a:prstGeom>
          <a:solidFill>
            <a:srgbClr val="2234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3079800" y="1063800"/>
            <a:ext cx="32400" cy="32400"/>
          </a:xfrm>
          <a:prstGeom prst="ellipse">
            <a:avLst/>
          </a:prstGeom>
          <a:solidFill>
            <a:srgbClr val="B4BA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3070800" y="1234800"/>
            <a:ext cx="50400" cy="50400"/>
          </a:xfrm>
          <a:prstGeom prst="ellipse">
            <a:avLst/>
          </a:prstGeom>
          <a:solidFill>
            <a:srgbClr val="B089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3070800" y="1414800"/>
            <a:ext cx="50400" cy="50400"/>
          </a:xfrm>
          <a:prstGeom prst="ellipse">
            <a:avLst/>
          </a:prstGeom>
          <a:solidFill>
            <a:srgbClr val="2234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3079800" y="1603800"/>
            <a:ext cx="32400" cy="32400"/>
          </a:xfrm>
          <a:prstGeom prst="ellipse">
            <a:avLst/>
          </a:prstGeom>
          <a:solidFill>
            <a:srgbClr val="B4BA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9C7A2E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7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원OO</a:t>
            </a:r>
          </a:p>
        </p:txBody>
      </p:sp>
      <p:sp>
        <p:nvSpPr>
          <p:cNvPr id="58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1D2840"/>
                </a:solidFill>
                <a:latin typeface="맑은 고딕"/>
                <a:ea typeface="맑은 고딕"/>
              </a:rPr>
              <a:t>점장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252000" y="1123200"/>
            <a:ext cx="1620000" cy="0"/>
          </a:xfrm>
          <a:prstGeom prst="line">
            <a:avLst/>
          </a:prstGeom>
          <a:ln w="3600">
            <a:solidFill>
              <a:srgbClr val="B4BAC8"/>
            </a:solidFill>
          </a:ln>
        </p:spPr>
      </p:cxnSp>
      <p:sp>
        <p:nvSpPr>
          <p:cNvPr id="60" name="텍스트"/>
          <p:cNvSpPr txBox="1"/>
          <p:nvPr/>
        </p:nvSpPr>
        <p:spPr>
          <a:xfrm>
            <a:off x="252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D284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61" name="텍스트"/>
          <p:cNvSpPr txBox="1"/>
          <p:nvPr/>
        </p:nvSpPr>
        <p:spPr>
          <a:xfrm>
            <a:off x="554400" y="11952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62" name="텍스트"/>
          <p:cNvSpPr txBox="1"/>
          <p:nvPr/>
        </p:nvSpPr>
        <p:spPr>
          <a:xfrm>
            <a:off x="252000" y="1328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D284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63" name="텍스트"/>
          <p:cNvSpPr txBox="1"/>
          <p:nvPr/>
        </p:nvSpPr>
        <p:spPr>
          <a:xfrm>
            <a:off x="5544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64" name="텍스트"/>
          <p:cNvSpPr txBox="1"/>
          <p:nvPr/>
        </p:nvSpPr>
        <p:spPr>
          <a:xfrm>
            <a:off x="252000" y="1450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D284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65" name="텍스트"/>
          <p:cNvSpPr txBox="1"/>
          <p:nvPr/>
        </p:nvSpPr>
        <p:spPr>
          <a:xfrm>
            <a:off x="554400" y="14400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69B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22345E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88800"/>
            <a:ext cx="576000" cy="12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20">
                <a:solidFill>
                  <a:srgbClr val="5C5035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252000" y="554400"/>
            <a:ext cx="144000" cy="14400"/>
          </a:xfrm>
          <a:prstGeom prst="rect">
            <a:avLst/>
          </a:prstGeom>
          <a:solidFill>
            <a:srgbClr val="5C503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6264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핸드드립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656000" y="388800"/>
            <a:ext cx="576000" cy="12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20">
                <a:solidFill>
                  <a:srgbClr val="22345E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1656000" y="554400"/>
            <a:ext cx="144000" cy="14400"/>
          </a:xfrm>
          <a:prstGeom prst="rect">
            <a:avLst/>
          </a:prstGeom>
          <a:solidFill>
            <a:srgbClr val="2234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656000" y="6264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수제 디저트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928800"/>
            <a:ext cx="576000" cy="12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20">
                <a:solidFill>
                  <a:srgbClr val="22345E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" y="1094400"/>
            <a:ext cx="144000" cy="14400"/>
          </a:xfrm>
          <a:prstGeom prst="rect">
            <a:avLst/>
          </a:prstGeom>
          <a:solidFill>
            <a:srgbClr val="2234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11664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단체 주문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656000" y="928800"/>
            <a:ext cx="576000" cy="12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20">
                <a:solidFill>
                  <a:srgbClr val="5C5035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56000" y="1094400"/>
            <a:ext cx="144000" cy="14400"/>
          </a:xfrm>
          <a:prstGeom prst="rect">
            <a:avLst/>
          </a:prstGeom>
          <a:solidFill>
            <a:srgbClr val="5C503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656000" y="11664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샐러드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5264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4E4634"/>
                </a:solidFill>
                <a:latin typeface="맑은 고딕"/>
                <a:ea typeface="맑은 고딕"/>
              </a:rPr>
              <a:t>예약 문의 가능   ·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점장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