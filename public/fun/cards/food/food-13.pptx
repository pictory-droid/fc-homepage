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42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427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A03E3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24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24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2427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점심을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응원합니다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