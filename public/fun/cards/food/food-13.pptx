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5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A03E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427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A03E3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427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A03E3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42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42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42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5A4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5A4F"/>
          </a:solidFill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