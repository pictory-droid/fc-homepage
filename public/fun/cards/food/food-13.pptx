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9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629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2767968" y="214848"/>
            <a:ext cx="152064" cy="2903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754144" y="256320"/>
            <a:ext cx="172800" cy="207360"/>
          </a:xfrm>
          <a:prstGeom prst="line">
            <a:avLst/>
          </a:prstGeom>
          <a:ln w="13824">
            <a:solidFill>
              <a:srgbClr val="FFFF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ACBAC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2A9B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2A9B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2A9B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101952" y="171072"/>
            <a:ext cx="69696" cy="133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5616" y="190080"/>
            <a:ext cx="79200" cy="95040"/>
          </a:xfrm>
          <a:prstGeom prst="line">
            <a:avLst/>
          </a:prstGeom>
          <a:ln w="6336">
            <a:solidFill>
              <a:srgbClr val="80808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1394A"/>
                </a:solidFill>
                <a:latin typeface="맑은 고딕"/>
                <a:ea typeface="맑은 고딕"/>
              </a:rPr>
              <a:t>당신의 점심을 응원합니다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F788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25799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F7882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