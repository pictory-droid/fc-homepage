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맹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B5123E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계절을 닮은 메뉴를 준비했어요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