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8F40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E0CAC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45440" y="1476000"/>
            <a:ext cx="213120" cy="90576"/>
          </a:xfrm>
          <a:custGeom>
            <a:avLst/>
            <a:gdLst/>
            <a:ahLst/>
            <a:cxnLst/>
            <a:rect l="l" t="t" r="r" b="b"/>
            <a:pathLst>
              <a:path w="213120" h="90576">
                <a:moveTo>
                  <a:pt x="213120" y="0"/>
                </a:moveTo>
                <a:lnTo>
                  <a:pt x="210448" y="20155"/>
                </a:lnTo>
                <a:lnTo>
                  <a:pt x="202567" y="39299"/>
                </a:lnTo>
                <a:lnTo>
                  <a:pt x="189872" y="56473"/>
                </a:lnTo>
                <a:lnTo>
                  <a:pt x="172999" y="70815"/>
                </a:lnTo>
                <a:lnTo>
                  <a:pt x="152795" y="81606"/>
                </a:lnTo>
                <a:lnTo>
                  <a:pt x="130272" y="88305"/>
                </a:lnTo>
                <a:lnTo>
                  <a:pt x="106560" y="90576"/>
                </a:lnTo>
                <a:lnTo>
                  <a:pt x="82848" y="88305"/>
                </a:lnTo>
                <a:lnTo>
                  <a:pt x="60325" y="81606"/>
                </a:lnTo>
                <a:lnTo>
                  <a:pt x="40121" y="70815"/>
                </a:lnTo>
                <a:lnTo>
                  <a:pt x="23248" y="56473"/>
                </a:lnTo>
                <a:lnTo>
                  <a:pt x="10553" y="39299"/>
                </a:lnTo>
                <a:lnTo>
                  <a:pt x="2672" y="2015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82736" y="1563912"/>
            <a:ext cx="138528" cy="18648"/>
          </a:xfrm>
          <a:prstGeom prst="roundRect">
            <a:avLst>
              <a:gd name="adj" fmla="val 42857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936016" y="1385424"/>
            <a:ext cx="95904" cy="79920"/>
          </a:xfrm>
          <a:prstGeom prst="line">
            <a:avLst/>
          </a:prstGeom>
          <a:ln w="13320">
            <a:solidFill>
              <a:srgbClr val="737373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967984" y="1385424"/>
            <a:ext cx="90576" cy="69264"/>
          </a:xfrm>
          <a:prstGeom prst="line">
            <a:avLst/>
          </a:prstGeom>
          <a:ln w="13320">
            <a:solidFill>
              <a:srgbClr val="73737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E6F8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A5E88"/>
                </a:solidFill>
                <a:latin typeface="바탕"/>
                <a:ea typeface="바탕"/>
              </a:rPr>
              <a:t>맹우빈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F403D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8F40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F403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F403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F403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3A5E88"/>
                </a:solidFill>
                <a:latin typeface="바탕"/>
                <a:ea typeface="바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66788E"/>
                </a:solidFill>
                <a:latin typeface="바탕"/>
                <a:ea typeface="바탕"/>
              </a:rPr>
              <a:t>계절을 닮은 메뉴를 준비했어요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6991B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6788E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642400" y="432000"/>
            <a:ext cx="259200" cy="110160"/>
          </a:xfrm>
          <a:custGeom>
            <a:avLst/>
            <a:gdLst/>
            <a:ahLst/>
            <a:cxnLst/>
            <a:rect l="l" t="t" r="r" b="b"/>
            <a:pathLst>
              <a:path w="259200" h="110160">
                <a:moveTo>
                  <a:pt x="259200" y="0"/>
                </a:moveTo>
                <a:lnTo>
                  <a:pt x="255951" y="24513"/>
                </a:lnTo>
                <a:lnTo>
                  <a:pt x="246366" y="47797"/>
                </a:lnTo>
                <a:lnTo>
                  <a:pt x="230925" y="68684"/>
                </a:lnTo>
                <a:lnTo>
                  <a:pt x="210404" y="86127"/>
                </a:lnTo>
                <a:lnTo>
                  <a:pt x="185831" y="99251"/>
                </a:lnTo>
                <a:lnTo>
                  <a:pt x="158439" y="107398"/>
                </a:lnTo>
                <a:lnTo>
                  <a:pt x="129600" y="110160"/>
                </a:lnTo>
                <a:lnTo>
                  <a:pt x="100761" y="107398"/>
                </a:lnTo>
                <a:lnTo>
                  <a:pt x="73369" y="99251"/>
                </a:lnTo>
                <a:lnTo>
                  <a:pt x="48796" y="86127"/>
                </a:lnTo>
                <a:lnTo>
                  <a:pt x="28275" y="68684"/>
                </a:lnTo>
                <a:lnTo>
                  <a:pt x="12834" y="47797"/>
                </a:lnTo>
                <a:lnTo>
                  <a:pt x="3249" y="24513"/>
                </a:lnTo>
                <a:lnTo>
                  <a:pt x="0" y="0"/>
                </a:lnTo>
                <a:close/>
              </a:path>
            </a:pathLst>
          </a:cu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7760" y="538920"/>
            <a:ext cx="168480" cy="22680"/>
          </a:xfrm>
          <a:prstGeom prst="roundRect">
            <a:avLst>
              <a:gd name="adj" fmla="val 42857"/>
            </a:avLst>
          </a:prstGeom>
          <a:solidFill>
            <a:srgbClr val="D3DF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752560" y="321840"/>
            <a:ext cx="116640" cy="97200"/>
          </a:xfrm>
          <a:prstGeom prst="line">
            <a:avLst/>
          </a:prstGeom>
          <a:ln w="16200">
            <a:solidFill>
              <a:srgbClr val="D3DFEE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791440" y="321840"/>
            <a:ext cx="110160" cy="84240"/>
          </a:xfrm>
          <a:prstGeom prst="line">
            <a:avLst/>
          </a:prstGeom>
          <a:ln w="16200">
            <a:solidFill>
              <a:srgbClr val="D3DFEE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