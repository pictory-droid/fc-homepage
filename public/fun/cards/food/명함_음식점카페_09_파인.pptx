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69A5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5F6672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F6672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BD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D6E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D6E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54320" y="1009440"/>
            <a:ext cx="207360" cy="152064"/>
          </a:xfrm>
          <a:custGeom>
            <a:avLst/>
            <a:gdLst/>
            <a:ahLst/>
            <a:cxnLst/>
            <a:rect l="l" t="t" r="r" b="b"/>
            <a:pathLst>
              <a:path w="207360" h="152064">
                <a:moveTo>
                  <a:pt x="0" y="0"/>
                </a:moveTo>
                <a:lnTo>
                  <a:pt x="207360" y="0"/>
                </a:lnTo>
                <a:lnTo>
                  <a:pt x="186624" y="152064"/>
                </a:lnTo>
                <a:lnTo>
                  <a:pt x="20736" y="152064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34032" y="1023264"/>
            <a:ext cx="96768" cy="96768"/>
          </a:xfrm>
          <a:prstGeom prst="ellipse">
            <a:avLst/>
          </a:prstGeom>
          <a:noFill/>
          <a:ln w="20736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2848" y="1168416"/>
            <a:ext cx="290304" cy="24192"/>
          </a:xfrm>
          <a:prstGeom prst="roundRect">
            <a:avLst>
              <a:gd name="adj" fmla="val 42857"/>
            </a:avLst>
          </a:prstGeom>
          <a:solidFill>
            <a:srgbClr val="7884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523440" y="919584"/>
            <a:ext cx="13824" cy="55296"/>
          </a:xfrm>
          <a:prstGeom prst="line">
            <a:avLst/>
          </a:prstGeom>
          <a:ln w="17280">
            <a:solidFill>
              <a:srgbClr val="788492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585648" y="919584"/>
            <a:ext cx="13824" cy="55296"/>
          </a:xfrm>
          <a:prstGeom prst="line">
            <a:avLst/>
          </a:prstGeom>
          <a:ln w="17280">
            <a:solidFill>
              <a:srgbClr val="78849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E6F5E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5866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5866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샐러드</a:t>
            </a:r>
          </a:p>
        </p:txBody>
      </p:sp>
      <p:sp>
        <p:nvSpPr>
          <p:cNvPr id="16" name="Oval 15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9EB6CC"/>
            </a:solidFill>
          </a:ln>
        </p:spPr>
      </p:cxnSp>
      <p:sp>
        <p:nvSpPr>
          <p:cNvPr id="19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4B5869"/>
                </a:solidFill>
                <a:latin typeface="맑은 고딕"/>
                <a:ea typeface="맑은 고딕"/>
              </a:rPr>
              <a:t>예약 문의 가능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