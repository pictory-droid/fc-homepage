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0B3A72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0B3A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0B3A72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맛있는 이야기가 있는 식탁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0B3A72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