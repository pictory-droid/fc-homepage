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16400" y="720000"/>
            <a:ext cx="403200" cy="171360"/>
          </a:xfrm>
          <a:custGeom>
            <a:avLst/>
            <a:gdLst/>
            <a:ahLst/>
            <a:cxnLst/>
            <a:rect l="l" t="t" r="r" b="b"/>
            <a:pathLst>
              <a:path w="403200" h="171360">
                <a:moveTo>
                  <a:pt x="403200" y="0"/>
                </a:moveTo>
                <a:lnTo>
                  <a:pt x="398145" y="38131"/>
                </a:lnTo>
                <a:lnTo>
                  <a:pt x="383235" y="74350"/>
                </a:lnTo>
                <a:lnTo>
                  <a:pt x="359217" y="106841"/>
                </a:lnTo>
                <a:lnTo>
                  <a:pt x="327296" y="133975"/>
                </a:lnTo>
                <a:lnTo>
                  <a:pt x="289071" y="154390"/>
                </a:lnTo>
                <a:lnTo>
                  <a:pt x="246460" y="167064"/>
                </a:lnTo>
                <a:lnTo>
                  <a:pt x="201600" y="171360"/>
                </a:lnTo>
                <a:lnTo>
                  <a:pt x="156740" y="167064"/>
                </a:lnTo>
                <a:lnTo>
                  <a:pt x="114129" y="154390"/>
                </a:lnTo>
                <a:lnTo>
                  <a:pt x="75904" y="133975"/>
                </a:lnTo>
                <a:lnTo>
                  <a:pt x="43983" y="106841"/>
                </a:lnTo>
                <a:lnTo>
                  <a:pt x="19965" y="74350"/>
                </a:lnTo>
                <a:lnTo>
                  <a:pt x="5055" y="381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86960" y="886320"/>
            <a:ext cx="262080" cy="35280"/>
          </a:xfrm>
          <a:prstGeom prst="roundRect">
            <a:avLst>
              <a:gd name="adj" fmla="val 42857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687760" y="548640"/>
            <a:ext cx="181440" cy="151200"/>
          </a:xfrm>
          <a:prstGeom prst="line">
            <a:avLst/>
          </a:prstGeom>
          <a:ln w="25200">
            <a:solidFill>
              <a:srgbClr val="73737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748240" y="548640"/>
            <a:ext cx="171360" cy="131040"/>
          </a:xfrm>
          <a:prstGeom prst="line">
            <a:avLst/>
          </a:prstGeom>
          <a:ln w="25200">
            <a:solidFill>
              <a:srgbClr val="73737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44212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8778A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3B7D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8778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8778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8778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86400" y="900000"/>
            <a:ext cx="1267200" cy="538560"/>
          </a:xfrm>
          <a:custGeom>
            <a:avLst/>
            <a:gdLst/>
            <a:ahLst/>
            <a:cxnLst/>
            <a:rect l="l" t="t" r="r" b="b"/>
            <a:pathLst>
              <a:path w="1267200" h="538560">
                <a:moveTo>
                  <a:pt x="1267200" y="0"/>
                </a:moveTo>
                <a:lnTo>
                  <a:pt x="1251314" y="119841"/>
                </a:lnTo>
                <a:lnTo>
                  <a:pt x="1204454" y="233672"/>
                </a:lnTo>
                <a:lnTo>
                  <a:pt x="1128968" y="335787"/>
                </a:lnTo>
                <a:lnTo>
                  <a:pt x="1028643" y="421063"/>
                </a:lnTo>
                <a:lnTo>
                  <a:pt x="908509" y="485226"/>
                </a:lnTo>
                <a:lnTo>
                  <a:pt x="774589" y="525057"/>
                </a:lnTo>
                <a:lnTo>
                  <a:pt x="633600" y="538560"/>
                </a:lnTo>
                <a:lnTo>
                  <a:pt x="492611" y="525057"/>
                </a:lnTo>
                <a:lnTo>
                  <a:pt x="358691" y="485226"/>
                </a:lnTo>
                <a:lnTo>
                  <a:pt x="238557" y="421063"/>
                </a:lnTo>
                <a:lnTo>
                  <a:pt x="138232" y="335787"/>
                </a:lnTo>
                <a:lnTo>
                  <a:pt x="62746" y="233672"/>
                </a:lnTo>
                <a:lnTo>
                  <a:pt x="15886" y="119841"/>
                </a:lnTo>
                <a:lnTo>
                  <a:pt x="0" y="0"/>
                </a:lnTo>
                <a:close/>
              </a:path>
            </a:pathLst>
          </a:cu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208160" y="1422720"/>
            <a:ext cx="823680" cy="110880"/>
          </a:xfrm>
          <a:prstGeom prst="roundRect">
            <a:avLst>
              <a:gd name="adj" fmla="val 42857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24960" y="361440"/>
            <a:ext cx="570240" cy="475200"/>
          </a:xfrm>
          <a:prstGeom prst="line">
            <a:avLst/>
          </a:prstGeom>
          <a:ln w="79200">
            <a:solidFill>
              <a:srgbClr val="F6EAC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715040" y="361440"/>
            <a:ext cx="538560" cy="411840"/>
          </a:xfrm>
          <a:prstGeom prst="line">
            <a:avLst/>
          </a:prstGeom>
          <a:ln w="79200">
            <a:solidFill>
              <a:srgbClr val="F6EACB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44212"/>
                </a:solidFill>
                <a:latin typeface="맑은 고딕"/>
                <a:ea typeface="맑은 고딕"/>
              </a:rPr>
              <a:t>맛있는 이야기가 있는 식탁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A7056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