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3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96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서OO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770400"/>
            <a:ext cx="3240000" cy="331200"/>
          </a:xfrm>
          <a:prstGeom prst="rect">
            <a:avLst/>
          </a:prstGeom>
          <a:solidFill>
            <a:srgbClr val="6B6B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 spc="120">
                <a:solidFill>
                  <a:srgbClr val="FFFFFF"/>
                </a:solidFill>
                <a:latin typeface="맑은 고딕"/>
                <a:ea typeface="맑은 고딕"/>
              </a:rPr>
              <a:t>베이커 · 대표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770400"/>
            <a:ext cx="1440000" cy="331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672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25600"/>
            <a:ext cx="2736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34F5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C7B0B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B2B2C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C7B0B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B2B2C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C7B0B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B2B2C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C7B0B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B2B2C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C7B0B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B2B2CD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7C7CA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C7B0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브런치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B2B2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케이터링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C7B0B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단체 주문</a:t>
            </a:r>
          </a:p>
        </p:txBody>
      </p:sp>
      <p:sp>
        <p:nvSpPr>
          <p:cNvPr id="19" name="Oval 18"/>
          <p:cNvSpPr/>
          <p:nvPr/>
        </p:nvSpPr>
        <p:spPr>
          <a:xfrm>
            <a:off x="831600" y="1159200"/>
            <a:ext cx="43200" cy="43200"/>
          </a:xfrm>
          <a:prstGeom prst="ellipse">
            <a:avLst/>
          </a:prstGeom>
          <a:solidFill>
            <a:srgbClr val="B2B2C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텍스트"/>
          <p:cNvSpPr txBox="1"/>
          <p:nvPr/>
        </p:nvSpPr>
        <p:spPr>
          <a:xfrm>
            <a:off x="93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베이커리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A17982"/>
            </a:solidFill>
          </a:ln>
        </p:spPr>
      </p:cxnSp>
      <p:sp>
        <p:nvSpPr>
          <p:cNvPr id="22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D7C7CA"/>
                </a:solidFill>
                <a:latin typeface="맑은 고딕"/>
                <a:ea typeface="맑은 고딕"/>
              </a:rPr>
              <a:t>매일 10:00 – 22:00     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베이커 ·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