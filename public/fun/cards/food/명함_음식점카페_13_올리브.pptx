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ED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텍스트"/>
          <p:cNvSpPr txBox="1"/>
          <p:nvPr/>
        </p:nvSpPr>
        <p:spPr>
          <a:xfrm>
            <a:off x="252000" y="2304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686459"/>
                </a:solidFill>
                <a:latin typeface="맑은 고딕"/>
                <a:ea typeface="맑은 고딕"/>
              </a:rPr>
              <a:t>상호명</a:t>
            </a:r>
          </a:p>
        </p:txBody>
      </p:sp>
      <p:sp>
        <p:nvSpPr>
          <p:cNvPr id="3" name="텍스트"/>
          <p:cNvSpPr txBox="1"/>
          <p:nvPr/>
        </p:nvSpPr>
        <p:spPr>
          <a:xfrm>
            <a:off x="252000" y="396000"/>
            <a:ext cx="216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030"/>
              </a:lnSpc>
            </a:pPr>
            <a:r>
              <a:rPr sz="1400" b="1" spc="100">
                <a:solidFill>
                  <a:srgbClr val="14171D"/>
                </a:solidFill>
                <a:latin typeface="맑은 고딕"/>
                <a:ea typeface="맑은 고딕"/>
              </a:rPr>
              <a:t>서OO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770400"/>
            <a:ext cx="3240000" cy="331200"/>
          </a:xfrm>
          <a:prstGeom prst="rect">
            <a:avLst/>
          </a:prstGeom>
          <a:solidFill>
            <a:srgbClr val="6B6B2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텍스트"/>
          <p:cNvSpPr txBox="1"/>
          <p:nvPr/>
        </p:nvSpPr>
        <p:spPr>
          <a:xfrm>
            <a:off x="252000" y="770400"/>
            <a:ext cx="1440000" cy="331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160"/>
              </a:lnSpc>
            </a:pPr>
            <a:r>
              <a:rPr sz="800" b="1" spc="120">
                <a:solidFill>
                  <a:srgbClr val="FFFFFF"/>
                </a:solidFill>
                <a:latin typeface="맑은 고딕"/>
                <a:ea typeface="맑은 고딕"/>
              </a:rPr>
              <a:t>베이커 · 대표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1548000" y="770400"/>
            <a:ext cx="1440000" cy="331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ts val="1015"/>
              </a:lnSpc>
            </a:pPr>
            <a:r>
              <a:rPr sz="700" b="1">
                <a:solidFill>
                  <a:srgbClr val="FFFFFF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252000" y="1267200"/>
            <a:ext cx="2736000" cy="1219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27"/>
              </a:lnSpc>
            </a:pPr>
            <a:r>
              <a:rPr sz="640" b="0">
                <a:solidFill>
                  <a:srgbClr val="14171D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252000" y="1425600"/>
            <a:ext cx="2736000" cy="1219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27"/>
              </a:lnSpc>
            </a:pPr>
            <a:r>
              <a:rPr sz="640" b="0">
                <a:solidFill>
                  <a:srgbClr val="686459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834F5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0400" cy="1800000"/>
          </a:xfrm>
          <a:prstGeom prst="rect">
            <a:avLst/>
          </a:prstGeom>
          <a:solidFill>
            <a:srgbClr val="C7B0B5">
              <a:alpha val="9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1200" y="0"/>
            <a:ext cx="36000" cy="1800000"/>
          </a:xfrm>
          <a:prstGeom prst="rect">
            <a:avLst/>
          </a:prstGeom>
          <a:solidFill>
            <a:srgbClr val="B2B2CD">
              <a:alpha val="7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22400" y="0"/>
            <a:ext cx="36000" cy="1800000"/>
          </a:xfrm>
          <a:prstGeom prst="rect">
            <a:avLst/>
          </a:prstGeom>
          <a:solidFill>
            <a:srgbClr val="C7B0B5">
              <a:alpha val="9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83600" y="0"/>
            <a:ext cx="50400" cy="1800000"/>
          </a:xfrm>
          <a:prstGeom prst="rect">
            <a:avLst/>
          </a:prstGeom>
          <a:solidFill>
            <a:srgbClr val="B2B2CD">
              <a:alpha val="7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44800" y="0"/>
            <a:ext cx="36000" cy="1800000"/>
          </a:xfrm>
          <a:prstGeom prst="rect">
            <a:avLst/>
          </a:prstGeom>
          <a:solidFill>
            <a:srgbClr val="C7B0B5">
              <a:alpha val="9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06000" y="0"/>
            <a:ext cx="36000" cy="1800000"/>
          </a:xfrm>
          <a:prstGeom prst="rect">
            <a:avLst/>
          </a:prstGeom>
          <a:solidFill>
            <a:srgbClr val="B2B2CD">
              <a:alpha val="7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67200" y="0"/>
            <a:ext cx="50400" cy="1800000"/>
          </a:xfrm>
          <a:prstGeom prst="rect">
            <a:avLst/>
          </a:prstGeom>
          <a:solidFill>
            <a:srgbClr val="C7B0B5">
              <a:alpha val="9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28400" y="0"/>
            <a:ext cx="36000" cy="1800000"/>
          </a:xfrm>
          <a:prstGeom prst="rect">
            <a:avLst/>
          </a:prstGeom>
          <a:solidFill>
            <a:srgbClr val="B2B2CD">
              <a:alpha val="7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89600" y="0"/>
            <a:ext cx="36000" cy="1800000"/>
          </a:xfrm>
          <a:prstGeom prst="rect">
            <a:avLst/>
          </a:prstGeom>
          <a:solidFill>
            <a:srgbClr val="C7B0B5">
              <a:alpha val="9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50800" y="0"/>
            <a:ext cx="50400" cy="1800000"/>
          </a:xfrm>
          <a:prstGeom prst="rect">
            <a:avLst/>
          </a:prstGeom>
          <a:solidFill>
            <a:srgbClr val="B2B2CD">
              <a:alpha val="7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텍스트"/>
          <p:cNvSpPr txBox="1"/>
          <p:nvPr/>
        </p:nvSpPr>
        <p:spPr>
          <a:xfrm>
            <a:off x="828000" y="252000"/>
            <a:ext cx="1512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D7C7CA"/>
                </a:solidFill>
                <a:latin typeface="맑은 고딕"/>
                <a:ea typeface="맑은 고딕"/>
              </a:rPr>
              <a:t>대표 메뉴</a:t>
            </a:r>
          </a:p>
        </p:txBody>
      </p:sp>
      <p:sp>
        <p:nvSpPr>
          <p:cNvPr id="13" name="Oval 12"/>
          <p:cNvSpPr/>
          <p:nvPr/>
        </p:nvSpPr>
        <p:spPr>
          <a:xfrm>
            <a:off x="831600" y="489600"/>
            <a:ext cx="43200" cy="43200"/>
          </a:xfrm>
          <a:prstGeom prst="ellipse">
            <a:avLst/>
          </a:prstGeom>
          <a:solidFill>
            <a:srgbClr val="C7B0B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텍스트"/>
          <p:cNvSpPr txBox="1"/>
          <p:nvPr/>
        </p:nvSpPr>
        <p:spPr>
          <a:xfrm>
            <a:off x="936000" y="432000"/>
            <a:ext cx="1512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FFFFFF"/>
                </a:solidFill>
                <a:latin typeface="맑은 고딕"/>
                <a:ea typeface="맑은 고딕"/>
              </a:rPr>
              <a:t>브런치</a:t>
            </a:r>
          </a:p>
        </p:txBody>
      </p:sp>
      <p:sp>
        <p:nvSpPr>
          <p:cNvPr id="15" name="Oval 14"/>
          <p:cNvSpPr/>
          <p:nvPr/>
        </p:nvSpPr>
        <p:spPr>
          <a:xfrm>
            <a:off x="831600" y="712800"/>
            <a:ext cx="43200" cy="43200"/>
          </a:xfrm>
          <a:prstGeom prst="ellipse">
            <a:avLst/>
          </a:prstGeom>
          <a:solidFill>
            <a:srgbClr val="B2B2C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텍스트"/>
          <p:cNvSpPr txBox="1"/>
          <p:nvPr/>
        </p:nvSpPr>
        <p:spPr>
          <a:xfrm>
            <a:off x="936000" y="655200"/>
            <a:ext cx="1512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FFFFFF"/>
                </a:solidFill>
                <a:latin typeface="맑은 고딕"/>
                <a:ea typeface="맑은 고딕"/>
              </a:rPr>
              <a:t>케이터링</a:t>
            </a:r>
          </a:p>
        </p:txBody>
      </p:sp>
      <p:sp>
        <p:nvSpPr>
          <p:cNvPr id="17" name="Oval 16"/>
          <p:cNvSpPr/>
          <p:nvPr/>
        </p:nvSpPr>
        <p:spPr>
          <a:xfrm>
            <a:off x="831600" y="936000"/>
            <a:ext cx="43200" cy="43200"/>
          </a:xfrm>
          <a:prstGeom prst="ellipse">
            <a:avLst/>
          </a:prstGeom>
          <a:solidFill>
            <a:srgbClr val="C7B0B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텍스트"/>
          <p:cNvSpPr txBox="1"/>
          <p:nvPr/>
        </p:nvSpPr>
        <p:spPr>
          <a:xfrm>
            <a:off x="936000" y="878400"/>
            <a:ext cx="1512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FFFFFF"/>
                </a:solidFill>
                <a:latin typeface="맑은 고딕"/>
                <a:ea typeface="맑은 고딕"/>
              </a:rPr>
              <a:t>단체 주문</a:t>
            </a:r>
          </a:p>
        </p:txBody>
      </p:sp>
      <p:sp>
        <p:nvSpPr>
          <p:cNvPr id="19" name="Oval 18"/>
          <p:cNvSpPr/>
          <p:nvPr/>
        </p:nvSpPr>
        <p:spPr>
          <a:xfrm>
            <a:off x="831600" y="1159200"/>
            <a:ext cx="43200" cy="43200"/>
          </a:xfrm>
          <a:prstGeom prst="ellipse">
            <a:avLst/>
          </a:prstGeom>
          <a:solidFill>
            <a:srgbClr val="B2B2C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텍스트"/>
          <p:cNvSpPr txBox="1"/>
          <p:nvPr/>
        </p:nvSpPr>
        <p:spPr>
          <a:xfrm>
            <a:off x="936000" y="1101600"/>
            <a:ext cx="1512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FFFFFF"/>
                </a:solidFill>
                <a:latin typeface="맑은 고딕"/>
                <a:ea typeface="맑은 고딕"/>
              </a:rPr>
              <a:t>베이커리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828000" y="1440000"/>
            <a:ext cx="2160000" cy="0"/>
          </a:xfrm>
          <a:prstGeom prst="line">
            <a:avLst/>
          </a:prstGeom>
          <a:ln w="3600">
            <a:solidFill>
              <a:srgbClr val="A17982"/>
            </a:solidFill>
          </a:ln>
        </p:spPr>
      </p:cxnSp>
      <p:sp>
        <p:nvSpPr>
          <p:cNvPr id="22" name="텍스트"/>
          <p:cNvSpPr txBox="1"/>
          <p:nvPr/>
        </p:nvSpPr>
        <p:spPr>
          <a:xfrm>
            <a:off x="828000" y="1512000"/>
            <a:ext cx="2160000" cy="1104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41"/>
              </a:lnSpc>
            </a:pPr>
            <a:r>
              <a:rPr sz="580" b="0">
                <a:solidFill>
                  <a:srgbClr val="D7C7CA"/>
                </a:solidFill>
                <a:latin typeface="맑은 고딕"/>
                <a:ea typeface="맑은 고딕"/>
              </a:rPr>
              <a:t>매일 10:00 – 22:00     www.example.com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베이커 · 대표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