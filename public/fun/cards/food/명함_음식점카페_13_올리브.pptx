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34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C7B0B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B2B2C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C7B0B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B2B2C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C7B0B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B2B2C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C7B0B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B2B2C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C7B0B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B2B2C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7C7CA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C7B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B2B2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C7B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B2B2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베이커리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A17982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7C7CA"/>
                </a:solidFill>
                <a:latin typeface="맑은 고딕"/>
                <a:ea typeface="맑은 고딕"/>
              </a:rPr>
              <a:t>매일 10:00 – 22:00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