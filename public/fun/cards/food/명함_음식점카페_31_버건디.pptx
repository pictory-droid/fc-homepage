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AE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5E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04C58"/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266568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AC959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04C5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AC959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04C5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AC959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504C5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AC959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A2A3C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264B5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264B56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264B56"/>
                </a:solidFill>
                <a:latin typeface="맑은 고딕"/>
                <a:ea typeface="맑은 고딕"/>
              </a:rPr>
              <a:t>매장 · 포장 · 배달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