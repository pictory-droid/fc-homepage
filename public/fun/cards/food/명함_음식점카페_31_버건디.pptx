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E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04C58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6656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AC959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04C5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AC959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04C5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AC959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04C5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AC959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A9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CDDDF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264B5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64B56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264B56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