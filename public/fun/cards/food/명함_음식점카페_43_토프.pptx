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2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13D3C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지OO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8274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FFFFFF"/>
                </a:solidFill>
                <a:latin typeface="맑은 고딕"/>
                <a:ea typeface="맑은 고딕"/>
              </a:rPr>
              <a:t>베이커 · 대표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413D3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FFFFFF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아메리카노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핸드드립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매일 10:00 – 22:00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베이커 ·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