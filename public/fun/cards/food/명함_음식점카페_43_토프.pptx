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13D3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8274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413D3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