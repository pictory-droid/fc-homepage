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292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D3D3E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72080" y="1449360"/>
            <a:ext cx="159840" cy="117216"/>
          </a:xfrm>
          <a:custGeom>
            <a:avLst/>
            <a:gdLst/>
            <a:ahLst/>
            <a:cxnLst/>
            <a:rect l="l" t="t" r="r" b="b"/>
            <a:pathLst>
              <a:path w="159840" h="117216">
                <a:moveTo>
                  <a:pt x="0" y="0"/>
                </a:moveTo>
                <a:lnTo>
                  <a:pt x="159840" y="0"/>
                </a:lnTo>
                <a:lnTo>
                  <a:pt x="143856" y="117216"/>
                </a:lnTo>
                <a:lnTo>
                  <a:pt x="15984" y="11721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010608" y="1460016"/>
            <a:ext cx="74592" cy="74592"/>
          </a:xfrm>
          <a:prstGeom prst="ellipse">
            <a:avLst/>
          </a:prstGeom>
          <a:noFill/>
          <a:ln w="15984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40112" y="1571904"/>
            <a:ext cx="223776" cy="18648"/>
          </a:xfrm>
          <a:prstGeom prst="roundRect">
            <a:avLst>
              <a:gd name="adj" fmla="val 42857"/>
            </a:avLst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2925360" y="1380096"/>
            <a:ext cx="10656" cy="42624"/>
          </a:xfrm>
          <a:prstGeom prst="line">
            <a:avLst/>
          </a:prstGeom>
          <a:ln w="13320">
            <a:solidFill>
              <a:srgbClr val="737373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973312" y="1380096"/>
            <a:ext cx="10656" cy="42624"/>
          </a:xfrm>
          <a:prstGeom prst="line">
            <a:avLst/>
          </a:prstGeom>
          <a:ln w="13320">
            <a:solidFill>
              <a:srgbClr val="737373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A6A7E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91938"/>
                </a:solidFill>
                <a:latin typeface="맑은 고딕"/>
                <a:ea typeface="맑은 고딕"/>
              </a:rPr>
              <a:t>연주혁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29295B"/>
                </a:solidFill>
                <a:latin typeface="맑은 고딕"/>
                <a:ea typeface="맑은 고딕"/>
              </a:rPr>
              <a:t>사장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292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9295B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91938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9295B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91938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9295B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9193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6565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3E3E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04400" y="1450800"/>
            <a:ext cx="151200" cy="110880"/>
          </a:xfrm>
          <a:custGeom>
            <a:avLst/>
            <a:gdLst/>
            <a:ahLst/>
            <a:cxnLst/>
            <a:rect l="l" t="t" r="r" b="b"/>
            <a:pathLst>
              <a:path w="151200" h="110880">
                <a:moveTo>
                  <a:pt x="0" y="0"/>
                </a:moveTo>
                <a:lnTo>
                  <a:pt x="151200" y="0"/>
                </a:lnTo>
                <a:lnTo>
                  <a:pt x="136080" y="110880"/>
                </a:lnTo>
                <a:lnTo>
                  <a:pt x="15120" y="11088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35440" y="1460880"/>
            <a:ext cx="70560" cy="70560"/>
          </a:xfrm>
          <a:prstGeom prst="ellipse">
            <a:avLst/>
          </a:prstGeom>
          <a:noFill/>
          <a:ln w="151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74160" y="1566720"/>
            <a:ext cx="211680" cy="17640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2854800" y="1385280"/>
            <a:ext cx="10080" cy="40320"/>
          </a:xfrm>
          <a:prstGeom prst="line">
            <a:avLst/>
          </a:prstGeom>
          <a:ln w="12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900160" y="1385280"/>
            <a:ext cx="10080" cy="40320"/>
          </a:xfrm>
          <a:prstGeom prst="line">
            <a:avLst/>
          </a:prstGeom>
          <a:ln w="12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달달한 위로가 필요한 날에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AEAEB9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