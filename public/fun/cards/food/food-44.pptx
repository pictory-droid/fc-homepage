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E0F21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E0F21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E0F2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E0F2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E0F2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F4B9C3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