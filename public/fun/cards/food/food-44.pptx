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5E0F21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5E0F21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F4B9C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5E0F2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F4B9C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5E0F2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F4B9C3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5E0F2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F4B9C3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D90429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달달한 위로가 필요한 날에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