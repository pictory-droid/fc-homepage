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B9B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7A897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B9B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7A897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B9B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7A897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0B9B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7A897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7CDC9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7CDC9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