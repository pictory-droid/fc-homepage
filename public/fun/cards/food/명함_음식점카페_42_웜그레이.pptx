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6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7CDC9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0B9B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7A897F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0B9B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7A897F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0B9B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7A897F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0B9B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7A897F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C7CDC9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7CDC9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