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704320" y="343440"/>
            <a:ext cx="207360" cy="152064"/>
          </a:xfrm>
          <a:custGeom>
            <a:avLst/>
            <a:gdLst/>
            <a:ahLst/>
            <a:cxnLst/>
            <a:rect l="l" t="t" r="r" b="b"/>
            <a:pathLst>
              <a:path w="207360" h="152064">
                <a:moveTo>
                  <a:pt x="0" y="0"/>
                </a:moveTo>
                <a:lnTo>
                  <a:pt x="207360" y="0"/>
                </a:lnTo>
                <a:lnTo>
                  <a:pt x="186624" y="152064"/>
                </a:lnTo>
                <a:lnTo>
                  <a:pt x="20736" y="152064"/>
                </a:lnTo>
                <a:close/>
              </a:path>
            </a:pathLst>
          </a:cu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84032" y="357264"/>
            <a:ext cx="96768" cy="96768"/>
          </a:xfrm>
          <a:prstGeom prst="ellipse">
            <a:avLst/>
          </a:prstGeom>
          <a:noFill/>
          <a:ln w="20736">
            <a:solidFill>
              <a:srgbClr val="4974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62848" y="502416"/>
            <a:ext cx="290304" cy="24192"/>
          </a:xfrm>
          <a:prstGeom prst="roundRect">
            <a:avLst>
              <a:gd name="adj" fmla="val 42857"/>
            </a:avLst>
          </a:prstGeom>
          <a:solidFill>
            <a:srgbClr val="D6E5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2773440" y="253584"/>
            <a:ext cx="13824" cy="55296"/>
          </a:xfrm>
          <a:prstGeom prst="line">
            <a:avLst/>
          </a:prstGeom>
          <a:ln w="17280">
            <a:solidFill>
              <a:srgbClr val="D6E5EA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835648" y="253584"/>
            <a:ext cx="13824" cy="55296"/>
          </a:xfrm>
          <a:prstGeom prst="line">
            <a:avLst/>
          </a:prstGeom>
          <a:ln w="17280">
            <a:solidFill>
              <a:srgbClr val="D6E5E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6B797D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253A41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497483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4974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97483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53A41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97483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53A41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9748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53A4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A4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7C9BA6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253A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7C9B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좋은 하루는 좋은 한 끼에서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B3BAB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