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6250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625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62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62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62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좋은 하루는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좋은 한 끼에서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