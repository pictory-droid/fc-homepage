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B8F6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B8F6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B8F6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625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6250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매일 08:00 – 20:00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