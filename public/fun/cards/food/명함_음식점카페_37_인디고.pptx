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3F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9A9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6D6D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A9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C2C2D7"/>
                </a:solidFill>
                <a:latin typeface="바탕"/>
                <a:ea typeface="바탕"/>
              </a:rPr>
              <a:t>파티시에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A9A9C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9A9C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C2C2D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3B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1DEE0"/>
          </a:solidFill>
          <a:ln w="3600">
            <a:solidFill>
              <a:srgbClr val="C0D2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1DEE0"/>
          </a:solidFill>
          <a:ln w="3600">
            <a:solidFill>
              <a:srgbClr val="C0D2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1DEE0"/>
          </a:solidFill>
          <a:ln w="3600">
            <a:solidFill>
              <a:srgbClr val="C0D2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2449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1DEE0"/>
          </a:solidFill>
          <a:ln w="3600">
            <a:solidFill>
              <a:srgbClr val="C0D2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8323B"/>
                </a:solidFill>
                <a:latin typeface="맑은 고딕"/>
                <a:ea typeface="맑은 고딕"/>
              </a:rPr>
              <a:t>매일 10:00 – 22:00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