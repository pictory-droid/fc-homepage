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7200" y="475200"/>
            <a:ext cx="849600" cy="849600"/>
          </a:xfrm>
          <a:prstGeom prst="ellipse">
            <a:avLst/>
          </a:prstGeom>
          <a:solidFill>
            <a:srgbClr val="FFEA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87200" y="475200"/>
            <a:ext cx="849600" cy="849600"/>
          </a:xfrm>
          <a:prstGeom prst="ellipse">
            <a:avLst/>
          </a:prstGeom>
          <a:solidFill>
            <a:srgbClr val="FFA07A">
              <a:alpha val="9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1692000" y="2232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 spc="200">
                <a:solidFill>
                  <a:srgbClr val="6C4A40"/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1692000" y="540000"/>
            <a:ext cx="1368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190"/>
              </a:lnSpc>
            </a:pPr>
            <a:r>
              <a:rPr sz="2200" b="1">
                <a:solidFill>
                  <a:srgbClr val="12151C"/>
                </a:solidFill>
                <a:latin typeface="맑은 고딕"/>
                <a:ea typeface="맑은 고딕"/>
              </a:rPr>
              <a:t>소하영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1692000" y="943200"/>
            <a:ext cx="1368000" cy="1714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05"/>
              </a:lnSpc>
            </a:pPr>
            <a:r>
              <a:rPr sz="900" b="0">
                <a:solidFill>
                  <a:srgbClr val="6C4A40"/>
                </a:solidFill>
                <a:latin typeface="맑은 고딕"/>
                <a:ea typeface="맑은 고딕"/>
              </a:rPr>
              <a:t>베이커 · 대표</a:t>
            </a:r>
          </a:p>
        </p:txBody>
      </p:sp>
      <p:sp>
        <p:nvSpPr>
          <p:cNvPr id="7" name="Rectangle 6"/>
          <p:cNvSpPr/>
          <p:nvPr/>
        </p:nvSpPr>
        <p:spPr>
          <a:xfrm>
            <a:off x="1692000" y="1195200"/>
            <a:ext cx="144000" cy="18000"/>
          </a:xfrm>
          <a:prstGeom prst="rect">
            <a:avLst/>
          </a:prstGeom>
          <a:solidFill>
            <a:srgbClr val="FFA07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1692000" y="13284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6C4A40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023200" y="1317600"/>
            <a:ext cx="1188000" cy="1257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56"/>
              </a:lnSpc>
            </a:pPr>
            <a:r>
              <a:rPr sz="66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1692000" y="14580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6C4A40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023200" y="1447200"/>
            <a:ext cx="1188000" cy="1257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56"/>
              </a:lnSpc>
            </a:pPr>
            <a:r>
              <a:rPr sz="66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1692000" y="15876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6C4A40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023200" y="1576800"/>
            <a:ext cx="1188000" cy="1257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56"/>
              </a:lnSpc>
            </a:pPr>
            <a:r>
              <a:rPr sz="66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304000" y="504000"/>
            <a:ext cx="684000" cy="684000"/>
          </a:xfrm>
          <a:prstGeom prst="rect">
            <a:avLst/>
          </a:prstGeom>
          <a:noFill/>
          <a:ln w="7200">
            <a:solidFill>
              <a:srgbClr val="6B7280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304000" y="504000"/>
            <a:ext cx="684000" cy="68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95"/>
              </a:lnSpc>
            </a:pPr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QR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504000"/>
            <a:ext cx="1728000" cy="7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739"/>
              </a:lnSpc>
            </a:pPr>
            <a:r>
              <a:rPr sz="1200" b="1">
                <a:solidFill>
                  <a:srgbClr val="12151C"/>
                </a:solidFill>
                <a:latin typeface="맑은 고딕"/>
                <a:ea typeface="맑은 고딕"/>
              </a:rPr>
              <a:t>한 잔의 여유를</a:t>
            </a:r>
          </a:p>
          <a:p>
            <a:pPr algn="l">
              <a:lnSpc>
                <a:spcPts val="1739"/>
              </a:lnSpc>
            </a:pPr>
            <a:r>
              <a:rPr sz="1200" b="1">
                <a:solidFill>
                  <a:srgbClr val="12151C"/>
                </a:solidFill>
                <a:latin typeface="맑은 고딕"/>
                <a:ea typeface="맑은 고딕"/>
              </a:rPr>
              <a:t>대접합니다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252000" y="1296000"/>
            <a:ext cx="144000" cy="18000"/>
          </a:xfrm>
          <a:prstGeom prst="rect">
            <a:avLst/>
          </a:prstGeom>
          <a:solidFill>
            <a:srgbClr val="FFA07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252000" y="1404000"/>
            <a:ext cx="165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 spc="200">
                <a:solidFill>
                  <a:srgbClr val="6B7280"/>
                </a:solidFill>
                <a:latin typeface="맑은 고딕"/>
                <a:ea typeface="맑은 고딕"/>
              </a:rPr>
              <a:t>상호명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베이커 · 대표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