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92805" y="201024"/>
            <a:ext cx="302390" cy="287590"/>
          </a:xfrm>
          <a:custGeom>
            <a:avLst/>
            <a:gdLst/>
            <a:ahLst/>
            <a:cxnLst/>
            <a:rect l="l" t="t" r="r" b="b"/>
            <a:pathLst>
              <a:path w="302390" h="287590">
                <a:moveTo>
                  <a:pt x="151195" y="0"/>
                </a:moveTo>
                <a:lnTo>
                  <a:pt x="189791" y="105853"/>
                </a:lnTo>
                <a:lnTo>
                  <a:pt x="302390" y="109850"/>
                </a:lnTo>
                <a:lnTo>
                  <a:pt x="213645" y="179267"/>
                </a:lnTo>
                <a:lnTo>
                  <a:pt x="244639" y="287590"/>
                </a:lnTo>
                <a:lnTo>
                  <a:pt x="151195" y="224640"/>
                </a:lnTo>
                <a:lnTo>
                  <a:pt x="57751" y="287590"/>
                </a:lnTo>
                <a:lnTo>
                  <a:pt x="88745" y="179267"/>
                </a:lnTo>
                <a:lnTo>
                  <a:pt x="0" y="109850"/>
                </a:lnTo>
                <a:lnTo>
                  <a:pt x="112599" y="1058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FFFFFF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6B7381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5E74A1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9466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5E74A1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9466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5E74A1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9466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946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10800">
            <a:solidFill>
              <a:srgbClr val="8B9B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504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한 잔의 여유를 대접합니다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000" y="1080000"/>
            <a:ext cx="684000" cy="0"/>
          </a:xfrm>
          <a:prstGeom prst="line">
            <a:avLst/>
          </a:prstGeom>
          <a:ln w="7200">
            <a:solidFill>
              <a:srgbClr val="8B9BBB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594800" y="1054800"/>
            <a:ext cx="50400" cy="50400"/>
          </a:xfrm>
          <a:prstGeom prst="ellipse">
            <a:avLst/>
          </a:prstGeom>
          <a:solidFill>
            <a:srgbClr val="8B9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24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BABEC7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Freeform 6"/>
          <p:cNvSpPr/>
          <p:nvPr/>
        </p:nvSpPr>
        <p:spPr>
          <a:xfrm>
            <a:off x="1541253" y="241200"/>
            <a:ext cx="157494" cy="149787"/>
          </a:xfrm>
          <a:custGeom>
            <a:avLst/>
            <a:gdLst/>
            <a:ahLst/>
            <a:cxnLst/>
            <a:rect l="l" t="t" r="r" b="b"/>
            <a:pathLst>
              <a:path w="157494" h="149787">
                <a:moveTo>
                  <a:pt x="78747" y="0"/>
                </a:moveTo>
                <a:lnTo>
                  <a:pt x="98849" y="55132"/>
                </a:lnTo>
                <a:lnTo>
                  <a:pt x="157494" y="57213"/>
                </a:lnTo>
                <a:lnTo>
                  <a:pt x="111273" y="93368"/>
                </a:lnTo>
                <a:lnTo>
                  <a:pt x="127416" y="149787"/>
                </a:lnTo>
                <a:lnTo>
                  <a:pt x="78747" y="117000"/>
                </a:lnTo>
                <a:lnTo>
                  <a:pt x="30078" y="149787"/>
                </a:lnTo>
                <a:lnTo>
                  <a:pt x="46221" y="93368"/>
                </a:lnTo>
                <a:lnTo>
                  <a:pt x="0" y="57213"/>
                </a:lnTo>
                <a:lnTo>
                  <a:pt x="58645" y="55132"/>
                </a:lnTo>
                <a:close/>
              </a:path>
            </a:pathLst>
          </a:custGeom>
          <a:solidFill>
            <a:srgbClr val="8B9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