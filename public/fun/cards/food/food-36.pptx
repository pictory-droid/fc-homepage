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96000"/>
            <a:ext cx="3240000" cy="504000"/>
          </a:xfrm>
          <a:prstGeom prst="rect">
            <a:avLst/>
          </a:prstGeom>
          <a:solidFill>
            <a:srgbClr val="E7E3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96000"/>
            <a:ext cx="3240000" cy="14400"/>
          </a:xfrm>
          <a:prstGeom prst="rect">
            <a:avLst/>
          </a:prstGeom>
          <a:solidFill>
            <a:srgbClr val="9B7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선은호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점장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512000"/>
            <a:ext cx="900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72800" y="1411200"/>
            <a:ext cx="0" cy="201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52000" y="1512000"/>
            <a:ext cx="1008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080800" y="1411200"/>
            <a:ext cx="0" cy="201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0" y="15120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9B7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68000"/>
            <a:ext cx="151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1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브런치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55200"/>
            <a:ext cx="151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69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예약 문의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842400"/>
            <a:ext cx="151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8856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수제청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29600"/>
            <a:ext cx="151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072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원두 판매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216800"/>
            <a:ext cx="151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3" name="Rectangle 12"/>
          <p:cNvSpPr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  <a:ln w="4320">
            <a:solidFill>
              <a:srgbClr val="6B7280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6B7280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196000" y="1209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196000" y="1353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6B7280"/>
                </a:solidFill>
                <a:latin typeface="맑은 고딕"/>
                <a:ea typeface="맑은 고딕"/>
              </a:rPr>
              <a:t>매일 08:00 – 20:00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점장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