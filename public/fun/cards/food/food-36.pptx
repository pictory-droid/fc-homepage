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61200" y="392400"/>
            <a:ext cx="237600" cy="174240"/>
          </a:xfrm>
          <a:custGeom>
            <a:avLst/>
            <a:gdLst/>
            <a:ahLst/>
            <a:cxnLst/>
            <a:rect l="l" t="t" r="r" b="b"/>
            <a:pathLst>
              <a:path w="237600" h="174240">
                <a:moveTo>
                  <a:pt x="0" y="0"/>
                </a:moveTo>
                <a:lnTo>
                  <a:pt x="237600" y="0"/>
                </a:lnTo>
                <a:lnTo>
                  <a:pt x="213840" y="174240"/>
                </a:lnTo>
                <a:lnTo>
                  <a:pt x="23760" y="174240"/>
                </a:lnTo>
                <a:close/>
              </a:path>
            </a:pathLst>
          </a:cu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67120" y="408240"/>
            <a:ext cx="110880" cy="110880"/>
          </a:xfrm>
          <a:prstGeom prst="ellipse">
            <a:avLst/>
          </a:prstGeom>
          <a:noFill/>
          <a:ln w="23760">
            <a:solidFill>
              <a:srgbClr val="3B917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13680" y="574560"/>
            <a:ext cx="332640" cy="27720"/>
          </a:xfrm>
          <a:prstGeom prst="roundRect">
            <a:avLst>
              <a:gd name="adj" fmla="val 42857"/>
            </a:avLst>
          </a:prstGeom>
          <a:solidFill>
            <a:srgbClr val="C8E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0400" y="289440"/>
            <a:ext cx="15840" cy="63360"/>
          </a:xfrm>
          <a:prstGeom prst="line">
            <a:avLst/>
          </a:prstGeom>
          <a:ln w="19800">
            <a:solidFill>
              <a:srgbClr val="C8E0D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11680" y="289440"/>
            <a:ext cx="15840" cy="63360"/>
          </a:xfrm>
          <a:prstGeom prst="line">
            <a:avLst/>
          </a:prstGeom>
          <a:ln w="19800">
            <a:solidFill>
              <a:srgbClr val="C8E0D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B2017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6A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C6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04400" y="1450800"/>
            <a:ext cx="151200" cy="110880"/>
          </a:xfrm>
          <a:custGeom>
            <a:avLst/>
            <a:gdLst/>
            <a:ahLst/>
            <a:cxnLst/>
            <a:rect l="l" t="t" r="r" b="b"/>
            <a:pathLst>
              <a:path w="151200" h="110880">
                <a:moveTo>
                  <a:pt x="0" y="0"/>
                </a:moveTo>
                <a:lnTo>
                  <a:pt x="151200" y="0"/>
                </a:lnTo>
                <a:lnTo>
                  <a:pt x="136080" y="110880"/>
                </a:lnTo>
                <a:lnTo>
                  <a:pt x="15120" y="1108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5440" y="1460880"/>
            <a:ext cx="70560" cy="7056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4160" y="1566720"/>
            <a:ext cx="211680" cy="17640"/>
          </a:xfrm>
          <a:prstGeom prst="roundRect">
            <a:avLst>
              <a:gd name="adj" fmla="val 42857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854800" y="1385280"/>
            <a:ext cx="10080" cy="40320"/>
          </a:xfrm>
          <a:prstGeom prst="line">
            <a:avLst/>
          </a:prstGeom>
          <a:ln w="12600">
            <a:solidFill>
              <a:srgbClr val="73737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00160" y="1385280"/>
            <a:ext cx="10080" cy="40320"/>
          </a:xfrm>
          <a:prstGeom prst="line">
            <a:avLst/>
          </a:prstGeom>
          <a:ln w="12600">
            <a:solidFill>
              <a:srgbClr val="73737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B2017"/>
                </a:solidFill>
                <a:latin typeface="바탕"/>
                <a:ea typeface="바탕"/>
              </a:rPr>
              <a:t>고소한 하루의 시작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06E6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