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49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B46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2731968" y="232848"/>
            <a:ext cx="152064" cy="290304"/>
          </a:xfrm>
          <a:prstGeom prst="ellips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718144" y="274320"/>
            <a:ext cx="172800" cy="207360"/>
          </a:xfrm>
          <a:prstGeom prst="line">
            <a:avLst/>
          </a:prstGeom>
          <a:ln w="13824">
            <a:solidFill>
              <a:srgbClr val="B4669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4E9F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8E8F2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8E8F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8E8F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8E8F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32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D28A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FFFF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따뜻한 국물 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숟갈의 위로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8BED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D28AB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8BED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