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3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B98C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5D5FE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985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화–일 11:00 – 21:00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