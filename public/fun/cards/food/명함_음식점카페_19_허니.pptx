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77B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A040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A77B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A040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A77B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A040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A77B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A040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A77B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A040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5A8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7B5CB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7B5CB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7B5CB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7B5CB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7B5CB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7B5CB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7B5CB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7B5C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BCADA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7B5CB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CBCADA"/>
                </a:solidFill>
                <a:latin typeface="맑은 고딕"/>
                <a:ea typeface="맑은 고딕"/>
              </a:rPr>
              <a:t>매일 10:00 – 22:00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