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E0E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04320" y="343440"/>
            <a:ext cx="207360" cy="152064"/>
          </a:xfrm>
          <a:custGeom>
            <a:avLst/>
            <a:gdLst/>
            <a:ahLst/>
            <a:cxnLst/>
            <a:rect l="l" t="t" r="r" b="b"/>
            <a:pathLst>
              <a:path w="207360" h="152064">
                <a:moveTo>
                  <a:pt x="0" y="0"/>
                </a:moveTo>
                <a:lnTo>
                  <a:pt x="207360" y="0"/>
                </a:lnTo>
                <a:lnTo>
                  <a:pt x="186624" y="152064"/>
                </a:lnTo>
                <a:lnTo>
                  <a:pt x="20736" y="152064"/>
                </a:lnTo>
                <a:close/>
              </a:path>
            </a:pathLst>
          </a:cu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84032" y="357264"/>
            <a:ext cx="96768" cy="96768"/>
          </a:xfrm>
          <a:prstGeom prst="ellipse">
            <a:avLst/>
          </a:prstGeom>
          <a:noFill/>
          <a:ln w="20736">
            <a:solidFill>
              <a:srgbClr val="497DA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62848" y="502416"/>
            <a:ext cx="290304" cy="24192"/>
          </a:xfrm>
          <a:prstGeom prst="roundRect">
            <a:avLst>
              <a:gd name="adj" fmla="val 42857"/>
            </a:avLst>
          </a:prstGeom>
          <a:solidFill>
            <a:srgbClr val="E0E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2773440" y="253584"/>
            <a:ext cx="13824" cy="55296"/>
          </a:xfrm>
          <a:prstGeom prst="line">
            <a:avLst/>
          </a:prstGeom>
          <a:ln w="17280">
            <a:solidFill>
              <a:srgbClr val="E0EBF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835648" y="253584"/>
            <a:ext cx="13824" cy="55296"/>
          </a:xfrm>
          <a:prstGeom prst="line">
            <a:avLst/>
          </a:prstGeom>
          <a:ln w="17280">
            <a:solidFill>
              <a:srgbClr val="E0EBF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5E6F7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9465B"/>
                </a:solidFill>
                <a:latin typeface="바탕"/>
                <a:ea typeface="바탕"/>
              </a:rPr>
              <a:t>김하늘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27092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2709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9465B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2709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9465B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2709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9465B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648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D3E3EE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3B64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오늘 하루도 따뜻한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한 잔으로 시작해요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D2DCE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