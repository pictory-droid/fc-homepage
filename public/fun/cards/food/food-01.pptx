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오늘 하루도 따뜻한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잔으로 시작해요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