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A94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FBCC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FBCC3"/>
                </a:solidFill>
                <a:latin typeface="맑은 고딕"/>
                <a:ea typeface="맑은 고딕"/>
              </a:rPr>
              <a:t>파티시에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BCC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BCC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BCC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86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9686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