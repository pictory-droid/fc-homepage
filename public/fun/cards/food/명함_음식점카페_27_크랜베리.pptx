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B2D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A94A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FBCC3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B35F72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백OO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FBCC3"/>
                </a:solidFill>
                <a:latin typeface="맑은 고딕"/>
                <a:ea typeface="맑은 고딕"/>
              </a:rPr>
              <a:t>파티시에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FBCC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B35F72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FBCC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B35F72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FBCC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6662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8645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6662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4171D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8600" y="540000"/>
            <a:ext cx="4969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8645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968600" y="540000"/>
            <a:ext cx="4969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4171D"/>
                </a:solidFill>
                <a:latin typeface="맑은 고딕"/>
                <a:ea typeface="맑은 고딕"/>
              </a:rPr>
              <a:t>베이커리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15933" y="540000"/>
            <a:ext cx="4123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8645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515933" y="540000"/>
            <a:ext cx="4123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4171D"/>
                </a:solidFill>
                <a:latin typeface="맑은 고딕"/>
                <a:ea typeface="맑은 고딕"/>
              </a:rPr>
              <a:t>수제청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화–일 11:00 – 21:00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파티시에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