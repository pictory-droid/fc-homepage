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C8B5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8CAB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D8CABC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AB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AB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8CAB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03200" y="900000"/>
            <a:ext cx="345600" cy="146880"/>
          </a:xfrm>
          <a:custGeom>
            <a:avLst/>
            <a:gdLst/>
            <a:ahLst/>
            <a:cxnLst/>
            <a:rect l="l" t="t" r="r" b="b"/>
            <a:pathLst>
              <a:path w="345600" h="146880">
                <a:moveTo>
                  <a:pt x="345600" y="0"/>
                </a:moveTo>
                <a:lnTo>
                  <a:pt x="341268" y="32684"/>
                </a:lnTo>
                <a:lnTo>
                  <a:pt x="328487" y="63729"/>
                </a:lnTo>
                <a:lnTo>
                  <a:pt x="307900" y="91578"/>
                </a:lnTo>
                <a:lnTo>
                  <a:pt x="280539" y="114835"/>
                </a:lnTo>
                <a:lnTo>
                  <a:pt x="247775" y="132334"/>
                </a:lnTo>
                <a:lnTo>
                  <a:pt x="211252" y="143197"/>
                </a:lnTo>
                <a:lnTo>
                  <a:pt x="172800" y="146880"/>
                </a:lnTo>
                <a:lnTo>
                  <a:pt x="134348" y="143197"/>
                </a:lnTo>
                <a:lnTo>
                  <a:pt x="97825" y="132334"/>
                </a:lnTo>
                <a:lnTo>
                  <a:pt x="65061" y="114835"/>
                </a:lnTo>
                <a:lnTo>
                  <a:pt x="37700" y="91578"/>
                </a:lnTo>
                <a:lnTo>
                  <a:pt x="17113" y="63729"/>
                </a:lnTo>
                <a:lnTo>
                  <a:pt x="4332" y="326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3680" y="1042560"/>
            <a:ext cx="224640" cy="30240"/>
          </a:xfrm>
          <a:prstGeom prst="roundRect">
            <a:avLst>
              <a:gd name="adj" fmla="val 42857"/>
            </a:avLst>
          </a:prstGeom>
          <a:solidFill>
            <a:srgbClr val="9596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50080" y="753120"/>
            <a:ext cx="155520" cy="129600"/>
          </a:xfrm>
          <a:prstGeom prst="line">
            <a:avLst/>
          </a:prstGeom>
          <a:ln w="21600">
            <a:solidFill>
              <a:srgbClr val="95969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01920" y="753120"/>
            <a:ext cx="146880" cy="112320"/>
          </a:xfrm>
          <a:prstGeom prst="line">
            <a:avLst/>
          </a:prstGeom>
          <a:ln w="21600">
            <a:solidFill>
              <a:srgbClr val="95969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화–일 11:00 – 21:00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