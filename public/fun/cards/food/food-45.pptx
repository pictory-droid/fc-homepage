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E6A5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884111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65616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84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FFFF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처음 맛본 그 맛 그대로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BC6B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EB955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BC6B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