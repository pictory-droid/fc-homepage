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75852" cy="1800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75852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12131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BCBCB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처음 맛본 그 맛 그대로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