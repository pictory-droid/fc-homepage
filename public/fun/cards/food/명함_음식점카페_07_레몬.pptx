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E6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E600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파티시에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E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E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E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E6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