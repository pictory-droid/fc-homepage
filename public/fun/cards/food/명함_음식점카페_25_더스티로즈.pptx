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EAD5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B9C9E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주방장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C7C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64859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78A9A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핸드드립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78A9A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78A9A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78A9A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3D535E"/>
                </a:solidFill>
                <a:latin typeface="맑은 고딕"/>
                <a:ea typeface="맑은 고딕"/>
              </a:rPr>
              <a:t>매장 · 포장 · 배달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3D535E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