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EAD5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B9C9E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주방장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64859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핸드드립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B223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78A9A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3D535E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3D535E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