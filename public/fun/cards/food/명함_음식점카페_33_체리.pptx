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E828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E8284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E8284F"/>
          </a:solidFill>
          <a:ln w="5760">
            <a:solidFill>
              <a:srgbClr val="E828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E828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E828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E828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