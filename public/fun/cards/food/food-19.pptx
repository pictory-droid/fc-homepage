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464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7DA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97507" y="488160"/>
            <a:ext cx="440986" cy="419402"/>
          </a:xfrm>
          <a:custGeom>
            <a:avLst/>
            <a:gdLst/>
            <a:ahLst/>
            <a:cxnLst/>
            <a:rect l="l" t="t" r="r" b="b"/>
            <a:pathLst>
              <a:path w="440986" h="419402">
                <a:moveTo>
                  <a:pt x="220493" y="0"/>
                </a:moveTo>
                <a:lnTo>
                  <a:pt x="276779" y="154369"/>
                </a:lnTo>
                <a:lnTo>
                  <a:pt x="440986" y="160198"/>
                </a:lnTo>
                <a:lnTo>
                  <a:pt x="311566" y="261431"/>
                </a:lnTo>
                <a:lnTo>
                  <a:pt x="356765" y="419402"/>
                </a:lnTo>
                <a:lnTo>
                  <a:pt x="220493" y="327600"/>
                </a:lnTo>
                <a:lnTo>
                  <a:pt x="84221" y="419402"/>
                </a:lnTo>
                <a:lnTo>
                  <a:pt x="129420" y="261431"/>
                </a:lnTo>
                <a:lnTo>
                  <a:pt x="0" y="160198"/>
                </a:lnTo>
                <a:lnTo>
                  <a:pt x="164207" y="15436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전보라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0B5B8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7DA8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0B5B8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0B5B8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0B5B8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274649"/>
                </a:solidFill>
                <a:latin typeface="맑은 고딕"/>
                <a:ea typeface="맑은 고딕"/>
              </a:rPr>
              <a:t>오래 기억될 한 그릇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4B868B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E70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7" name="Freeform 6"/>
          <p:cNvSpPr/>
          <p:nvPr/>
        </p:nvSpPr>
        <p:spPr>
          <a:xfrm>
            <a:off x="1541253" y="241200"/>
            <a:ext cx="157494" cy="149787"/>
          </a:xfrm>
          <a:custGeom>
            <a:avLst/>
            <a:gdLst/>
            <a:ahLst/>
            <a:cxnLst/>
            <a:rect l="l" t="t" r="r" b="b"/>
            <a:pathLst>
              <a:path w="157494" h="149787">
                <a:moveTo>
                  <a:pt x="78747" y="0"/>
                </a:moveTo>
                <a:lnTo>
                  <a:pt x="98849" y="55132"/>
                </a:lnTo>
                <a:lnTo>
                  <a:pt x="157494" y="57213"/>
                </a:lnTo>
                <a:lnTo>
                  <a:pt x="111273" y="93368"/>
                </a:lnTo>
                <a:lnTo>
                  <a:pt x="127416" y="149787"/>
                </a:lnTo>
                <a:lnTo>
                  <a:pt x="78747" y="117000"/>
                </a:lnTo>
                <a:lnTo>
                  <a:pt x="30078" y="149787"/>
                </a:lnTo>
                <a:lnTo>
                  <a:pt x="46221" y="93368"/>
                </a:lnTo>
                <a:lnTo>
                  <a:pt x="0" y="57213"/>
                </a:lnTo>
                <a:lnTo>
                  <a:pt x="58645" y="55132"/>
                </a:lnTo>
                <a:close/>
              </a:path>
            </a:pathLst>
          </a:custGeom>
          <a:solidFill>
            <a:srgbClr val="4B86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