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16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EA4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8C5E6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F8C5E6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8C5E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8C5E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8C5E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오래 기억될 한 그릇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