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백이현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분식집 사장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CD6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사장님이 직접 만듭니다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223F2A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분식집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