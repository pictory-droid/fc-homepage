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E4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462400" y="158400"/>
            <a:ext cx="43200" cy="43200"/>
          </a:xfrm>
          <a:prstGeom prst="ellipse">
            <a:avLst/>
          </a:prstGeom>
          <a:solidFill>
            <a:srgbClr val="EFE0D2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462400" y="266400"/>
            <a:ext cx="43200" cy="43200"/>
          </a:xfrm>
          <a:prstGeom prst="ellipse">
            <a:avLst/>
          </a:prstGeom>
          <a:solidFill>
            <a:srgbClr val="EFE0D2">
              <a:alpha val="57999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462400" y="374400"/>
            <a:ext cx="43200" cy="43200"/>
          </a:xfrm>
          <a:prstGeom prst="ellipse">
            <a:avLst/>
          </a:prstGeom>
          <a:solidFill>
            <a:srgbClr val="EFE0D2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462400" y="482400"/>
            <a:ext cx="43200" cy="43200"/>
          </a:xfrm>
          <a:prstGeom prst="ellipse">
            <a:avLst/>
          </a:prstGeom>
          <a:solidFill>
            <a:srgbClr val="EFE0D2">
              <a:alpha val="34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570400" y="158400"/>
            <a:ext cx="43200" cy="43200"/>
          </a:xfrm>
          <a:prstGeom prst="ellipse">
            <a:avLst/>
          </a:prstGeom>
          <a:solidFill>
            <a:srgbClr val="EFE0D2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570400" y="266400"/>
            <a:ext cx="43200" cy="43200"/>
          </a:xfrm>
          <a:prstGeom prst="ellipse">
            <a:avLst/>
          </a:prstGeom>
          <a:solidFill>
            <a:srgbClr val="EFE0D2">
              <a:alpha val="57999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570400" y="374400"/>
            <a:ext cx="43200" cy="43200"/>
          </a:xfrm>
          <a:prstGeom prst="ellipse">
            <a:avLst/>
          </a:prstGeom>
          <a:solidFill>
            <a:srgbClr val="EFE0D2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570400" y="482400"/>
            <a:ext cx="43200" cy="43200"/>
          </a:xfrm>
          <a:prstGeom prst="ellipse">
            <a:avLst/>
          </a:prstGeom>
          <a:solidFill>
            <a:srgbClr val="EFE0D2">
              <a:alpha val="34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678400" y="158400"/>
            <a:ext cx="43200" cy="43200"/>
          </a:xfrm>
          <a:prstGeom prst="ellipse">
            <a:avLst/>
          </a:prstGeom>
          <a:solidFill>
            <a:srgbClr val="EFE0D2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678400" y="266400"/>
            <a:ext cx="43200" cy="43200"/>
          </a:xfrm>
          <a:prstGeom prst="ellipse">
            <a:avLst/>
          </a:prstGeom>
          <a:solidFill>
            <a:srgbClr val="EFE0D2">
              <a:alpha val="57999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678400" y="374400"/>
            <a:ext cx="43200" cy="43200"/>
          </a:xfrm>
          <a:prstGeom prst="ellipse">
            <a:avLst/>
          </a:prstGeom>
          <a:solidFill>
            <a:srgbClr val="EFE0D2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678400" y="482400"/>
            <a:ext cx="43200" cy="43200"/>
          </a:xfrm>
          <a:prstGeom prst="ellipse">
            <a:avLst/>
          </a:prstGeom>
          <a:solidFill>
            <a:srgbClr val="EFE0D2">
              <a:alpha val="34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786400" y="158400"/>
            <a:ext cx="43200" cy="43200"/>
          </a:xfrm>
          <a:prstGeom prst="ellipse">
            <a:avLst/>
          </a:prstGeom>
          <a:solidFill>
            <a:srgbClr val="EFE0D2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786400" y="266400"/>
            <a:ext cx="43200" cy="43200"/>
          </a:xfrm>
          <a:prstGeom prst="ellipse">
            <a:avLst/>
          </a:prstGeom>
          <a:solidFill>
            <a:srgbClr val="EFE0D2">
              <a:alpha val="57999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786400" y="374400"/>
            <a:ext cx="43200" cy="43200"/>
          </a:xfrm>
          <a:prstGeom prst="ellipse">
            <a:avLst/>
          </a:prstGeom>
          <a:solidFill>
            <a:srgbClr val="EFE0D2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786400" y="482400"/>
            <a:ext cx="43200" cy="43200"/>
          </a:xfrm>
          <a:prstGeom prst="ellipse">
            <a:avLst/>
          </a:prstGeom>
          <a:solidFill>
            <a:srgbClr val="EFE0D2">
              <a:alpha val="34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894400" y="158400"/>
            <a:ext cx="43200" cy="43200"/>
          </a:xfrm>
          <a:prstGeom prst="ellipse">
            <a:avLst/>
          </a:prstGeom>
          <a:solidFill>
            <a:srgbClr val="EFE0D2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894400" y="266400"/>
            <a:ext cx="43200" cy="43200"/>
          </a:xfrm>
          <a:prstGeom prst="ellipse">
            <a:avLst/>
          </a:prstGeom>
          <a:solidFill>
            <a:srgbClr val="EFE0D2">
              <a:alpha val="57999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894400" y="374400"/>
            <a:ext cx="43200" cy="43200"/>
          </a:xfrm>
          <a:prstGeom prst="ellipse">
            <a:avLst/>
          </a:prstGeom>
          <a:solidFill>
            <a:srgbClr val="EFE0D2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894400" y="482400"/>
            <a:ext cx="43200" cy="43200"/>
          </a:xfrm>
          <a:prstGeom prst="ellipse">
            <a:avLst/>
          </a:prstGeom>
          <a:solidFill>
            <a:srgbClr val="EFE0D2">
              <a:alpha val="34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1663200"/>
            <a:ext cx="3240000" cy="136800"/>
          </a:xfrm>
          <a:prstGeom prst="rect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1663200"/>
            <a:ext cx="936000" cy="136800"/>
          </a:xfrm>
          <a:prstGeom prst="rect">
            <a:avLst/>
          </a:prstGeom>
          <a:solidFill>
            <a:srgbClr val="78604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텍스트"/>
          <p:cNvSpPr txBox="1"/>
          <p:nvPr/>
        </p:nvSpPr>
        <p:spPr>
          <a:xfrm>
            <a:off x="252000" y="208800"/>
            <a:ext cx="1800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50">
                <a:solidFill>
                  <a:srgbClr val="C7BDB3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25" name="텍스트"/>
          <p:cNvSpPr txBox="1"/>
          <p:nvPr/>
        </p:nvSpPr>
        <p:spPr>
          <a:xfrm>
            <a:off x="252000" y="540000"/>
            <a:ext cx="2016000" cy="3136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55"/>
              </a:lnSpc>
            </a:pPr>
            <a:r>
              <a:rPr sz="1900" b="1" spc="50">
                <a:solidFill>
                  <a:srgbClr val="FFFFFF"/>
                </a:solidFill>
                <a:latin typeface="맑은 고딕"/>
                <a:ea typeface="맑은 고딕"/>
              </a:rPr>
              <a:t>백이현</a:t>
            </a:r>
          </a:p>
        </p:txBody>
      </p:sp>
      <p:sp>
        <p:nvSpPr>
          <p:cNvPr id="26" name="텍스트"/>
          <p:cNvSpPr txBox="1"/>
          <p:nvPr/>
        </p:nvSpPr>
        <p:spPr>
          <a:xfrm>
            <a:off x="252000" y="828000"/>
            <a:ext cx="2016000" cy="1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2"/>
              </a:lnSpc>
            </a:pPr>
            <a:r>
              <a:rPr sz="850" b="1">
                <a:solidFill>
                  <a:srgbClr val="EFE0D2"/>
                </a:solidFill>
                <a:latin typeface="맑은 고딕"/>
                <a:ea typeface="맑은 고딕"/>
              </a:rPr>
              <a:t>분식집 사장</a:t>
            </a:r>
          </a:p>
        </p:txBody>
      </p:sp>
      <p:sp>
        <p:nvSpPr>
          <p:cNvPr id="27" name="텍스트"/>
          <p:cNvSpPr txBox="1"/>
          <p:nvPr/>
        </p:nvSpPr>
        <p:spPr>
          <a:xfrm>
            <a:off x="252000" y="1108800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EFE0D2"/>
                </a:solidFill>
                <a:latin typeface="맑은 고딕"/>
                <a:ea typeface="맑은 고딕"/>
              </a:rPr>
              <a:t>T</a:t>
            </a:r>
          </a:p>
        </p:txBody>
      </p:sp>
      <p:sp>
        <p:nvSpPr>
          <p:cNvPr id="28" name="텍스트"/>
          <p:cNvSpPr txBox="1"/>
          <p:nvPr/>
        </p:nvSpPr>
        <p:spPr>
          <a:xfrm>
            <a:off x="396000" y="1108800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29" name="텍스트"/>
          <p:cNvSpPr txBox="1"/>
          <p:nvPr/>
        </p:nvSpPr>
        <p:spPr>
          <a:xfrm>
            <a:off x="252000" y="1277711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EFE0D2"/>
                </a:solidFill>
                <a:latin typeface="맑은 고딕"/>
                <a:ea typeface="맑은 고딕"/>
              </a:rPr>
              <a:t>E</a:t>
            </a:r>
          </a:p>
        </p:txBody>
      </p:sp>
      <p:sp>
        <p:nvSpPr>
          <p:cNvPr id="30" name="텍스트"/>
          <p:cNvSpPr txBox="1"/>
          <p:nvPr/>
        </p:nvSpPr>
        <p:spPr>
          <a:xfrm>
            <a:off x="396000" y="1277711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252000" y="1446622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EFE0D2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32" name="텍스트"/>
          <p:cNvSpPr txBox="1"/>
          <p:nvPr/>
        </p:nvSpPr>
        <p:spPr>
          <a:xfrm>
            <a:off x="396000" y="1446622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sp>
        <p:nvSpPr>
          <p:cNvPr id="33" name="Freeform 32"/>
          <p:cNvSpPr/>
          <p:nvPr/>
        </p:nvSpPr>
        <p:spPr>
          <a:xfrm>
            <a:off x="2754004" y="1055520"/>
            <a:ext cx="251992" cy="239659"/>
          </a:xfrm>
          <a:custGeom>
            <a:avLst/>
            <a:gdLst/>
            <a:ahLst/>
            <a:cxnLst/>
            <a:rect l="l" t="t" r="r" b="b"/>
            <a:pathLst>
              <a:path w="251992" h="239659">
                <a:moveTo>
                  <a:pt x="125996" y="0"/>
                </a:moveTo>
                <a:lnTo>
                  <a:pt x="158160" y="88211"/>
                </a:lnTo>
                <a:lnTo>
                  <a:pt x="251992" y="91541"/>
                </a:lnTo>
                <a:lnTo>
                  <a:pt x="178038" y="149389"/>
                </a:lnTo>
                <a:lnTo>
                  <a:pt x="203866" y="239659"/>
                </a:lnTo>
                <a:lnTo>
                  <a:pt x="125996" y="187200"/>
                </a:lnTo>
                <a:lnTo>
                  <a:pt x="48126" y="239659"/>
                </a:lnTo>
                <a:lnTo>
                  <a:pt x="73954" y="149389"/>
                </a:lnTo>
                <a:lnTo>
                  <a:pt x="0" y="91541"/>
                </a:lnTo>
                <a:lnTo>
                  <a:pt x="93832" y="88211"/>
                </a:lnTo>
                <a:close/>
              </a:path>
            </a:pathLst>
          </a:cu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E4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1462505" y="374400"/>
            <a:ext cx="314990" cy="299573"/>
          </a:xfrm>
          <a:custGeom>
            <a:avLst/>
            <a:gdLst/>
            <a:ahLst/>
            <a:cxnLst/>
            <a:rect l="l" t="t" r="r" b="b"/>
            <a:pathLst>
              <a:path w="314990" h="299573">
                <a:moveTo>
                  <a:pt x="157495" y="0"/>
                </a:moveTo>
                <a:lnTo>
                  <a:pt x="197700" y="110263"/>
                </a:lnTo>
                <a:lnTo>
                  <a:pt x="314990" y="114427"/>
                </a:lnTo>
                <a:lnTo>
                  <a:pt x="222547" y="186737"/>
                </a:lnTo>
                <a:lnTo>
                  <a:pt x="254832" y="299573"/>
                </a:lnTo>
                <a:lnTo>
                  <a:pt x="157495" y="234000"/>
                </a:lnTo>
                <a:lnTo>
                  <a:pt x="60158" y="299573"/>
                </a:lnTo>
                <a:lnTo>
                  <a:pt x="92443" y="186737"/>
                </a:lnTo>
                <a:lnTo>
                  <a:pt x="0" y="114427"/>
                </a:lnTo>
                <a:lnTo>
                  <a:pt x="117290" y="110263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835200"/>
            <a:ext cx="2448000" cy="39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667"/>
              </a:lnSpc>
            </a:pPr>
            <a:r>
              <a:rPr sz="1150" b="1">
                <a:solidFill>
                  <a:srgbClr val="595959"/>
                </a:solidFill>
                <a:latin typeface="바탕"/>
                <a:ea typeface="바탕"/>
              </a:rPr>
              <a:t>사장님이 직접 만듭니다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360000" y="14760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 spc="300">
                <a:solidFill>
                  <a:srgbClr val="595959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분식집 사장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