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740320" y="325440"/>
            <a:ext cx="207360" cy="152064"/>
          </a:xfrm>
          <a:custGeom>
            <a:avLst/>
            <a:gdLst/>
            <a:ahLst/>
            <a:cxnLst/>
            <a:rect l="l" t="t" r="r" b="b"/>
            <a:pathLst>
              <a:path w="207360" h="152064">
                <a:moveTo>
                  <a:pt x="0" y="0"/>
                </a:moveTo>
                <a:lnTo>
                  <a:pt x="207360" y="0"/>
                </a:lnTo>
                <a:lnTo>
                  <a:pt x="186624" y="152064"/>
                </a:lnTo>
                <a:lnTo>
                  <a:pt x="20736" y="15206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0032" y="339264"/>
            <a:ext cx="96768" cy="96768"/>
          </a:xfrm>
          <a:prstGeom prst="ellipse">
            <a:avLst/>
          </a:prstGeom>
          <a:noFill/>
          <a:ln w="2073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98848" y="484416"/>
            <a:ext cx="290304" cy="24192"/>
          </a:xfrm>
          <a:prstGeom prst="roundRect">
            <a:avLst>
              <a:gd name="adj" fmla="val 42857"/>
            </a:avLst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2809440" y="235584"/>
            <a:ext cx="13824" cy="55296"/>
          </a:xfrm>
          <a:prstGeom prst="line">
            <a:avLst/>
          </a:prstGeom>
          <a:ln w="17280">
            <a:solidFill>
              <a:srgbClr val="73737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871648" y="235584"/>
            <a:ext cx="13824" cy="55296"/>
          </a:xfrm>
          <a:prstGeom prst="line">
            <a:avLst/>
          </a:prstGeom>
          <a:ln w="17280">
            <a:solidFill>
              <a:srgbClr val="73737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06A5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71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92713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71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92713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71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9271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995229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492713"/>
                </a:solidFill>
                <a:latin typeface="맑은 고딕"/>
                <a:ea typeface="맑은 고딕"/>
              </a:rPr>
              <a:t>오늘도 맛있게,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492713"/>
                </a:solidFill>
                <a:latin typeface="맑은 고딕"/>
                <a:ea typeface="맑은 고딕"/>
              </a:rPr>
              <a:t>내일도 정직하게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826D61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