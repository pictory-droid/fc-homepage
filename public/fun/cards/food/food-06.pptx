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06756" y="24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73371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C56B3"/>
                </a:solidFill>
                <a:latin typeface="맑은 고딕"/>
                <a:ea typeface="맑은 고딕"/>
              </a:rPr>
              <a:t>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9648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46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95959"/>
                </a:solidFill>
                <a:latin typeface="바탕"/>
                <a:ea typeface="바탕"/>
              </a:rPr>
              <a:t>커피 한 잔에 쉼표 하나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5959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