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강도윤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12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점장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168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A3A9B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A6E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5696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656000" y="15696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324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커피 한 잔에 쉼표 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A6E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569600"/>
            <a:ext cx="1872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12151C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Oval 4"/>
          <p:cNvSpPr/>
          <p:nvPr/>
        </p:nvSpPr>
        <p:spPr>
          <a:xfrm>
            <a:off x="2714400" y="1616400"/>
            <a:ext cx="43200" cy="432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22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30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