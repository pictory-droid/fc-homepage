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109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9A6B8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109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4171D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58B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ECAE8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6580C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ECAE8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ECAE8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BECAE8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