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D9D5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9A6B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4171D"/>
                </a:solidFill>
                <a:latin typeface="맑은 고딕"/>
                <a:ea typeface="맑은 고딕"/>
              </a:rPr>
              <a:t>오너 셰프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8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ECAE8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단체 주문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6580C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ECAE8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22:00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ECAE8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BECAE8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오너 셰프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