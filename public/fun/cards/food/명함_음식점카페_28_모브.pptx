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A97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8967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516667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44F77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516667"/>
          </a:solidFill>
          <a:ln w="5760">
            <a:solidFill>
              <a:srgbClr val="5166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A8D5C2"/>
          </a:solidFill>
          <a:ln w="5760">
            <a:solidFill>
              <a:srgbClr val="5166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A8D5C2"/>
          </a:solidFill>
          <a:ln w="5760">
            <a:solidFill>
              <a:srgbClr val="51666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5585C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5585C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45585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45585C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