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E2D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E2D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E2D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A9788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A978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A978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89676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허OO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로스터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A978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8D5C2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446400"/>
          </a:xfrm>
          <a:prstGeom prst="line">
            <a:avLst/>
          </a:prstGeom>
          <a:ln w="5760">
            <a:solidFill>
              <a:srgbClr val="516667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44F77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516667"/>
          </a:solidFill>
          <a:ln w="5760">
            <a:solidFill>
              <a:srgbClr val="51666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단체 주문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A8D5C2"/>
          </a:solidFill>
          <a:ln w="5760">
            <a:solidFill>
              <a:srgbClr val="51666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런치 세트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A8D5C2"/>
          </a:solidFill>
          <a:ln w="5760">
            <a:solidFill>
              <a:srgbClr val="51666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원두 판매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8FB5A8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5585C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예약 문의 가능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5585C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45585C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45585C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로스터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