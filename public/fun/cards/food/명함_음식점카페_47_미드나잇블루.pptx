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44000" y="144000"/>
            <a:ext cx="165600" cy="0"/>
          </a:xfrm>
          <a:prstGeom prst="line">
            <a:avLst/>
          </a:prstGeom>
          <a:ln w="7920">
            <a:solidFill>
              <a:srgbClr val="23395B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44000" y="144000"/>
            <a:ext cx="0" cy="165600"/>
          </a:xfrm>
          <a:prstGeom prst="line">
            <a:avLst/>
          </a:prstGeom>
          <a:ln w="7920">
            <a:solidFill>
              <a:srgbClr val="23395B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2930400" y="144000"/>
            <a:ext cx="165600" cy="0"/>
          </a:xfrm>
          <a:prstGeom prst="line">
            <a:avLst/>
          </a:prstGeom>
          <a:ln w="7920">
            <a:solidFill>
              <a:srgbClr val="23395B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096000" y="144000"/>
            <a:ext cx="0" cy="165600"/>
          </a:xfrm>
          <a:prstGeom prst="line">
            <a:avLst/>
          </a:prstGeom>
          <a:ln w="7920">
            <a:solidFill>
              <a:srgbClr val="23395B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44000" y="1656000"/>
            <a:ext cx="165600" cy="0"/>
          </a:xfrm>
          <a:prstGeom prst="line">
            <a:avLst/>
          </a:prstGeom>
          <a:ln w="7920">
            <a:solidFill>
              <a:srgbClr val="23395B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144000" y="1490400"/>
            <a:ext cx="0" cy="165600"/>
          </a:xfrm>
          <a:prstGeom prst="line">
            <a:avLst/>
          </a:prstGeom>
          <a:ln w="7920">
            <a:solidFill>
              <a:srgbClr val="23395B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2930400" y="1656000"/>
            <a:ext cx="165600" cy="0"/>
          </a:xfrm>
          <a:prstGeom prst="line">
            <a:avLst/>
          </a:prstGeom>
          <a:ln w="7920">
            <a:solidFill>
              <a:srgbClr val="23395B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3096000" y="1490400"/>
            <a:ext cx="0" cy="165600"/>
          </a:xfrm>
          <a:prstGeom prst="line">
            <a:avLst/>
          </a:prstGeom>
          <a:ln w="7920">
            <a:solidFill>
              <a:srgbClr val="23395B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024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1" spc="300">
                <a:solidFill>
                  <a:srgbClr val="666B73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360000" y="504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천OO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756000"/>
            <a:ext cx="252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666B73"/>
                </a:solidFill>
                <a:latin typeface="맑은 고딕"/>
                <a:ea typeface="맑은 고딕"/>
              </a:rPr>
              <a:t>파티시에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12000" y="993600"/>
            <a:ext cx="216000" cy="0"/>
          </a:xfrm>
          <a:prstGeom prst="line">
            <a:avLst/>
          </a:prstGeom>
          <a:ln w="7200">
            <a:solidFill>
              <a:srgbClr val="23395B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360000" y="1144800"/>
            <a:ext cx="25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60000" y="1274400"/>
            <a:ext cx="25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666B73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000" y="432000"/>
            <a:ext cx="936000" cy="936000"/>
          </a:xfrm>
          <a:prstGeom prst="ellipse">
            <a:avLst/>
          </a:prstGeom>
          <a:solidFill>
            <a:srgbClr val="7F84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324000"/>
            <a:ext cx="1152000" cy="1152000"/>
          </a:xfrm>
          <a:prstGeom prst="ellipse">
            <a:avLst/>
          </a:prstGeom>
          <a:noFill/>
          <a:ln w="4320">
            <a:solidFill>
              <a:srgbClr val="2A2D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 rot="2280000">
            <a:off x="480960" y="718560"/>
            <a:ext cx="190080" cy="36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463680" y="770400"/>
            <a:ext cx="216000" cy="259200"/>
          </a:xfrm>
          <a:prstGeom prst="line">
            <a:avLst/>
          </a:prstGeom>
          <a:ln w="17280">
            <a:solidFill>
              <a:srgbClr val="BFC2B2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136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7" name="Oval 6"/>
          <p:cNvSpPr/>
          <p:nvPr/>
        </p:nvSpPr>
        <p:spPr>
          <a:xfrm>
            <a:off x="1371600" y="482400"/>
            <a:ext cx="43200" cy="43200"/>
          </a:xfrm>
          <a:prstGeom prst="ellipse">
            <a:avLst/>
          </a:prstGeom>
          <a:solidFill>
            <a:srgbClr val="7F84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476000" y="4248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아메리카노</a:t>
            </a:r>
          </a:p>
        </p:txBody>
      </p:sp>
      <p:sp>
        <p:nvSpPr>
          <p:cNvPr id="9" name="Oval 8"/>
          <p:cNvSpPr/>
          <p:nvPr/>
        </p:nvSpPr>
        <p:spPr>
          <a:xfrm>
            <a:off x="1371600" y="705600"/>
            <a:ext cx="43200" cy="43200"/>
          </a:xfrm>
          <a:prstGeom prst="ellipse">
            <a:avLst/>
          </a:prstGeom>
          <a:solidFill>
            <a:srgbClr val="A68A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476000" y="648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수제 디저트</a:t>
            </a:r>
          </a:p>
        </p:txBody>
      </p:sp>
      <p:sp>
        <p:nvSpPr>
          <p:cNvPr id="11" name="Oval 10"/>
          <p:cNvSpPr/>
          <p:nvPr/>
        </p:nvSpPr>
        <p:spPr>
          <a:xfrm>
            <a:off x="1371600" y="928800"/>
            <a:ext cx="43200" cy="43200"/>
          </a:xfrm>
          <a:prstGeom prst="ellipse">
            <a:avLst/>
          </a:prstGeom>
          <a:solidFill>
            <a:srgbClr val="7F84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476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브런치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1152000"/>
            <a:ext cx="43200" cy="43200"/>
          </a:xfrm>
          <a:prstGeom prst="ellipse">
            <a:avLst/>
          </a:prstGeom>
          <a:solidFill>
            <a:srgbClr val="A68A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476000" y="1094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케이터링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368000" y="1440000"/>
            <a:ext cx="1656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1368000" y="1512000"/>
            <a:ext cx="165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A7ABB4"/>
                </a:solidFill>
                <a:latin typeface="맑은 고딕"/>
                <a:ea typeface="맑은 고딕"/>
              </a:rPr>
              <a:t>매일 08:00 – 20:00  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파티시에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