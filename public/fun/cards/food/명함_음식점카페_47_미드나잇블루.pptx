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23395B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480960" y="718560"/>
            <a:ext cx="190080" cy="36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463680" y="770400"/>
            <a:ext cx="216000" cy="259200"/>
          </a:xfrm>
          <a:prstGeom prst="line">
            <a:avLst/>
          </a:prstGeom>
          <a:ln w="17280">
            <a:solidFill>
              <a:srgbClr val="BFC2B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