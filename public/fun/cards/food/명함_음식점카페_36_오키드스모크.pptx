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7AE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848E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7AEBF"/>
                </a:solidFill>
                <a:latin typeface="바탕"/>
                <a:ea typeface="바탕"/>
              </a:rPr>
              <a:t>대표 메뉴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7AEB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브런치  ·  예약 문의  ·  수제청  ·  원두 판매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7AEB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ADDE4"/>
                </a:solidFill>
                <a:latin typeface="바탕"/>
                <a:ea typeface="바탕"/>
              </a:rPr>
              <a:t>단체 예약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ADDE4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