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A67B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황OO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점장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636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636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636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636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636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636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636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636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636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636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636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636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