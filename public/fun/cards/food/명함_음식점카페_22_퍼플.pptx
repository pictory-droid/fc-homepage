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9556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2D1FD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E2D1FD"/>
                </a:solidFill>
                <a:latin typeface="맑은 고딕"/>
                <a:ea typeface="맑은 고딕"/>
              </a:rPr>
              <a:t>오너 셰프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2D1F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2D1F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2D1F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985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66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466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93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8093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