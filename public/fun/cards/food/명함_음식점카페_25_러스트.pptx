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주방장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5F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CCC9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8B857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8B857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8B857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8B857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ECCC9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CECCC9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