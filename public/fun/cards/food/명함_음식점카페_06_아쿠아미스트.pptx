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F63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8ECE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5A6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5A6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5A6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E818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1697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16978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16978"/>
                </a:solidFill>
                <a:latin typeface="맑은 고딕"/>
                <a:ea typeface="맑은 고딕"/>
              </a:rPr>
              <a:t>단체 예약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