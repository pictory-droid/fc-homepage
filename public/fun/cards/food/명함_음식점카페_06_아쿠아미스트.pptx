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F63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540000" cy="172800"/>
          </a:xfrm>
          <a:prstGeom prst="roundRect">
            <a:avLst>
              <a:gd name="adj" fmla="val 50000"/>
            </a:avLst>
          </a:prstGeom>
          <a:solidFill>
            <a:srgbClr val="50A6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540000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D8ECE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5A6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5A6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5A6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E8182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1697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16978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16978"/>
                </a:solidFill>
                <a:latin typeface="맑은 고딕"/>
                <a:ea typeface="맑은 고딕"/>
              </a:rPr>
              <a:t>단체 예약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