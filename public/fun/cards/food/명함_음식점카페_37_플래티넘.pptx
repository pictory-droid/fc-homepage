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C1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595E6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A1A4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595E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1B2230"/>
                </a:solidFill>
                <a:latin typeface="바탕"/>
                <a:ea typeface="바탕"/>
              </a:rPr>
              <a:t>주OO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4C525C"/>
                </a:solidFill>
                <a:latin typeface="바탕"/>
                <a:ea typeface="바탕"/>
              </a:rPr>
              <a:t>파티시에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595E67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595E67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4C525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F87A3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D0D6E3"/>
          </a:solidFill>
          <a:ln w="3600">
            <a:solidFill>
              <a:srgbClr val="B7C1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D0D6E3"/>
          </a:solidFill>
          <a:ln w="3600">
            <a:solidFill>
              <a:srgbClr val="B7C1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5F96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D0D6E3"/>
          </a:solidFill>
          <a:ln w="3600">
            <a:solidFill>
              <a:srgbClr val="B7C1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5F96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D0D6E3"/>
          </a:solidFill>
          <a:ln w="3600">
            <a:solidFill>
              <a:srgbClr val="B7C1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단체 주문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20304C"/>
                </a:solidFill>
                <a:latin typeface="맑은 고딕"/>
                <a:ea typeface="맑은 고딕"/>
              </a:rPr>
              <a:t>매장 · 포장 · 배달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파티시에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