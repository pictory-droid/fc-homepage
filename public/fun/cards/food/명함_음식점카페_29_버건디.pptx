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9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51A25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6C0C6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유OO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51A25"/>
                </a:solidFill>
                <a:latin typeface="맑은 고딕"/>
                <a:ea typeface="맑은 고딕"/>
              </a:rPr>
              <a:t>브런치 카페 대표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351A2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6B1F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7981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브런치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포장 · 배달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브런치 카페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