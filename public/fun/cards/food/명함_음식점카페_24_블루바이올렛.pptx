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7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BDBFF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BDBFF"/>
                </a:solidFill>
                <a:latin typeface="맑은 고딕"/>
                <a:ea typeface="맑은 고딕"/>
              </a:rPr>
              <a:t>사장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BDBF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BDB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BDB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6F6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