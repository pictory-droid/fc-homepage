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716D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16EB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38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554964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3D7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554964"/>
          </a:solidFill>
          <a:ln w="5760">
            <a:solidFill>
              <a:srgbClr val="554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B388B8"/>
          </a:solidFill>
          <a:ln w="5760">
            <a:solidFill>
              <a:srgbClr val="554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B388B8"/>
          </a:solidFill>
          <a:ln w="5760">
            <a:solidFill>
              <a:srgbClr val="554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B388B8"/>
          </a:solidFill>
          <a:ln w="5760">
            <a:solidFill>
              <a:srgbClr val="554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9876A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4159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4159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49415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494159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