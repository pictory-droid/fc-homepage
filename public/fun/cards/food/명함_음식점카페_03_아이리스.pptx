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716D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16EB9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388B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554964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F3D7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554964"/>
          </a:solidFill>
          <a:ln w="5760">
            <a:solidFill>
              <a:srgbClr val="5549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B388B8"/>
          </a:solidFill>
          <a:ln w="5760">
            <a:solidFill>
              <a:srgbClr val="5549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B388B8"/>
          </a:solidFill>
          <a:ln w="5760">
            <a:solidFill>
              <a:srgbClr val="5549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B388B8"/>
          </a:solidFill>
          <a:ln w="5760">
            <a:solidFill>
              <a:srgbClr val="5549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샐러드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9876A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94159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예약 문의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94159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49415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494159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