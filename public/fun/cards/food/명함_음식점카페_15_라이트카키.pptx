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8733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C2B2B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580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54580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4C8CE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4C8CE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