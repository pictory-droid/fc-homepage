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A8733C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7676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주방장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54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4C8CE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C2B2BA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D4C8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636329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D4C8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63632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5804" y="943200"/>
            <a:ext cx="39736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D4C8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545804" y="943200"/>
            <a:ext cx="39736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56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D4C8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99356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4C8CE"/>
                </a:solidFill>
                <a:latin typeface="맑은 고딕"/>
                <a:ea typeface="맑은 고딕"/>
              </a:rPr>
              <a:t>INSTAGRAM   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4C8CE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