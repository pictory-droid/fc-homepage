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F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03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05E7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03E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6303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A5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