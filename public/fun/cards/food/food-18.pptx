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FB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303E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A05E7A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송현우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303E"/>
                </a:solidFill>
                <a:latin typeface="맑은 고딕"/>
                <a:ea typeface="맑은 고딕"/>
              </a:rPr>
              <a:t>로스터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46303E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FFA5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핸드드립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샐러드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4" name="Rectangle 13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로스터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