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B7C1B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Freeform 3"/>
          <p:cNvSpPr/>
          <p:nvPr/>
        </p:nvSpPr>
        <p:spPr>
          <a:xfrm>
            <a:off x="300960" y="540000"/>
            <a:ext cx="190080" cy="80784"/>
          </a:xfrm>
          <a:custGeom>
            <a:avLst/>
            <a:gdLst/>
            <a:ahLst/>
            <a:cxnLst/>
            <a:rect l="l" t="t" r="r" b="b"/>
            <a:pathLst>
              <a:path w="190080" h="80784">
                <a:moveTo>
                  <a:pt x="190080" y="0"/>
                </a:moveTo>
                <a:lnTo>
                  <a:pt x="187697" y="17976"/>
                </a:lnTo>
                <a:lnTo>
                  <a:pt x="180668" y="35051"/>
                </a:lnTo>
                <a:lnTo>
                  <a:pt x="169345" y="50368"/>
                </a:lnTo>
                <a:lnTo>
                  <a:pt x="154296" y="63159"/>
                </a:lnTo>
                <a:lnTo>
                  <a:pt x="136276" y="72784"/>
                </a:lnTo>
                <a:lnTo>
                  <a:pt x="116188" y="78759"/>
                </a:lnTo>
                <a:lnTo>
                  <a:pt x="95040" y="80784"/>
                </a:lnTo>
                <a:lnTo>
                  <a:pt x="73892" y="78759"/>
                </a:lnTo>
                <a:lnTo>
                  <a:pt x="53804" y="72784"/>
                </a:lnTo>
                <a:lnTo>
                  <a:pt x="35784" y="63159"/>
                </a:lnTo>
                <a:lnTo>
                  <a:pt x="20735" y="50368"/>
                </a:lnTo>
                <a:lnTo>
                  <a:pt x="9412" y="35051"/>
                </a:lnTo>
                <a:lnTo>
                  <a:pt x="2383" y="17976"/>
                </a:lnTo>
                <a:lnTo>
                  <a:pt x="0" y="0"/>
                </a:lnTo>
                <a:close/>
              </a:path>
            </a:pathLst>
          </a:cu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34224" y="618408"/>
            <a:ext cx="123552" cy="16632"/>
          </a:xfrm>
          <a:prstGeom prst="roundRect">
            <a:avLst>
              <a:gd name="adj" fmla="val 42857"/>
            </a:avLst>
          </a:prstGeom>
          <a:solidFill>
            <a:srgbClr val="526B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81744" y="459216"/>
            <a:ext cx="85536" cy="71280"/>
          </a:xfrm>
          <a:prstGeom prst="line">
            <a:avLst/>
          </a:prstGeom>
          <a:ln w="11880">
            <a:solidFill>
              <a:srgbClr val="526B4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0256" y="459216"/>
            <a:ext cx="80784" cy="61776"/>
          </a:xfrm>
          <a:prstGeom prst="line">
            <a:avLst/>
          </a:prstGeom>
          <a:ln w="11880">
            <a:solidFill>
              <a:srgbClr val="526B4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1C291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1C2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1C2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1C2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314F22"/>
                </a:solidFill>
                <a:latin typeface="바탕"/>
                <a:ea typeface="바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3755A"/>
                </a:solidFill>
                <a:latin typeface="바탕"/>
                <a:ea typeface="바탕"/>
              </a:rPr>
              <a:t>함께 먹으면 더 맛있는 시간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5D964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3755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42400" y="432000"/>
            <a:ext cx="259200" cy="110160"/>
          </a:xfrm>
          <a:custGeom>
            <a:avLst/>
            <a:gdLst/>
            <a:ahLst/>
            <a:cxnLst/>
            <a:rect l="l" t="t" r="r" b="b"/>
            <a:pathLst>
              <a:path w="259200" h="110160">
                <a:moveTo>
                  <a:pt x="259200" y="0"/>
                </a:moveTo>
                <a:lnTo>
                  <a:pt x="255951" y="24513"/>
                </a:lnTo>
                <a:lnTo>
                  <a:pt x="246366" y="47797"/>
                </a:lnTo>
                <a:lnTo>
                  <a:pt x="230925" y="68684"/>
                </a:lnTo>
                <a:lnTo>
                  <a:pt x="210404" y="86127"/>
                </a:lnTo>
                <a:lnTo>
                  <a:pt x="185831" y="99251"/>
                </a:lnTo>
                <a:lnTo>
                  <a:pt x="158439" y="107398"/>
                </a:lnTo>
                <a:lnTo>
                  <a:pt x="129600" y="110160"/>
                </a:lnTo>
                <a:lnTo>
                  <a:pt x="100761" y="107398"/>
                </a:lnTo>
                <a:lnTo>
                  <a:pt x="73369" y="99251"/>
                </a:lnTo>
                <a:lnTo>
                  <a:pt x="48796" y="86127"/>
                </a:lnTo>
                <a:lnTo>
                  <a:pt x="28275" y="68684"/>
                </a:lnTo>
                <a:lnTo>
                  <a:pt x="12834" y="47797"/>
                </a:lnTo>
                <a:lnTo>
                  <a:pt x="3249" y="24513"/>
                </a:lnTo>
                <a:lnTo>
                  <a:pt x="0" y="0"/>
                </a:lnTo>
                <a:close/>
              </a:path>
            </a:pathLst>
          </a:cu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7760" y="538920"/>
            <a:ext cx="168480" cy="22680"/>
          </a:xfrm>
          <a:prstGeom prst="roundRect">
            <a:avLst>
              <a:gd name="adj" fmla="val 42857"/>
            </a:avLst>
          </a:prstGeom>
          <a:solidFill>
            <a:srgbClr val="E6F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752560" y="321840"/>
            <a:ext cx="116640" cy="97200"/>
          </a:xfrm>
          <a:prstGeom prst="line">
            <a:avLst/>
          </a:prstGeom>
          <a:ln w="16200">
            <a:solidFill>
              <a:srgbClr val="E6F3E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91440" y="321840"/>
            <a:ext cx="110160" cy="84240"/>
          </a:xfrm>
          <a:prstGeom prst="line">
            <a:avLst/>
          </a:prstGeom>
          <a:ln w="16200">
            <a:solidFill>
              <a:srgbClr val="E6F3E0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