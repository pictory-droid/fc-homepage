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7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Freeform 2"/>
          <p:cNvSpPr/>
          <p:nvPr/>
        </p:nvSpPr>
        <p:spPr>
          <a:xfrm>
            <a:off x="1525503" y="404640"/>
            <a:ext cx="188994" cy="179744"/>
          </a:xfrm>
          <a:custGeom>
            <a:avLst/>
            <a:gdLst/>
            <a:ahLst/>
            <a:cxnLst/>
            <a:rect l="l" t="t" r="r" b="b"/>
            <a:pathLst>
              <a:path w="188994" h="179744">
                <a:moveTo>
                  <a:pt x="94497" y="0"/>
                </a:moveTo>
                <a:lnTo>
                  <a:pt x="118620" y="66158"/>
                </a:lnTo>
                <a:lnTo>
                  <a:pt x="188994" y="68656"/>
                </a:lnTo>
                <a:lnTo>
                  <a:pt x="133528" y="112042"/>
                </a:lnTo>
                <a:lnTo>
                  <a:pt x="152899" y="179744"/>
                </a:lnTo>
                <a:lnTo>
                  <a:pt x="94497" y="140400"/>
                </a:lnTo>
                <a:lnTo>
                  <a:pt x="36095" y="179744"/>
                </a:lnTo>
                <a:lnTo>
                  <a:pt x="55466" y="112042"/>
                </a:lnTo>
                <a:lnTo>
                  <a:pt x="0" y="68656"/>
                </a:lnTo>
                <a:lnTo>
                  <a:pt x="70374" y="66158"/>
                </a:lnTo>
                <a:close/>
              </a:path>
            </a:pathLst>
          </a:cu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5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62505" y="374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404040"/>
                </a:solidFill>
                <a:latin typeface="바탕"/>
                <a:ea typeface="바탕"/>
              </a:rPr>
              <a:t>달콤한 하루를 선물합니다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40404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