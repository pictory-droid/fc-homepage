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62505" y="878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10:00 – 22:00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