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846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846F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62505" y="878400"/>
            <a:ext cx="314990" cy="299573"/>
          </a:xfrm>
          <a:custGeom>
            <a:avLst/>
            <a:gdLst/>
            <a:ahLst/>
            <a:cxnLst/>
            <a:rect l="l" t="t" r="r" b="b"/>
            <a:pathLst>
              <a:path w="314990" h="299573">
                <a:moveTo>
                  <a:pt x="157495" y="0"/>
                </a:moveTo>
                <a:lnTo>
                  <a:pt x="197700" y="110263"/>
                </a:lnTo>
                <a:lnTo>
                  <a:pt x="314990" y="114427"/>
                </a:lnTo>
                <a:lnTo>
                  <a:pt x="222547" y="186737"/>
                </a:lnTo>
                <a:lnTo>
                  <a:pt x="254832" y="299573"/>
                </a:lnTo>
                <a:lnTo>
                  <a:pt x="157495" y="234000"/>
                </a:lnTo>
                <a:lnTo>
                  <a:pt x="60158" y="299573"/>
                </a:lnTo>
                <a:lnTo>
                  <a:pt x="92443" y="186737"/>
                </a:lnTo>
                <a:lnTo>
                  <a:pt x="0" y="114427"/>
                </a:lnTo>
                <a:lnTo>
                  <a:pt x="117290" y="110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737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Freeform 3"/>
          <p:cNvSpPr/>
          <p:nvPr/>
        </p:nvSpPr>
        <p:spPr>
          <a:xfrm>
            <a:off x="438756" y="861840"/>
            <a:ext cx="346488" cy="329531"/>
          </a:xfrm>
          <a:custGeom>
            <a:avLst/>
            <a:gdLst/>
            <a:ahLst/>
            <a:cxnLst/>
            <a:rect l="l" t="t" r="r" b="b"/>
            <a:pathLst>
              <a:path w="346488" h="329531">
                <a:moveTo>
                  <a:pt x="173244" y="0"/>
                </a:moveTo>
                <a:lnTo>
                  <a:pt x="217469" y="121290"/>
                </a:lnTo>
                <a:lnTo>
                  <a:pt x="346488" y="125869"/>
                </a:lnTo>
                <a:lnTo>
                  <a:pt x="244801" y="205410"/>
                </a:lnTo>
                <a:lnTo>
                  <a:pt x="280315" y="329531"/>
                </a:lnTo>
                <a:lnTo>
                  <a:pt x="173244" y="257400"/>
                </a:lnTo>
                <a:lnTo>
                  <a:pt x="66173" y="329531"/>
                </a:lnTo>
                <a:lnTo>
                  <a:pt x="101687" y="205410"/>
                </a:lnTo>
                <a:lnTo>
                  <a:pt x="0" y="125869"/>
                </a:lnTo>
                <a:lnTo>
                  <a:pt x="129019" y="1212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매일 10:00 – 22:00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