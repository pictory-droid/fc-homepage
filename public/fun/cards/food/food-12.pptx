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57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D9D3B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Freeform 2"/>
          <p:cNvSpPr/>
          <p:nvPr/>
        </p:nvSpPr>
        <p:spPr>
          <a:xfrm>
            <a:off x="1555200" y="482400"/>
            <a:ext cx="129600" cy="95040"/>
          </a:xfrm>
          <a:custGeom>
            <a:avLst/>
            <a:gdLst/>
            <a:ahLst/>
            <a:cxnLst/>
            <a:rect l="l" t="t" r="r" b="b"/>
            <a:pathLst>
              <a:path w="129600" h="95040">
                <a:moveTo>
                  <a:pt x="0" y="0"/>
                </a:moveTo>
                <a:lnTo>
                  <a:pt x="129600" y="0"/>
                </a:lnTo>
                <a:lnTo>
                  <a:pt x="116640" y="95040"/>
                </a:lnTo>
                <a:lnTo>
                  <a:pt x="12960" y="95040"/>
                </a:lnTo>
                <a:close/>
              </a:path>
            </a:pathLst>
          </a:custGeom>
          <a:solidFill>
            <a:srgbClr val="D9BB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667520" y="491040"/>
            <a:ext cx="60480" cy="60480"/>
          </a:xfrm>
          <a:prstGeom prst="ellipse">
            <a:avLst/>
          </a:prstGeom>
          <a:noFill/>
          <a:ln w="12960">
            <a:solidFill>
              <a:srgbClr val="D9BB5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29280" y="581760"/>
            <a:ext cx="181440" cy="15120"/>
          </a:xfrm>
          <a:prstGeom prst="roundRect">
            <a:avLst>
              <a:gd name="adj" fmla="val 42857"/>
            </a:avLst>
          </a:prstGeom>
          <a:solidFill>
            <a:srgbClr val="8572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1598400" y="426240"/>
            <a:ext cx="8640" cy="34560"/>
          </a:xfrm>
          <a:prstGeom prst="line">
            <a:avLst/>
          </a:prstGeom>
          <a:ln w="10800">
            <a:solidFill>
              <a:srgbClr val="857233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637280" y="426240"/>
            <a:ext cx="8640" cy="34560"/>
          </a:xfrm>
          <a:prstGeom prst="line">
            <a:avLst/>
          </a:prstGeom>
          <a:ln w="10800">
            <a:solidFill>
              <a:srgbClr val="857233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오지호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E6D392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D9BB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D9D3B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CAA0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FAEE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04400" y="1450800"/>
            <a:ext cx="151200" cy="110880"/>
          </a:xfrm>
          <a:custGeom>
            <a:avLst/>
            <a:gdLst/>
            <a:ahLst/>
            <a:cxnLst/>
            <a:rect l="l" t="t" r="r" b="b"/>
            <a:pathLst>
              <a:path w="151200" h="110880">
                <a:moveTo>
                  <a:pt x="0" y="0"/>
                </a:moveTo>
                <a:lnTo>
                  <a:pt x="151200" y="0"/>
                </a:lnTo>
                <a:lnTo>
                  <a:pt x="136080" y="110880"/>
                </a:lnTo>
                <a:lnTo>
                  <a:pt x="15120" y="11088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35440" y="1460880"/>
            <a:ext cx="70560" cy="70560"/>
          </a:xfrm>
          <a:prstGeom prst="ellipse">
            <a:avLst/>
          </a:prstGeom>
          <a:noFill/>
          <a:ln w="151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74160" y="1566720"/>
            <a:ext cx="211680" cy="17640"/>
          </a:xfrm>
          <a:prstGeom prst="roundRect">
            <a:avLst>
              <a:gd name="adj" fmla="val 42857"/>
            </a:avLst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2854800" y="1385280"/>
            <a:ext cx="10080" cy="40320"/>
          </a:xfrm>
          <a:prstGeom prst="line">
            <a:avLst/>
          </a:prstGeom>
          <a:ln w="12600">
            <a:solidFill>
              <a:srgbClr val="80808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900160" y="1385280"/>
            <a:ext cx="10080" cy="40320"/>
          </a:xfrm>
          <a:prstGeom prst="line">
            <a:avLst/>
          </a:prstGeom>
          <a:ln w="12600">
            <a:solidFill>
              <a:srgbClr val="80808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6E570C"/>
                </a:solidFill>
                <a:latin typeface="바탕"/>
                <a:ea typeface="바탕"/>
              </a:rPr>
              <a:t>한 입에 담은 계절의 맛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81754E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