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D1E9EB"/>
                </a:solidFill>
                <a:latin typeface="맑은 고딕"/>
                <a:ea typeface="맑은 고딕"/>
              </a:rPr>
              <a:t>유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3B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60C8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작은 테이블에 큰 이야기를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