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746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944000" y="216000"/>
            <a:ext cx="10800" cy="1368000"/>
          </a:xfrm>
          <a:prstGeom prst="rect">
            <a:avLst/>
          </a:pr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16000" y="201600"/>
            <a:ext cx="1584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300">
                <a:solidFill>
                  <a:srgbClr val="CABEB9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4" name="Freeform 3"/>
          <p:cNvSpPr/>
          <p:nvPr/>
        </p:nvSpPr>
        <p:spPr>
          <a:xfrm>
            <a:off x="324720" y="516240"/>
            <a:ext cx="142560" cy="104544"/>
          </a:xfrm>
          <a:custGeom>
            <a:avLst/>
            <a:gdLst/>
            <a:ahLst/>
            <a:cxnLst/>
            <a:rect l="l" t="t" r="r" b="b"/>
            <a:pathLst>
              <a:path w="142560" h="104544">
                <a:moveTo>
                  <a:pt x="0" y="0"/>
                </a:moveTo>
                <a:lnTo>
                  <a:pt x="142560" y="0"/>
                </a:lnTo>
                <a:lnTo>
                  <a:pt x="128304" y="104544"/>
                </a:lnTo>
                <a:lnTo>
                  <a:pt x="14256" y="104544"/>
                </a:lnTo>
                <a:close/>
              </a:path>
            </a:pathLst>
          </a:cu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48272" y="525744"/>
            <a:ext cx="66528" cy="66528"/>
          </a:xfrm>
          <a:prstGeom prst="ellipse">
            <a:avLst/>
          </a:prstGeom>
          <a:noFill/>
          <a:ln w="14256">
            <a:solidFill>
              <a:srgbClr val="EBDC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96208" y="625536"/>
            <a:ext cx="199584" cy="16632"/>
          </a:xfrm>
          <a:prstGeom prst="roundRect">
            <a:avLst>
              <a:gd name="adj" fmla="val 42857"/>
            </a:avLst>
          </a:prstGeom>
          <a:solidFill>
            <a:srgbClr val="7F64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372240" y="454464"/>
            <a:ext cx="9504" cy="38016"/>
          </a:xfrm>
          <a:prstGeom prst="line">
            <a:avLst/>
          </a:prstGeom>
          <a:ln w="11880">
            <a:solidFill>
              <a:srgbClr val="7F6457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415008" y="454464"/>
            <a:ext cx="9504" cy="38016"/>
          </a:xfrm>
          <a:prstGeom prst="line">
            <a:avLst/>
          </a:prstGeom>
          <a:ln w="11880">
            <a:solidFill>
              <a:srgbClr val="7F6457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16000" y="972000"/>
            <a:ext cx="1728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EBDCD6"/>
                </a:solidFill>
                <a:latin typeface="맑은 고딕"/>
                <a:ea typeface="맑은 고딕"/>
              </a:rPr>
              <a:t>로스터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16000" y="1123200"/>
            <a:ext cx="1728000" cy="346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45"/>
              </a:lnSpc>
            </a:pPr>
            <a:r>
              <a:rPr sz="2100" b="1" spc="50">
                <a:solidFill>
                  <a:srgbClr val="FFFFFF"/>
                </a:solidFill>
                <a:latin typeface="맑은 고딕"/>
                <a:ea typeface="맑은 고딕"/>
              </a:rPr>
              <a:t>유재희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73600" y="5400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EBDCD6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17600" y="540000"/>
            <a:ext cx="900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73600" y="7089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EBDCD6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17600" y="708911"/>
            <a:ext cx="900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073600" y="8778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EBDCD6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17600" y="877822"/>
            <a:ext cx="900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746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016000" y="576000"/>
            <a:ext cx="1224000" cy="1224000"/>
          </a:xfrm>
          <a:custGeom>
            <a:avLst/>
            <a:gdLst/>
            <a:ahLst/>
            <a:cxnLst/>
            <a:rect l="l" t="t" r="r" b="b"/>
            <a:pathLst>
              <a:path w="1224000" h="1224000">
                <a:moveTo>
                  <a:pt x="1224000" y="1224000"/>
                </a:moveTo>
                <a:lnTo>
                  <a:pt x="0" y="1224000"/>
                </a:lnTo>
                <a:lnTo>
                  <a:pt x="7696" y="1086955"/>
                </a:lnTo>
                <a:lnTo>
                  <a:pt x="30688" y="951634"/>
                </a:lnTo>
                <a:lnTo>
                  <a:pt x="68687" y="819738"/>
                </a:lnTo>
                <a:lnTo>
                  <a:pt x="121214" y="692926"/>
                </a:lnTo>
                <a:lnTo>
                  <a:pt x="187610" y="572793"/>
                </a:lnTo>
                <a:lnTo>
                  <a:pt x="267038" y="460848"/>
                </a:lnTo>
                <a:lnTo>
                  <a:pt x="358501" y="358501"/>
                </a:lnTo>
                <a:lnTo>
                  <a:pt x="460848" y="267038"/>
                </a:lnTo>
                <a:lnTo>
                  <a:pt x="572793" y="187610"/>
                </a:lnTo>
                <a:lnTo>
                  <a:pt x="692926" y="121214"/>
                </a:lnTo>
                <a:lnTo>
                  <a:pt x="819738" y="68687"/>
                </a:lnTo>
                <a:lnTo>
                  <a:pt x="951634" y="30688"/>
                </a:lnTo>
                <a:lnTo>
                  <a:pt x="1086955" y="7696"/>
                </a:lnTo>
                <a:lnTo>
                  <a:pt x="1224000" y="0"/>
                </a:lnTo>
                <a:close/>
              </a:path>
            </a:pathLst>
          </a:custGeom>
          <a:solidFill>
            <a:srgbClr val="EBDC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520000" y="1080000"/>
            <a:ext cx="720000" cy="720000"/>
          </a:xfrm>
          <a:custGeom>
            <a:avLst/>
            <a:gdLst/>
            <a:ahLst/>
            <a:cxnLst/>
            <a:rect l="l" t="t" r="r" b="b"/>
            <a:pathLst>
              <a:path w="720000" h="720000">
                <a:moveTo>
                  <a:pt x="720000" y="720000"/>
                </a:moveTo>
                <a:lnTo>
                  <a:pt x="0" y="720000"/>
                </a:lnTo>
                <a:lnTo>
                  <a:pt x="4527" y="639386"/>
                </a:lnTo>
                <a:lnTo>
                  <a:pt x="18052" y="559785"/>
                </a:lnTo>
                <a:lnTo>
                  <a:pt x="40404" y="482199"/>
                </a:lnTo>
                <a:lnTo>
                  <a:pt x="71302" y="407604"/>
                </a:lnTo>
                <a:lnTo>
                  <a:pt x="110359" y="336937"/>
                </a:lnTo>
                <a:lnTo>
                  <a:pt x="157081" y="271087"/>
                </a:lnTo>
                <a:lnTo>
                  <a:pt x="210883" y="210883"/>
                </a:lnTo>
                <a:lnTo>
                  <a:pt x="271087" y="157081"/>
                </a:lnTo>
                <a:lnTo>
                  <a:pt x="336937" y="110359"/>
                </a:lnTo>
                <a:lnTo>
                  <a:pt x="407604" y="71302"/>
                </a:lnTo>
                <a:lnTo>
                  <a:pt x="482199" y="40404"/>
                </a:lnTo>
                <a:lnTo>
                  <a:pt x="559785" y="18052"/>
                </a:lnTo>
                <a:lnTo>
                  <a:pt x="639386" y="4527"/>
                </a:lnTo>
                <a:lnTo>
                  <a:pt x="720000" y="0"/>
                </a:lnTo>
                <a:close/>
              </a:path>
            </a:pathLst>
          </a:custGeom>
          <a:solidFill>
            <a:srgbClr val="7F645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804400" y="1450800"/>
            <a:ext cx="151200" cy="110880"/>
          </a:xfrm>
          <a:custGeom>
            <a:avLst/>
            <a:gdLst/>
            <a:ahLst/>
            <a:cxnLst/>
            <a:rect l="l" t="t" r="r" b="b"/>
            <a:pathLst>
              <a:path w="151200" h="110880">
                <a:moveTo>
                  <a:pt x="0" y="0"/>
                </a:moveTo>
                <a:lnTo>
                  <a:pt x="151200" y="0"/>
                </a:lnTo>
                <a:lnTo>
                  <a:pt x="136080" y="110880"/>
                </a:lnTo>
                <a:lnTo>
                  <a:pt x="15120" y="110880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935440" y="1460880"/>
            <a:ext cx="70560" cy="70560"/>
          </a:xfrm>
          <a:prstGeom prst="ellipse">
            <a:avLst/>
          </a:prstGeom>
          <a:noFill/>
          <a:ln w="15120">
            <a:solidFill>
              <a:srgbClr val="59595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74160" y="1566720"/>
            <a:ext cx="211680" cy="17640"/>
          </a:xfrm>
          <a:prstGeom prst="roundRect">
            <a:avLst>
              <a:gd name="adj" fmla="val 42857"/>
            </a:avLst>
          </a:prstGeom>
          <a:solidFill>
            <a:srgbClr val="C5C5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2854800" y="1385280"/>
            <a:ext cx="10080" cy="40320"/>
          </a:xfrm>
          <a:prstGeom prst="line">
            <a:avLst/>
          </a:prstGeom>
          <a:ln w="12600">
            <a:solidFill>
              <a:srgbClr val="C5C5C5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900160" y="1385280"/>
            <a:ext cx="10080" cy="40320"/>
          </a:xfrm>
          <a:prstGeom prst="line">
            <a:avLst/>
          </a:prstGeom>
          <a:ln w="12600">
            <a:solidFill>
              <a:srgbClr val="C5C5C5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324000"/>
            <a:ext cx="1944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>
                <a:solidFill>
                  <a:srgbClr val="FFFFFF"/>
                </a:solidFill>
                <a:latin typeface="바탕"/>
                <a:ea typeface="바탕"/>
              </a:rPr>
              <a:t>작은 테이블에 큰 이야기를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476000"/>
            <a:ext cx="144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200">
                <a:solidFill>
                  <a:srgbClr val="CABEB9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로스터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