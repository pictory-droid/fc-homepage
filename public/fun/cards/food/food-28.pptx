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016000" y="0"/>
            <a:ext cx="1224000" cy="756000"/>
          </a:xfrm>
          <a:prstGeom prst="rect">
            <a:avLst/>
          </a:prstGeom>
          <a:solidFill>
            <a:srgbClr val="00A6A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2016000" y="0"/>
            <a:ext cx="64800" cy="6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2016000" y="0"/>
            <a:ext cx="129600" cy="12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2016000" y="0"/>
            <a:ext cx="194400" cy="19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2016000" y="0"/>
            <a:ext cx="259200" cy="25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2016000" y="0"/>
            <a:ext cx="324000" cy="32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2016000" y="0"/>
            <a:ext cx="388800" cy="38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2016000" y="0"/>
            <a:ext cx="453600" cy="453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2016000" y="0"/>
            <a:ext cx="518400" cy="518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2016000" y="0"/>
            <a:ext cx="583200" cy="583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2016000" y="0"/>
            <a:ext cx="648000" cy="648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2016000" y="0"/>
            <a:ext cx="712800" cy="712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2037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2102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1672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2320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22968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23616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2426400" y="0"/>
            <a:ext cx="756000" cy="75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2491200" y="7200"/>
            <a:ext cx="748800" cy="748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2556000" y="72000"/>
            <a:ext cx="684000" cy="684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2620800" y="136800"/>
            <a:ext cx="619200" cy="619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2685600" y="201600"/>
            <a:ext cx="554400" cy="554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2750400" y="266400"/>
            <a:ext cx="489600" cy="489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2815200" y="331200"/>
            <a:ext cx="424800" cy="424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2880000" y="396000"/>
            <a:ext cx="360000" cy="360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2944800" y="460800"/>
            <a:ext cx="295200" cy="2952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3009600" y="525600"/>
            <a:ext cx="230400" cy="2304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3074400" y="590400"/>
            <a:ext cx="165600" cy="1656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3139200" y="655200"/>
            <a:ext cx="100800" cy="1008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3204000" y="720000"/>
            <a:ext cx="36000" cy="3600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33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B7280"/>
                </a:solidFill>
                <a:latin typeface="맑은 고딕"/>
                <a:ea typeface="맑은 고딕"/>
              </a:rPr>
              <a:t>상호명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252000" y="374400"/>
            <a:ext cx="1548000" cy="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35" name="텍스트"/>
          <p:cNvSpPr txBox="1"/>
          <p:nvPr/>
        </p:nvSpPr>
        <p:spPr>
          <a:xfrm>
            <a:off x="252000" y="676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유재희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252000" y="928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B7280"/>
                </a:solidFill>
                <a:latin typeface="맑은 고딕"/>
                <a:ea typeface="맑은 고딕"/>
              </a:rPr>
              <a:t>로스터</a:t>
            </a:r>
          </a:p>
        </p:txBody>
      </p:sp>
      <p:sp>
        <p:nvSpPr>
          <p:cNvPr id="37" name="텍스트"/>
          <p:cNvSpPr txBox="1"/>
          <p:nvPr/>
        </p:nvSpPr>
        <p:spPr>
          <a:xfrm>
            <a:off x="252000" y="1339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38" name="텍스트"/>
          <p:cNvSpPr txBox="1"/>
          <p:nvPr/>
        </p:nvSpPr>
        <p:spPr>
          <a:xfrm>
            <a:off x="252000" y="14400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072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152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41" name="텍스트"/>
          <p:cNvSpPr txBox="1"/>
          <p:nvPr/>
        </p:nvSpPr>
        <p:spPr>
          <a:xfrm>
            <a:off x="1152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044800" y="1339200"/>
            <a:ext cx="0" cy="2016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43" name="텍스트"/>
          <p:cNvSpPr txBox="1"/>
          <p:nvPr/>
        </p:nvSpPr>
        <p:spPr>
          <a:xfrm>
            <a:off x="2124000" y="1339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44" name="텍스트"/>
          <p:cNvSpPr txBox="1"/>
          <p:nvPr/>
        </p:nvSpPr>
        <p:spPr>
          <a:xfrm>
            <a:off x="2124000" y="1440000"/>
            <a:ext cx="97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6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0E353A"/>
                </a:solidFill>
                <a:latin typeface="맑은 고딕"/>
                <a:ea typeface="맑은 고딕"/>
              </a:rPr>
              <a:t>대표 메뉴</a:t>
            </a:r>
          </a:p>
        </p:txBody>
      </p:sp>
      <p:sp>
        <p:nvSpPr>
          <p:cNvPr id="3" name="Rectangle 2"/>
          <p:cNvSpPr/>
          <p:nvPr/>
        </p:nvSpPr>
        <p:spPr>
          <a:xfrm>
            <a:off x="252000" y="352800"/>
            <a:ext cx="108000" cy="144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>
            <a:off x="252000" y="453600"/>
            <a:ext cx="1512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5" name="텍스트"/>
          <p:cNvSpPr txBox="1"/>
          <p:nvPr/>
        </p:nvSpPr>
        <p:spPr>
          <a:xfrm>
            <a:off x="252000" y="5076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E353A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489600" y="4968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단체 주문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2000" y="640800"/>
            <a:ext cx="1512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52000" y="6948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E353A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489600" y="6840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런치 세트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52000" y="828000"/>
            <a:ext cx="1512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52000" y="882000"/>
            <a:ext cx="216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100">
                <a:solidFill>
                  <a:srgbClr val="0E353A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489600" y="871200"/>
            <a:ext cx="126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12151C"/>
                </a:solidFill>
                <a:latin typeface="맑은 고딕"/>
                <a:ea typeface="맑은 고딕"/>
              </a:rPr>
              <a:t>원두 판매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52000" y="1015200"/>
            <a:ext cx="1512000" cy="0"/>
          </a:xfrm>
          <a:prstGeom prst="line">
            <a:avLst/>
          </a:prstGeom>
          <a:ln w="3600">
            <a:solidFill>
              <a:srgbClr val="076C6F"/>
            </a:solidFill>
          </a:ln>
        </p:spPr>
      </p:cxnSp>
      <p:sp>
        <p:nvSpPr>
          <p:cNvPr id="14" name="Rectangle 13"/>
          <p:cNvSpPr/>
          <p:nvPr/>
        </p:nvSpPr>
        <p:spPr>
          <a:xfrm>
            <a:off x="2088000" y="252000"/>
            <a:ext cx="900000" cy="1296000"/>
          </a:xfrm>
          <a:prstGeom prst="rect">
            <a:avLst/>
          </a:prstGeom>
          <a:solidFill>
            <a:srgbClr val="33B8B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텍스트"/>
          <p:cNvSpPr txBox="1"/>
          <p:nvPr/>
        </p:nvSpPr>
        <p:spPr>
          <a:xfrm>
            <a:off x="2196000" y="360000"/>
            <a:ext cx="684000" cy="952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25"/>
              </a:lnSpc>
            </a:pPr>
            <a:r>
              <a:rPr sz="500" b="1" spc="2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INFO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196000" y="5040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화–일 11:00 – 21:00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96000" y="770400"/>
            <a:ext cx="684000" cy="0"/>
          </a:xfrm>
          <a:prstGeom prst="line">
            <a:avLst/>
          </a:prstGeom>
          <a:ln w="3600">
            <a:solidFill>
              <a:srgbClr val="12151C"/>
            </a:solidFill>
          </a:ln>
        </p:spPr>
      </p:cxnSp>
      <p:sp>
        <p:nvSpPr>
          <p:cNvPr id="18" name="텍스트"/>
          <p:cNvSpPr txBox="1"/>
          <p:nvPr/>
        </p:nvSpPr>
        <p:spPr>
          <a:xfrm>
            <a:off x="2196000" y="849600"/>
            <a:ext cx="684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12151C">
                    <a:alpha val="75000"/>
                  </a:srgbClr>
                </a:solidFill>
                <a:latin typeface="맑은 고딕"/>
                <a:ea typeface="맑은 고딕"/>
              </a:rPr>
              <a:t>BLOG</a:t>
            </a:r>
          </a:p>
        </p:txBody>
      </p:sp>
      <p:sp>
        <p:nvSpPr>
          <p:cNvPr id="19" name="텍스트"/>
          <p:cNvSpPr txBox="1"/>
          <p:nvPr/>
        </p:nvSpPr>
        <p:spPr>
          <a:xfrm>
            <a:off x="2196000" y="957600"/>
            <a:ext cx="68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>
                <a:solidFill>
                  <a:srgbClr val="12151C"/>
                </a:solidFill>
                <a:latin typeface="맑은 고딕"/>
                <a:ea typeface="맑은 고딕"/>
              </a:rPr>
              <a:t>blog.example.com</a:t>
            </a:r>
          </a:p>
        </p:txBody>
      </p:sp>
      <p:sp>
        <p:nvSpPr>
          <p:cNvPr id="20" name="텍스트"/>
          <p:cNvSpPr txBox="1"/>
          <p:nvPr/>
        </p:nvSpPr>
        <p:spPr>
          <a:xfrm>
            <a:off x="2196000" y="1368000"/>
            <a:ext cx="720000" cy="10668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11"/>
              </a:lnSpc>
            </a:pPr>
            <a:r>
              <a:rPr sz="560" b="1" spc="80">
                <a:solidFill>
                  <a:srgbClr val="12151C"/>
                </a:solidFill>
                <a:latin typeface="맑은 고딕"/>
                <a:ea typeface="맑은 고딕"/>
              </a:rPr>
              <a:t>상호명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로스터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