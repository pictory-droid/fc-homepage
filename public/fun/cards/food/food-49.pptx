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66800" y="669600"/>
            <a:ext cx="302400" cy="221760"/>
          </a:xfrm>
          <a:custGeom>
            <a:avLst/>
            <a:gdLst/>
            <a:ahLst/>
            <a:cxnLst/>
            <a:rect l="l" t="t" r="r" b="b"/>
            <a:pathLst>
              <a:path w="302400" h="221760">
                <a:moveTo>
                  <a:pt x="0" y="0"/>
                </a:moveTo>
                <a:lnTo>
                  <a:pt x="302400" y="0"/>
                </a:lnTo>
                <a:lnTo>
                  <a:pt x="272160" y="221760"/>
                </a:lnTo>
                <a:lnTo>
                  <a:pt x="30240" y="2217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28880" y="689760"/>
            <a:ext cx="141120" cy="141120"/>
          </a:xfrm>
          <a:prstGeom prst="ellipse">
            <a:avLst/>
          </a:prstGeom>
          <a:noFill/>
          <a:ln w="30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06320" y="901440"/>
            <a:ext cx="423360" cy="35280"/>
          </a:xfrm>
          <a:prstGeom prst="roundRect">
            <a:avLst>
              <a:gd name="adj" fmla="val 42857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667600" y="538560"/>
            <a:ext cx="20160" cy="80640"/>
          </a:xfrm>
          <a:prstGeom prst="line">
            <a:avLst/>
          </a:prstGeom>
          <a:ln w="25200">
            <a:solidFill>
              <a:srgbClr val="80808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758320" y="538560"/>
            <a:ext cx="20160" cy="80640"/>
          </a:xfrm>
          <a:prstGeom prst="line">
            <a:avLst/>
          </a:prstGeom>
          <a:ln w="25200">
            <a:solidFill>
              <a:srgbClr val="80808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605610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17315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731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731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731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61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0811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F8F2C9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90811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F8F2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수고한 당신께 드리는 한 그릇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