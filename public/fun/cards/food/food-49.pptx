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수고한 당신께 드리는 한 그릇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