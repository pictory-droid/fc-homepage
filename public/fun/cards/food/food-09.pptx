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66800" y="669600"/>
            <a:ext cx="302400" cy="221760"/>
          </a:xfrm>
          <a:custGeom>
            <a:avLst/>
            <a:gdLst/>
            <a:ahLst/>
            <a:cxnLst/>
            <a:rect l="l" t="t" r="r" b="b"/>
            <a:pathLst>
              <a:path w="302400" h="221760">
                <a:moveTo>
                  <a:pt x="0" y="0"/>
                </a:moveTo>
                <a:lnTo>
                  <a:pt x="302400" y="0"/>
                </a:lnTo>
                <a:lnTo>
                  <a:pt x="272160" y="221760"/>
                </a:lnTo>
                <a:lnTo>
                  <a:pt x="3024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8880" y="689760"/>
            <a:ext cx="141120" cy="14112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06320" y="901440"/>
            <a:ext cx="423360" cy="35280"/>
          </a:xfrm>
          <a:prstGeom prst="roundRect">
            <a:avLst>
              <a:gd name="adj" fmla="val 42857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667600" y="538560"/>
            <a:ext cx="20160" cy="80640"/>
          </a:xfrm>
          <a:prstGeom prst="line">
            <a:avLst/>
          </a:prstGeom>
          <a:ln w="25200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758320" y="538560"/>
            <a:ext cx="20160" cy="80640"/>
          </a:xfrm>
          <a:prstGeom prst="line">
            <a:avLst/>
          </a:prstGeom>
          <a:ln w="25200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294D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3529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914C3B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914C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9294D"/>
                </a:solidFill>
                <a:latin typeface="맑은 고딕"/>
                <a:ea typeface="맑은 고딕"/>
              </a:rPr>
              <a:t>문을 열면 향기로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19294D"/>
                </a:solidFill>
                <a:latin typeface="맑은 고딕"/>
                <a:ea typeface="맑은 고딕"/>
              </a:rPr>
              <a:t>먼저 인사해요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8718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