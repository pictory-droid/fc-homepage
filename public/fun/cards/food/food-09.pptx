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223556" cy="180000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223556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문을 열면 향기로 먼저 인사해요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