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5E1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5E1E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배고픈 마음까지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채워 드립니다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