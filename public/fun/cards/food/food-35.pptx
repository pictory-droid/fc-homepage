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C8DF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D6B5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5B3D15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67B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67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67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67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AE7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3D15"/>
                </a:solidFill>
                <a:latin typeface="바탕"/>
                <a:ea typeface="바탕"/>
              </a:rPr>
              <a:t>배고픈 마음까지 채워 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AE7429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5745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41253" y="241200"/>
            <a:ext cx="157494" cy="149787"/>
          </a:xfrm>
          <a:custGeom>
            <a:avLst/>
            <a:gdLst/>
            <a:ahLst/>
            <a:cxnLst/>
            <a:rect l="l" t="t" r="r" b="b"/>
            <a:pathLst>
              <a:path w="157494" h="149787">
                <a:moveTo>
                  <a:pt x="78747" y="0"/>
                </a:moveTo>
                <a:lnTo>
                  <a:pt x="98849" y="55132"/>
                </a:lnTo>
                <a:lnTo>
                  <a:pt x="157494" y="57213"/>
                </a:lnTo>
                <a:lnTo>
                  <a:pt x="111273" y="93368"/>
                </a:lnTo>
                <a:lnTo>
                  <a:pt x="127416" y="149787"/>
                </a:lnTo>
                <a:lnTo>
                  <a:pt x="78747" y="117000"/>
                </a:lnTo>
                <a:lnTo>
                  <a:pt x="30078" y="149787"/>
                </a:lnTo>
                <a:lnTo>
                  <a:pt x="46221" y="93368"/>
                </a:lnTo>
                <a:lnTo>
                  <a:pt x="0" y="57213"/>
                </a:lnTo>
                <a:lnTo>
                  <a:pt x="58645" y="55132"/>
                </a:lnTo>
                <a:close/>
              </a:path>
            </a:pathLst>
          </a:cu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