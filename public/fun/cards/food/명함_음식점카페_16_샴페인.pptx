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BA9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809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5EEDA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809AB8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9E1EA"/>
                </a:solidFill>
                <a:latin typeface="맑은 고딕"/>
                <a:ea typeface="맑은 고딕"/>
              </a:rPr>
              <a:t>예약 문의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