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D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5E6B7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3F63A8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C8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F63A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23B4A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C8C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3B4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3B4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3B4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5D8DD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예약 문의 가능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2C1DC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D5DD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D5DD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6494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D5DD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86494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5DDEC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5D8DD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