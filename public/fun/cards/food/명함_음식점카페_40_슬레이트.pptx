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D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64000" y="252000"/>
            <a:ext cx="1224000" cy="1224000"/>
          </a:xfrm>
          <a:prstGeom prst="ellipse">
            <a:avLst/>
          </a:prstGeom>
          <a:solidFill>
            <a:srgbClr val="5E6B7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368800" y="115200"/>
            <a:ext cx="849600" cy="849600"/>
          </a:xfrm>
          <a:prstGeom prst="ellipse">
            <a:avLst/>
          </a:prstGeom>
          <a:solidFill>
            <a:srgbClr val="3F63A8">
              <a:alpha val="8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98400" y="921600"/>
            <a:ext cx="691200" cy="691200"/>
          </a:xfrm>
          <a:prstGeom prst="ellipse">
            <a:avLst/>
          </a:prstGeom>
          <a:solidFill>
            <a:srgbClr val="1B2230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2000" y="90000"/>
            <a:ext cx="1548000" cy="1548000"/>
          </a:xfrm>
          <a:prstGeom prst="ellipse">
            <a:avLst/>
          </a:prstGeom>
          <a:noFill/>
          <a:ln w="5040">
            <a:solidFill>
              <a:srgbClr val="C8C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80000" y="1476000"/>
            <a:ext cx="72000" cy="720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F63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23B4A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80000"/>
            <a:ext cx="1260000" cy="0"/>
          </a:xfrm>
          <a:prstGeom prst="line">
            <a:avLst/>
          </a:prstGeom>
          <a:ln w="3600">
            <a:solidFill>
              <a:srgbClr val="C8C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17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3B4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15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299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3B4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88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29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23B4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184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5D8DD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예약 문의 가능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B2C1DC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D5DD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47702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D5DD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47702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6494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D5DD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86494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D5DDEC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D5D8DD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