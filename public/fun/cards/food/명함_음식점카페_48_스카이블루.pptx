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D48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D4872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48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C4E3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48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C4E3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48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