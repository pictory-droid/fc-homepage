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5E1E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5E1E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5E1E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포장 · 배달  ·  베이커리  ·  수제청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