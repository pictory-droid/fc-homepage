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B2E7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B2E72"/>
                </a:solidFill>
                <a:latin typeface="맑은 고딕"/>
                <a:ea typeface="맑은 고딕"/>
              </a:rPr>
              <a:t>점장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B2E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B2E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B2E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정성은 줄이지 않겠습니다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