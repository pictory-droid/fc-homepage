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339200"/>
            <a:ext cx="3240000" cy="460800"/>
          </a:xfrm>
          <a:prstGeom prst="rect">
            <a:avLst/>
          </a:prstGeom>
          <a:solidFill>
            <a:srgbClr val="B851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2706756" y="249840"/>
            <a:ext cx="346488" cy="329531"/>
          </a:xfrm>
          <a:custGeom>
            <a:avLst/>
            <a:gdLst/>
            <a:ahLst/>
            <a:cxnLst/>
            <a:rect l="l" t="t" r="r" b="b"/>
            <a:pathLst>
              <a:path w="346488" h="329531">
                <a:moveTo>
                  <a:pt x="173244" y="0"/>
                </a:moveTo>
                <a:lnTo>
                  <a:pt x="217469" y="121290"/>
                </a:lnTo>
                <a:lnTo>
                  <a:pt x="346488" y="125869"/>
                </a:lnTo>
                <a:lnTo>
                  <a:pt x="244801" y="205410"/>
                </a:lnTo>
                <a:lnTo>
                  <a:pt x="280315" y="329531"/>
                </a:lnTo>
                <a:lnTo>
                  <a:pt x="173244" y="257400"/>
                </a:lnTo>
                <a:lnTo>
                  <a:pt x="66173" y="329531"/>
                </a:lnTo>
                <a:lnTo>
                  <a:pt x="101687" y="205410"/>
                </a:lnTo>
                <a:lnTo>
                  <a:pt x="0" y="125869"/>
                </a:lnTo>
                <a:lnTo>
                  <a:pt x="129019" y="121290"/>
                </a:lnTo>
                <a:close/>
              </a:path>
            </a:pathLst>
          </a:custGeom>
          <a:solidFill>
            <a:srgbClr val="B851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16000" y="230400"/>
            <a:ext cx="2160000" cy="3136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55"/>
              </a:lnSpc>
            </a:pPr>
            <a:r>
              <a:rPr sz="1900" b="1" spc="50">
                <a:solidFill>
                  <a:srgbClr val="742F4C"/>
                </a:solidFill>
                <a:latin typeface="맑은 고딕"/>
                <a:ea typeface="맑은 고딕"/>
              </a:rPr>
              <a:t>예진우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16000" y="525600"/>
            <a:ext cx="2160000" cy="12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32"/>
              </a:lnSpc>
            </a:pPr>
            <a:r>
              <a:rPr sz="850" b="1">
                <a:solidFill>
                  <a:srgbClr val="B8517C"/>
                </a:solidFill>
                <a:latin typeface="맑은 고딕"/>
                <a:ea typeface="맑은 고딕"/>
              </a:rPr>
              <a:t>점장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16000" y="770400"/>
            <a:ext cx="2160000" cy="10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87"/>
              </a:lnSpc>
            </a:pPr>
            <a:r>
              <a:rPr sz="750" b="1" spc="150">
                <a:solidFill>
                  <a:srgbClr val="8C6676"/>
                </a:solidFill>
                <a:latin typeface="맑은 고딕"/>
                <a:ea typeface="맑은 고딕"/>
              </a:rPr>
              <a:t>상호명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16000" y="1432800"/>
            <a:ext cx="1224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T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360000" y="1432800"/>
            <a:ext cx="1368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16000" y="1576800"/>
            <a:ext cx="1224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E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360000" y="1576800"/>
            <a:ext cx="1368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800000" y="1432800"/>
            <a:ext cx="1224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A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1944000" y="1432800"/>
            <a:ext cx="1188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9942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1800000"/>
          </a:xfrm>
          <a:prstGeom prst="rect">
            <a:avLst/>
          </a:prstGeom>
          <a:solidFill>
            <a:srgbClr val="EFD2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1462505" y="374400"/>
            <a:ext cx="314990" cy="299573"/>
          </a:xfrm>
          <a:custGeom>
            <a:avLst/>
            <a:gdLst/>
            <a:ahLst/>
            <a:cxnLst/>
            <a:rect l="l" t="t" r="r" b="b"/>
            <a:pathLst>
              <a:path w="314990" h="299573">
                <a:moveTo>
                  <a:pt x="157495" y="0"/>
                </a:moveTo>
                <a:lnTo>
                  <a:pt x="197700" y="110263"/>
                </a:lnTo>
                <a:lnTo>
                  <a:pt x="314990" y="114427"/>
                </a:lnTo>
                <a:lnTo>
                  <a:pt x="222547" y="186737"/>
                </a:lnTo>
                <a:lnTo>
                  <a:pt x="254832" y="299573"/>
                </a:lnTo>
                <a:lnTo>
                  <a:pt x="157495" y="234000"/>
                </a:lnTo>
                <a:lnTo>
                  <a:pt x="60158" y="299573"/>
                </a:lnTo>
                <a:lnTo>
                  <a:pt x="92443" y="186737"/>
                </a:lnTo>
                <a:lnTo>
                  <a:pt x="0" y="114427"/>
                </a:lnTo>
                <a:lnTo>
                  <a:pt x="117290" y="110263"/>
                </a:lnTo>
                <a:close/>
              </a:path>
            </a:pathLst>
          </a:custGeom>
          <a:solidFill>
            <a:srgbClr val="59595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396000" y="835200"/>
            <a:ext cx="2448000" cy="39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667"/>
              </a:lnSpc>
            </a:pPr>
            <a:r>
              <a:rPr sz="1150" b="1">
                <a:solidFill>
                  <a:srgbClr val="595959"/>
                </a:solidFill>
                <a:latin typeface="바탕"/>
                <a:ea typeface="바탕"/>
              </a:rPr>
              <a:t>정성은 줄이지 않겠습니다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360000" y="1476000"/>
            <a:ext cx="2520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 spc="300">
                <a:solidFill>
                  <a:srgbClr val="595959"/>
                </a:solidFill>
                <a:latin typeface="맑은 고딕"/>
                <a:ea typeface="맑은 고딕"/>
              </a:rPr>
              <a:t>상호명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점장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