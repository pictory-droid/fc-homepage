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3C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866C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47D8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56677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A84C6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단체 예약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