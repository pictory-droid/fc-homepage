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DD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730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73072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730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730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730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함께 웃으며 나누는 한 상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