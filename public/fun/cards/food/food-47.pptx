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10800">
            <a:solidFill>
              <a:srgbClr val="C699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4000" y="144000"/>
            <a:ext cx="2952000" cy="1512000"/>
          </a:xfrm>
          <a:prstGeom prst="rect">
            <a:avLst/>
          </a:prstGeom>
          <a:noFill/>
          <a:ln w="5400">
            <a:solidFill>
              <a:srgbClr val="F5E9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400">
                <a:solidFill>
                  <a:srgbClr val="7C6E5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60000" y="468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74591B"/>
                </a:solidFill>
                <a:latin typeface="맑은 고딕"/>
                <a:ea typeface="맑은 고딕"/>
              </a:rPr>
              <a:t>범채원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848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8B6B21"/>
                </a:solidFill>
                <a:latin typeface="맑은 고딕"/>
                <a:ea typeface="맑은 고딕"/>
              </a:rPr>
              <a:t>파티시에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0000" y="993600"/>
            <a:ext cx="180000" cy="10800"/>
          </a:xfrm>
          <a:prstGeom prst="rect">
            <a:avLst/>
          </a:pr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087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74591B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2096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0">
                <a:solidFill>
                  <a:srgbClr val="74591B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332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7C6E5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11" name="Freeform 10"/>
          <p:cNvSpPr/>
          <p:nvPr/>
        </p:nvSpPr>
        <p:spPr>
          <a:xfrm>
            <a:off x="1565280" y="1548000"/>
            <a:ext cx="109440" cy="46512"/>
          </a:xfrm>
          <a:custGeom>
            <a:avLst/>
            <a:gdLst/>
            <a:ahLst/>
            <a:cxnLst/>
            <a:rect l="l" t="t" r="r" b="b"/>
            <a:pathLst>
              <a:path w="109440" h="46512">
                <a:moveTo>
                  <a:pt x="109440" y="0"/>
                </a:moveTo>
                <a:lnTo>
                  <a:pt x="108068" y="10350"/>
                </a:lnTo>
                <a:lnTo>
                  <a:pt x="104021" y="20181"/>
                </a:lnTo>
                <a:lnTo>
                  <a:pt x="97502" y="29000"/>
                </a:lnTo>
                <a:lnTo>
                  <a:pt x="88837" y="36365"/>
                </a:lnTo>
                <a:lnTo>
                  <a:pt x="78462" y="41906"/>
                </a:lnTo>
                <a:lnTo>
                  <a:pt x="66896" y="45346"/>
                </a:lnTo>
                <a:lnTo>
                  <a:pt x="54720" y="46512"/>
                </a:lnTo>
                <a:lnTo>
                  <a:pt x="42544" y="45346"/>
                </a:lnTo>
                <a:lnTo>
                  <a:pt x="30978" y="41906"/>
                </a:lnTo>
                <a:lnTo>
                  <a:pt x="20603" y="36365"/>
                </a:lnTo>
                <a:lnTo>
                  <a:pt x="11938" y="29000"/>
                </a:lnTo>
                <a:lnTo>
                  <a:pt x="5419" y="20181"/>
                </a:lnTo>
                <a:lnTo>
                  <a:pt x="1372" y="10350"/>
                </a:lnTo>
                <a:lnTo>
                  <a:pt x="0" y="0"/>
                </a:lnTo>
                <a:close/>
              </a:path>
            </a:pathLst>
          </a:custGeom>
          <a:solidFill>
            <a:srgbClr val="C699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84432" y="1593144"/>
            <a:ext cx="71136" cy="9576"/>
          </a:xfrm>
          <a:prstGeom prst="roundRect">
            <a:avLst>
              <a:gd name="adj" fmla="val 42857"/>
            </a:avLst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611792" y="1501488"/>
            <a:ext cx="49248" cy="41040"/>
          </a:xfrm>
          <a:prstGeom prst="line">
            <a:avLst/>
          </a:prstGeom>
          <a:ln w="6840">
            <a:solidFill>
              <a:srgbClr val="F5E9CC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28208" y="1501488"/>
            <a:ext cx="46512" cy="35568"/>
          </a:xfrm>
          <a:prstGeom prst="line">
            <a:avLst/>
          </a:prstGeom>
          <a:ln w="6840">
            <a:solidFill>
              <a:srgbClr val="F5E9C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17C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986400" y="900000"/>
            <a:ext cx="1267200" cy="538560"/>
          </a:xfrm>
          <a:custGeom>
            <a:avLst/>
            <a:gdLst/>
            <a:ahLst/>
            <a:cxnLst/>
            <a:rect l="l" t="t" r="r" b="b"/>
            <a:pathLst>
              <a:path w="1267200" h="538560">
                <a:moveTo>
                  <a:pt x="1267200" y="0"/>
                </a:moveTo>
                <a:lnTo>
                  <a:pt x="1251314" y="119841"/>
                </a:lnTo>
                <a:lnTo>
                  <a:pt x="1204454" y="233672"/>
                </a:lnTo>
                <a:lnTo>
                  <a:pt x="1128968" y="335787"/>
                </a:lnTo>
                <a:lnTo>
                  <a:pt x="1028643" y="421063"/>
                </a:lnTo>
                <a:lnTo>
                  <a:pt x="908509" y="485226"/>
                </a:lnTo>
                <a:lnTo>
                  <a:pt x="774589" y="525057"/>
                </a:lnTo>
                <a:lnTo>
                  <a:pt x="633600" y="538560"/>
                </a:lnTo>
                <a:lnTo>
                  <a:pt x="492611" y="525057"/>
                </a:lnTo>
                <a:lnTo>
                  <a:pt x="358691" y="485226"/>
                </a:lnTo>
                <a:lnTo>
                  <a:pt x="238557" y="421063"/>
                </a:lnTo>
                <a:lnTo>
                  <a:pt x="138232" y="335787"/>
                </a:lnTo>
                <a:lnTo>
                  <a:pt x="62746" y="233672"/>
                </a:lnTo>
                <a:lnTo>
                  <a:pt x="15886" y="119841"/>
                </a:lnTo>
                <a:lnTo>
                  <a:pt x="0" y="0"/>
                </a:lnTo>
                <a:close/>
              </a:path>
            </a:pathLst>
          </a:cu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08160" y="1422720"/>
            <a:ext cx="823680" cy="110880"/>
          </a:xfrm>
          <a:prstGeom prst="roundRect">
            <a:avLst>
              <a:gd name="adj" fmla="val 42857"/>
            </a:avLst>
          </a:prstGeom>
          <a:solidFill>
            <a:srgbClr val="B091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524960" y="361440"/>
            <a:ext cx="570240" cy="475200"/>
          </a:xfrm>
          <a:prstGeom prst="line">
            <a:avLst/>
          </a:prstGeom>
          <a:ln w="79200">
            <a:solidFill>
              <a:srgbClr val="B0914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715040" y="361440"/>
            <a:ext cx="538560" cy="411840"/>
          </a:xfrm>
          <a:prstGeom prst="line">
            <a:avLst/>
          </a:prstGeom>
          <a:ln w="79200">
            <a:solidFill>
              <a:srgbClr val="B09149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A17C26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함께 웃으며 나누는 한 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F5E9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FFFFFF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