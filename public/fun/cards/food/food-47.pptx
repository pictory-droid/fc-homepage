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CDDAFF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CDDAFF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CDDAF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73072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C0D1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73072"/>
                </a:solidFill>
                <a:latin typeface="맑은 고딕"/>
                <a:ea typeface="맑은 고딕"/>
              </a:rPr>
              <a:t>파티시에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30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30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30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F5B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F5B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F5B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F5B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