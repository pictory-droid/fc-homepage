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배움은 사랑에서 자랍니다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