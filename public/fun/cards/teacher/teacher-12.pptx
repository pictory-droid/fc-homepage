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6ADA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2064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0" y="0"/>
                </a:moveTo>
                <a:lnTo>
                  <a:pt x="95040" y="17280"/>
                </a:lnTo>
                <a:lnTo>
                  <a:pt x="95040" y="138240"/>
                </a:lnTo>
                <a:lnTo>
                  <a:pt x="0" y="120960"/>
                </a:lnTo>
                <a:close/>
              </a:path>
            </a:pathLst>
          </a:custGeom>
          <a:solidFill>
            <a:srgbClr val="C565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432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95040" y="0"/>
                </a:moveTo>
                <a:lnTo>
                  <a:pt x="0" y="17280"/>
                </a:lnTo>
                <a:lnTo>
                  <a:pt x="0" y="138240"/>
                </a:lnTo>
                <a:lnTo>
                  <a:pt x="95040" y="120960"/>
                </a:lnTo>
                <a:close/>
              </a:path>
            </a:pathLst>
          </a:custGeom>
          <a:solidFill>
            <a:srgbClr val="753A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D1848A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C565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C6ADA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AE29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151B"/>
                </a:solidFill>
                <a:latin typeface="바탕"/>
                <a:ea typeface="바탕"/>
              </a:rPr>
              <a:t>배움은 사랑에서 자랍니다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AE2934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C5C6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F8D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