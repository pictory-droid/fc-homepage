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00C8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0C896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00C896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8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C37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0E3C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0E3C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영어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1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0E3C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0081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01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0E3C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6401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C37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C37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0E3C37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