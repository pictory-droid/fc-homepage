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E8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A6E22E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꿈꾸는 아이를 꿈꾸게 합니다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