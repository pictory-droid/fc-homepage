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DD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32653" y="249887"/>
            <a:ext cx="190680" cy="208572"/>
          </a:xfrm>
          <a:custGeom>
            <a:avLst/>
            <a:gdLst/>
            <a:ahLst/>
            <a:cxnLst/>
            <a:rect l="l" t="t" r="r" b="b"/>
            <a:pathLst>
              <a:path w="190680" h="208572">
                <a:moveTo>
                  <a:pt x="137731" y="0"/>
                </a:moveTo>
                <a:lnTo>
                  <a:pt x="190680" y="44430"/>
                </a:lnTo>
                <a:lnTo>
                  <a:pt x="52949" y="208572"/>
                </a:lnTo>
                <a:lnTo>
                  <a:pt x="0" y="164142"/>
                </a:lnTo>
                <a:close/>
              </a:path>
            </a:pathLst>
          </a:cu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710255" y="414029"/>
            <a:ext cx="75347" cy="80459"/>
          </a:xfrm>
          <a:custGeom>
            <a:avLst/>
            <a:gdLst/>
            <a:ahLst/>
            <a:cxnLst/>
            <a:rect l="l" t="t" r="r" b="b"/>
            <a:pathLst>
              <a:path w="75347" h="80459">
                <a:moveTo>
                  <a:pt x="22398" y="0"/>
                </a:moveTo>
                <a:lnTo>
                  <a:pt x="75347" y="44430"/>
                </a:lnTo>
                <a:lnTo>
                  <a:pt x="0" y="80459"/>
                </a:lnTo>
                <a:close/>
              </a:path>
            </a:pathLst>
          </a:custGeom>
          <a:solidFill>
            <a:srgbClr val="DD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870384" y="223413"/>
            <a:ext cx="75164" cy="70904"/>
          </a:xfrm>
          <a:custGeom>
            <a:avLst/>
            <a:gdLst/>
            <a:ahLst/>
            <a:cxnLst/>
            <a:rect l="l" t="t" r="r" b="b"/>
            <a:pathLst>
              <a:path w="75164" h="70904">
                <a:moveTo>
                  <a:pt x="22215" y="0"/>
                </a:moveTo>
                <a:lnTo>
                  <a:pt x="75164" y="44429"/>
                </a:lnTo>
                <a:lnTo>
                  <a:pt x="52949" y="70904"/>
                </a:lnTo>
                <a:lnTo>
                  <a:pt x="0" y="26474"/>
                </a:lnTo>
                <a:close/>
              </a:path>
            </a:pathLst>
          </a:custGeom>
          <a:solidFill>
            <a:srgbClr val="DD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7A6686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573371"/>
                </a:solidFill>
                <a:latin typeface="바탕"/>
                <a:ea typeface="바탕"/>
              </a:rPr>
              <a:t>차예준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6B7132"/>
                </a:solidFill>
                <a:latin typeface="맑은 고딕"/>
                <a:ea typeface="맑은 고딕"/>
              </a:rPr>
              <a:t>담임 교사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6B713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73371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6B713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73371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6B713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57337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6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541514" y="406549"/>
            <a:ext cx="198625" cy="217262"/>
          </a:xfrm>
          <a:custGeom>
            <a:avLst/>
            <a:gdLst/>
            <a:ahLst/>
            <a:cxnLst/>
            <a:rect l="l" t="t" r="r" b="b"/>
            <a:pathLst>
              <a:path w="198625" h="217262">
                <a:moveTo>
                  <a:pt x="143470" y="0"/>
                </a:moveTo>
                <a:lnTo>
                  <a:pt x="198625" y="46281"/>
                </a:lnTo>
                <a:lnTo>
                  <a:pt x="55155" y="217262"/>
                </a:lnTo>
                <a:lnTo>
                  <a:pt x="0" y="17098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18182" y="577530"/>
            <a:ext cx="78487" cy="83811"/>
          </a:xfrm>
          <a:custGeom>
            <a:avLst/>
            <a:gdLst/>
            <a:ahLst/>
            <a:cxnLst/>
            <a:rect l="l" t="t" r="r" b="b"/>
            <a:pathLst>
              <a:path w="78487" h="83811">
                <a:moveTo>
                  <a:pt x="23332" y="0"/>
                </a:moveTo>
                <a:lnTo>
                  <a:pt x="78487" y="46281"/>
                </a:lnTo>
                <a:lnTo>
                  <a:pt x="0" y="83811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684984" y="378972"/>
            <a:ext cx="78295" cy="73858"/>
          </a:xfrm>
          <a:custGeom>
            <a:avLst/>
            <a:gdLst/>
            <a:ahLst/>
            <a:cxnLst/>
            <a:rect l="l" t="t" r="r" b="b"/>
            <a:pathLst>
              <a:path w="78295" h="73858">
                <a:moveTo>
                  <a:pt x="23140" y="0"/>
                </a:moveTo>
                <a:lnTo>
                  <a:pt x="78295" y="46280"/>
                </a:lnTo>
                <a:lnTo>
                  <a:pt x="55155" y="73858"/>
                </a:lnTo>
                <a:lnTo>
                  <a:pt x="0" y="27577"/>
                </a:lnTo>
                <a:close/>
              </a:path>
            </a:pathLst>
          </a:cu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꿈꾸는 아이를 꿈꾸게 합니다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