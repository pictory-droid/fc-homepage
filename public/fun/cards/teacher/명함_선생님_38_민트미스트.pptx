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9979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4B5F6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369095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38C6D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369095"/>
          </a:solidFill>
          <a:ln w="5760">
            <a:solidFill>
              <a:srgbClr val="369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D2EDEF"/>
          </a:solidFill>
          <a:ln w="5760">
            <a:solidFill>
              <a:srgbClr val="369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D2EDEF"/>
          </a:solidFill>
          <a:ln w="5760">
            <a:solidFill>
              <a:srgbClr val="369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D2EDEF"/>
          </a:solidFill>
          <a:ln w="5760">
            <a:solidFill>
              <a:srgbClr val="369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9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F79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16F7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16F79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