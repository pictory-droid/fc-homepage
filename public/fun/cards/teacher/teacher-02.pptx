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한 명 한 명 눈을 맞추겠습니다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