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7B6E6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3" name="Freeform 2"/>
          <p:cNvSpPr/>
          <p:nvPr/>
        </p:nvSpPr>
        <p:spPr>
          <a:xfrm>
            <a:off x="1572908" y="423930"/>
            <a:ext cx="119175" cy="130357"/>
          </a:xfrm>
          <a:custGeom>
            <a:avLst/>
            <a:gdLst/>
            <a:ahLst/>
            <a:cxnLst/>
            <a:rect l="l" t="t" r="r" b="b"/>
            <a:pathLst>
              <a:path w="119175" h="130357">
                <a:moveTo>
                  <a:pt x="86082" y="0"/>
                </a:moveTo>
                <a:lnTo>
                  <a:pt x="119175" y="27768"/>
                </a:lnTo>
                <a:lnTo>
                  <a:pt x="33093" y="130357"/>
                </a:lnTo>
                <a:lnTo>
                  <a:pt x="0" y="102588"/>
                </a:lnTo>
                <a:close/>
              </a:path>
            </a:pathLst>
          </a:cu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58909" y="526518"/>
            <a:ext cx="47092" cy="50287"/>
          </a:xfrm>
          <a:custGeom>
            <a:avLst/>
            <a:gdLst/>
            <a:ahLst/>
            <a:cxnLst/>
            <a:rect l="l" t="t" r="r" b="b"/>
            <a:pathLst>
              <a:path w="47092" h="50287">
                <a:moveTo>
                  <a:pt x="13999" y="0"/>
                </a:moveTo>
                <a:lnTo>
                  <a:pt x="47092" y="27769"/>
                </a:lnTo>
                <a:lnTo>
                  <a:pt x="0" y="50287"/>
                </a:lnTo>
                <a:close/>
              </a:path>
            </a:pathLst>
          </a:custGeom>
          <a:solidFill>
            <a:srgbClr val="F2E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658990" y="407383"/>
            <a:ext cx="46978" cy="44315"/>
          </a:xfrm>
          <a:custGeom>
            <a:avLst/>
            <a:gdLst/>
            <a:ahLst/>
            <a:cxnLst/>
            <a:rect l="l" t="t" r="r" b="b"/>
            <a:pathLst>
              <a:path w="46978" h="44315">
                <a:moveTo>
                  <a:pt x="13885" y="0"/>
                </a:moveTo>
                <a:lnTo>
                  <a:pt x="46978" y="27768"/>
                </a:lnTo>
                <a:lnTo>
                  <a:pt x="33093" y="44315"/>
                </a:lnTo>
                <a:lnTo>
                  <a:pt x="0" y="16547"/>
                </a:lnTo>
                <a:close/>
              </a:path>
            </a:pathLst>
          </a:custGeom>
          <a:solidFill>
            <a:srgbClr val="F2E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37261A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765037"/>
                </a:solidFill>
                <a:latin typeface="맑은 고딕"/>
                <a:ea typeface="맑은 고딕"/>
              </a:rPr>
              <a:t>수학 강사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37261A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B6E6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418B83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418B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37261A"/>
                </a:solidFill>
                <a:latin typeface="맑은 고딕"/>
                <a:ea typeface="맑은 고딕"/>
              </a:rPr>
              <a:t>한 명 한 명 눈을 맞추겠습니다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7C7066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