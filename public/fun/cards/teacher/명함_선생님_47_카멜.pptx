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25200">
            <a:solidFill>
              <a:srgbClr val="A873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73600" y="2736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73600" y="612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천OO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73600" y="864000"/>
            <a:ext cx="216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686459"/>
                </a:solidFill>
                <a:latin typeface="맑은 고딕"/>
                <a:ea typeface="맑은 고딕"/>
              </a:rPr>
              <a:t>피아노 선생님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00" y="1137600"/>
            <a:ext cx="144000" cy="18000"/>
          </a:xfrm>
          <a:prstGeom prst="rect">
            <a:avLst/>
          </a:prstGeom>
          <a:solidFill>
            <a:srgbClr val="6B1F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73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73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73600" y="12600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73600" y="13608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81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81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BBCBF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494B52"/>
          </a:solidFill>
          <a:ln w="3600">
            <a:solidFill>
              <a:srgbClr val="5E60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A0A1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국어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494B52"/>
          </a:solidFill>
          <a:ln w="3600">
            <a:solidFill>
              <a:srgbClr val="5E60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767F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코딩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494B52"/>
          </a:solidFill>
          <a:ln w="3600">
            <a:solidFill>
              <a:srgbClr val="5E60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767F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진로 상담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494B52"/>
          </a:solidFill>
          <a:ln w="3600">
            <a:solidFill>
              <a:srgbClr val="5E606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A0A1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BBBCBF"/>
                </a:solidFill>
                <a:latin typeface="맑은 고딕"/>
                <a:ea typeface="맑은 고딕"/>
              </a:rPr>
              <a:t>평일 09:00 – 17:00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피아노 선생님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