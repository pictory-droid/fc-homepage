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0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A179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5A44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31968" y="301968"/>
            <a:ext cx="152064" cy="152064"/>
          </a:xfrm>
          <a:prstGeom prst="ellipse">
            <a:avLst/>
          </a:prstGeom>
          <a:solidFill>
            <a:srgbClr val="A179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918592" y="378000"/>
            <a:ext cx="48384" cy="0"/>
          </a:xfrm>
          <a:prstGeom prst="line">
            <a:avLst/>
          </a:prstGeom>
          <a:ln w="20736">
            <a:solidFill>
              <a:srgbClr val="5A443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886200" y="456200"/>
            <a:ext cx="34213" cy="34213"/>
          </a:xfrm>
          <a:prstGeom prst="line">
            <a:avLst/>
          </a:prstGeom>
          <a:ln w="20736">
            <a:solidFill>
              <a:srgbClr val="5A443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808000" y="488592"/>
            <a:ext cx="0" cy="48384"/>
          </a:xfrm>
          <a:prstGeom prst="line">
            <a:avLst/>
          </a:prstGeom>
          <a:ln w="20736">
            <a:solidFill>
              <a:srgbClr val="5A443C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695587" y="456200"/>
            <a:ext cx="34213" cy="34213"/>
          </a:xfrm>
          <a:prstGeom prst="line">
            <a:avLst/>
          </a:prstGeom>
          <a:ln w="20736">
            <a:solidFill>
              <a:srgbClr val="5A443C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2649024" y="378000"/>
            <a:ext cx="48384" cy="0"/>
          </a:xfrm>
          <a:prstGeom prst="line">
            <a:avLst/>
          </a:prstGeom>
          <a:ln w="20736">
            <a:solidFill>
              <a:srgbClr val="5A443C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2695587" y="265587"/>
            <a:ext cx="34213" cy="34213"/>
          </a:xfrm>
          <a:prstGeom prst="line">
            <a:avLst/>
          </a:prstGeom>
          <a:ln w="20736">
            <a:solidFill>
              <a:srgbClr val="5A443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808000" y="219024"/>
            <a:ext cx="0" cy="48384"/>
          </a:xfrm>
          <a:prstGeom prst="line">
            <a:avLst/>
          </a:prstGeom>
          <a:ln w="20736">
            <a:solidFill>
              <a:srgbClr val="5A443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886200" y="265587"/>
            <a:ext cx="34213" cy="34213"/>
          </a:xfrm>
          <a:prstGeom prst="line">
            <a:avLst/>
          </a:prstGeom>
          <a:ln w="20736">
            <a:solidFill>
              <a:srgbClr val="5A443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AB1A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A867A"/>
                </a:solidFill>
                <a:latin typeface="맑은 고딕"/>
                <a:ea typeface="맑은 고딕"/>
              </a:rPr>
              <a:t>담임 교사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A179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A867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A867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A867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3B201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7E6A63"/>
                </a:solidFill>
                <a:latin typeface="바탕"/>
                <a:ea typeface="바탕"/>
              </a:rPr>
              <a:t>틀려도 괜찮은 교실을 만듭니다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E6A6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00720" y="360720"/>
            <a:ext cx="142560" cy="14256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2875680" y="432000"/>
            <a:ext cx="45360" cy="0"/>
          </a:xfrm>
          <a:prstGeom prst="line">
            <a:avLst/>
          </a:prstGeom>
          <a:ln w="19440">
            <a:solidFill>
              <a:srgbClr val="F4E4DF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45313" y="505313"/>
            <a:ext cx="32074" cy="32074"/>
          </a:xfrm>
          <a:prstGeom prst="line">
            <a:avLst/>
          </a:prstGeom>
          <a:ln w="19440">
            <a:solidFill>
              <a:srgbClr val="F4E4DF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2772000" y="535680"/>
            <a:ext cx="0" cy="45360"/>
          </a:xfrm>
          <a:prstGeom prst="line">
            <a:avLst/>
          </a:prstGeom>
          <a:ln w="19440">
            <a:solidFill>
              <a:srgbClr val="F4E4D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2666613" y="505313"/>
            <a:ext cx="32074" cy="32074"/>
          </a:xfrm>
          <a:prstGeom prst="line">
            <a:avLst/>
          </a:prstGeom>
          <a:ln w="19440">
            <a:solidFill>
              <a:srgbClr val="F4E4D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2622960" y="432000"/>
            <a:ext cx="45360" cy="0"/>
          </a:xfrm>
          <a:prstGeom prst="line">
            <a:avLst/>
          </a:prstGeom>
          <a:ln w="19440">
            <a:solidFill>
              <a:srgbClr val="F4E4D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 flipV="1">
            <a:off x="2666613" y="326613"/>
            <a:ext cx="32074" cy="32074"/>
          </a:xfrm>
          <a:prstGeom prst="line">
            <a:avLst/>
          </a:prstGeom>
          <a:ln w="19440">
            <a:solidFill>
              <a:srgbClr val="F4E4D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772000" y="282960"/>
            <a:ext cx="0" cy="45360"/>
          </a:xfrm>
          <a:prstGeom prst="line">
            <a:avLst/>
          </a:prstGeom>
          <a:ln w="19440">
            <a:solidFill>
              <a:srgbClr val="F4E4D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845313" y="326613"/>
            <a:ext cx="32074" cy="32074"/>
          </a:xfrm>
          <a:prstGeom prst="line">
            <a:avLst/>
          </a:prstGeom>
          <a:ln w="19440">
            <a:solidFill>
              <a:srgbClr val="F4E4DF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