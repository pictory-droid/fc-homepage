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74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9587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1B223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1B2230">
                    <a:alpha val="80000"/>
                  </a:srgbClr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1B2230"/>
                </a:solidFill>
                <a:latin typeface="맑은 고딕"/>
                <a:ea typeface="맑은 고딕"/>
              </a:rPr>
              <a:t>원OO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1B2230">
                    <a:alpha val="85000"/>
                  </a:srgbClr>
                </a:solidFill>
                <a:latin typeface="맑은 고딕"/>
                <a:ea typeface="맑은 고딕"/>
              </a:rPr>
              <a:t>국어 교사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4E0D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4E0D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4E0D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A4988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3A9BA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E2DDD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3A9BA0"/>
                </a:solidFill>
                <a:latin typeface="바탕"/>
                <a:ea typeface="바탕"/>
              </a:rPr>
              <a:t>수업 안내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3A9BA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1B2230"/>
                </a:solidFill>
                <a:latin typeface="바탕"/>
                <a:ea typeface="바탕"/>
              </a:rPr>
              <a:t>국어  ·  음악  ·  학부모 상담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3A9BA0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05C55"/>
                </a:solidFill>
                <a:latin typeface="바탕"/>
                <a:ea typeface="바탕"/>
              </a:rPr>
              <a:t>방문 · 전화 상담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605C55"/>
                </a:solidFill>
                <a:latin typeface="바탕"/>
                <a:ea typeface="바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국어 교사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