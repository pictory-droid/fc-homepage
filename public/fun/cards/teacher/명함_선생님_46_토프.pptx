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474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9587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4E0D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4E0D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4E0D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A4988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3A9B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3A9BA0"/>
                </a:solidFill>
                <a:latin typeface="바탕"/>
                <a:ea typeface="바탕"/>
              </a:rPr>
              <a:t>수업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3A9BA0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국어  ·  음악  ·  학부모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3A9BA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05C55"/>
                </a:solidFill>
                <a:latin typeface="바탕"/>
                <a:ea typeface="바탕"/>
              </a:rPr>
              <a:t>방문 · 전화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05C55"/>
                </a:solidFill>
                <a:latin typeface="바탕"/>
                <a:ea typeface="바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