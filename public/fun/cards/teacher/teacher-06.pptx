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작은 칭찬이 큰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용기가 됩니다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C493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