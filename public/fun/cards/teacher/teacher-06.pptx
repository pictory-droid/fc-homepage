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5A78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92880" y="344880"/>
            <a:ext cx="174240" cy="174240"/>
          </a:xfrm>
          <a:prstGeom prst="ellipse">
            <a:avLst/>
          </a:prstGeom>
          <a:solidFill>
            <a:srgbClr val="5A78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3006720" y="432000"/>
            <a:ext cx="55440" cy="0"/>
          </a:xfrm>
          <a:prstGeom prst="line">
            <a:avLst/>
          </a:prstGeom>
          <a:ln w="23760">
            <a:solidFill>
              <a:srgbClr val="E4EBE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969605" y="521605"/>
            <a:ext cx="39202" cy="39202"/>
          </a:xfrm>
          <a:prstGeom prst="line">
            <a:avLst/>
          </a:prstGeom>
          <a:ln w="23760">
            <a:solidFill>
              <a:srgbClr val="E4EBE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880000" y="558720"/>
            <a:ext cx="0" cy="55440"/>
          </a:xfrm>
          <a:prstGeom prst="line">
            <a:avLst/>
          </a:prstGeom>
          <a:ln w="23760">
            <a:solidFill>
              <a:srgbClr val="E4EBE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2751193" y="521605"/>
            <a:ext cx="39202" cy="39202"/>
          </a:xfrm>
          <a:prstGeom prst="line">
            <a:avLst/>
          </a:prstGeom>
          <a:ln w="23760">
            <a:solidFill>
              <a:srgbClr val="E4EBE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697840" y="432000"/>
            <a:ext cx="55440" cy="0"/>
          </a:xfrm>
          <a:prstGeom prst="line">
            <a:avLst/>
          </a:prstGeom>
          <a:ln w="23760">
            <a:solidFill>
              <a:srgbClr val="E4EBEF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2751193" y="303193"/>
            <a:ext cx="39202" cy="39202"/>
          </a:xfrm>
          <a:prstGeom prst="line">
            <a:avLst/>
          </a:prstGeom>
          <a:ln w="23760">
            <a:solidFill>
              <a:srgbClr val="E4EBE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880000" y="249840"/>
            <a:ext cx="0" cy="55440"/>
          </a:xfrm>
          <a:prstGeom prst="line">
            <a:avLst/>
          </a:prstGeom>
          <a:ln w="23760">
            <a:solidFill>
              <a:srgbClr val="E4EBE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969605" y="303193"/>
            <a:ext cx="39202" cy="39202"/>
          </a:xfrm>
          <a:prstGeom prst="line">
            <a:avLst/>
          </a:prstGeom>
          <a:ln w="23760">
            <a:solidFill>
              <a:srgbClr val="E4EBEF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314149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567280"/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36D72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85F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1952" y="202752"/>
            <a:ext cx="69696" cy="69696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87488" y="237600"/>
            <a:ext cx="22176" cy="0"/>
          </a:xfrm>
          <a:prstGeom prst="line">
            <a:avLst/>
          </a:prstGeom>
          <a:ln w="9504">
            <a:solidFill>
              <a:srgbClr val="D6D6D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72642" y="273442"/>
            <a:ext cx="15681" cy="15681"/>
          </a:xfrm>
          <a:prstGeom prst="line">
            <a:avLst/>
          </a:prstGeom>
          <a:ln w="9504">
            <a:solidFill>
              <a:srgbClr val="D6D6D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36800" y="288288"/>
            <a:ext cx="0" cy="22176"/>
          </a:xfrm>
          <a:prstGeom prst="line">
            <a:avLst/>
          </a:prstGeom>
          <a:ln w="9504">
            <a:solidFill>
              <a:srgbClr val="D6D6D6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85277" y="273442"/>
            <a:ext cx="15681" cy="15681"/>
          </a:xfrm>
          <a:prstGeom prst="line">
            <a:avLst/>
          </a:prstGeom>
          <a:ln w="9504">
            <a:solidFill>
              <a:srgbClr val="D6D6D6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63936" y="237600"/>
            <a:ext cx="22176" cy="0"/>
          </a:xfrm>
          <a:prstGeom prst="line">
            <a:avLst/>
          </a:prstGeom>
          <a:ln w="9504">
            <a:solidFill>
              <a:srgbClr val="D6D6D6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85277" y="186077"/>
            <a:ext cx="15681" cy="15681"/>
          </a:xfrm>
          <a:prstGeom prst="line">
            <a:avLst/>
          </a:prstGeom>
          <a:ln w="9504">
            <a:solidFill>
              <a:srgbClr val="D6D6D6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136800" y="164736"/>
            <a:ext cx="0" cy="22176"/>
          </a:xfrm>
          <a:prstGeom prst="line">
            <a:avLst/>
          </a:prstGeom>
          <a:ln w="9504">
            <a:solidFill>
              <a:srgbClr val="D6D6D6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172642" y="186077"/>
            <a:ext cx="15681" cy="15681"/>
          </a:xfrm>
          <a:prstGeom prst="line">
            <a:avLst/>
          </a:prstGeom>
          <a:ln w="9504">
            <a:solidFill>
              <a:srgbClr val="D6D6D6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작은 칭찬이 큰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용기가 됩니다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CFD5D8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D9E3E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CFD5D8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