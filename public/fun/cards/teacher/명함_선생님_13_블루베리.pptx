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8B9C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4DB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8B9CF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4DBFF"/>
                </a:solidFill>
                <a:latin typeface="맑은 고딕"/>
                <a:ea typeface="맑은 고딕"/>
              </a:rPr>
              <a:t>영어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8B9CFE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DB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DB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DB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