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F5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8959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78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83D4E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BC48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D535E"/>
                </a:solidFill>
                <a:latin typeface="맑은 고딕"/>
                <a:ea typeface="맑은 고딕"/>
              </a:rPr>
              <a:t>상담 사전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