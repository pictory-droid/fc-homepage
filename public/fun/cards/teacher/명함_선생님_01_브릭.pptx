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C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52000" y="0"/>
            <a:ext cx="288000" cy="1800000"/>
          </a:xfrm>
          <a:prstGeom prst="rect">
            <a:avLst/>
          </a:prstGeom>
          <a:solidFill>
            <a:srgbClr val="A040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52000" y="0"/>
            <a:ext cx="288000" cy="540000"/>
          </a:xfrm>
          <a:prstGeom prst="rect">
            <a:avLst/>
          </a:prstGeom>
          <a:solidFill>
            <a:srgbClr val="6E3B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3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92725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396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sz="2500" b="1" spc="100">
                <a:solidFill>
                  <a:srgbClr val="14171D"/>
                </a:solidFill>
                <a:latin typeface="맑은 고딕"/>
                <a:ea typeface="맑은 고딕"/>
              </a:rPr>
              <a:t>김OO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2000" y="943200"/>
            <a:ext cx="696503" cy="172800"/>
          </a:xfrm>
          <a:prstGeom prst="roundRect">
            <a:avLst>
              <a:gd name="adj" fmla="val 50000"/>
            </a:avLst>
          </a:prstGeom>
          <a:solidFill>
            <a:srgbClr val="A040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943200"/>
            <a:ext cx="696503" cy="17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FFFFFF"/>
                </a:solidFill>
                <a:latin typeface="맑은 고딕"/>
                <a:ea typeface="맑은 고딕"/>
              </a:rPr>
              <a:t>담임 교사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1267200"/>
            <a:ext cx="2484000" cy="0"/>
          </a:xfrm>
          <a:prstGeom prst="line">
            <a:avLst/>
          </a:prstGeom>
          <a:ln w="3600">
            <a:solidFill>
              <a:srgbClr val="E4CAC6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13536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9272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4544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16000" y="13536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9272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116000" y="14544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52000" y="13536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9272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52000" y="14544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6400" y="194400"/>
            <a:ext cx="43200" cy="43200"/>
          </a:xfrm>
          <a:prstGeom prst="ellipse">
            <a:avLst/>
          </a:prstGeom>
          <a:solidFill>
            <a:srgbClr val="8A7B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5400" y="3690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5400" y="5346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6400" y="691200"/>
            <a:ext cx="43200" cy="43200"/>
          </a:xfrm>
          <a:prstGeom prst="ellipse">
            <a:avLst/>
          </a:prstGeom>
          <a:solidFill>
            <a:srgbClr val="8A7B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400" y="865800"/>
            <a:ext cx="25200" cy="25200"/>
          </a:xfrm>
          <a:prstGeom prst="ellipse">
            <a:avLst/>
          </a:prstGeom>
          <a:solidFill>
            <a:srgbClr val="4F6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400" y="10314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6400" y="1188000"/>
            <a:ext cx="43200" cy="43200"/>
          </a:xfrm>
          <a:prstGeom prst="ellipse">
            <a:avLst/>
          </a:prstGeom>
          <a:solidFill>
            <a:srgbClr val="8A7B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400" y="13626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75400" y="1528200"/>
            <a:ext cx="25200" cy="25200"/>
          </a:xfrm>
          <a:prstGeom prst="ellipse">
            <a:avLst/>
          </a:prstGeom>
          <a:solidFill>
            <a:srgbClr val="4F6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9400" y="2034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9400" y="3690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0400" y="525600"/>
            <a:ext cx="43200" cy="43200"/>
          </a:xfrm>
          <a:prstGeom prst="ellipse">
            <a:avLst/>
          </a:prstGeom>
          <a:solidFill>
            <a:srgbClr val="8A7B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00" y="7002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9400" y="8658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0400" y="1022400"/>
            <a:ext cx="43200" cy="43200"/>
          </a:xfrm>
          <a:prstGeom prst="ellipse">
            <a:avLst/>
          </a:prstGeom>
          <a:solidFill>
            <a:srgbClr val="8A7B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9400" y="1197000"/>
            <a:ext cx="25200" cy="25200"/>
          </a:xfrm>
          <a:prstGeom prst="ellipse">
            <a:avLst/>
          </a:prstGeom>
          <a:solidFill>
            <a:srgbClr val="4F6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19400" y="13626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10400" y="1519200"/>
            <a:ext cx="43200" cy="43200"/>
          </a:xfrm>
          <a:prstGeom prst="ellipse">
            <a:avLst/>
          </a:prstGeom>
          <a:solidFill>
            <a:srgbClr val="8A7B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3400" y="203400"/>
            <a:ext cx="25200" cy="25200"/>
          </a:xfrm>
          <a:prstGeom prst="ellipse">
            <a:avLst/>
          </a:prstGeom>
          <a:solidFill>
            <a:srgbClr val="4F6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4400" y="360000"/>
            <a:ext cx="43200" cy="43200"/>
          </a:xfrm>
          <a:prstGeom prst="ellipse">
            <a:avLst/>
          </a:prstGeom>
          <a:solidFill>
            <a:srgbClr val="8A7B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63400" y="5346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3400" y="7002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54400" y="856800"/>
            <a:ext cx="43200" cy="43200"/>
          </a:xfrm>
          <a:prstGeom prst="ellipse">
            <a:avLst/>
          </a:prstGeom>
          <a:solidFill>
            <a:srgbClr val="8A7B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3400" y="10314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3400" y="11970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54400" y="1353600"/>
            <a:ext cx="43200" cy="43200"/>
          </a:xfrm>
          <a:prstGeom prst="ellipse">
            <a:avLst/>
          </a:prstGeom>
          <a:solidFill>
            <a:srgbClr val="8A7B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3400" y="1528200"/>
            <a:ext cx="25200" cy="25200"/>
          </a:xfrm>
          <a:prstGeom prst="ellipse">
            <a:avLst/>
          </a:prstGeom>
          <a:solidFill>
            <a:srgbClr val="4F6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8400" y="194400"/>
            <a:ext cx="43200" cy="43200"/>
          </a:xfrm>
          <a:prstGeom prst="ellipse">
            <a:avLst/>
          </a:prstGeom>
          <a:solidFill>
            <a:srgbClr val="8A7B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7400" y="3690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07400" y="534600"/>
            <a:ext cx="25200" cy="25200"/>
          </a:xfrm>
          <a:prstGeom prst="ellipse">
            <a:avLst/>
          </a:prstGeom>
          <a:solidFill>
            <a:srgbClr val="4F6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98400" y="691200"/>
            <a:ext cx="43200" cy="43200"/>
          </a:xfrm>
          <a:prstGeom prst="ellipse">
            <a:avLst/>
          </a:prstGeom>
          <a:solidFill>
            <a:srgbClr val="8A7B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07400" y="8658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07400" y="10314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98400" y="1188000"/>
            <a:ext cx="43200" cy="43200"/>
          </a:xfrm>
          <a:prstGeom prst="ellipse">
            <a:avLst/>
          </a:prstGeom>
          <a:solidFill>
            <a:srgbClr val="8A7B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07400" y="13626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07400" y="15282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51400" y="203400"/>
            <a:ext cx="25200" cy="25200"/>
          </a:xfrm>
          <a:prstGeom prst="ellipse">
            <a:avLst/>
          </a:prstGeom>
          <a:solidFill>
            <a:srgbClr val="4F6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51400" y="3690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42400" y="525600"/>
            <a:ext cx="43200" cy="43200"/>
          </a:xfrm>
          <a:prstGeom prst="ellipse">
            <a:avLst/>
          </a:prstGeom>
          <a:solidFill>
            <a:srgbClr val="8A7B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51400" y="7002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51400" y="865800"/>
            <a:ext cx="25200" cy="25200"/>
          </a:xfrm>
          <a:prstGeom prst="ellipse">
            <a:avLst/>
          </a:prstGeom>
          <a:solidFill>
            <a:srgbClr val="4F6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42400" y="1022400"/>
            <a:ext cx="43200" cy="43200"/>
          </a:xfrm>
          <a:prstGeom prst="ellipse">
            <a:avLst/>
          </a:prstGeom>
          <a:solidFill>
            <a:srgbClr val="8A7B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51400" y="11970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1400" y="13626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42400" y="1519200"/>
            <a:ext cx="43200" cy="43200"/>
          </a:xfrm>
          <a:prstGeom prst="ellipse">
            <a:avLst/>
          </a:prstGeom>
          <a:solidFill>
            <a:srgbClr val="8A7B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95400" y="2034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86400" y="360000"/>
            <a:ext cx="43200" cy="43200"/>
          </a:xfrm>
          <a:prstGeom prst="ellipse">
            <a:avLst/>
          </a:prstGeom>
          <a:solidFill>
            <a:srgbClr val="8A7B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95400" y="534600"/>
            <a:ext cx="25200" cy="25200"/>
          </a:xfrm>
          <a:prstGeom prst="ellipse">
            <a:avLst/>
          </a:prstGeom>
          <a:solidFill>
            <a:srgbClr val="4F6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95400" y="7002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86400" y="856800"/>
            <a:ext cx="43200" cy="43200"/>
          </a:xfrm>
          <a:prstGeom prst="ellipse">
            <a:avLst/>
          </a:prstGeom>
          <a:solidFill>
            <a:srgbClr val="8A7B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95400" y="10314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95400" y="1197000"/>
            <a:ext cx="25200" cy="25200"/>
          </a:xfrm>
          <a:prstGeom prst="ellipse">
            <a:avLst/>
          </a:prstGeom>
          <a:solidFill>
            <a:srgbClr val="4F6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86400" y="1353600"/>
            <a:ext cx="43200" cy="43200"/>
          </a:xfrm>
          <a:prstGeom prst="ellipse">
            <a:avLst/>
          </a:prstGeom>
          <a:solidFill>
            <a:srgbClr val="8A7B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95400" y="15282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1404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57" name="Oval 56"/>
          <p:cNvSpPr/>
          <p:nvPr/>
        </p:nvSpPr>
        <p:spPr>
          <a:xfrm>
            <a:off x="1407600" y="489600"/>
            <a:ext cx="43200" cy="43200"/>
          </a:xfrm>
          <a:prstGeom prst="ellipse">
            <a:avLst/>
          </a:prstGeom>
          <a:solidFill>
            <a:srgbClr val="8A7B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텍스트"/>
          <p:cNvSpPr txBox="1"/>
          <p:nvPr/>
        </p:nvSpPr>
        <p:spPr>
          <a:xfrm>
            <a:off x="1512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수학</a:t>
            </a:r>
          </a:p>
        </p:txBody>
      </p:sp>
      <p:sp>
        <p:nvSpPr>
          <p:cNvPr id="59" name="Oval 58"/>
          <p:cNvSpPr/>
          <p:nvPr/>
        </p:nvSpPr>
        <p:spPr>
          <a:xfrm>
            <a:off x="1407600" y="712800"/>
            <a:ext cx="43200" cy="43200"/>
          </a:xfrm>
          <a:prstGeom prst="ellipse">
            <a:avLst/>
          </a:prstGeom>
          <a:solidFill>
            <a:srgbClr val="4F6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텍스트"/>
          <p:cNvSpPr txBox="1"/>
          <p:nvPr/>
        </p:nvSpPr>
        <p:spPr>
          <a:xfrm>
            <a:off x="1512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미술</a:t>
            </a:r>
          </a:p>
        </p:txBody>
      </p:sp>
      <p:sp>
        <p:nvSpPr>
          <p:cNvPr id="61" name="Oval 60"/>
          <p:cNvSpPr/>
          <p:nvPr/>
        </p:nvSpPr>
        <p:spPr>
          <a:xfrm>
            <a:off x="1407600" y="936000"/>
            <a:ext cx="43200" cy="43200"/>
          </a:xfrm>
          <a:prstGeom prst="ellipse">
            <a:avLst/>
          </a:prstGeom>
          <a:solidFill>
            <a:srgbClr val="8A7B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텍스트"/>
          <p:cNvSpPr txBox="1"/>
          <p:nvPr/>
        </p:nvSpPr>
        <p:spPr>
          <a:xfrm>
            <a:off x="1512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진로 상담</a:t>
            </a:r>
          </a:p>
        </p:txBody>
      </p:sp>
      <p:sp>
        <p:nvSpPr>
          <p:cNvPr id="63" name="Oval 62"/>
          <p:cNvSpPr/>
          <p:nvPr/>
        </p:nvSpPr>
        <p:spPr>
          <a:xfrm>
            <a:off x="1407600" y="1159200"/>
            <a:ext cx="43200" cy="43200"/>
          </a:xfrm>
          <a:prstGeom prst="ellipse">
            <a:avLst/>
          </a:prstGeom>
          <a:solidFill>
            <a:srgbClr val="4F6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텍스트"/>
          <p:cNvSpPr txBox="1"/>
          <p:nvPr/>
        </p:nvSpPr>
        <p:spPr>
          <a:xfrm>
            <a:off x="1512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방과후 수업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404000" y="1440000"/>
            <a:ext cx="1620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66" name="텍스트"/>
          <p:cNvSpPr txBox="1"/>
          <p:nvPr/>
        </p:nvSpPr>
        <p:spPr>
          <a:xfrm>
            <a:off x="1404000" y="1512000"/>
            <a:ext cx="16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평일 13:00 – 21:00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담임 교사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