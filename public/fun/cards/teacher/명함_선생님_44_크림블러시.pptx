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400" cy="1800000"/>
          </a:xfrm>
          <a:prstGeom prst="rect">
            <a:avLst/>
          </a:prstGeom>
          <a:solidFill>
            <a:srgbClr val="D7876C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1200" y="0"/>
            <a:ext cx="36000" cy="1800000"/>
          </a:xfrm>
          <a:prstGeom prst="rect">
            <a:avLst/>
          </a:prstGeom>
          <a:solidFill>
            <a:srgbClr val="7EA951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2400" y="0"/>
            <a:ext cx="36000" cy="1800000"/>
          </a:xfrm>
          <a:prstGeom prst="rect">
            <a:avLst/>
          </a:prstGeom>
          <a:solidFill>
            <a:srgbClr val="D7876C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3600" y="0"/>
            <a:ext cx="50400" cy="1800000"/>
          </a:xfrm>
          <a:prstGeom prst="rect">
            <a:avLst/>
          </a:prstGeom>
          <a:solidFill>
            <a:srgbClr val="7EA951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4800" y="0"/>
            <a:ext cx="36000" cy="1800000"/>
          </a:xfrm>
          <a:prstGeom prst="rect">
            <a:avLst/>
          </a:prstGeom>
          <a:solidFill>
            <a:srgbClr val="D7876C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6000" y="0"/>
            <a:ext cx="36000" cy="1800000"/>
          </a:xfrm>
          <a:prstGeom prst="rect">
            <a:avLst/>
          </a:prstGeom>
          <a:solidFill>
            <a:srgbClr val="7EA951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7200" y="0"/>
            <a:ext cx="50400" cy="1800000"/>
          </a:xfrm>
          <a:prstGeom prst="rect">
            <a:avLst/>
          </a:prstGeom>
          <a:solidFill>
            <a:srgbClr val="D7876C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8400" y="0"/>
            <a:ext cx="36000" cy="1800000"/>
          </a:xfrm>
          <a:prstGeom prst="rect">
            <a:avLst/>
          </a:prstGeom>
          <a:solidFill>
            <a:srgbClr val="7EA951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9600" y="0"/>
            <a:ext cx="36000" cy="1800000"/>
          </a:xfrm>
          <a:prstGeom prst="rect">
            <a:avLst/>
          </a:prstGeom>
          <a:solidFill>
            <a:srgbClr val="D7876C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0800" y="0"/>
            <a:ext cx="50400" cy="1800000"/>
          </a:xfrm>
          <a:prstGeom prst="rect">
            <a:avLst/>
          </a:prstGeom>
          <a:solidFill>
            <a:srgbClr val="7EA951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828000" y="252000"/>
            <a:ext cx="201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719749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828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엄OO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828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35E64"/>
                </a:solidFill>
                <a:latin typeface="맑은 고딕"/>
                <a:ea typeface="맑은 고딕"/>
              </a:rPr>
              <a:t>유치원 교사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8000" y="1123200"/>
            <a:ext cx="2160000" cy="0"/>
          </a:xfrm>
          <a:prstGeom prst="line">
            <a:avLst/>
          </a:prstGeom>
          <a:ln w="3600">
            <a:solidFill>
              <a:srgbClr val="FAF0EC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828000" y="1206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35E64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130400" y="1195200"/>
            <a:ext cx="129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8" name="텍스트"/>
          <p:cNvSpPr txBox="1"/>
          <p:nvPr/>
        </p:nvSpPr>
        <p:spPr>
          <a:xfrm>
            <a:off x="828000" y="13356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35E64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1130400" y="1324800"/>
            <a:ext cx="129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20" name="텍스트"/>
          <p:cNvSpPr txBox="1"/>
          <p:nvPr/>
        </p:nvSpPr>
        <p:spPr>
          <a:xfrm>
            <a:off x="828000" y="1465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35E64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21" name="텍스트"/>
          <p:cNvSpPr txBox="1"/>
          <p:nvPr/>
        </p:nvSpPr>
        <p:spPr>
          <a:xfrm>
            <a:off x="1130400" y="1454400"/>
            <a:ext cx="129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CAF8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6000" y="540000"/>
            <a:ext cx="684000" cy="1260000"/>
          </a:xfrm>
          <a:prstGeom prst="rect">
            <a:avLst/>
          </a:prstGeom>
          <a:solidFill>
            <a:srgbClr val="C4CF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16000" y="198000"/>
            <a:ext cx="684000" cy="342000"/>
          </a:xfrm>
          <a:custGeom>
            <a:avLst/>
            <a:gdLst/>
            <a:ahLst/>
            <a:cxnLst/>
            <a:rect l="l" t="t" r="r" b="b"/>
            <a:pathLst>
              <a:path w="684000" h="342000">
                <a:moveTo>
                  <a:pt x="0" y="342000"/>
                </a:moveTo>
                <a:lnTo>
                  <a:pt x="2926" y="297360"/>
                </a:lnTo>
                <a:lnTo>
                  <a:pt x="11653" y="253484"/>
                </a:lnTo>
                <a:lnTo>
                  <a:pt x="26033" y="211122"/>
                </a:lnTo>
                <a:lnTo>
                  <a:pt x="45819" y="171000"/>
                </a:lnTo>
                <a:lnTo>
                  <a:pt x="70673" y="133804"/>
                </a:lnTo>
                <a:lnTo>
                  <a:pt x="100169" y="100169"/>
                </a:lnTo>
                <a:lnTo>
                  <a:pt x="133804" y="70673"/>
                </a:lnTo>
                <a:lnTo>
                  <a:pt x="171000" y="45819"/>
                </a:lnTo>
                <a:lnTo>
                  <a:pt x="211122" y="26033"/>
                </a:lnTo>
                <a:lnTo>
                  <a:pt x="253484" y="11653"/>
                </a:lnTo>
                <a:lnTo>
                  <a:pt x="297360" y="2926"/>
                </a:lnTo>
                <a:lnTo>
                  <a:pt x="342000" y="0"/>
                </a:lnTo>
                <a:lnTo>
                  <a:pt x="386640" y="2926"/>
                </a:lnTo>
                <a:lnTo>
                  <a:pt x="430516" y="11653"/>
                </a:lnTo>
                <a:lnTo>
                  <a:pt x="472878" y="26033"/>
                </a:lnTo>
                <a:lnTo>
                  <a:pt x="513000" y="45819"/>
                </a:lnTo>
                <a:lnTo>
                  <a:pt x="550196" y="70673"/>
                </a:lnTo>
                <a:lnTo>
                  <a:pt x="583831" y="100169"/>
                </a:lnTo>
                <a:lnTo>
                  <a:pt x="613327" y="133804"/>
                </a:lnTo>
                <a:lnTo>
                  <a:pt x="638181" y="171000"/>
                </a:lnTo>
                <a:lnTo>
                  <a:pt x="657967" y="211122"/>
                </a:lnTo>
                <a:lnTo>
                  <a:pt x="672347" y="253484"/>
                </a:lnTo>
                <a:lnTo>
                  <a:pt x="681074" y="297360"/>
                </a:lnTo>
                <a:lnTo>
                  <a:pt x="684000" y="342000"/>
                </a:lnTo>
                <a:close/>
              </a:path>
            </a:pathLst>
          </a:custGeom>
          <a:solidFill>
            <a:srgbClr val="C4CF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81968" y="967968"/>
            <a:ext cx="152064" cy="152064"/>
          </a:xfrm>
          <a:prstGeom prst="ellipse">
            <a:avLst/>
          </a:prstGeom>
          <a:solidFill>
            <a:srgbClr val="1B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68592" y="1044000"/>
            <a:ext cx="48384" cy="0"/>
          </a:xfrm>
          <a:prstGeom prst="line">
            <a:avLst/>
          </a:prstGeom>
          <a:ln w="20736">
            <a:solidFill>
              <a:srgbClr val="707874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636200" y="1122200"/>
            <a:ext cx="34213" cy="34213"/>
          </a:xfrm>
          <a:prstGeom prst="line">
            <a:avLst/>
          </a:prstGeom>
          <a:ln w="20736">
            <a:solidFill>
              <a:srgbClr val="707874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558000" y="1154592"/>
            <a:ext cx="0" cy="48384"/>
          </a:xfrm>
          <a:prstGeom prst="line">
            <a:avLst/>
          </a:prstGeom>
          <a:ln w="20736">
            <a:solidFill>
              <a:srgbClr val="707874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445587" y="1122200"/>
            <a:ext cx="34213" cy="34213"/>
          </a:xfrm>
          <a:prstGeom prst="line">
            <a:avLst/>
          </a:prstGeom>
          <a:ln w="20736">
            <a:solidFill>
              <a:srgbClr val="707874"/>
            </a:solidFill>
          </a:ln>
        </p:spPr>
      </p:cxnSp>
      <p:cxnSp>
        <p:nvCxnSpPr>
          <p:cNvPr id="9" name="Connector 8"/>
          <p:cNvCxnSpPr/>
          <p:nvPr/>
        </p:nvCxnSpPr>
        <p:spPr>
          <a:xfrm flipH="1">
            <a:off x="399024" y="1044000"/>
            <a:ext cx="48384" cy="0"/>
          </a:xfrm>
          <a:prstGeom prst="line">
            <a:avLst/>
          </a:prstGeom>
          <a:ln w="20736">
            <a:solidFill>
              <a:srgbClr val="707874"/>
            </a:solidFill>
          </a:ln>
        </p:spPr>
      </p:cxnSp>
      <p:cxnSp>
        <p:nvCxnSpPr>
          <p:cNvPr id="10" name="Connector 9"/>
          <p:cNvCxnSpPr/>
          <p:nvPr/>
        </p:nvCxnSpPr>
        <p:spPr>
          <a:xfrm flipH="1" flipV="1">
            <a:off x="445587" y="931587"/>
            <a:ext cx="34213" cy="34213"/>
          </a:xfrm>
          <a:prstGeom prst="line">
            <a:avLst/>
          </a:prstGeom>
          <a:ln w="20736">
            <a:solidFill>
              <a:srgbClr val="707874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558000" y="885024"/>
            <a:ext cx="0" cy="48384"/>
          </a:xfrm>
          <a:prstGeom prst="line">
            <a:avLst/>
          </a:prstGeom>
          <a:ln w="20736">
            <a:solidFill>
              <a:srgbClr val="707874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636200" y="931587"/>
            <a:ext cx="34213" cy="34213"/>
          </a:xfrm>
          <a:prstGeom prst="line">
            <a:avLst/>
          </a:prstGeom>
          <a:ln w="20736">
            <a:solidFill>
              <a:srgbClr val="707874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1188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893E25"/>
                </a:solidFill>
                <a:latin typeface="맑은 고딕"/>
                <a:ea typeface="맑은 고딕"/>
              </a:rPr>
              <a:t>수업 안내</a:t>
            </a:r>
          </a:p>
        </p:txBody>
      </p:sp>
      <p:sp>
        <p:nvSpPr>
          <p:cNvPr id="14" name="Oval 13"/>
          <p:cNvSpPr/>
          <p:nvPr/>
        </p:nvSpPr>
        <p:spPr>
          <a:xfrm>
            <a:off x="1191600" y="489600"/>
            <a:ext cx="43200" cy="43200"/>
          </a:xfrm>
          <a:prstGeom prst="ellipse">
            <a:avLst/>
          </a:prstGeom>
          <a:solidFill>
            <a:srgbClr val="4C585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텍스트"/>
          <p:cNvSpPr txBox="1"/>
          <p:nvPr/>
        </p:nvSpPr>
        <p:spPr>
          <a:xfrm>
            <a:off x="1296000" y="432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음악</a:t>
            </a:r>
          </a:p>
        </p:txBody>
      </p:sp>
      <p:sp>
        <p:nvSpPr>
          <p:cNvPr id="16" name="Oval 15"/>
          <p:cNvSpPr/>
          <p:nvPr/>
        </p:nvSpPr>
        <p:spPr>
          <a:xfrm>
            <a:off x="1191600" y="712800"/>
            <a:ext cx="43200" cy="43200"/>
          </a:xfrm>
          <a:prstGeom prst="ellipse">
            <a:avLst/>
          </a:prstGeom>
          <a:solidFill>
            <a:srgbClr val="9D48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텍스트"/>
          <p:cNvSpPr txBox="1"/>
          <p:nvPr/>
        </p:nvSpPr>
        <p:spPr>
          <a:xfrm>
            <a:off x="1296000" y="655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피아노</a:t>
            </a:r>
          </a:p>
        </p:txBody>
      </p:sp>
      <p:sp>
        <p:nvSpPr>
          <p:cNvPr id="18" name="Oval 17"/>
          <p:cNvSpPr/>
          <p:nvPr/>
        </p:nvSpPr>
        <p:spPr>
          <a:xfrm>
            <a:off x="1191600" y="936000"/>
            <a:ext cx="43200" cy="43200"/>
          </a:xfrm>
          <a:prstGeom prst="ellipse">
            <a:avLst/>
          </a:prstGeom>
          <a:solidFill>
            <a:srgbClr val="4C585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텍스트"/>
          <p:cNvSpPr txBox="1"/>
          <p:nvPr/>
        </p:nvSpPr>
        <p:spPr>
          <a:xfrm>
            <a:off x="1296000" y="87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논술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188000" y="1440000"/>
            <a:ext cx="1836000" cy="0"/>
          </a:xfrm>
          <a:prstGeom prst="line">
            <a:avLst/>
          </a:prstGeom>
          <a:ln w="3600">
            <a:solidFill>
              <a:srgbClr val="859678"/>
            </a:solidFill>
          </a:ln>
        </p:spPr>
      </p:cxnSp>
      <p:sp>
        <p:nvSpPr>
          <p:cNvPr id="21" name="텍스트"/>
          <p:cNvSpPr txBox="1"/>
          <p:nvPr/>
        </p:nvSpPr>
        <p:spPr>
          <a:xfrm>
            <a:off x="1188000" y="1512000"/>
            <a:ext cx="1872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424C4A"/>
                </a:solidFill>
                <a:latin typeface="맑은 고딕"/>
                <a:ea typeface="맑은 고딕"/>
              </a:rPr>
              <a:t>상담 사전 예약     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유치원 교사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