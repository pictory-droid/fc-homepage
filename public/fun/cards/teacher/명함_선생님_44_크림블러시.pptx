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D7876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7EA95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D7876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7EA95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D7876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7EA95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D7876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7EA95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D7876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7EA95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1974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5E64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FAF0E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5E6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5E6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5E6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AF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C4C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C4C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1968" y="967968"/>
            <a:ext cx="152064" cy="152064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68592" y="1044000"/>
            <a:ext cx="48384" cy="0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36200" y="1122200"/>
            <a:ext cx="34213" cy="34213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58000" y="1154592"/>
            <a:ext cx="0" cy="48384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445587" y="1122200"/>
            <a:ext cx="34213" cy="34213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399024" y="1044000"/>
            <a:ext cx="48384" cy="0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445587" y="931587"/>
            <a:ext cx="34213" cy="34213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558000" y="885024"/>
            <a:ext cx="0" cy="48384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36200" y="931587"/>
            <a:ext cx="34213" cy="34213"/>
          </a:xfrm>
          <a:prstGeom prst="line">
            <a:avLst/>
          </a:prstGeom>
          <a:ln w="20736">
            <a:solidFill>
              <a:srgbClr val="70787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93E2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4C58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9D48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8" name="Oval 17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4C58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859678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24C4A"/>
                </a:solidFill>
                <a:latin typeface="맑은 고딕"/>
                <a:ea typeface="맑은 고딕"/>
              </a:rPr>
              <a:t>상담 사전 예약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