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339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BFDD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BFDDFF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BFDD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BFDD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BFDD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질문하는 아이로 자라도록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