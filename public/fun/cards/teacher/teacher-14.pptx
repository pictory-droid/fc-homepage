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3392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BFDD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FDD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66AD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BFDDFF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66ADF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FDD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FDD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FDD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