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4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6F603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93392" y="1417392"/>
            <a:ext cx="117216" cy="1172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037248" y="1476000"/>
            <a:ext cx="37296" cy="0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012279" y="1536279"/>
            <a:ext cx="26373" cy="26373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952000" y="1561248"/>
            <a:ext cx="0" cy="37296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865348" y="1536279"/>
            <a:ext cx="26373" cy="26373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2829456" y="1476000"/>
            <a:ext cx="37296" cy="0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2865348" y="1389348"/>
            <a:ext cx="26373" cy="26373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52000" y="1353456"/>
            <a:ext cx="0" cy="37296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012279" y="1389348"/>
            <a:ext cx="26373" cy="26373"/>
          </a:xfrm>
          <a:prstGeom prst="line">
            <a:avLst/>
          </a:prstGeom>
          <a:ln w="15984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3BDA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6AF72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C0A6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6AF7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952" y="202752"/>
            <a:ext cx="69696" cy="696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7488" y="237600"/>
            <a:ext cx="22176" cy="0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2642" y="273442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36800" y="288288"/>
            <a:ext cx="0" cy="22176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85277" y="273442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3936" y="237600"/>
            <a:ext cx="22176" cy="0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85277" y="186077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6800" y="164736"/>
            <a:ext cx="0" cy="22176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72642" y="186077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맑은 고딕"/>
                <a:ea typeface="맑은 고딕"/>
              </a:rPr>
              <a:t>질문하는 아이로 자라도록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705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A7842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7056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