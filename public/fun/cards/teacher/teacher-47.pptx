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1CFF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1CFF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1CFF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A1E6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AC4F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A1E6E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01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6401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