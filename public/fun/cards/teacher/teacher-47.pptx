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1C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3A1E6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3A1E6E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A1E6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A1E6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A1E6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한 걸음씩 함께 나아가요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