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A89C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1DD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6872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0" y="0"/>
                </a:moveTo>
                <a:lnTo>
                  <a:pt x="205920" y="37440"/>
                </a:lnTo>
                <a:lnTo>
                  <a:pt x="205920" y="299520"/>
                </a:lnTo>
                <a:lnTo>
                  <a:pt x="0" y="26208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9336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205920" y="0"/>
                </a:moveTo>
                <a:lnTo>
                  <a:pt x="0" y="37440"/>
                </a:lnTo>
                <a:lnTo>
                  <a:pt x="0" y="299520"/>
                </a:lnTo>
                <a:lnTo>
                  <a:pt x="205920" y="262080"/>
                </a:lnTo>
                <a:close/>
              </a:path>
            </a:pathLst>
          </a:custGeom>
          <a:solidFill>
            <a:srgbClr val="625F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E82C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4B65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1DDE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806CB8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567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806CB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