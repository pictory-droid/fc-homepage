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D52A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455AD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C3BFD3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C3BFD3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C3BFD3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C3BFD3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C3BFD3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46677"/>
                </a:solidFill>
                <a:latin typeface="맑은 고딕"/>
                <a:ea typeface="맑은 고딕"/>
              </a:rPr>
              <a:t>온라인 상담 가능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