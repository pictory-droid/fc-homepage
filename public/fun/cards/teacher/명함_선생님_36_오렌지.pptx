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F5E3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선은호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국어 교사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학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수학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과학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평일 09:00 – 17:00   |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국어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