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DB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EDBFF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DB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DB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DB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A6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A6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A6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3A6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