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4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EDB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EDBFF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E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E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E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학부모님과 함께 걷는 길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