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7C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3" name="Oval 2"/>
          <p:cNvSpPr/>
          <p:nvPr/>
        </p:nvSpPr>
        <p:spPr>
          <a:xfrm>
            <a:off x="1572480" y="456480"/>
            <a:ext cx="95040" cy="950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689120" y="504000"/>
            <a:ext cx="30240" cy="0"/>
          </a:xfrm>
          <a:prstGeom prst="line">
            <a:avLst/>
          </a:prstGeom>
          <a:ln w="12960">
            <a:solidFill>
              <a:srgbClr val="B0914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668875" y="552875"/>
            <a:ext cx="21383" cy="21383"/>
          </a:xfrm>
          <a:prstGeom prst="line">
            <a:avLst/>
          </a:prstGeom>
          <a:ln w="12960">
            <a:solidFill>
              <a:srgbClr val="B0914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620000" y="573120"/>
            <a:ext cx="0" cy="30240"/>
          </a:xfrm>
          <a:prstGeom prst="line">
            <a:avLst/>
          </a:prstGeom>
          <a:ln w="12960">
            <a:solidFill>
              <a:srgbClr val="B09149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1549742" y="552875"/>
            <a:ext cx="21383" cy="21383"/>
          </a:xfrm>
          <a:prstGeom prst="line">
            <a:avLst/>
          </a:prstGeom>
          <a:ln w="12960">
            <a:solidFill>
              <a:srgbClr val="B09149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520640" y="504000"/>
            <a:ext cx="30240" cy="0"/>
          </a:xfrm>
          <a:prstGeom prst="line">
            <a:avLst/>
          </a:prstGeom>
          <a:ln w="12960">
            <a:solidFill>
              <a:srgbClr val="B09149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1549742" y="433742"/>
            <a:ext cx="21383" cy="21383"/>
          </a:xfrm>
          <a:prstGeom prst="line">
            <a:avLst/>
          </a:prstGeom>
          <a:ln w="12960">
            <a:solidFill>
              <a:srgbClr val="B09149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1620000" y="404640"/>
            <a:ext cx="0" cy="30240"/>
          </a:xfrm>
          <a:prstGeom prst="line">
            <a:avLst/>
          </a:prstGeom>
          <a:ln w="12960">
            <a:solidFill>
              <a:srgbClr val="B09149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1668875" y="433742"/>
            <a:ext cx="21383" cy="21383"/>
          </a:xfrm>
          <a:prstGeom prst="line">
            <a:avLst/>
          </a:prstGeom>
          <a:ln w="12960">
            <a:solidFill>
              <a:srgbClr val="B09149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수학 강사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59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D6B6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952" y="202752"/>
            <a:ext cx="69696" cy="6969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87488" y="237600"/>
            <a:ext cx="22176" cy="0"/>
          </a:xfrm>
          <a:prstGeom prst="line">
            <a:avLst/>
          </a:prstGeom>
          <a:ln w="9504">
            <a:solidFill>
              <a:srgbClr val="D9D9D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72642" y="273442"/>
            <a:ext cx="15681" cy="15681"/>
          </a:xfrm>
          <a:prstGeom prst="line">
            <a:avLst/>
          </a:prstGeom>
          <a:ln w="9504">
            <a:solidFill>
              <a:srgbClr val="D9D9D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36800" y="288288"/>
            <a:ext cx="0" cy="22176"/>
          </a:xfrm>
          <a:prstGeom prst="line">
            <a:avLst/>
          </a:prstGeom>
          <a:ln w="9504">
            <a:solidFill>
              <a:srgbClr val="D9D9D9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85277" y="273442"/>
            <a:ext cx="15681" cy="15681"/>
          </a:xfrm>
          <a:prstGeom prst="line">
            <a:avLst/>
          </a:prstGeom>
          <a:ln w="9504">
            <a:solidFill>
              <a:srgbClr val="D9D9D9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63936" y="237600"/>
            <a:ext cx="22176" cy="0"/>
          </a:xfrm>
          <a:prstGeom prst="line">
            <a:avLst/>
          </a:prstGeom>
          <a:ln w="9504">
            <a:solidFill>
              <a:srgbClr val="D9D9D9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85277" y="186077"/>
            <a:ext cx="15681" cy="15681"/>
          </a:xfrm>
          <a:prstGeom prst="line">
            <a:avLst/>
          </a:prstGeom>
          <a:ln w="9504">
            <a:solidFill>
              <a:srgbClr val="D9D9D9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136800" y="164736"/>
            <a:ext cx="0" cy="22176"/>
          </a:xfrm>
          <a:prstGeom prst="line">
            <a:avLst/>
          </a:prstGeom>
          <a:ln w="9504">
            <a:solidFill>
              <a:srgbClr val="D9D9D9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172642" y="186077"/>
            <a:ext cx="15681" cy="15681"/>
          </a:xfrm>
          <a:prstGeom prst="line">
            <a:avLst/>
          </a:prstGeom>
          <a:ln w="9504">
            <a:solidFill>
              <a:srgbClr val="D9D9D9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학부모님과 함께 걷는 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DDD6C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D6B66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DD6C7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