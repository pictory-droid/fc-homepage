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67C4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F667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5F6672"/>
                </a:solidFill>
                <a:latin typeface="맑은 고딕"/>
                <a:ea typeface="맑은 고딕"/>
              </a:rPr>
              <a:t>수학 강사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A67C45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8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469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B7441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46914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46914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46914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960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46914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12744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D71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D71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36D7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