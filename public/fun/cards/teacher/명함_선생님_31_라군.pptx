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287B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14171D"/>
                </a:solidFill>
                <a:latin typeface="맑은 고딕"/>
                <a:ea typeface="맑은 고딕"/>
              </a:rPr>
              <a:t>심OO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696503" cy="172800"/>
          </a:xfrm>
          <a:prstGeom prst="roundRect">
            <a:avLst>
              <a:gd name="adj" fmla="val 50000"/>
            </a:avLst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696503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담임 교사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25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CC7BA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CEB19D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D5AEB6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진로 상담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D5AEB6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CEB19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개별 지도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CC7BA"/>
                </a:solidFill>
                <a:latin typeface="맑은 고딕"/>
                <a:ea typeface="맑은 고딕"/>
              </a:rPr>
              <a:t>평일 13:00 – 21:00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담임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