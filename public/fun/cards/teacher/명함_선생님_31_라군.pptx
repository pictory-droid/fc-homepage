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28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5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CC7BA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EB19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5AEB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5AEB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EB19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CC7BA"/>
                </a:solidFill>
                <a:latin typeface="맑은 고딕"/>
                <a:ea typeface="맑은 고딕"/>
              </a:rPr>
              <a:t>평일 13:00 – 21:00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