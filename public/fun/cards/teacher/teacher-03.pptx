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38BA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배움의 기쁨을 함께 찾아가요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