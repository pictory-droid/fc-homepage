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720000"/>
          </a:xfrm>
          <a:prstGeom prst="rect">
            <a:avLst/>
          </a:prstGeom>
          <a:solidFill>
            <a:srgbClr val="855A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767968" y="283968"/>
            <a:ext cx="152064" cy="15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954592" y="360000"/>
            <a:ext cx="48384" cy="0"/>
          </a:xfrm>
          <a:prstGeom prst="line">
            <a:avLst/>
          </a:prstGeom>
          <a:ln w="20736">
            <a:solidFill>
              <a:srgbClr val="808080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2922200" y="438200"/>
            <a:ext cx="34213" cy="34213"/>
          </a:xfrm>
          <a:prstGeom prst="line">
            <a:avLst/>
          </a:prstGeom>
          <a:ln w="20736">
            <a:solidFill>
              <a:srgbClr val="808080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2844000" y="470592"/>
            <a:ext cx="0" cy="48384"/>
          </a:xfrm>
          <a:prstGeom prst="line">
            <a:avLst/>
          </a:prstGeom>
          <a:ln w="20736">
            <a:solidFill>
              <a:srgbClr val="808080"/>
            </a:solidFill>
          </a:ln>
        </p:spPr>
      </p:cxnSp>
      <p:cxnSp>
        <p:nvCxnSpPr>
          <p:cNvPr id="7" name="Connector 6"/>
          <p:cNvCxnSpPr/>
          <p:nvPr/>
        </p:nvCxnSpPr>
        <p:spPr>
          <a:xfrm flipH="1">
            <a:off x="2731587" y="438200"/>
            <a:ext cx="34213" cy="34213"/>
          </a:xfrm>
          <a:prstGeom prst="line">
            <a:avLst/>
          </a:prstGeom>
          <a:ln w="20736">
            <a:solidFill>
              <a:srgbClr val="808080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2685024" y="360000"/>
            <a:ext cx="48384" cy="0"/>
          </a:xfrm>
          <a:prstGeom prst="line">
            <a:avLst/>
          </a:prstGeom>
          <a:ln w="20736">
            <a:solidFill>
              <a:srgbClr val="808080"/>
            </a:solidFill>
          </a:ln>
        </p:spPr>
      </p:cxnSp>
      <p:cxnSp>
        <p:nvCxnSpPr>
          <p:cNvPr id="9" name="Connector 8"/>
          <p:cNvCxnSpPr/>
          <p:nvPr/>
        </p:nvCxnSpPr>
        <p:spPr>
          <a:xfrm flipH="1" flipV="1">
            <a:off x="2731587" y="247587"/>
            <a:ext cx="34213" cy="34213"/>
          </a:xfrm>
          <a:prstGeom prst="line">
            <a:avLst/>
          </a:prstGeom>
          <a:ln w="20736">
            <a:solidFill>
              <a:srgbClr val="808080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2844000" y="201024"/>
            <a:ext cx="0" cy="48384"/>
          </a:xfrm>
          <a:prstGeom prst="line">
            <a:avLst/>
          </a:prstGeom>
          <a:ln w="20736">
            <a:solidFill>
              <a:srgbClr val="808080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2922200" y="247587"/>
            <a:ext cx="34213" cy="34213"/>
          </a:xfrm>
          <a:prstGeom prst="line">
            <a:avLst/>
          </a:prstGeom>
          <a:ln w="20736">
            <a:solidFill>
              <a:srgbClr val="808080"/>
            </a:solidFill>
          </a:ln>
        </p:spPr>
      </p:cxnSp>
      <p:sp>
        <p:nvSpPr>
          <p:cNvPr id="12" name="텍스트"/>
          <p:cNvSpPr txBox="1"/>
          <p:nvPr/>
        </p:nvSpPr>
        <p:spPr>
          <a:xfrm>
            <a:off x="230400" y="187200"/>
            <a:ext cx="2160000" cy="3054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2"/>
              </a:lnSpc>
            </a:pPr>
            <a:r>
              <a:rPr sz="1850" b="1" spc="50">
                <a:solidFill>
                  <a:srgbClr val="FFFFFF"/>
                </a:solidFill>
                <a:latin typeface="맑은 고딕"/>
                <a:ea typeface="맑은 고딕"/>
              </a:rPr>
              <a:t>박지우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30400" y="475200"/>
            <a:ext cx="2160000" cy="1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2"/>
              </a:lnSpc>
            </a:pPr>
            <a:r>
              <a:rPr sz="850" b="1">
                <a:solidFill>
                  <a:srgbClr val="FFFFFF"/>
                </a:solidFill>
                <a:latin typeface="맑은 고딕"/>
                <a:ea typeface="맑은 고딕"/>
              </a:rPr>
              <a:t>영어 강사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0400" y="835200"/>
            <a:ext cx="18000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50">
                <a:solidFill>
                  <a:srgbClr val="7B6D67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0400" y="1015200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855A47"/>
                </a:solidFill>
                <a:latin typeface="맑은 고딕"/>
                <a:ea typeface="맑은 고딕"/>
              </a:rPr>
              <a:t>T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374400" y="1015200"/>
            <a:ext cx="1872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422D24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30400" y="1184111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855A47"/>
                </a:solidFill>
                <a:latin typeface="맑은 고딕"/>
                <a:ea typeface="맑은 고딕"/>
              </a:rPr>
              <a:t>E</a:t>
            </a:r>
          </a:p>
        </p:txBody>
      </p:sp>
      <p:sp>
        <p:nvSpPr>
          <p:cNvPr id="18" name="텍스트"/>
          <p:cNvSpPr txBox="1"/>
          <p:nvPr/>
        </p:nvSpPr>
        <p:spPr>
          <a:xfrm>
            <a:off x="374400" y="1184111"/>
            <a:ext cx="1872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422D24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230400" y="1353022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855A47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20" name="텍스트"/>
          <p:cNvSpPr txBox="1"/>
          <p:nvPr/>
        </p:nvSpPr>
        <p:spPr>
          <a:xfrm>
            <a:off x="374400" y="1353022"/>
            <a:ext cx="1872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422D24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800" cy="1800000"/>
          </a:xfrm>
          <a:prstGeom prst="rect">
            <a:avLst/>
          </a:prstGeom>
          <a:solidFill>
            <a:srgbClr val="4785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432000"/>
            <a:ext cx="2016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65"/>
              </a:lnSpc>
            </a:pPr>
            <a:r>
              <a:rPr sz="1700" b="1">
                <a:solidFill>
                  <a:srgbClr val="422D24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878400"/>
            <a:ext cx="2016000" cy="5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2"/>
              </a:lnSpc>
            </a:pPr>
            <a:r>
              <a:rPr sz="850" b="0">
                <a:solidFill>
                  <a:srgbClr val="7C6E67"/>
                </a:solidFill>
                <a:latin typeface="맑은 고딕"/>
                <a:ea typeface="맑은 고딕"/>
              </a:rPr>
              <a:t>배움의 기쁨을 함께 찾아가요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0000" y="1080000"/>
            <a:ext cx="504000" cy="504000"/>
          </a:xfrm>
          <a:prstGeom prst="rect">
            <a:avLst/>
          </a:prstGeom>
          <a:noFill/>
          <a:ln w="9000">
            <a:solidFill>
              <a:srgbClr val="478578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0" y="1080000"/>
            <a:ext cx="504000" cy="50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7C6E67"/>
                </a:solidFill>
                <a:latin typeface="맑은 고딕"/>
                <a:ea typeface="맑은 고딕"/>
              </a:rPr>
              <a:t>QR</a:t>
            </a:r>
          </a:p>
        </p:txBody>
      </p:sp>
      <p:sp>
        <p:nvSpPr>
          <p:cNvPr id="7" name="Rectangle 6"/>
          <p:cNvSpPr/>
          <p:nvPr/>
        </p:nvSpPr>
        <p:spPr>
          <a:xfrm>
            <a:off x="252000" y="763200"/>
            <a:ext cx="201600" cy="14400"/>
          </a:xfrm>
          <a:prstGeom prst="rect">
            <a:avLst/>
          </a:prstGeom>
          <a:solidFill>
            <a:srgbClr val="4785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00720" y="360720"/>
            <a:ext cx="142560" cy="142560"/>
          </a:xfrm>
          <a:prstGeom prst="ellipse">
            <a:avLst/>
          </a:prstGeom>
          <a:solidFill>
            <a:srgbClr val="4785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2875680" y="432000"/>
            <a:ext cx="45360" cy="0"/>
          </a:xfrm>
          <a:prstGeom prst="line">
            <a:avLst/>
          </a:prstGeom>
          <a:ln w="19440">
            <a:solidFill>
              <a:srgbClr val="CBDDD9"/>
            </a:solidFill>
          </a:ln>
        </p:spPr>
      </p:cxnSp>
      <p:cxnSp>
        <p:nvCxnSpPr>
          <p:cNvPr id="10" name="Connector 9"/>
          <p:cNvCxnSpPr/>
          <p:nvPr/>
        </p:nvCxnSpPr>
        <p:spPr>
          <a:xfrm>
            <a:off x="2845313" y="505313"/>
            <a:ext cx="32074" cy="32074"/>
          </a:xfrm>
          <a:prstGeom prst="line">
            <a:avLst/>
          </a:prstGeom>
          <a:ln w="19440">
            <a:solidFill>
              <a:srgbClr val="CBDDD9"/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2772000" y="535680"/>
            <a:ext cx="0" cy="45360"/>
          </a:xfrm>
          <a:prstGeom prst="line">
            <a:avLst/>
          </a:prstGeom>
          <a:ln w="19440">
            <a:solidFill>
              <a:srgbClr val="CBDDD9"/>
            </a:solidFill>
          </a:ln>
        </p:spPr>
      </p:cxnSp>
      <p:cxnSp>
        <p:nvCxnSpPr>
          <p:cNvPr id="12" name="Connector 11"/>
          <p:cNvCxnSpPr/>
          <p:nvPr/>
        </p:nvCxnSpPr>
        <p:spPr>
          <a:xfrm flipH="1">
            <a:off x="2666613" y="505313"/>
            <a:ext cx="32074" cy="32074"/>
          </a:xfrm>
          <a:prstGeom prst="line">
            <a:avLst/>
          </a:prstGeom>
          <a:ln w="19440">
            <a:solidFill>
              <a:srgbClr val="CBDDD9"/>
            </a:solidFill>
          </a:ln>
        </p:spPr>
      </p:cxnSp>
      <p:cxnSp>
        <p:nvCxnSpPr>
          <p:cNvPr id="13" name="Connector 12"/>
          <p:cNvCxnSpPr/>
          <p:nvPr/>
        </p:nvCxnSpPr>
        <p:spPr>
          <a:xfrm flipH="1">
            <a:off x="2622960" y="432000"/>
            <a:ext cx="45360" cy="0"/>
          </a:xfrm>
          <a:prstGeom prst="line">
            <a:avLst/>
          </a:prstGeom>
          <a:ln w="19440">
            <a:solidFill>
              <a:srgbClr val="CBDDD9"/>
            </a:solidFill>
          </a:ln>
        </p:spPr>
      </p:cxnSp>
      <p:cxnSp>
        <p:nvCxnSpPr>
          <p:cNvPr id="14" name="Connector 13"/>
          <p:cNvCxnSpPr/>
          <p:nvPr/>
        </p:nvCxnSpPr>
        <p:spPr>
          <a:xfrm flipH="1" flipV="1">
            <a:off x="2666613" y="326613"/>
            <a:ext cx="32074" cy="32074"/>
          </a:xfrm>
          <a:prstGeom prst="line">
            <a:avLst/>
          </a:prstGeom>
          <a:ln w="19440">
            <a:solidFill>
              <a:srgbClr val="CBDDD9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2772000" y="282960"/>
            <a:ext cx="0" cy="45360"/>
          </a:xfrm>
          <a:prstGeom prst="line">
            <a:avLst/>
          </a:prstGeom>
          <a:ln w="19440">
            <a:solidFill>
              <a:srgbClr val="CBDDD9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845313" y="326613"/>
            <a:ext cx="32074" cy="32074"/>
          </a:xfrm>
          <a:prstGeom prst="line">
            <a:avLst/>
          </a:prstGeom>
          <a:ln w="19440">
            <a:solidFill>
              <a:srgbClr val="CBDDD9"/>
            </a:solidFill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영어 강사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