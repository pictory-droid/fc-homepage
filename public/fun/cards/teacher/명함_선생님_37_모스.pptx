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55600" y="255600"/>
            <a:ext cx="50400" cy="50400"/>
          </a:xfrm>
          <a:prstGeom prst="ellipse">
            <a:avLst/>
          </a:prstGeom>
          <a:solidFill>
            <a:srgbClr val="5D7A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1548000" y="237600"/>
            <a:ext cx="144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783"/>
              </a:lnSpc>
            </a:pPr>
            <a:r>
              <a:rPr sz="540" b="1" spc="240">
                <a:solidFill>
                  <a:srgbClr val="686459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1267200"/>
            <a:ext cx="1440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 spc="80">
                <a:solidFill>
                  <a:srgbClr val="14171D"/>
                </a:solidFill>
                <a:latin typeface="맑은 고딕"/>
                <a:ea typeface="맑은 고딕"/>
              </a:rPr>
              <a:t>주OO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1447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피아노 선생님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12600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548000" y="13752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548000" y="1490400"/>
            <a:ext cx="144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41"/>
              </a:lnSpc>
            </a:pPr>
            <a:r>
              <a:rPr sz="58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0B7BE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BC9A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0B7B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67" y="540000"/>
            <a:ext cx="4123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0B7B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630067" y="540000"/>
            <a:ext cx="4123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피아노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2767" y="540000"/>
            <a:ext cx="666200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D0B7B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092767" y="540000"/>
            <a:ext cx="666200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8F556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0B7BE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평일 13:00 – 21:00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D0B7BE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D0B7BE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피아노 선생님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