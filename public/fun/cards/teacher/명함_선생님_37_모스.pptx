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주OO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0B7BE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C9AA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7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0B7B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927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8F556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0B7B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0B7BE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