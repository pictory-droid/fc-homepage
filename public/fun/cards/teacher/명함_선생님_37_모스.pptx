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0B7BE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BC9A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0B7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0B7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2767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0B7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092767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B7BE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B7BE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D0B7B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