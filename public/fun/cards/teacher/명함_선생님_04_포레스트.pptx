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최민재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유치원 교사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사회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피아노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유치원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