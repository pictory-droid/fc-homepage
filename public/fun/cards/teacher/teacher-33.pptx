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803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85024" y="263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0" y="0"/>
                </a:moveTo>
                <a:lnTo>
                  <a:pt x="152064" y="27648"/>
                </a:lnTo>
                <a:lnTo>
                  <a:pt x="152064" y="221184"/>
                </a:lnTo>
                <a:lnTo>
                  <a:pt x="0" y="1935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50912" y="263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152064" y="0"/>
                </a:moveTo>
                <a:lnTo>
                  <a:pt x="0" y="27648"/>
                </a:lnTo>
                <a:lnTo>
                  <a:pt x="0" y="221184"/>
                </a:lnTo>
                <a:lnTo>
                  <a:pt x="152064" y="193536"/>
                </a:lnTo>
                <a:close/>
              </a:path>
            </a:pathLst>
          </a:cu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0786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03B91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21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03B91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21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03B91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2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0" y="0"/>
                </a:moveTo>
                <a:lnTo>
                  <a:pt x="237600" y="43200"/>
                </a:lnTo>
                <a:lnTo>
                  <a:pt x="237600" y="345600"/>
                </a:lnTo>
                <a:lnTo>
                  <a:pt x="0" y="302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228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237600" y="0"/>
                </a:moveTo>
                <a:lnTo>
                  <a:pt x="0" y="43200"/>
                </a:lnTo>
                <a:lnTo>
                  <a:pt x="0" y="345600"/>
                </a:lnTo>
                <a:lnTo>
                  <a:pt x="237600" y="302400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43D21"/>
                </a:solidFill>
                <a:latin typeface="맑은 고딕"/>
                <a:ea typeface="맑은 고딕"/>
              </a:rPr>
              <a:t>함께 웃으며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143D21"/>
                </a:solidFill>
                <a:latin typeface="맑은 고딕"/>
                <a:ea typeface="맑은 고딕"/>
              </a:rPr>
              <a:t>배우는 교실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2B82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17B6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