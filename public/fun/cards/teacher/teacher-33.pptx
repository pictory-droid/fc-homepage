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791753" cy="180000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791753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FFD4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함께 웃으며 배우는 교실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151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