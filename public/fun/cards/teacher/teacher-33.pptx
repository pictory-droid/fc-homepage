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58960" y="239760"/>
            <a:ext cx="24480" cy="24480"/>
          </a:xfrm>
          <a:prstGeom prst="ellipse">
            <a:avLst/>
          </a:prstGeom>
          <a:solidFill>
            <a:srgbClr val="FFC8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58960" y="3333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8960" y="4269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58960" y="5205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2560" y="2397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2560" y="3333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52560" y="4269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2560" y="520560"/>
            <a:ext cx="24480" cy="24480"/>
          </a:xfrm>
          <a:prstGeom prst="ellipse">
            <a:avLst/>
          </a:prstGeom>
          <a:solidFill>
            <a:srgbClr val="FFC8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6160" y="2397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6160" y="3333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6160" y="426960"/>
            <a:ext cx="24480" cy="24480"/>
          </a:xfrm>
          <a:prstGeom prst="ellipse">
            <a:avLst/>
          </a:prstGeom>
          <a:solidFill>
            <a:srgbClr val="FFC8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6160" y="5205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39760" y="2397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39760" y="333360"/>
            <a:ext cx="24480" cy="24480"/>
          </a:xfrm>
          <a:prstGeom prst="ellipse">
            <a:avLst/>
          </a:prstGeom>
          <a:solidFill>
            <a:srgbClr val="FFC8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39760" y="4269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39760" y="5205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33360" y="239760"/>
            <a:ext cx="24480" cy="24480"/>
          </a:xfrm>
          <a:prstGeom prst="ellipse">
            <a:avLst/>
          </a:prstGeom>
          <a:solidFill>
            <a:srgbClr val="FFC8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33360" y="3333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33360" y="4269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33360" y="5205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2000" y="237600"/>
            <a:ext cx="710903" cy="165600"/>
          </a:xfrm>
          <a:prstGeom prst="roundRect">
            <a:avLst>
              <a:gd name="adj" fmla="val 50000"/>
            </a:avLst>
          </a:prstGeom>
          <a:noFill/>
          <a:ln w="5760">
            <a:solidFill>
              <a:srgbClr val="FFC8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텍스트"/>
          <p:cNvSpPr txBox="1"/>
          <p:nvPr/>
        </p:nvSpPr>
        <p:spPr>
          <a:xfrm>
            <a:off x="252000" y="237600"/>
            <a:ext cx="710903" cy="16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12151C"/>
                </a:solidFill>
                <a:latin typeface="맑은 고딕"/>
                <a:ea typeface="맑은 고딕"/>
              </a:rPr>
              <a:t>영어 강사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5832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표세진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878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52000" y="1144800"/>
            <a:ext cx="273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27" name="텍스트"/>
          <p:cNvSpPr txBox="1"/>
          <p:nvPr/>
        </p:nvSpPr>
        <p:spPr>
          <a:xfrm>
            <a:off x="252000" y="124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583200" y="1231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371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583200" y="1360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501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583200" y="149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955600" y="1584000"/>
            <a:ext cx="648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2988000" y="1551600"/>
            <a:ext cx="0" cy="648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C5911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FFC8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FFF0B8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C5911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과학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FFF0B8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C5911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음악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FFF0B8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C5911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방과후 수업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FFF0B8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252000" y="10692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C5911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489600" y="105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개별 지도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2000" y="1202400"/>
            <a:ext cx="1512000" cy="0"/>
          </a:xfrm>
          <a:prstGeom prst="line">
            <a:avLst/>
          </a:prstGeom>
          <a:ln w="3600">
            <a:solidFill>
              <a:srgbClr val="FFF0B8"/>
            </a:solidFill>
          </a:ln>
        </p:spPr>
      </p:cxnSp>
      <p:sp>
        <p:nvSpPr>
          <p:cNvPr id="17" name="Rectangle 16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FFC8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12151C"/>
                </a:solidFill>
                <a:latin typeface="맑은 고딕"/>
                <a:ea typeface="맑은 고딕"/>
              </a:rPr>
              <a:t>상담 시간 사전 예약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21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12151C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12151C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영어 강사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