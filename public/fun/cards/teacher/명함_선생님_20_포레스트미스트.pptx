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557E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상담 교사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6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1DDD9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2645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B3C8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92645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290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133290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393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3C8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57393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ADDE4"/>
                </a:solidFill>
                <a:latin typeface="맑은 고딕"/>
                <a:ea typeface="맑은 고딕"/>
              </a:rPr>
              <a:t>상담 사전 예약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