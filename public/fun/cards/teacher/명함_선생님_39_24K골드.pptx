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79257" y="684720"/>
            <a:ext cx="409486" cy="389445"/>
          </a:xfrm>
          <a:custGeom>
            <a:avLst/>
            <a:gdLst/>
            <a:ahLst/>
            <a:cxnLst/>
            <a:rect l="l" t="t" r="r" b="b"/>
            <a:pathLst>
              <a:path w="409486" h="389445">
                <a:moveTo>
                  <a:pt x="204743" y="0"/>
                </a:moveTo>
                <a:lnTo>
                  <a:pt x="257009" y="143342"/>
                </a:lnTo>
                <a:lnTo>
                  <a:pt x="409486" y="148755"/>
                </a:lnTo>
                <a:lnTo>
                  <a:pt x="289311" y="242758"/>
                </a:lnTo>
                <a:lnTo>
                  <a:pt x="331281" y="389445"/>
                </a:lnTo>
                <a:lnTo>
                  <a:pt x="204743" y="304200"/>
                </a:lnTo>
                <a:lnTo>
                  <a:pt x="78205" y="389445"/>
                </a:lnTo>
                <a:lnTo>
                  <a:pt x="120175" y="242758"/>
                </a:lnTo>
                <a:lnTo>
                  <a:pt x="0" y="148755"/>
                </a:lnTo>
                <a:lnTo>
                  <a:pt x="152477" y="143342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58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