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5E767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Oval 3"/>
          <p:cNvSpPr/>
          <p:nvPr/>
        </p:nvSpPr>
        <p:spPr>
          <a:xfrm>
            <a:off x="343728" y="487728"/>
            <a:ext cx="104544" cy="104544"/>
          </a:xfrm>
          <a:prstGeom prst="ellipse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72032" y="540000"/>
            <a:ext cx="33264" cy="0"/>
          </a:xfrm>
          <a:prstGeom prst="line">
            <a:avLst/>
          </a:prstGeom>
          <a:ln w="14256">
            <a:solidFill>
              <a:srgbClr val="E0C8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49763" y="593763"/>
            <a:ext cx="23521" cy="23521"/>
          </a:xfrm>
          <a:prstGeom prst="line">
            <a:avLst/>
          </a:prstGeom>
          <a:ln w="14256">
            <a:solidFill>
              <a:srgbClr val="E0C8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6000" y="616032"/>
            <a:ext cx="0" cy="33264"/>
          </a:xfrm>
          <a:prstGeom prst="line">
            <a:avLst/>
          </a:prstGeom>
          <a:ln w="14256">
            <a:solidFill>
              <a:srgbClr val="E0C8CD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318716" y="593763"/>
            <a:ext cx="23521" cy="23521"/>
          </a:xfrm>
          <a:prstGeom prst="line">
            <a:avLst/>
          </a:prstGeom>
          <a:ln w="14256">
            <a:solidFill>
              <a:srgbClr val="E0C8CD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286704" y="540000"/>
            <a:ext cx="33264" cy="0"/>
          </a:xfrm>
          <a:prstGeom prst="line">
            <a:avLst/>
          </a:prstGeom>
          <a:ln w="14256">
            <a:solidFill>
              <a:srgbClr val="E0C8CD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318716" y="462716"/>
            <a:ext cx="23521" cy="23521"/>
          </a:xfrm>
          <a:prstGeom prst="line">
            <a:avLst/>
          </a:prstGeom>
          <a:ln w="14256">
            <a:solidFill>
              <a:srgbClr val="E0C8C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396000" y="430704"/>
            <a:ext cx="0" cy="33264"/>
          </a:xfrm>
          <a:prstGeom prst="line">
            <a:avLst/>
          </a:prstGeom>
          <a:ln w="14256">
            <a:solidFill>
              <a:srgbClr val="E0C8C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449763" y="462716"/>
            <a:ext cx="23521" cy="23521"/>
          </a:xfrm>
          <a:prstGeom prst="line">
            <a:avLst/>
          </a:prstGeom>
          <a:ln w="14256">
            <a:solidFill>
              <a:srgbClr val="E0C8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13B4C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11394A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4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4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4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952" y="202752"/>
            <a:ext cx="69696" cy="696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87488" y="237600"/>
            <a:ext cx="22176" cy="0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72642" y="273442"/>
            <a:ext cx="15681" cy="15681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36800" y="288288"/>
            <a:ext cx="0" cy="22176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85277" y="273442"/>
            <a:ext cx="15681" cy="15681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63936" y="237600"/>
            <a:ext cx="22176" cy="0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85277" y="186077"/>
            <a:ext cx="15681" cy="15681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136800" y="164736"/>
            <a:ext cx="0" cy="22176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172642" y="186077"/>
            <a:ext cx="15681" cy="15681"/>
          </a:xfrm>
          <a:prstGeom prst="line">
            <a:avLst/>
          </a:prstGeom>
          <a:ln w="9504">
            <a:solidFill>
              <a:srgbClr val="808080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1394A"/>
                </a:solidFill>
                <a:latin typeface="맑은 고딕"/>
                <a:ea typeface="맑은 고딕"/>
              </a:rPr>
              <a:t>배움의 길 위에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1394A"/>
                </a:solidFill>
                <a:latin typeface="맑은 고딕"/>
                <a:ea typeface="맑은 고딕"/>
              </a:rPr>
              <a:t>늘 함께합니다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9758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25799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97581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