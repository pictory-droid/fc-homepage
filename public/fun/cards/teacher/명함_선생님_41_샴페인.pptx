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BE95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F8F2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8F6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2615C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F8F2E4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15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7D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7F0E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4D2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889F8A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CE2DC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CE2DC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CE2D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