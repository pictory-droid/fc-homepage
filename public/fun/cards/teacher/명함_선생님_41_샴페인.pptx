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6B8F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E95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F8F2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8F6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15C"/>
                </a:solidFill>
                <a:latin typeface="맑은 고딕"/>
                <a:ea typeface="맑은 고딕"/>
              </a:rPr>
              <a:t>담임 교사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F8F2E4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7D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7F0E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4D2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889F8A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DCE2D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CE2DC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DCE2D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담임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