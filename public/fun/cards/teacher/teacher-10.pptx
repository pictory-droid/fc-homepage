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FDF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꿈을 응원하는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어른이 되겠습니다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C374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