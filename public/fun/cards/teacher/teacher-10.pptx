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374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3747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사회  ·  음악  ·  피아노  ·  논술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