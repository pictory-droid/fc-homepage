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8E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D6B5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B3D15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46323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4632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4632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4632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817211" y="1081239"/>
            <a:ext cx="158900" cy="173810"/>
          </a:xfrm>
          <a:custGeom>
            <a:avLst/>
            <a:gdLst/>
            <a:ahLst/>
            <a:cxnLst/>
            <a:rect l="l" t="t" r="r" b="b"/>
            <a:pathLst>
              <a:path w="158900" h="173810">
                <a:moveTo>
                  <a:pt x="114776" y="0"/>
                </a:moveTo>
                <a:lnTo>
                  <a:pt x="158900" y="37025"/>
                </a:lnTo>
                <a:lnTo>
                  <a:pt x="44124" y="173810"/>
                </a:lnTo>
                <a:lnTo>
                  <a:pt x="0" y="136785"/>
                </a:lnTo>
                <a:close/>
              </a:path>
            </a:pathLst>
          </a:cu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798546" y="1218024"/>
            <a:ext cx="62789" cy="67049"/>
          </a:xfrm>
          <a:custGeom>
            <a:avLst/>
            <a:gdLst/>
            <a:ahLst/>
            <a:cxnLst/>
            <a:rect l="l" t="t" r="r" b="b"/>
            <a:pathLst>
              <a:path w="62789" h="67049">
                <a:moveTo>
                  <a:pt x="18665" y="0"/>
                </a:moveTo>
                <a:lnTo>
                  <a:pt x="62789" y="37025"/>
                </a:lnTo>
                <a:lnTo>
                  <a:pt x="0" y="67049"/>
                </a:lnTo>
                <a:close/>
              </a:path>
            </a:pathLst>
          </a:custGeom>
          <a:solidFill>
            <a:srgbClr val="F8E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931987" y="1059177"/>
            <a:ext cx="62636" cy="59087"/>
          </a:xfrm>
          <a:custGeom>
            <a:avLst/>
            <a:gdLst/>
            <a:ahLst/>
            <a:cxnLst/>
            <a:rect l="l" t="t" r="r" b="b"/>
            <a:pathLst>
              <a:path w="62636" h="59087">
                <a:moveTo>
                  <a:pt x="18512" y="0"/>
                </a:moveTo>
                <a:lnTo>
                  <a:pt x="62636" y="37025"/>
                </a:lnTo>
                <a:lnTo>
                  <a:pt x="44124" y="59087"/>
                </a:lnTo>
                <a:lnTo>
                  <a:pt x="0" y="22062"/>
                </a:lnTo>
                <a:close/>
              </a:path>
            </a:pathLst>
          </a:custGeom>
          <a:solidFill>
            <a:srgbClr val="F8E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AE7429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AE7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B3D15"/>
                </a:solidFill>
                <a:latin typeface="바탕"/>
                <a:ea typeface="바탕"/>
              </a:rPr>
              <a:t>꿈을 응원하는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5B3D15"/>
                </a:solidFill>
                <a:latin typeface="바탕"/>
                <a:ea typeface="바탕"/>
              </a:rPr>
              <a:t>어른이 되겠습니다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5745D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