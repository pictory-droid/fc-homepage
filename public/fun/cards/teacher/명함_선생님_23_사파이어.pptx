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3F63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5822A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7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17E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17E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17E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17E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17E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3F63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63A8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A17E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A17E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D6D"/>
                </a:solidFill>
                <a:latin typeface="맑은 고딕"/>
                <a:ea typeface="맑은 고딕"/>
              </a:rPr>
              <a:t>온라인 상담 가능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