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3F63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5822A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7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17E2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3F63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A17E2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3F63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A17E2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3F63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A17E2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3F63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A17E2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3F63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F63A8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3" name="Oval 12"/>
          <p:cNvSpPr/>
          <p:nvPr/>
        </p:nvSpPr>
        <p:spPr>
          <a:xfrm>
            <a:off x="831600" y="489600"/>
            <a:ext cx="43200" cy="43200"/>
          </a:xfrm>
          <a:prstGeom prst="ellipse">
            <a:avLst/>
          </a:prstGeom>
          <a:solidFill>
            <a:srgbClr val="A17E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93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수학</a:t>
            </a:r>
          </a:p>
        </p:txBody>
      </p:sp>
      <p:sp>
        <p:nvSpPr>
          <p:cNvPr id="15" name="Oval 14"/>
          <p:cNvSpPr/>
          <p:nvPr/>
        </p:nvSpPr>
        <p:spPr>
          <a:xfrm>
            <a:off x="831600" y="7128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93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17" name="Oval 16"/>
          <p:cNvSpPr/>
          <p:nvPr/>
        </p:nvSpPr>
        <p:spPr>
          <a:xfrm>
            <a:off x="831600" y="936000"/>
            <a:ext cx="43200" cy="43200"/>
          </a:xfrm>
          <a:prstGeom prst="ellipse">
            <a:avLst/>
          </a:prstGeom>
          <a:solidFill>
            <a:srgbClr val="A17E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93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논술</a:t>
            </a:r>
          </a:p>
        </p:txBody>
      </p:sp>
      <p:sp>
        <p:nvSpPr>
          <p:cNvPr id="19" name="Oval 18"/>
          <p:cNvSpPr/>
          <p:nvPr/>
        </p:nvSpPr>
        <p:spPr>
          <a:xfrm>
            <a:off x="831600" y="1159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텍스트"/>
          <p:cNvSpPr txBox="1"/>
          <p:nvPr/>
        </p:nvSpPr>
        <p:spPr>
          <a:xfrm>
            <a:off x="936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8000" y="1440000"/>
            <a:ext cx="2160000" cy="0"/>
          </a:xfrm>
          <a:prstGeom prst="line">
            <a:avLst/>
          </a:prstGeom>
          <a:ln w="3600">
            <a:solidFill>
              <a:srgbClr val="D4CDBC"/>
            </a:solidFill>
          </a:ln>
        </p:spPr>
      </p:cxnSp>
      <p:sp>
        <p:nvSpPr>
          <p:cNvPr id="22" name="텍스트"/>
          <p:cNvSpPr txBox="1"/>
          <p:nvPr/>
        </p:nvSpPr>
        <p:spPr>
          <a:xfrm>
            <a:off x="828000" y="1512000"/>
            <a:ext cx="216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D6D"/>
                </a:solidFill>
                <a:latin typeface="맑은 고딕"/>
                <a:ea typeface="맑은 고딕"/>
              </a:rPr>
              <a:t>온라인 상담 가능  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