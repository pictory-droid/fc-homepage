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A2F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상담 교사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국어  ·  사회  ·  방과후 수업  ·  학부모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