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B7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695B5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C4B5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584F50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AF586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84F5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84F5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84F5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06D32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76E7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76E7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과학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76E7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76E79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05C5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