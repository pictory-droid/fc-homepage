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B7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695B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C4B58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584F50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AF5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4F5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4F5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4F5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06D32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B76E7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B76E7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과학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B76E7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960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B76E7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12744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5C5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