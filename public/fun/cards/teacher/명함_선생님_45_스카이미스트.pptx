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BBD6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BBD6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272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6B7C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9714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6B79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B9C8D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D94D2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645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92645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1332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35303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35303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방문 · 전화 상담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