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E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BBD6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54400" y="943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0" y="0"/>
                </a:moveTo>
                <a:lnTo>
                  <a:pt x="158400" y="28800"/>
                </a:lnTo>
                <a:lnTo>
                  <a:pt x="158400" y="230400"/>
                </a:lnTo>
                <a:lnTo>
                  <a:pt x="0" y="20160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527200" y="943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158400" y="0"/>
                </a:moveTo>
                <a:lnTo>
                  <a:pt x="0" y="28800"/>
                </a:lnTo>
                <a:lnTo>
                  <a:pt x="0" y="230400"/>
                </a:lnTo>
                <a:lnTo>
                  <a:pt x="158400" y="201600"/>
                </a:lnTo>
                <a:close/>
              </a:path>
            </a:pathLst>
          </a:custGeom>
          <a:solidFill>
            <a:srgbClr val="6B7C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9714A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6B79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B9C8D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6B7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6B7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6B7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D94D2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2645" y="612000"/>
            <a:ext cx="375845" cy="208800"/>
          </a:xfrm>
          <a:prstGeom prst="roundRect">
            <a:avLst>
              <a:gd name="adj" fmla="val 50000"/>
            </a:avLst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92645" y="612000"/>
            <a:ext cx="37584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290" y="612000"/>
            <a:ext cx="637213" cy="208800"/>
          </a:xfrm>
          <a:prstGeom prst="roundRect">
            <a:avLst>
              <a:gd name="adj" fmla="val 50000"/>
            </a:avLst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133290" y="612000"/>
            <a:ext cx="637213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35303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35303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방문 · 전화 상담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