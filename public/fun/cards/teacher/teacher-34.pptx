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1944000" y="540000"/>
            <a:ext cx="1296000" cy="1260000"/>
          </a:xfrm>
          <a:custGeom>
            <a:avLst/>
            <a:gdLst/>
            <a:ahLst/>
            <a:cxnLst/>
            <a:rect l="l" t="t" r="r" b="b"/>
            <a:pathLst>
              <a:path w="1296000" h="1260000">
                <a:moveTo>
                  <a:pt x="1296000" y="1260000"/>
                </a:moveTo>
                <a:lnTo>
                  <a:pt x="1296000" y="0"/>
                </a:lnTo>
                <a:lnTo>
                  <a:pt x="0" y="1260000"/>
                </a:lnTo>
                <a:close/>
              </a:path>
            </a:pathLst>
          </a:cu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720000" y="0"/>
                </a:lnTo>
                <a:lnTo>
                  <a:pt x="0" y="720000"/>
                </a:lnTo>
                <a:close/>
              </a:path>
            </a:pathLst>
          </a:custGeom>
          <a:solidFill>
            <a:srgbClr val="E0CDC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893920" y="1377246"/>
            <a:ext cx="146983" cy="160774"/>
          </a:xfrm>
          <a:custGeom>
            <a:avLst/>
            <a:gdLst/>
            <a:ahLst/>
            <a:cxnLst/>
            <a:rect l="l" t="t" r="r" b="b"/>
            <a:pathLst>
              <a:path w="146983" h="160774">
                <a:moveTo>
                  <a:pt x="106168" y="0"/>
                </a:moveTo>
                <a:lnTo>
                  <a:pt x="146983" y="34248"/>
                </a:lnTo>
                <a:lnTo>
                  <a:pt x="40815" y="160774"/>
                </a:lnTo>
                <a:lnTo>
                  <a:pt x="0" y="1265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876655" y="1503772"/>
            <a:ext cx="58080" cy="62021"/>
          </a:xfrm>
          <a:custGeom>
            <a:avLst/>
            <a:gdLst/>
            <a:ahLst/>
            <a:cxnLst/>
            <a:rect l="l" t="t" r="r" b="b"/>
            <a:pathLst>
              <a:path w="58080" h="62021">
                <a:moveTo>
                  <a:pt x="17265" y="0"/>
                </a:moveTo>
                <a:lnTo>
                  <a:pt x="58080" y="34248"/>
                </a:lnTo>
                <a:lnTo>
                  <a:pt x="0" y="62021"/>
                </a:lnTo>
                <a:close/>
              </a:path>
            </a:pathLst>
          </a:cu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000088" y="1356839"/>
            <a:ext cx="57939" cy="54655"/>
          </a:xfrm>
          <a:custGeom>
            <a:avLst/>
            <a:gdLst/>
            <a:ahLst/>
            <a:cxnLst/>
            <a:rect l="l" t="t" r="r" b="b"/>
            <a:pathLst>
              <a:path w="57939" h="54655">
                <a:moveTo>
                  <a:pt x="17124" y="0"/>
                </a:moveTo>
                <a:lnTo>
                  <a:pt x="57939" y="34248"/>
                </a:lnTo>
                <a:lnTo>
                  <a:pt x="40815" y="54655"/>
                </a:lnTo>
                <a:lnTo>
                  <a:pt x="0" y="20407"/>
                </a:lnTo>
                <a:close/>
              </a:path>
            </a:pathLst>
          </a:cu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016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687187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36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19294D"/>
                </a:solidFill>
                <a:latin typeface="바탕"/>
                <a:ea typeface="바탕"/>
              </a:rPr>
              <a:t>맹우빈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55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914C3B"/>
                </a:solidFill>
                <a:latin typeface="맑은 고딕"/>
                <a:ea typeface="맑은 고딕"/>
              </a:rPr>
              <a:t>유치원 교사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864000"/>
            <a:ext cx="230400" cy="144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044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914C3B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96000" y="1044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9294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12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914C3B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96000" y="1212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9294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381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914C3B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96000" y="1381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9294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335299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335299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335299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335299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335299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335299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335299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335299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335299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335299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335299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335299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335299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335299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335299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335299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335299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3352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19294D"/>
                </a:solidFill>
                <a:latin typeface="바탕"/>
                <a:ea typeface="바탕"/>
              </a:rPr>
              <a:t>아이의 속도를 기다려 줍니다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6A748B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유치원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