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E0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33E6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0E423A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E423A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078F6E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황주원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E423A"/>
                </a:solidFill>
                <a:latin typeface="맑은 고딕"/>
                <a:ea typeface="맑은 고딕"/>
              </a:rPr>
              <a:t>국어 교사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423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078F6E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423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078F6E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423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상담 시간 사전 예약   |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