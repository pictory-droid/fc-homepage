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D6D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2723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72372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가르치며 배우는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사람입니다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