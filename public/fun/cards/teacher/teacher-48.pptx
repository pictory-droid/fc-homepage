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944000" y="216000"/>
            <a:ext cx="10800" cy="1368000"/>
          </a:xfrm>
          <a:prstGeom prst="rect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16000" y="201600"/>
            <a:ext cx="1584000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 spc="300">
                <a:solidFill>
                  <a:srgbClr val="8B6E57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sp>
        <p:nvSpPr>
          <p:cNvPr id="4" name="Freeform 3"/>
          <p:cNvSpPr/>
          <p:nvPr/>
        </p:nvSpPr>
        <p:spPr>
          <a:xfrm>
            <a:off x="292053" y="430704"/>
            <a:ext cx="207894" cy="197718"/>
          </a:xfrm>
          <a:custGeom>
            <a:avLst/>
            <a:gdLst/>
            <a:ahLst/>
            <a:cxnLst/>
            <a:rect l="l" t="t" r="r" b="b"/>
            <a:pathLst>
              <a:path w="207894" h="197718">
                <a:moveTo>
                  <a:pt x="103947" y="0"/>
                </a:moveTo>
                <a:lnTo>
                  <a:pt x="130482" y="72774"/>
                </a:lnTo>
                <a:lnTo>
                  <a:pt x="207894" y="75522"/>
                </a:lnTo>
                <a:lnTo>
                  <a:pt x="146881" y="123246"/>
                </a:lnTo>
                <a:lnTo>
                  <a:pt x="168190" y="197718"/>
                </a:lnTo>
                <a:lnTo>
                  <a:pt x="103947" y="154440"/>
                </a:lnTo>
                <a:lnTo>
                  <a:pt x="39704" y="197718"/>
                </a:lnTo>
                <a:lnTo>
                  <a:pt x="61013" y="123246"/>
                </a:lnTo>
                <a:lnTo>
                  <a:pt x="0" y="75522"/>
                </a:lnTo>
                <a:lnTo>
                  <a:pt x="77412" y="72774"/>
                </a:lnTo>
                <a:close/>
              </a:path>
            </a:pathLst>
          </a:cu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16000" y="972000"/>
            <a:ext cx="1728000" cy="12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2"/>
              </a:lnSpc>
            </a:pPr>
            <a:r>
              <a:rPr sz="850" b="1">
                <a:solidFill>
                  <a:srgbClr val="AC5F1C"/>
                </a:solidFill>
                <a:latin typeface="맑은 고딕"/>
                <a:ea typeface="맑은 고딕"/>
              </a:rPr>
              <a:t>미술 강사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16000" y="1123200"/>
            <a:ext cx="1728000" cy="3467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45"/>
              </a:lnSpc>
            </a:pPr>
            <a:r>
              <a:rPr sz="2100" b="1" spc="50">
                <a:solidFill>
                  <a:srgbClr val="723F13"/>
                </a:solidFill>
                <a:latin typeface="바탕"/>
                <a:ea typeface="바탕"/>
              </a:rPr>
              <a:t>공나래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073600" y="540000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AC5F1C"/>
                </a:solidFill>
                <a:latin typeface="맑은 고딕"/>
                <a:ea typeface="맑은 고딕"/>
              </a:rPr>
              <a:t>T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217600" y="540000"/>
            <a:ext cx="900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723F13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073600" y="708911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AC5F1C"/>
                </a:solidFill>
                <a:latin typeface="맑은 고딕"/>
                <a:ea typeface="맑은 고딕"/>
              </a:rPr>
              <a:t>E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217600" y="708911"/>
            <a:ext cx="900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723F13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073600" y="877822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AC5F1C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217600" y="877822"/>
            <a:ext cx="900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723F13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E65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927022" y="171360"/>
            <a:ext cx="1385956" cy="1318122"/>
          </a:xfrm>
          <a:custGeom>
            <a:avLst/>
            <a:gdLst/>
            <a:ahLst/>
            <a:cxnLst/>
            <a:rect l="l" t="t" r="r" b="b"/>
            <a:pathLst>
              <a:path w="1385956" h="1318122">
                <a:moveTo>
                  <a:pt x="692978" y="0"/>
                </a:moveTo>
                <a:lnTo>
                  <a:pt x="869878" y="485158"/>
                </a:lnTo>
                <a:lnTo>
                  <a:pt x="1385956" y="503478"/>
                </a:lnTo>
                <a:lnTo>
                  <a:pt x="979208" y="821642"/>
                </a:lnTo>
                <a:lnTo>
                  <a:pt x="1121262" y="1318122"/>
                </a:lnTo>
                <a:lnTo>
                  <a:pt x="692978" y="1029600"/>
                </a:lnTo>
                <a:lnTo>
                  <a:pt x="264694" y="1318122"/>
                </a:lnTo>
                <a:lnTo>
                  <a:pt x="406748" y="821642"/>
                </a:lnTo>
                <a:lnTo>
                  <a:pt x="0" y="503478"/>
                </a:lnTo>
                <a:lnTo>
                  <a:pt x="516078" y="485158"/>
                </a:lnTo>
                <a:close/>
              </a:path>
            </a:pathLst>
          </a:custGeom>
          <a:solidFill>
            <a:srgbClr val="ECE3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40000" cy="1800000"/>
          </a:xfrm>
          <a:prstGeom prst="rect">
            <a:avLst/>
          </a:prstGeom>
          <a:solidFill>
            <a:srgbClr val="7E653E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96000" y="612000"/>
            <a:ext cx="2448000" cy="43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739"/>
              </a:lnSpc>
            </a:pPr>
            <a:r>
              <a:rPr sz="1200" b="1">
                <a:solidFill>
                  <a:srgbClr val="FFFFFF"/>
                </a:solidFill>
                <a:latin typeface="바탕"/>
                <a:ea typeface="바탕"/>
              </a:rPr>
              <a:t>가르치며 배우는 사람입니다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1512000" y="1173600"/>
            <a:ext cx="216000" cy="10800"/>
          </a:xfrm>
          <a:prstGeom prst="rect">
            <a:avLst/>
          </a:prstGeom>
          <a:solidFill>
            <a:srgbClr val="ECE3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360000" y="1288800"/>
            <a:ext cx="25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87"/>
              </a:lnSpc>
            </a:pPr>
            <a:r>
              <a:rPr sz="750" b="1" spc="300">
                <a:solidFill>
                  <a:srgbClr val="EDE9E4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미술 강사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