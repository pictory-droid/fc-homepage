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미술 강사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60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4CCD6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CB7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72869D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4CCD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국어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72869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4CCD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72869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4CCD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영어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72869D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4CCD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72869D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6076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