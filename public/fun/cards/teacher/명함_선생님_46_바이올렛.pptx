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8A3F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02571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DEC9FE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예진우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02571"/>
                </a:solidFill>
                <a:latin typeface="맑은 고딕"/>
                <a:ea typeface="맑은 고딕"/>
              </a:rPr>
              <a:t>국어 교사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DEC9FE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0257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0257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0257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국어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음악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상담 시간 사전 예약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