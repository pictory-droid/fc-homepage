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E3E5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5B5B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목태양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코딩 강사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B5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C7C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코딩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미술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