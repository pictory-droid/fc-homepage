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6CC4C0">
                    <a:alpha val="95000"/>
                  </a:srgbClr>
                </a:solidFill>
                <a:latin typeface="맑은 고딕"/>
                <a:ea typeface="맑은 고딕"/>
              </a:rPr>
              <a:t>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8F6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375961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CDEBE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8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46914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3E9B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46914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3E9B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46914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3E9B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46914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3E9B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46914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3E9B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7898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469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3E9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469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36D71"/>
                </a:solidFill>
                <a:latin typeface="맑은 고딕"/>
                <a:ea typeface="맑은 고딕"/>
              </a:rPr>
              <a:t>온라인 상담 가능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