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7A7268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7A6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상담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2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5CDD3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사회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음악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5CDD3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C5CDD3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