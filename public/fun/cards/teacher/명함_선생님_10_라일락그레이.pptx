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7A7268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7A6D8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상담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B62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DD3"/>
                </a:solidFill>
                <a:latin typeface="맑은 고딕"/>
                <a:ea typeface="맑은 고딕"/>
              </a:rPr>
              <a:t>수업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음악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768896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5CDD3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5CDD3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