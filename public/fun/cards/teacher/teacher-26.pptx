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52000" cy="1800000"/>
          </a:xfrm>
          <a:prstGeom prst="rect">
            <a:avLst/>
          </a:prstGeom>
          <a:solidFill>
            <a:srgbClr val="00C2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95200" y="619200"/>
            <a:ext cx="561600" cy="561600"/>
          </a:xfrm>
          <a:prstGeom prst="ellipse">
            <a:avLst/>
          </a:prstGeom>
          <a:noFill/>
          <a:ln w="10800">
            <a:solidFill>
              <a:srgbClr val="12151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16000" y="684000"/>
            <a:ext cx="720000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4930"/>
              </a:lnSpc>
            </a:pPr>
            <a:r>
              <a:rPr sz="3400" b="1">
                <a:solidFill>
                  <a:srgbClr val="12151C"/>
                </a:solidFill>
                <a:latin typeface="맑은 고딕"/>
                <a:ea typeface="맑은 고딕"/>
              </a:rPr>
              <a:t>노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404000" y="223200"/>
            <a:ext cx="1584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6B7280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404000" y="540000"/>
            <a:ext cx="1584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90"/>
              </a:lnSpc>
            </a:pPr>
            <a:r>
              <a:rPr sz="2200" b="1">
                <a:solidFill>
                  <a:srgbClr val="12151C"/>
                </a:solidFill>
                <a:latin typeface="맑은 고딕"/>
                <a:ea typeface="맑은 고딕"/>
              </a:rPr>
              <a:t>노승민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1404000" y="943200"/>
            <a:ext cx="1584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>
                <a:solidFill>
                  <a:srgbClr val="6B7280"/>
                </a:solidFill>
                <a:latin typeface="맑은 고딕"/>
                <a:ea typeface="맑은 고딕"/>
              </a:rPr>
              <a:t>국어 교사</a:t>
            </a:r>
          </a:p>
        </p:txBody>
      </p:sp>
      <p:sp>
        <p:nvSpPr>
          <p:cNvPr id="8" name="Rectangle 7"/>
          <p:cNvSpPr/>
          <p:nvPr/>
        </p:nvSpPr>
        <p:spPr>
          <a:xfrm>
            <a:off x="1404000" y="1195200"/>
            <a:ext cx="144000" cy="18000"/>
          </a:xfrm>
          <a:prstGeom prst="rect">
            <a:avLst/>
          </a:prstGeom>
          <a:solidFill>
            <a:srgbClr val="00C2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1404000" y="13284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6B728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1735200" y="1317600"/>
            <a:ext cx="144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404000" y="14580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6B728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735200" y="1447200"/>
            <a:ext cx="144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404000" y="15876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6B728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735200" y="1576800"/>
            <a:ext cx="144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C2C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088000" y="0"/>
            <a:ext cx="1152000" cy="1800000"/>
          </a:xfrm>
          <a:prstGeom prst="rect">
            <a:avLst/>
          </a:prstGeom>
          <a:solidFill>
            <a:srgbClr val="33CE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397600" y="633600"/>
            <a:ext cx="532800" cy="532800"/>
          </a:xfrm>
          <a:prstGeom prst="ellipse">
            <a:avLst/>
          </a:prstGeom>
          <a:noFill/>
          <a:ln w="10800">
            <a:solidFill>
              <a:srgbClr val="12151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304000" y="684000"/>
            <a:ext cx="720000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4350"/>
              </a:lnSpc>
            </a:pPr>
            <a:r>
              <a:rPr sz="3000" b="1">
                <a:solidFill>
                  <a:srgbClr val="12151C"/>
                </a:solidFill>
                <a:latin typeface="맑은 고딕"/>
                <a:ea typeface="맑은 고딕"/>
              </a:rPr>
              <a:t>학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540000"/>
            <a:ext cx="1620000" cy="7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739"/>
              </a:lnSpc>
            </a:pPr>
            <a:r>
              <a:rPr sz="1200" b="1">
                <a:solidFill>
                  <a:srgbClr val="12151C"/>
                </a:solidFill>
                <a:latin typeface="맑은 고딕"/>
                <a:ea typeface="맑은 고딕"/>
              </a:rPr>
              <a:t>아이들의 첫</a:t>
            </a:r>
          </a:p>
          <a:p>
            <a:pPr algn="l">
              <a:lnSpc>
                <a:spcPts val="1739"/>
              </a:lnSpc>
            </a:pPr>
            <a:r>
              <a:rPr sz="1200" b="1">
                <a:solidFill>
                  <a:srgbClr val="12151C"/>
                </a:solidFill>
                <a:latin typeface="맑은 고딕"/>
                <a:ea typeface="맑은 고딕"/>
              </a:rPr>
              <a:t>선생님이 되겠습니다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1512000"/>
            <a:ext cx="1584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00">
                <a:solidFill>
                  <a:srgbClr val="0E3B40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국어 교사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