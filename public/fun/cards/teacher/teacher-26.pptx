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00C2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노승민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국어 교사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C2C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3CE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0E3B4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12151C"/>
                </a:solidFill>
                <a:latin typeface="맑은 고딕"/>
                <a:ea typeface="맑은 고딕"/>
              </a:rPr>
              <a:t>학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12151C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B40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코딩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077D7E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0E3B40"/>
                </a:solidFill>
                <a:latin typeface="맑은 고딕"/>
                <a:ea typeface="맑은 고딕"/>
              </a:rPr>
              <a:t>평일 13:00 – 21:00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