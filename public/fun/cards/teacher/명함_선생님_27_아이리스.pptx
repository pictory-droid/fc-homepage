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16DB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58960" y="239760"/>
            <a:ext cx="24480" cy="24480"/>
          </a:xfrm>
          <a:prstGeom prst="ellipse">
            <a:avLst/>
          </a:prstGeom>
          <a:solidFill>
            <a:srgbClr val="CBCA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58960" y="333360"/>
            <a:ext cx="24480" cy="24480"/>
          </a:xfrm>
          <a:prstGeom prst="ellipse">
            <a:avLst/>
          </a:prstGeom>
          <a:solidFill>
            <a:srgbClr val="9693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8960" y="426960"/>
            <a:ext cx="24480" cy="24480"/>
          </a:xfrm>
          <a:prstGeom prst="ellipse">
            <a:avLst/>
          </a:prstGeom>
          <a:solidFill>
            <a:srgbClr val="9693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58960" y="520560"/>
            <a:ext cx="24480" cy="24480"/>
          </a:xfrm>
          <a:prstGeom prst="ellipse">
            <a:avLst/>
          </a:prstGeom>
          <a:solidFill>
            <a:srgbClr val="9693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2560" y="239760"/>
            <a:ext cx="24480" cy="24480"/>
          </a:xfrm>
          <a:prstGeom prst="ellipse">
            <a:avLst/>
          </a:prstGeom>
          <a:solidFill>
            <a:srgbClr val="9693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2560" y="333360"/>
            <a:ext cx="24480" cy="24480"/>
          </a:xfrm>
          <a:prstGeom prst="ellipse">
            <a:avLst/>
          </a:prstGeom>
          <a:solidFill>
            <a:srgbClr val="9693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52560" y="426960"/>
            <a:ext cx="24480" cy="24480"/>
          </a:xfrm>
          <a:prstGeom prst="ellipse">
            <a:avLst/>
          </a:prstGeom>
          <a:solidFill>
            <a:srgbClr val="9693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560" y="520560"/>
            <a:ext cx="24480" cy="24480"/>
          </a:xfrm>
          <a:prstGeom prst="ellipse">
            <a:avLst/>
          </a:prstGeom>
          <a:solidFill>
            <a:srgbClr val="CBCA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6160" y="239760"/>
            <a:ext cx="24480" cy="24480"/>
          </a:xfrm>
          <a:prstGeom prst="ellipse">
            <a:avLst/>
          </a:prstGeom>
          <a:solidFill>
            <a:srgbClr val="9693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6160" y="333360"/>
            <a:ext cx="24480" cy="24480"/>
          </a:xfrm>
          <a:prstGeom prst="ellipse">
            <a:avLst/>
          </a:prstGeom>
          <a:solidFill>
            <a:srgbClr val="9693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6160" y="426960"/>
            <a:ext cx="24480" cy="24480"/>
          </a:xfrm>
          <a:prstGeom prst="ellipse">
            <a:avLst/>
          </a:prstGeom>
          <a:solidFill>
            <a:srgbClr val="CBCA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6160" y="520560"/>
            <a:ext cx="24480" cy="24480"/>
          </a:xfrm>
          <a:prstGeom prst="ellipse">
            <a:avLst/>
          </a:prstGeom>
          <a:solidFill>
            <a:srgbClr val="9693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39760" y="239760"/>
            <a:ext cx="24480" cy="24480"/>
          </a:xfrm>
          <a:prstGeom prst="ellipse">
            <a:avLst/>
          </a:prstGeom>
          <a:solidFill>
            <a:srgbClr val="9693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9760" y="333360"/>
            <a:ext cx="24480" cy="24480"/>
          </a:xfrm>
          <a:prstGeom prst="ellipse">
            <a:avLst/>
          </a:prstGeom>
          <a:solidFill>
            <a:srgbClr val="CBCA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39760" y="426960"/>
            <a:ext cx="24480" cy="24480"/>
          </a:xfrm>
          <a:prstGeom prst="ellipse">
            <a:avLst/>
          </a:prstGeom>
          <a:solidFill>
            <a:srgbClr val="9693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39760" y="520560"/>
            <a:ext cx="24480" cy="24480"/>
          </a:xfrm>
          <a:prstGeom prst="ellipse">
            <a:avLst/>
          </a:prstGeom>
          <a:solidFill>
            <a:srgbClr val="9693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33360" y="239760"/>
            <a:ext cx="24480" cy="24480"/>
          </a:xfrm>
          <a:prstGeom prst="ellipse">
            <a:avLst/>
          </a:prstGeom>
          <a:solidFill>
            <a:srgbClr val="CBCA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33360" y="333360"/>
            <a:ext cx="24480" cy="24480"/>
          </a:xfrm>
          <a:prstGeom prst="ellipse">
            <a:avLst/>
          </a:prstGeom>
          <a:solidFill>
            <a:srgbClr val="9693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33360" y="426960"/>
            <a:ext cx="24480" cy="24480"/>
          </a:xfrm>
          <a:prstGeom prst="ellipse">
            <a:avLst/>
          </a:prstGeom>
          <a:solidFill>
            <a:srgbClr val="9693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33360" y="520560"/>
            <a:ext cx="24480" cy="24480"/>
          </a:xfrm>
          <a:prstGeom prst="ellipse">
            <a:avLst/>
          </a:prstGeom>
          <a:solidFill>
            <a:srgbClr val="9693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2000" y="237600"/>
            <a:ext cx="888704" cy="165600"/>
          </a:xfrm>
          <a:prstGeom prst="roundRect">
            <a:avLst>
              <a:gd name="adj" fmla="val 50000"/>
            </a:avLst>
          </a:prstGeom>
          <a:noFill/>
          <a:ln w="5760">
            <a:solidFill>
              <a:srgbClr val="CBCAE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텍스트"/>
          <p:cNvSpPr txBox="1"/>
          <p:nvPr/>
        </p:nvSpPr>
        <p:spPr>
          <a:xfrm>
            <a:off x="252000" y="237600"/>
            <a:ext cx="888704" cy="16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FFFFFF"/>
                </a:solidFill>
                <a:latin typeface="맑은 고딕"/>
                <a:ea typeface="맑은 고딕"/>
              </a:rPr>
              <a:t>피아노 선생님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5832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백OO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878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F7F0E2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2000" y="1144800"/>
            <a:ext cx="2736000" cy="0"/>
          </a:xfrm>
          <a:prstGeom prst="line">
            <a:avLst/>
          </a:prstGeom>
          <a:ln w="3600">
            <a:solidFill>
              <a:srgbClr val="9693CB"/>
            </a:solidFill>
          </a:ln>
        </p:spPr>
      </p:cxnSp>
      <p:sp>
        <p:nvSpPr>
          <p:cNvPr id="27" name="텍스트"/>
          <p:cNvSpPr txBox="1"/>
          <p:nvPr/>
        </p:nvSpPr>
        <p:spPr>
          <a:xfrm>
            <a:off x="252000" y="124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E0DFF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583200" y="1231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371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E0DFF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583200" y="1360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501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E0DFF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583200" y="149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55600" y="1584000"/>
            <a:ext cx="64800" cy="0"/>
          </a:xfrm>
          <a:prstGeom prst="line">
            <a:avLst/>
          </a:prstGeom>
          <a:ln w="3600">
            <a:solidFill>
              <a:srgbClr val="9693CB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2988000" y="1551600"/>
            <a:ext cx="0" cy="64800"/>
          </a:xfrm>
          <a:prstGeom prst="line">
            <a:avLst/>
          </a:prstGeom>
          <a:ln w="3600">
            <a:solidFill>
              <a:srgbClr val="9693CB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7E7BC0"/>
                </a:solidFill>
                <a:latin typeface="맑은 고딕"/>
                <a:ea typeface="맑은 고딕"/>
              </a:rPr>
              <a:t>수업 안내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60000"/>
            <a:ext cx="2736000" cy="0"/>
          </a:xfrm>
          <a:prstGeom prst="line">
            <a:avLst/>
          </a:prstGeom>
          <a:ln w="4320">
            <a:solidFill>
              <a:srgbClr val="1B2230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464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C49939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576000" y="4320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수학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76000" y="640800"/>
            <a:ext cx="2412000" cy="0"/>
          </a:xfrm>
          <a:prstGeom prst="line">
            <a:avLst/>
          </a:prstGeom>
          <a:ln w="3600">
            <a:solidFill>
              <a:srgbClr val="E6E3DC"/>
            </a:solidFill>
            <a:prstDash val="dash"/>
          </a:ln>
        </p:spPr>
      </p:cxnSp>
      <p:sp>
        <p:nvSpPr>
          <p:cNvPr id="7" name="텍스트"/>
          <p:cNvSpPr txBox="1"/>
          <p:nvPr/>
        </p:nvSpPr>
        <p:spPr>
          <a:xfrm>
            <a:off x="252000" y="6840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C49939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76000" y="6696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영어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76000" y="878400"/>
            <a:ext cx="2412000" cy="0"/>
          </a:xfrm>
          <a:prstGeom prst="line">
            <a:avLst/>
          </a:prstGeom>
          <a:ln w="3600">
            <a:solidFill>
              <a:srgbClr val="E6E3DC"/>
            </a:solidFill>
            <a:prstDash val="dash"/>
          </a:ln>
        </p:spPr>
      </p:cxnSp>
      <p:sp>
        <p:nvSpPr>
          <p:cNvPr id="10" name="텍스트"/>
          <p:cNvSpPr txBox="1"/>
          <p:nvPr/>
        </p:nvSpPr>
        <p:spPr>
          <a:xfrm>
            <a:off x="252000" y="9216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C49939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76000" y="9072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진로 상담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76000" y="1116000"/>
            <a:ext cx="2412000" cy="0"/>
          </a:xfrm>
          <a:prstGeom prst="line">
            <a:avLst/>
          </a:prstGeom>
          <a:ln w="3600">
            <a:solidFill>
              <a:srgbClr val="E6E3DC"/>
            </a:solidFill>
            <a:prstDash val="dash"/>
          </a:ln>
        </p:spPr>
      </p:cxnSp>
      <p:sp>
        <p:nvSpPr>
          <p:cNvPr id="13" name="텍스트"/>
          <p:cNvSpPr txBox="1"/>
          <p:nvPr/>
        </p:nvSpPr>
        <p:spPr>
          <a:xfrm>
            <a:off x="252000" y="11592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C49939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1448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방과후 수업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76000" y="1353600"/>
            <a:ext cx="2412000" cy="0"/>
          </a:xfrm>
          <a:prstGeom prst="line">
            <a:avLst/>
          </a:prstGeom>
          <a:ln w="3600">
            <a:solidFill>
              <a:srgbClr val="E6E3DC"/>
            </a:solidFill>
            <a:prstDash val="dash"/>
          </a:ln>
        </p:spPr>
      </p:cxnSp>
      <p:sp>
        <p:nvSpPr>
          <p:cNvPr id="16" name="텍스트"/>
          <p:cNvSpPr txBox="1"/>
          <p:nvPr/>
        </p:nvSpPr>
        <p:spPr>
          <a:xfrm>
            <a:off x="252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0">
                <a:solidFill>
                  <a:srgbClr val="5F6672"/>
                </a:solidFill>
                <a:latin typeface="맑은 고딕"/>
                <a:ea typeface="맑은 고딕"/>
              </a:rPr>
              <a:t>방문 · 전화 상담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5F6672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피아노 선생님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