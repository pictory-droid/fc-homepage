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16DB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58960" y="239760"/>
            <a:ext cx="24480" cy="24480"/>
          </a:xfrm>
          <a:prstGeom prst="ellipse">
            <a:avLst/>
          </a:prstGeom>
          <a:solidFill>
            <a:srgbClr val="CBCA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658960" y="3333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658960" y="4269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8960" y="5205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2560" y="2397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2560" y="3333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52560" y="4269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2560" y="520560"/>
            <a:ext cx="24480" cy="24480"/>
          </a:xfrm>
          <a:prstGeom prst="ellipse">
            <a:avLst/>
          </a:prstGeom>
          <a:solidFill>
            <a:srgbClr val="CBCA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846160" y="2397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846160" y="3333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846160" y="426960"/>
            <a:ext cx="24480" cy="24480"/>
          </a:xfrm>
          <a:prstGeom prst="ellipse">
            <a:avLst/>
          </a:prstGeom>
          <a:solidFill>
            <a:srgbClr val="CBCA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846160" y="5205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939760" y="2397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939760" y="333360"/>
            <a:ext cx="24480" cy="24480"/>
          </a:xfrm>
          <a:prstGeom prst="ellipse">
            <a:avLst/>
          </a:prstGeom>
          <a:solidFill>
            <a:srgbClr val="CBCA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39760" y="4269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939760" y="5205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033360" y="239760"/>
            <a:ext cx="24480" cy="24480"/>
          </a:xfrm>
          <a:prstGeom prst="ellipse">
            <a:avLst/>
          </a:prstGeom>
          <a:solidFill>
            <a:srgbClr val="CBCAE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033360" y="3333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033360" y="4269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033360" y="520560"/>
            <a:ext cx="24480" cy="24480"/>
          </a:xfrm>
          <a:prstGeom prst="ellipse">
            <a:avLst/>
          </a:prstGeom>
          <a:solidFill>
            <a:srgbClr val="9693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52000" y="237600"/>
            <a:ext cx="888704" cy="165600"/>
          </a:xfrm>
          <a:prstGeom prst="roundRect">
            <a:avLst>
              <a:gd name="adj" fmla="val 50000"/>
            </a:avLst>
          </a:prstGeom>
          <a:noFill/>
          <a:ln w="5760">
            <a:solidFill>
              <a:srgbClr val="CBCAE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텍스트"/>
          <p:cNvSpPr txBox="1"/>
          <p:nvPr/>
        </p:nvSpPr>
        <p:spPr>
          <a:xfrm>
            <a:off x="252000" y="237600"/>
            <a:ext cx="888704" cy="165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56"/>
              </a:lnSpc>
            </a:pPr>
            <a:r>
              <a:rPr sz="660" b="1" spc="80">
                <a:solidFill>
                  <a:srgbClr val="FFFFFF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sp>
        <p:nvSpPr>
          <p:cNvPr id="24" name="텍스트"/>
          <p:cNvSpPr txBox="1"/>
          <p:nvPr/>
        </p:nvSpPr>
        <p:spPr>
          <a:xfrm>
            <a:off x="252000" y="5832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25" name="텍스트"/>
          <p:cNvSpPr txBox="1"/>
          <p:nvPr/>
        </p:nvSpPr>
        <p:spPr>
          <a:xfrm>
            <a:off x="252000" y="8784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F7F0E2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52000" y="1144800"/>
            <a:ext cx="2736000" cy="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  <p:sp>
        <p:nvSpPr>
          <p:cNvPr id="27" name="텍스트"/>
          <p:cNvSpPr txBox="1"/>
          <p:nvPr/>
        </p:nvSpPr>
        <p:spPr>
          <a:xfrm>
            <a:off x="252000" y="124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0DFF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28" name="텍스트"/>
          <p:cNvSpPr txBox="1"/>
          <p:nvPr/>
        </p:nvSpPr>
        <p:spPr>
          <a:xfrm>
            <a:off x="583200" y="12312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29" name="텍스트"/>
          <p:cNvSpPr txBox="1"/>
          <p:nvPr/>
        </p:nvSpPr>
        <p:spPr>
          <a:xfrm>
            <a:off x="252000" y="1371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0DFF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0" name="텍스트"/>
          <p:cNvSpPr txBox="1"/>
          <p:nvPr/>
        </p:nvSpPr>
        <p:spPr>
          <a:xfrm>
            <a:off x="583200" y="13608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252000" y="1501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E0DFF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32" name="텍스트"/>
          <p:cNvSpPr txBox="1"/>
          <p:nvPr/>
        </p:nvSpPr>
        <p:spPr>
          <a:xfrm>
            <a:off x="583200" y="149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955600" y="1584000"/>
            <a:ext cx="64800" cy="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  <p:cxnSp>
        <p:nvCxnSpPr>
          <p:cNvPr id="34" name="Connector 33"/>
          <p:cNvCxnSpPr/>
          <p:nvPr/>
        </p:nvCxnSpPr>
        <p:spPr>
          <a:xfrm>
            <a:off x="2988000" y="1551600"/>
            <a:ext cx="0" cy="64800"/>
          </a:xfrm>
          <a:prstGeom prst="line">
            <a:avLst/>
          </a:prstGeom>
          <a:ln w="3600">
            <a:solidFill>
              <a:srgbClr val="9693CB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7E7BC0"/>
                </a:solidFill>
                <a:latin typeface="맑은 고딕"/>
                <a:ea typeface="맑은 고딕"/>
              </a:rPr>
              <a:t>수업 안내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B2230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49939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수학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E6E3DC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49939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영어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E6E3DC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49939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E6E3DC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C49939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E6E3DC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5F6672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5F6672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