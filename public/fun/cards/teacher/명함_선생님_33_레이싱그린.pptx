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8E4A63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1F6B54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1F6B54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1F6B54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5F667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1F6B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BA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6B5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615C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2505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2505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2505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2505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B39FA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E5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