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FFD5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351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3519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51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51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51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67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92767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