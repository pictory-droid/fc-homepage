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과학  ·  코딩  ·  학부모 상담  ·  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