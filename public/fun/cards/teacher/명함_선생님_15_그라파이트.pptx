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62505" y="878400"/>
            <a:ext cx="314990" cy="299573"/>
          </a:xfrm>
          <a:custGeom>
            <a:avLst/>
            <a:gdLst/>
            <a:ahLst/>
            <a:cxnLst/>
            <a:rect l="l" t="t" r="r" b="b"/>
            <a:pathLst>
              <a:path w="314990" h="299573">
                <a:moveTo>
                  <a:pt x="157495" y="0"/>
                </a:moveTo>
                <a:lnTo>
                  <a:pt x="197700" y="110263"/>
                </a:lnTo>
                <a:lnTo>
                  <a:pt x="314990" y="114427"/>
                </a:lnTo>
                <a:lnTo>
                  <a:pt x="222547" y="186737"/>
                </a:lnTo>
                <a:lnTo>
                  <a:pt x="254832" y="299573"/>
                </a:lnTo>
                <a:lnTo>
                  <a:pt x="157495" y="234000"/>
                </a:lnTo>
                <a:lnTo>
                  <a:pt x="60158" y="299573"/>
                </a:lnTo>
                <a:lnTo>
                  <a:pt x="92443" y="186737"/>
                </a:lnTo>
                <a:lnTo>
                  <a:pt x="0" y="114427"/>
                </a:lnTo>
                <a:lnTo>
                  <a:pt x="117290" y="110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과학  ·  코딩  ·  학부모 상담  ·  개별 지도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