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2F4C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8E8F5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8E8F5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8E8F5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8E8F5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8E8F5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A8733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17:00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