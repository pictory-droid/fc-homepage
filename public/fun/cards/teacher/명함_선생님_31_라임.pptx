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6E2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6E22E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C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6323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4A63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A6323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4A6323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