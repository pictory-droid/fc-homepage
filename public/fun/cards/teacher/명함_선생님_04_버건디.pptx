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6B1F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6B1F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6B1F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6B1F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66B73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9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989FA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989FAD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989FA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989FA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989FAD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989FAD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989FAD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989FA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B6BBC5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989FAD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B6BBC5"/>
                </a:solidFill>
                <a:latin typeface="맑은 고딕"/>
                <a:ea typeface="맑은 고딕"/>
              </a:rPr>
              <a:t>상담 시간 사전 예약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