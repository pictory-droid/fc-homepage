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6675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59992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B2B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B8CB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488A8E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88A8E"/>
          </a:solidFill>
          <a:ln w="5760">
            <a:solidFill>
              <a:srgbClr val="488A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488A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488A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488A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