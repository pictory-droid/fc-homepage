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6675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2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0984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2599920" y="681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B2B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B8CB5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488A8E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88A8E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101216"/>
          </a:solidFill>
          <a:ln w="5760">
            <a:solidFill>
              <a:srgbClr val="488A8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