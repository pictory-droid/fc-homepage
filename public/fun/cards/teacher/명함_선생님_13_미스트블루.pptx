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6675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2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09840" y="681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0" y="0"/>
                </a:moveTo>
                <a:lnTo>
                  <a:pt x="174240" y="31680"/>
                </a:lnTo>
                <a:lnTo>
                  <a:pt x="174240" y="253440"/>
                </a:lnTo>
                <a:lnTo>
                  <a:pt x="0" y="22176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2599920" y="681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174240" y="0"/>
                </a:moveTo>
                <a:lnTo>
                  <a:pt x="0" y="31680"/>
                </a:lnTo>
                <a:lnTo>
                  <a:pt x="0" y="253440"/>
                </a:lnTo>
                <a:lnTo>
                  <a:pt x="174240" y="221760"/>
                </a:lnTo>
                <a:close/>
              </a:path>
            </a:pathLst>
          </a:custGeom>
          <a:solidFill>
            <a:srgbClr val="B2B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영어 강사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서OO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7B8CB5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435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435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435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488A8E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488A8E"/>
          </a:solidFill>
          <a:ln w="5760">
            <a:solidFill>
              <a:srgbClr val="488A8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488A8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488A8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488A8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영어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