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8E8F5E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4F8A7B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4F8A7B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4F8A7B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666B73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하OO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682103" cy="158400"/>
          </a:xfrm>
          <a:prstGeom prst="roundRect">
            <a:avLst>
              <a:gd name="adj" fmla="val 50000"/>
            </a:avLst>
          </a:prstGeom>
          <a:solidFill>
            <a:srgbClr val="8E8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682103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영어 강사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4F8A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C4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FC5BC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D2AE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B47560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FC5B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과학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B4756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FC5B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음악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B47560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FC5B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B47560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DFC5BC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B47560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AA63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영어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