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8E8F5E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4F8A7B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4F8A7B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4F8A7B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FC5B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D2AE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FC5B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FC5B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FC5B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FC5B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AA63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