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B8C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4171D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4171D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2B4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F4C9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D6F7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D6F7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F4C9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E2B4C"/>
                </a:solidFill>
                <a:latin typeface="맑은 고딕"/>
                <a:ea typeface="맑은 고딕"/>
              </a:rPr>
              <a:t>평일 09:00 – 17:00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