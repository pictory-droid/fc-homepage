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6D2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4A3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7237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72372"/>
                </a:solidFill>
                <a:latin typeface="맑은 고딕"/>
                <a:ea typeface="맑은 고딕"/>
              </a:rPr>
              <a:t>미술 강사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723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CCC8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723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CCC8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723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4A3A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4A3AFF"/>
          </a:solidFill>
          <a:ln w="5760">
            <a:solidFill>
              <a:srgbClr val="4A3A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4A3A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4A3A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