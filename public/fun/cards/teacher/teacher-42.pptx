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1E4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1E49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C1E4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어떤 질문도 환영합니다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