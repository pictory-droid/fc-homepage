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B0622E">
                    <a:alpha val="95000"/>
                  </a:srgbClr>
                </a:solidFill>
                <a:latin typeface="맑은 고딕"/>
                <a:ea typeface="맑은 고딕"/>
              </a:rPr>
              <a:t>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F342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F3423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274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5A6A8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7274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5A6A8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7274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5A6A8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7274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5A6A8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7274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5A6A8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727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5A6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727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