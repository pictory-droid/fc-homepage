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278800" y="154800"/>
            <a:ext cx="50400" cy="50400"/>
          </a:xfrm>
          <a:prstGeom prst="ellipse">
            <a:avLst/>
          </a:prstGeom>
          <a:solidFill>
            <a:srgbClr val="5E5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7800" y="34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7800" y="52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78800" y="694800"/>
            <a:ext cx="50400" cy="50400"/>
          </a:xfrm>
          <a:prstGeom prst="ellipse">
            <a:avLst/>
          </a:prstGeom>
          <a:solidFill>
            <a:srgbClr val="5E5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78800" y="874800"/>
            <a:ext cx="50400" cy="50400"/>
          </a:xfrm>
          <a:prstGeom prst="ellipse">
            <a:avLst/>
          </a:prstGeom>
          <a:solidFill>
            <a:srgbClr val="8A7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7800" y="106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78800" y="1234800"/>
            <a:ext cx="50400" cy="50400"/>
          </a:xfrm>
          <a:prstGeom prst="ellipse">
            <a:avLst/>
          </a:prstGeom>
          <a:solidFill>
            <a:srgbClr val="5E5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7800" y="142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78800" y="1594800"/>
            <a:ext cx="50400" cy="50400"/>
          </a:xfrm>
          <a:prstGeom prst="ellipse">
            <a:avLst/>
          </a:prstGeom>
          <a:solidFill>
            <a:srgbClr val="8A7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446200" y="16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46200" y="34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437200" y="514800"/>
            <a:ext cx="50400" cy="50400"/>
          </a:xfrm>
          <a:prstGeom prst="ellipse">
            <a:avLst/>
          </a:prstGeom>
          <a:solidFill>
            <a:srgbClr val="5E5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446200" y="70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446200" y="88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37200" y="1054800"/>
            <a:ext cx="50400" cy="50400"/>
          </a:xfrm>
          <a:prstGeom prst="ellipse">
            <a:avLst/>
          </a:prstGeom>
          <a:solidFill>
            <a:srgbClr val="5E5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437200" y="1234800"/>
            <a:ext cx="50400" cy="50400"/>
          </a:xfrm>
          <a:prstGeom prst="ellipse">
            <a:avLst/>
          </a:prstGeom>
          <a:solidFill>
            <a:srgbClr val="8A7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46200" y="142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437200" y="1594800"/>
            <a:ext cx="50400" cy="50400"/>
          </a:xfrm>
          <a:prstGeom prst="ellipse">
            <a:avLst/>
          </a:prstGeom>
          <a:solidFill>
            <a:srgbClr val="5E5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595600" y="154800"/>
            <a:ext cx="50400" cy="50400"/>
          </a:xfrm>
          <a:prstGeom prst="ellipse">
            <a:avLst/>
          </a:prstGeom>
          <a:solidFill>
            <a:srgbClr val="8A7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595600" y="334800"/>
            <a:ext cx="50400" cy="50400"/>
          </a:xfrm>
          <a:prstGeom prst="ellipse">
            <a:avLst/>
          </a:prstGeom>
          <a:solidFill>
            <a:srgbClr val="5E5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604600" y="52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604600" y="70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595600" y="874800"/>
            <a:ext cx="50400" cy="50400"/>
          </a:xfrm>
          <a:prstGeom prst="ellipse">
            <a:avLst/>
          </a:prstGeom>
          <a:solidFill>
            <a:srgbClr val="5E5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604600" y="106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604600" y="124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595600" y="1414800"/>
            <a:ext cx="50400" cy="50400"/>
          </a:xfrm>
          <a:prstGeom prst="ellipse">
            <a:avLst/>
          </a:prstGeom>
          <a:solidFill>
            <a:srgbClr val="5E5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95600" y="1594800"/>
            <a:ext cx="50400" cy="50400"/>
          </a:xfrm>
          <a:prstGeom prst="ellipse">
            <a:avLst/>
          </a:prstGeom>
          <a:solidFill>
            <a:srgbClr val="8A7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4000" y="154800"/>
            <a:ext cx="50400" cy="50400"/>
          </a:xfrm>
          <a:prstGeom prst="ellipse">
            <a:avLst/>
          </a:prstGeom>
          <a:solidFill>
            <a:srgbClr val="5E5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763000" y="34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754000" y="514800"/>
            <a:ext cx="50400" cy="50400"/>
          </a:xfrm>
          <a:prstGeom prst="ellipse">
            <a:avLst/>
          </a:prstGeom>
          <a:solidFill>
            <a:srgbClr val="8A7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754000" y="694800"/>
            <a:ext cx="50400" cy="50400"/>
          </a:xfrm>
          <a:prstGeom prst="ellipse">
            <a:avLst/>
          </a:prstGeom>
          <a:solidFill>
            <a:srgbClr val="5E5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763000" y="88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763000" y="106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754000" y="1234800"/>
            <a:ext cx="50400" cy="50400"/>
          </a:xfrm>
          <a:prstGeom prst="ellipse">
            <a:avLst/>
          </a:prstGeom>
          <a:solidFill>
            <a:srgbClr val="5E5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763000" y="142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763000" y="160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912400" y="154800"/>
            <a:ext cx="50400" cy="50400"/>
          </a:xfrm>
          <a:prstGeom prst="ellipse">
            <a:avLst/>
          </a:prstGeom>
          <a:solidFill>
            <a:srgbClr val="8A7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921400" y="34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912400" y="514800"/>
            <a:ext cx="50400" cy="50400"/>
          </a:xfrm>
          <a:prstGeom prst="ellipse">
            <a:avLst/>
          </a:prstGeom>
          <a:solidFill>
            <a:srgbClr val="5E5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921400" y="70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912400" y="874800"/>
            <a:ext cx="50400" cy="50400"/>
          </a:xfrm>
          <a:prstGeom prst="ellipse">
            <a:avLst/>
          </a:prstGeom>
          <a:solidFill>
            <a:srgbClr val="8A7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912400" y="1054800"/>
            <a:ext cx="50400" cy="50400"/>
          </a:xfrm>
          <a:prstGeom prst="ellipse">
            <a:avLst/>
          </a:prstGeom>
          <a:solidFill>
            <a:srgbClr val="5E5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921400" y="124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921400" y="142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912400" y="1594800"/>
            <a:ext cx="50400" cy="50400"/>
          </a:xfrm>
          <a:prstGeom prst="ellipse">
            <a:avLst/>
          </a:prstGeom>
          <a:solidFill>
            <a:srgbClr val="5E5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079800" y="16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070800" y="334800"/>
            <a:ext cx="50400" cy="50400"/>
          </a:xfrm>
          <a:prstGeom prst="ellipse">
            <a:avLst/>
          </a:prstGeom>
          <a:solidFill>
            <a:srgbClr val="5E5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070800" y="514800"/>
            <a:ext cx="50400" cy="50400"/>
          </a:xfrm>
          <a:prstGeom prst="ellipse">
            <a:avLst/>
          </a:prstGeom>
          <a:solidFill>
            <a:srgbClr val="8A7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079800" y="70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070800" y="874800"/>
            <a:ext cx="50400" cy="50400"/>
          </a:xfrm>
          <a:prstGeom prst="ellipse">
            <a:avLst/>
          </a:prstGeom>
          <a:solidFill>
            <a:srgbClr val="5E5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079800" y="106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070800" y="1234800"/>
            <a:ext cx="50400" cy="50400"/>
          </a:xfrm>
          <a:prstGeom prst="ellipse">
            <a:avLst/>
          </a:prstGeom>
          <a:solidFill>
            <a:srgbClr val="8A7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070800" y="1414800"/>
            <a:ext cx="50400" cy="50400"/>
          </a:xfrm>
          <a:prstGeom prst="ellipse">
            <a:avLst/>
          </a:prstGeom>
          <a:solidFill>
            <a:srgbClr val="5E5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079800" y="160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57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한OO</a:t>
            </a:r>
          </a:p>
        </p:txBody>
      </p:sp>
      <p:sp>
        <p:nvSpPr>
          <p:cNvPr id="58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담임 교사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252000" y="1123200"/>
            <a:ext cx="1620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60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61" name="텍스트"/>
          <p:cNvSpPr txBox="1"/>
          <p:nvPr/>
        </p:nvSpPr>
        <p:spPr>
          <a:xfrm>
            <a:off x="554400" y="11952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62" name="텍스트"/>
          <p:cNvSpPr txBox="1"/>
          <p:nvPr/>
        </p:nvSpPr>
        <p:spPr>
          <a:xfrm>
            <a:off x="252000" y="1328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63" name="텍스트"/>
          <p:cNvSpPr txBox="1"/>
          <p:nvPr/>
        </p:nvSpPr>
        <p:spPr>
          <a:xfrm>
            <a:off x="5544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64" name="텍스트"/>
          <p:cNvSpPr txBox="1"/>
          <p:nvPr/>
        </p:nvSpPr>
        <p:spPr>
          <a:xfrm>
            <a:off x="252000" y="1450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65" name="텍스트"/>
          <p:cNvSpPr txBox="1"/>
          <p:nvPr/>
        </p:nvSpPr>
        <p:spPr>
          <a:xfrm>
            <a:off x="554400" y="14400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7C93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14171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14171D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14171D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수업 안내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영어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과학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진로 상담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0080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학부모 상담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40000" y="1166400"/>
            <a:ext cx="1548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A7ABB4"/>
                </a:solidFill>
                <a:latin typeface="맑은 고딕"/>
                <a:ea typeface="맑은 고딕"/>
              </a:rPr>
              <a:t>평일 09:00 – 17:00   |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담임 교사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