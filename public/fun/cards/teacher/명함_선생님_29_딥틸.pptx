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0E1E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0E1E2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0E1E2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7383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C0D7D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7383E"/>
                </a:solidFill>
                <a:latin typeface="맑은 고딕"/>
                <a:ea typeface="맑은 고딕"/>
              </a:rPr>
              <a:t>코딩 강사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83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83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83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45A2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C8B5A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C8B5A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C8B5A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C8B5A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C8B5A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C8B5A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C8B5A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C8B5A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D8CABC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C8B5A1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D8CABC"/>
                </a:solidFill>
                <a:latin typeface="맑은 고딕"/>
                <a:ea typeface="맑은 고딕"/>
              </a:rPr>
              <a:t>평일 09:00 – 17:00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