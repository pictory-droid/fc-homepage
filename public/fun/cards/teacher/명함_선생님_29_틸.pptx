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2E8E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2E8E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2E8E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93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64B56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64B5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1666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C777B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16667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45585C"/>
                </a:solidFill>
                <a:latin typeface="맑은 고딕"/>
                <a:ea typeface="맑은 고딕"/>
              </a:rPr>
              <a:t>온라인 상담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