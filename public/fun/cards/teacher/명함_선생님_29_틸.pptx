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3A9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D2E8EA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D2E8EA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D2E8EA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793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BCDDD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64B56"/>
                </a:solidFill>
                <a:latin typeface="맑은 고딕"/>
                <a:ea typeface="맑은 고딕"/>
              </a:rPr>
              <a:t>코딩 강사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3A9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64B5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64B5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64B5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D5C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516667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516667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516667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516667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516667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516667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516667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516667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2C777B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516667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45585C"/>
                </a:solidFill>
                <a:latin typeface="맑은 고딕"/>
                <a:ea typeface="맑은 고딕"/>
              </a:rPr>
              <a:t>온라인 상담 가능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