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B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708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Freeform 3"/>
          <p:cNvSpPr/>
          <p:nvPr/>
        </p:nvSpPr>
        <p:spPr>
          <a:xfrm>
            <a:off x="525665" y="897204"/>
            <a:ext cx="218488" cy="238988"/>
          </a:xfrm>
          <a:custGeom>
            <a:avLst/>
            <a:gdLst/>
            <a:ahLst/>
            <a:cxnLst/>
            <a:rect l="l" t="t" r="r" b="b"/>
            <a:pathLst>
              <a:path w="218488" h="238988">
                <a:moveTo>
                  <a:pt x="157817" y="0"/>
                </a:moveTo>
                <a:lnTo>
                  <a:pt x="218488" y="50909"/>
                </a:lnTo>
                <a:lnTo>
                  <a:pt x="60671" y="238988"/>
                </a:lnTo>
                <a:lnTo>
                  <a:pt x="0" y="188079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00001" y="1085283"/>
            <a:ext cx="86335" cy="92193"/>
          </a:xfrm>
          <a:custGeom>
            <a:avLst/>
            <a:gdLst/>
            <a:ahLst/>
            <a:cxnLst/>
            <a:rect l="l" t="t" r="r" b="b"/>
            <a:pathLst>
              <a:path w="86335" h="92193">
                <a:moveTo>
                  <a:pt x="25664" y="0"/>
                </a:moveTo>
                <a:lnTo>
                  <a:pt x="86335" y="50909"/>
                </a:lnTo>
                <a:lnTo>
                  <a:pt x="0" y="92193"/>
                </a:lnTo>
                <a:close/>
              </a:path>
            </a:pathLst>
          </a:custGeom>
          <a:solidFill>
            <a:srgbClr val="867A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83482" y="866869"/>
            <a:ext cx="86125" cy="81244"/>
          </a:xfrm>
          <a:custGeom>
            <a:avLst/>
            <a:gdLst/>
            <a:ahLst/>
            <a:cxnLst/>
            <a:rect l="l" t="t" r="r" b="b"/>
            <a:pathLst>
              <a:path w="86125" h="81244">
                <a:moveTo>
                  <a:pt x="25455" y="0"/>
                </a:moveTo>
                <a:lnTo>
                  <a:pt x="86125" y="50909"/>
                </a:lnTo>
                <a:lnTo>
                  <a:pt x="60671" y="81244"/>
                </a:lnTo>
                <a:lnTo>
                  <a:pt x="0" y="30335"/>
                </a:lnTo>
                <a:close/>
              </a:path>
            </a:pathLst>
          </a:custGeom>
          <a:solidFill>
            <a:srgbClr val="867A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470"/>
                </a:solidFill>
                <a:latin typeface="맑은 고딕"/>
                <a:ea typeface="맑은 고딕"/>
              </a:rPr>
              <a:t>온라인 상담 가능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