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088000" y="129600"/>
            <a:ext cx="1008000" cy="1540800"/>
          </a:xfrm>
          <a:prstGeom prst="roundRect">
            <a:avLst>
              <a:gd name="adj" fmla="val 10714"/>
            </a:avLst>
          </a:prstGeom>
          <a:solidFill>
            <a:srgbClr val="4B73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30800" y="241200"/>
            <a:ext cx="122400" cy="122400"/>
          </a:xfrm>
          <a:prstGeom prst="ellipse">
            <a:avLst/>
          </a:prstGeom>
          <a:solidFill>
            <a:srgbClr val="F7F4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02000" y="212400"/>
            <a:ext cx="180000" cy="180000"/>
          </a:xfrm>
          <a:prstGeom prst="ellipse">
            <a:avLst/>
          </a:prstGeom>
          <a:noFill/>
          <a:ln w="504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418756" y="609840"/>
            <a:ext cx="346488" cy="329531"/>
          </a:xfrm>
          <a:custGeom>
            <a:avLst/>
            <a:gdLst/>
            <a:ahLst/>
            <a:cxnLst/>
            <a:rect l="l" t="t" r="r" b="b"/>
            <a:pathLst>
              <a:path w="346488" h="329531">
                <a:moveTo>
                  <a:pt x="173244" y="0"/>
                </a:moveTo>
                <a:lnTo>
                  <a:pt x="217469" y="121290"/>
                </a:lnTo>
                <a:lnTo>
                  <a:pt x="346488" y="125869"/>
                </a:lnTo>
                <a:lnTo>
                  <a:pt x="244801" y="205410"/>
                </a:lnTo>
                <a:lnTo>
                  <a:pt x="280315" y="329531"/>
                </a:lnTo>
                <a:lnTo>
                  <a:pt x="173244" y="257400"/>
                </a:lnTo>
                <a:lnTo>
                  <a:pt x="66173" y="329531"/>
                </a:lnTo>
                <a:lnTo>
                  <a:pt x="101687" y="205410"/>
                </a:lnTo>
                <a:lnTo>
                  <a:pt x="0" y="125869"/>
                </a:lnTo>
                <a:lnTo>
                  <a:pt x="129019" y="12129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088000" y="1188000"/>
            <a:ext cx="1008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 spc="100">
                <a:solidFill>
                  <a:srgbClr val="FFFFFF"/>
                </a:solidFill>
                <a:latin typeface="맑은 고딕"/>
                <a:ea typeface="맑은 고딕"/>
              </a:rPr>
              <a:t>영어 강사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088000" y="1382400"/>
            <a:ext cx="1008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0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432000"/>
            <a:ext cx="1584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지OO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770400"/>
            <a:ext cx="936000" cy="0"/>
          </a:xfrm>
          <a:prstGeom prst="line">
            <a:avLst/>
          </a:prstGeom>
          <a:ln w="7920">
            <a:solidFill>
              <a:srgbClr val="5E82C6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918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54400" y="907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52000" y="1062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54400" y="1051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54400" y="1195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D0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6A64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4770BE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3600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1B2230"/>
                </a:solidFill>
                <a:latin typeface="맑은 고딕"/>
                <a:ea typeface="맑은 고딕"/>
              </a:rPr>
              <a:t>사회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552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6A646B"/>
                </a:solidFill>
                <a:latin typeface="맑은 고딕"/>
                <a:ea typeface="맑은 고딕"/>
              </a:rPr>
              <a:t>미술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504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1B2230"/>
                </a:solidFill>
                <a:latin typeface="맑은 고딕"/>
                <a:ea typeface="맑은 고딕"/>
              </a:rPr>
              <a:t>피아노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456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6A646B"/>
                </a:solidFill>
                <a:latin typeface="맑은 고딕"/>
                <a:ea typeface="맑은 고딕"/>
              </a:rPr>
              <a:t>학부모 상담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37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59565E"/>
                </a:solidFill>
                <a:latin typeface="맑은 고딕"/>
                <a:ea typeface="맑은 고딕"/>
              </a:rPr>
              <a:t>상담 사전 예약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76000" y="14976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59565E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영어 강사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