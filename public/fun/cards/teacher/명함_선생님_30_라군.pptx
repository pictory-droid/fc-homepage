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96000"/>
            <a:ext cx="3240000" cy="504000"/>
          </a:xfrm>
          <a:prstGeom prst="rect">
            <a:avLst/>
          </a:prstGeom>
          <a:solidFill>
            <a:srgbClr val="E6F1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96000"/>
            <a:ext cx="3240000" cy="14400"/>
          </a:xfrm>
          <a:prstGeom prst="rect">
            <a:avLst/>
          </a:prstGeom>
          <a:solidFill>
            <a:srgbClr val="2E8B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66B73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남OO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66B73"/>
                </a:solidFill>
                <a:latin typeface="맑은 고딕"/>
                <a:ea typeface="맑은 고딕"/>
              </a:rPr>
              <a:t>상담 교사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512000"/>
            <a:ext cx="900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72800" y="1411200"/>
            <a:ext cx="0" cy="20160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52000" y="1512000"/>
            <a:ext cx="1008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80800" y="1411200"/>
            <a:ext cx="0" cy="20160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160000" y="15120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4000" cy="1800000"/>
          </a:xfrm>
          <a:prstGeom prst="rect">
            <a:avLst/>
          </a:prstGeom>
          <a:solidFill>
            <a:srgbClr val="B06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16000" y="252000"/>
            <a:ext cx="86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 spc="140">
                <a:solidFill>
                  <a:srgbClr val="FFFFFF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4" name="Freeform 3"/>
          <p:cNvSpPr/>
          <p:nvPr/>
        </p:nvSpPr>
        <p:spPr>
          <a:xfrm>
            <a:off x="525665" y="897204"/>
            <a:ext cx="218488" cy="238988"/>
          </a:xfrm>
          <a:custGeom>
            <a:avLst/>
            <a:gdLst/>
            <a:ahLst/>
            <a:cxnLst/>
            <a:rect l="l" t="t" r="r" b="b"/>
            <a:pathLst>
              <a:path w="218488" h="238988">
                <a:moveTo>
                  <a:pt x="157817" y="0"/>
                </a:moveTo>
                <a:lnTo>
                  <a:pt x="218488" y="50909"/>
                </a:lnTo>
                <a:lnTo>
                  <a:pt x="60671" y="238988"/>
                </a:lnTo>
                <a:lnTo>
                  <a:pt x="0" y="18807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500001" y="1085283"/>
            <a:ext cx="86335" cy="92193"/>
          </a:xfrm>
          <a:custGeom>
            <a:avLst/>
            <a:gdLst/>
            <a:ahLst/>
            <a:cxnLst/>
            <a:rect l="l" t="t" r="r" b="b"/>
            <a:pathLst>
              <a:path w="86335" h="92193">
                <a:moveTo>
                  <a:pt x="25664" y="0"/>
                </a:moveTo>
                <a:lnTo>
                  <a:pt x="86335" y="50909"/>
                </a:lnTo>
                <a:lnTo>
                  <a:pt x="0" y="92193"/>
                </a:lnTo>
                <a:close/>
              </a:path>
            </a:pathLst>
          </a:custGeom>
          <a:solidFill>
            <a:srgbClr val="D8B0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83482" y="866869"/>
            <a:ext cx="86125" cy="81244"/>
          </a:xfrm>
          <a:custGeom>
            <a:avLst/>
            <a:gdLst/>
            <a:ahLst/>
            <a:cxnLst/>
            <a:rect l="l" t="t" r="r" b="b"/>
            <a:pathLst>
              <a:path w="86125" h="81244">
                <a:moveTo>
                  <a:pt x="25455" y="0"/>
                </a:moveTo>
                <a:lnTo>
                  <a:pt x="86125" y="50909"/>
                </a:lnTo>
                <a:lnTo>
                  <a:pt x="60671" y="81244"/>
                </a:lnTo>
                <a:lnTo>
                  <a:pt x="0" y="30335"/>
                </a:lnTo>
                <a:close/>
              </a:path>
            </a:pathLst>
          </a:custGeom>
          <a:solidFill>
            <a:srgbClr val="D8B0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16000" y="1512000"/>
            <a:ext cx="864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60">
                <a:solidFill>
                  <a:srgbClr val="FFFFFF">
                    <a:alpha val="80000"/>
                  </a:srgbClr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440000" y="324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FFFFFF"/>
                </a:solidFill>
                <a:latin typeface="맑은 고딕"/>
                <a:ea typeface="맑은 고딕"/>
              </a:rPr>
              <a:t>국어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40000" y="547200"/>
            <a:ext cx="1584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440000" y="576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FFFFFF"/>
                </a:solidFill>
                <a:latin typeface="맑은 고딕"/>
                <a:ea typeface="맑은 고딕"/>
              </a:rPr>
              <a:t>과학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440000" y="799200"/>
            <a:ext cx="1584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2" name="텍스트"/>
          <p:cNvSpPr txBox="1"/>
          <p:nvPr/>
        </p:nvSpPr>
        <p:spPr>
          <a:xfrm>
            <a:off x="1440000" y="828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FFFFFF"/>
                </a:solidFill>
                <a:latin typeface="맑은 고딕"/>
                <a:ea typeface="맑은 고딕"/>
              </a:rPr>
              <a:t>코딩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440000" y="1051200"/>
            <a:ext cx="1584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1440000" y="1080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FFFFFF"/>
                </a:solidFill>
                <a:latin typeface="맑은 고딕"/>
                <a:ea typeface="맑은 고딕"/>
              </a:rPr>
              <a:t>미술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440000" y="1303200"/>
            <a:ext cx="1584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1440000" y="1512000"/>
            <a:ext cx="1584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A7ABB4"/>
                </a:solidFill>
                <a:latin typeface="맑은 고딕"/>
                <a:ea typeface="맑은 고딕"/>
              </a:rPr>
              <a:t>평일 09:00 – 17:00   ·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상담 교사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