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224000" y="252000"/>
            <a:ext cx="0" cy="129600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213200" y="252000"/>
            <a:ext cx="21600" cy="201600"/>
          </a:xfrm>
          <a:prstGeom prst="rect">
            <a:avLst/>
          </a:prstGeom>
          <a:solidFill>
            <a:srgbClr val="7E9C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90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140">
                <a:solidFill>
                  <a:srgbClr val="5F6672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7E9CC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7E9CC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손OO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04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F6672"/>
                </a:solidFill>
                <a:latin typeface="맑은 고딕"/>
                <a:ea typeface="맑은 고딕"/>
              </a:rPr>
              <a:t>어린이집 원장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04000" y="943200"/>
            <a:ext cx="1584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04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735200" y="10440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04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735200" y="11736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04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735200" y="13032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D6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077A6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60000"/>
            <a:ext cx="2736000" cy="25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B2230"/>
                </a:solidFill>
                <a:latin typeface="맑은 고딕"/>
                <a:ea typeface="맑은 고딕"/>
              </a:rPr>
              <a:t>상담 사전 예약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770400"/>
            <a:ext cx="2736000" cy="0"/>
          </a:xfrm>
          <a:prstGeom prst="line">
            <a:avLst/>
          </a:prstGeom>
          <a:ln w="8640">
            <a:solidFill>
              <a:srgbClr val="7471BB"/>
            </a:solidFill>
          </a:ln>
        </p:spPr>
      </p:cxnSp>
      <p:sp>
        <p:nvSpPr>
          <p:cNvPr id="5" name="Rounded Rectangle 4"/>
          <p:cNvSpPr/>
          <p:nvPr/>
        </p:nvSpPr>
        <p:spPr>
          <a:xfrm>
            <a:off x="252000" y="943200"/>
            <a:ext cx="317710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2667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31771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논술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110" y="943200"/>
            <a:ext cx="636329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2667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620110" y="943200"/>
            <a:ext cx="636329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방과후 수업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06839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2667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306839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개별 지도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368000"/>
            <a:ext cx="2736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26677"/>
                </a:solidFill>
                <a:latin typeface="맑은 고딕"/>
                <a:ea typeface="맑은 고딕"/>
              </a:rPr>
              <a:t>BLOG   blog.example.com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5120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077A6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어린이집 원장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