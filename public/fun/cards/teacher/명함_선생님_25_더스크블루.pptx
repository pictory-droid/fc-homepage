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5F66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7E9C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E9CC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77A6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471BB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26677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77A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