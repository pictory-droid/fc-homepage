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F5E1D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29456" y="1401408"/>
            <a:ext cx="117216" cy="170496"/>
          </a:xfrm>
          <a:custGeom>
            <a:avLst/>
            <a:gdLst/>
            <a:ahLst/>
            <a:cxnLst/>
            <a:rect l="l" t="t" r="r" b="b"/>
            <a:pathLst>
              <a:path w="117216" h="170496">
                <a:moveTo>
                  <a:pt x="0" y="0"/>
                </a:moveTo>
                <a:lnTo>
                  <a:pt x="117216" y="21312"/>
                </a:lnTo>
                <a:lnTo>
                  <a:pt x="117216" y="170496"/>
                </a:lnTo>
                <a:lnTo>
                  <a:pt x="0" y="14918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957328" y="1401408"/>
            <a:ext cx="117216" cy="170496"/>
          </a:xfrm>
          <a:custGeom>
            <a:avLst/>
            <a:gdLst/>
            <a:ahLst/>
            <a:cxnLst/>
            <a:rect l="l" t="t" r="r" b="b"/>
            <a:pathLst>
              <a:path w="117216" h="170496">
                <a:moveTo>
                  <a:pt x="117216" y="0"/>
                </a:moveTo>
                <a:lnTo>
                  <a:pt x="0" y="21312"/>
                </a:lnTo>
                <a:lnTo>
                  <a:pt x="0" y="170496"/>
                </a:lnTo>
                <a:lnTo>
                  <a:pt x="117216" y="149184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3645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4D2019"/>
                </a:solidFill>
                <a:latin typeface="바탕"/>
                <a:ea typeface="바탕"/>
              </a:rPr>
              <a:t>최민재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94133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413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413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413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3B917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4D2019"/>
                </a:solidFill>
                <a:latin typeface="바탕"/>
                <a:ea typeface="바탕"/>
              </a:rPr>
              <a:t>오늘도 아이들의 웃음에서 배웁니다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3B9171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3B9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3676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0" y="0"/>
                </a:moveTo>
                <a:lnTo>
                  <a:pt x="79200" y="14400"/>
                </a:lnTo>
                <a:lnTo>
                  <a:pt x="79200" y="115200"/>
                </a:lnTo>
                <a:lnTo>
                  <a:pt x="0" y="100800"/>
                </a:lnTo>
                <a:close/>
              </a:path>
            </a:pathLst>
          </a:custGeom>
          <a:solidFill>
            <a:srgbClr val="3B9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6236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79200" y="0"/>
                </a:moveTo>
                <a:lnTo>
                  <a:pt x="0" y="14400"/>
                </a:lnTo>
                <a:lnTo>
                  <a:pt x="0" y="115200"/>
                </a:lnTo>
                <a:lnTo>
                  <a:pt x="79200" y="100800"/>
                </a:lnTo>
                <a:close/>
              </a:path>
            </a:pathLst>
          </a:custGeom>
          <a:solidFill>
            <a:srgbClr val="C8E0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