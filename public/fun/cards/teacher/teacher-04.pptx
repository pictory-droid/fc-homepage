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최민재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유치원 교사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수업 안내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0F9D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수학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99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사회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90000" y="676800"/>
            <a:ext cx="0" cy="230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62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피아노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676800"/>
            <a:ext cx="0" cy="230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2250000" y="684000"/>
            <a:ext cx="63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2151C"/>
                </a:solidFill>
                <a:latin typeface="맑은 고딕"/>
                <a:ea typeface="맑은 고딕"/>
              </a:rPr>
              <a:t>진로 상담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50000" y="676800"/>
            <a:ext cx="0" cy="230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cxnSp>
        <p:nvCxnSpPr>
          <p:cNvPr id="19" name="Connector 18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상담 시간 사전 예약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INSTAGRAM  @아이디</a:t>
            </a:r>
          </a:p>
        </p:txBody>
      </p:sp>
      <p:sp>
        <p:nvSpPr>
          <p:cNvPr id="22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학교 · 학원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유치원 교사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