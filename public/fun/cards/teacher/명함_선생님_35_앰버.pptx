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5E8D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5E8D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5E8D5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4915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9F0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9F0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사회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9F0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FFE4B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C4915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C4915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