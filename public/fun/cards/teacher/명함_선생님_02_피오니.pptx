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1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C651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D4BA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C65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1B2230"/>
                </a:solidFill>
                <a:latin typeface="바탕"/>
                <a:ea typeface="바탕"/>
              </a:rPr>
              <a:t>이OO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6C6470"/>
                </a:solidFill>
                <a:latin typeface="바탕"/>
                <a:ea typeface="바탕"/>
              </a:rPr>
              <a:t>수학 강사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C65171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C65171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6C647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E6884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B2230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A922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영어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E2DDD2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A922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코딩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E2DDD2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A922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E2DDD2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A922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E2DDD2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605C55"/>
                </a:solidFill>
                <a:latin typeface="맑은 고딕"/>
                <a:ea typeface="맑은 고딕"/>
              </a:rPr>
              <a:t>상담 사전 예약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05C55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