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651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4BA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이OO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C6470"/>
                </a:solidFill>
                <a:latin typeface="바탕"/>
                <a:ea typeface="바탕"/>
              </a:rPr>
              <a:t>수학 강사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C6517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6517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C647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E6884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922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E2DDD2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922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E2DDD2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922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E2DDD2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922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E2DDD2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05C55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05C55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