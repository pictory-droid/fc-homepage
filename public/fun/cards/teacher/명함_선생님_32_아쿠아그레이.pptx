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6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8BC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6C8E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A8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C1CFD0"/>
                </a:solidFill>
                <a:latin typeface="바탕"/>
                <a:ea typeface="바탕"/>
              </a:rPr>
              <a:t>수학 강사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A8BCB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8BCB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C1CFD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E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EAC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0960" y="804960"/>
            <a:ext cx="19008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14240" y="900000"/>
            <a:ext cx="60480" cy="0"/>
          </a:xfrm>
          <a:prstGeom prst="line">
            <a:avLst/>
          </a:prstGeom>
          <a:ln w="25920">
            <a:solidFill>
              <a:srgbClr val="DAAA9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73750" y="997750"/>
            <a:ext cx="42766" cy="42766"/>
          </a:xfrm>
          <a:prstGeom prst="line">
            <a:avLst/>
          </a:prstGeom>
          <a:ln w="25920">
            <a:solidFill>
              <a:srgbClr val="DAAA9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76000" y="1038240"/>
            <a:ext cx="0" cy="60480"/>
          </a:xfrm>
          <a:prstGeom prst="line">
            <a:avLst/>
          </a:prstGeom>
          <a:ln w="25920">
            <a:solidFill>
              <a:srgbClr val="DAAA9C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435484" y="997750"/>
            <a:ext cx="42766" cy="42766"/>
          </a:xfrm>
          <a:prstGeom prst="line">
            <a:avLst/>
          </a:prstGeom>
          <a:ln w="25920">
            <a:solidFill>
              <a:srgbClr val="DAAA9C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377280" y="900000"/>
            <a:ext cx="60480" cy="0"/>
          </a:xfrm>
          <a:prstGeom prst="line">
            <a:avLst/>
          </a:prstGeom>
          <a:ln w="25920">
            <a:solidFill>
              <a:srgbClr val="DAAA9C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435484" y="759484"/>
            <a:ext cx="42766" cy="42766"/>
          </a:xfrm>
          <a:prstGeom prst="line">
            <a:avLst/>
          </a:prstGeom>
          <a:ln w="25920">
            <a:solidFill>
              <a:srgbClr val="DAAA9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576000" y="701280"/>
            <a:ext cx="0" cy="60480"/>
          </a:xfrm>
          <a:prstGeom prst="line">
            <a:avLst/>
          </a:prstGeom>
          <a:ln w="25920">
            <a:solidFill>
              <a:srgbClr val="DAAA9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73750" y="759484"/>
            <a:ext cx="42766" cy="42766"/>
          </a:xfrm>
          <a:prstGeom prst="line">
            <a:avLst/>
          </a:prstGeom>
          <a:ln w="25920">
            <a:solidFill>
              <a:srgbClr val="DAAA9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12E28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AB76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AB76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EACFC8"/>
            </a:solidFill>
          </a:ln>
        </p:spPr>
      </p:cxnSp>
      <p:sp>
        <p:nvSpPr>
          <p:cNvPr id="23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12E28"/>
                </a:solidFill>
                <a:latin typeface="맑은 고딕"/>
                <a:ea typeface="맑은 고딕"/>
              </a:rPr>
              <a:t>평일 13:00 – 21:00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