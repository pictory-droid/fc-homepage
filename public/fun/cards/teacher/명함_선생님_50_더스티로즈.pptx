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D6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EAD5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277AB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0BFC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A6671"/>
                </a:solidFill>
                <a:latin typeface="맑은 고딕"/>
                <a:ea typeface="맑은 고딕"/>
              </a:rPr>
              <a:t>상담 교사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0BFC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A667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A667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A667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C7483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상담 사전 예약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7E9AC1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4B52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11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4B52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62011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8220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4B52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988220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4949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4B52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674949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4B525D"/>
                </a:solidFill>
                <a:latin typeface="맑은 고딕"/>
                <a:ea typeface="맑은 고딕"/>
              </a:rPr>
              <a:t>WEB   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C748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