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6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EAD5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77A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0BFC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A6671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0BFC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748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E9AC1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B525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B525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822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B525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8822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494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B525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7494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B525D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C748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