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D78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06D3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C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0848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2642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48959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48959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2642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96D"/>
                </a:solidFill>
                <a:latin typeface="맑은 고딕"/>
                <a:ea typeface="맑은 고딕"/>
              </a:rPr>
              <a:t>상담 사전 예약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