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76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A1C6B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589A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76800" y="252000"/>
            <a:ext cx="86400" cy="115200"/>
          </a:xfrm>
          <a:custGeom>
            <a:avLst/>
            <a:gdLst/>
            <a:ahLst/>
            <a:cxnLst/>
            <a:rect l="l" t="t" r="r" b="b"/>
            <a:pathLst>
              <a:path w="86400" h="115200">
                <a:moveTo>
                  <a:pt x="43200" y="0"/>
                </a:moveTo>
                <a:lnTo>
                  <a:pt x="86400" y="57600"/>
                </a:lnTo>
                <a:lnTo>
                  <a:pt x="43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A1C6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4608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spc="800">
                <a:solidFill>
                  <a:srgbClr val="FFFFFF"/>
                </a:solidFill>
                <a:latin typeface="바탕"/>
                <a:ea typeface="바탕"/>
              </a:rPr>
              <a:t>노OO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704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300">
                <a:solidFill>
                  <a:srgbClr val="CDE1DC"/>
                </a:solidFill>
                <a:latin typeface="바탕"/>
                <a:ea typeface="바탕"/>
              </a:rPr>
              <a:t>수학 강사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6000" y="993600"/>
            <a:ext cx="288000" cy="0"/>
          </a:xfrm>
          <a:prstGeom prst="line">
            <a:avLst/>
          </a:prstGeom>
          <a:ln w="5760">
            <a:solidFill>
              <a:srgbClr val="A1C6BD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1016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A1C6BD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CDE1D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CCAE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D2B7B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0960" y="804960"/>
            <a:ext cx="190080" cy="19008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14240" y="900000"/>
            <a:ext cx="60480" cy="0"/>
          </a:xfrm>
          <a:prstGeom prst="line">
            <a:avLst/>
          </a:prstGeom>
          <a:ln w="25920">
            <a:solidFill>
              <a:srgbClr val="74687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73750" y="997750"/>
            <a:ext cx="42766" cy="42766"/>
          </a:xfrm>
          <a:prstGeom prst="line">
            <a:avLst/>
          </a:prstGeom>
          <a:ln w="25920">
            <a:solidFill>
              <a:srgbClr val="746872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576000" y="1038240"/>
            <a:ext cx="0" cy="60480"/>
          </a:xfrm>
          <a:prstGeom prst="line">
            <a:avLst/>
          </a:prstGeom>
          <a:ln w="25920">
            <a:solidFill>
              <a:srgbClr val="746872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435484" y="997750"/>
            <a:ext cx="42766" cy="42766"/>
          </a:xfrm>
          <a:prstGeom prst="line">
            <a:avLst/>
          </a:prstGeom>
          <a:ln w="25920">
            <a:solidFill>
              <a:srgbClr val="746872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>
            <a:off x="377280" y="900000"/>
            <a:ext cx="60480" cy="0"/>
          </a:xfrm>
          <a:prstGeom prst="line">
            <a:avLst/>
          </a:prstGeom>
          <a:ln w="25920">
            <a:solidFill>
              <a:srgbClr val="746872"/>
            </a:solidFill>
          </a:ln>
        </p:spPr>
      </p:cxnSp>
      <p:cxnSp>
        <p:nvCxnSpPr>
          <p:cNvPr id="10" name="Connector 9"/>
          <p:cNvCxnSpPr/>
          <p:nvPr/>
        </p:nvCxnSpPr>
        <p:spPr>
          <a:xfrm flipH="1" flipV="1">
            <a:off x="435484" y="759484"/>
            <a:ext cx="42766" cy="42766"/>
          </a:xfrm>
          <a:prstGeom prst="line">
            <a:avLst/>
          </a:prstGeom>
          <a:ln w="25920">
            <a:solidFill>
              <a:srgbClr val="746872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576000" y="701280"/>
            <a:ext cx="0" cy="60480"/>
          </a:xfrm>
          <a:prstGeom prst="line">
            <a:avLst/>
          </a:prstGeom>
          <a:ln w="25920">
            <a:solidFill>
              <a:srgbClr val="746872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73750" y="759484"/>
            <a:ext cx="42766" cy="42766"/>
          </a:xfrm>
          <a:prstGeom prst="line">
            <a:avLst/>
          </a:prstGeom>
          <a:ln w="25920">
            <a:solidFill>
              <a:srgbClr val="74687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4705A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7A2A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미술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논술</a:t>
            </a:r>
          </a:p>
        </p:txBody>
      </p:sp>
      <p:sp>
        <p:nvSpPr>
          <p:cNvPr id="18" name="Oval 17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7A2A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진로 상담</a:t>
            </a:r>
          </a:p>
        </p:txBody>
      </p:sp>
      <p:sp>
        <p:nvSpPr>
          <p:cNvPr id="20" name="Oval 19"/>
          <p:cNvSpPr/>
          <p:nvPr/>
        </p:nvSpPr>
        <p:spPr>
          <a:xfrm>
            <a:off x="1371600" y="1152000"/>
            <a:ext cx="43200" cy="43200"/>
          </a:xfrm>
          <a:prstGeom prst="ellipse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텍스트"/>
          <p:cNvSpPr txBox="1"/>
          <p:nvPr/>
        </p:nvSpPr>
        <p:spPr>
          <a:xfrm>
            <a:off x="1476000" y="1094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D2B7BD"/>
            </a:solidFill>
          </a:ln>
        </p:spPr>
      </p:cxnSp>
      <p:sp>
        <p:nvSpPr>
          <p:cNvPr id="23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3B2534"/>
                </a:solidFill>
                <a:latin typeface="맑은 고딕"/>
                <a:ea typeface="맑은 고딕"/>
              </a:rPr>
              <a:t>상담 사전 예약  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수학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