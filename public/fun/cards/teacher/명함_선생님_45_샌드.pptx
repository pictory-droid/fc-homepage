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272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6A5C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645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92645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1332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35303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35303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상담 시간 사전 예약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