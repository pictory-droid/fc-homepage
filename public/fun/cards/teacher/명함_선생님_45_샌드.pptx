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BFA2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BFA2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544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0" y="0"/>
                </a:moveTo>
                <a:lnTo>
                  <a:pt x="158400" y="28800"/>
                </a:lnTo>
                <a:lnTo>
                  <a:pt x="158400" y="230400"/>
                </a:lnTo>
                <a:lnTo>
                  <a:pt x="0" y="201600"/>
                </a:lnTo>
                <a:close/>
              </a:path>
            </a:pathLst>
          </a:cu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5272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158400" y="0"/>
                </a:moveTo>
                <a:lnTo>
                  <a:pt x="0" y="28800"/>
                </a:lnTo>
                <a:lnTo>
                  <a:pt x="0" y="230400"/>
                </a:lnTo>
                <a:lnTo>
                  <a:pt x="158400" y="201600"/>
                </a:lnTo>
                <a:close/>
              </a:path>
            </a:pathLst>
          </a:custGeom>
          <a:solidFill>
            <a:srgbClr val="6A5C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2645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92645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29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13329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35303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35303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상담 시간 사전 예약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