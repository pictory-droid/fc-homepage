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3172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31728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72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72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72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3172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31728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국어  ·  영어  ·  피아노  ·  방과후 수업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