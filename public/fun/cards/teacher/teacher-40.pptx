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62400" y="158400"/>
            <a:ext cx="43200" cy="43200"/>
          </a:xfrm>
          <a:prstGeom prst="ellipse">
            <a:avLst/>
          </a:prstGeom>
          <a:solidFill>
            <a:srgbClr val="913B5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2400" y="266400"/>
            <a:ext cx="43200" cy="43200"/>
          </a:xfrm>
          <a:prstGeom prst="ellipse">
            <a:avLst/>
          </a:prstGeom>
          <a:solidFill>
            <a:srgbClr val="913B58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62400" y="374400"/>
            <a:ext cx="43200" cy="43200"/>
          </a:xfrm>
          <a:prstGeom prst="ellipse">
            <a:avLst/>
          </a:prstGeom>
          <a:solidFill>
            <a:srgbClr val="913B58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2400" y="482400"/>
            <a:ext cx="43200" cy="43200"/>
          </a:xfrm>
          <a:prstGeom prst="ellipse">
            <a:avLst/>
          </a:prstGeom>
          <a:solidFill>
            <a:srgbClr val="913B58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70400" y="158400"/>
            <a:ext cx="43200" cy="43200"/>
          </a:xfrm>
          <a:prstGeom prst="ellipse">
            <a:avLst/>
          </a:prstGeom>
          <a:solidFill>
            <a:srgbClr val="913B5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70400" y="266400"/>
            <a:ext cx="43200" cy="43200"/>
          </a:xfrm>
          <a:prstGeom prst="ellipse">
            <a:avLst/>
          </a:prstGeom>
          <a:solidFill>
            <a:srgbClr val="913B58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70400" y="374400"/>
            <a:ext cx="43200" cy="43200"/>
          </a:xfrm>
          <a:prstGeom prst="ellipse">
            <a:avLst/>
          </a:prstGeom>
          <a:solidFill>
            <a:srgbClr val="913B58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0400" y="482400"/>
            <a:ext cx="43200" cy="43200"/>
          </a:xfrm>
          <a:prstGeom prst="ellipse">
            <a:avLst/>
          </a:prstGeom>
          <a:solidFill>
            <a:srgbClr val="913B58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8400" y="158400"/>
            <a:ext cx="43200" cy="43200"/>
          </a:xfrm>
          <a:prstGeom prst="ellipse">
            <a:avLst/>
          </a:prstGeom>
          <a:solidFill>
            <a:srgbClr val="913B5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8400" y="266400"/>
            <a:ext cx="43200" cy="43200"/>
          </a:xfrm>
          <a:prstGeom prst="ellipse">
            <a:avLst/>
          </a:prstGeom>
          <a:solidFill>
            <a:srgbClr val="913B58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78400" y="374400"/>
            <a:ext cx="43200" cy="43200"/>
          </a:xfrm>
          <a:prstGeom prst="ellipse">
            <a:avLst/>
          </a:prstGeom>
          <a:solidFill>
            <a:srgbClr val="913B58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8400" y="482400"/>
            <a:ext cx="43200" cy="43200"/>
          </a:xfrm>
          <a:prstGeom prst="ellipse">
            <a:avLst/>
          </a:prstGeom>
          <a:solidFill>
            <a:srgbClr val="913B58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86400" y="158400"/>
            <a:ext cx="43200" cy="43200"/>
          </a:xfrm>
          <a:prstGeom prst="ellipse">
            <a:avLst/>
          </a:prstGeom>
          <a:solidFill>
            <a:srgbClr val="913B5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86400" y="266400"/>
            <a:ext cx="43200" cy="43200"/>
          </a:xfrm>
          <a:prstGeom prst="ellipse">
            <a:avLst/>
          </a:prstGeom>
          <a:solidFill>
            <a:srgbClr val="913B58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86400" y="374400"/>
            <a:ext cx="43200" cy="43200"/>
          </a:xfrm>
          <a:prstGeom prst="ellipse">
            <a:avLst/>
          </a:prstGeom>
          <a:solidFill>
            <a:srgbClr val="913B58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6400" y="482400"/>
            <a:ext cx="43200" cy="43200"/>
          </a:xfrm>
          <a:prstGeom prst="ellipse">
            <a:avLst/>
          </a:prstGeom>
          <a:solidFill>
            <a:srgbClr val="913B58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94400" y="158400"/>
            <a:ext cx="43200" cy="43200"/>
          </a:xfrm>
          <a:prstGeom prst="ellipse">
            <a:avLst/>
          </a:prstGeom>
          <a:solidFill>
            <a:srgbClr val="913B5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94400" y="266400"/>
            <a:ext cx="43200" cy="43200"/>
          </a:xfrm>
          <a:prstGeom prst="ellipse">
            <a:avLst/>
          </a:prstGeom>
          <a:solidFill>
            <a:srgbClr val="913B58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94400" y="374400"/>
            <a:ext cx="43200" cy="43200"/>
          </a:xfrm>
          <a:prstGeom prst="ellipse">
            <a:avLst/>
          </a:prstGeom>
          <a:solidFill>
            <a:srgbClr val="913B58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94400" y="482400"/>
            <a:ext cx="43200" cy="43200"/>
          </a:xfrm>
          <a:prstGeom prst="ellipse">
            <a:avLst/>
          </a:prstGeom>
          <a:solidFill>
            <a:srgbClr val="913B58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663200"/>
            <a:ext cx="3240000" cy="136800"/>
          </a:xfrm>
          <a:prstGeom prst="rect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663200"/>
            <a:ext cx="936000" cy="136800"/>
          </a:xfrm>
          <a:prstGeom prst="rect">
            <a:avLst/>
          </a:prstGeom>
          <a:solidFill>
            <a:srgbClr val="E0C8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텍스트"/>
          <p:cNvSpPr txBox="1"/>
          <p:nvPr/>
        </p:nvSpPr>
        <p:spPr>
          <a:xfrm>
            <a:off x="252000" y="2088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59717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54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23535C"/>
                </a:solidFill>
                <a:latin typeface="바탕"/>
                <a:ea typeface="바탕"/>
              </a:rPr>
              <a:t>마시현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252000" y="828000"/>
            <a:ext cx="2016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913B58"/>
                </a:solidFill>
                <a:latin typeface="맑은 고딕"/>
                <a:ea typeface="맑은 고딕"/>
              </a:rPr>
              <a:t>상담 교사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252000" y="11088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3B58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396000" y="11088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3535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2777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3B58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396000" y="12777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3535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4466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3B58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396000" y="14466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3535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33" name="Freeform 32"/>
          <p:cNvSpPr/>
          <p:nvPr/>
        </p:nvSpPr>
        <p:spPr>
          <a:xfrm>
            <a:off x="2754004" y="1055520"/>
            <a:ext cx="251992" cy="239659"/>
          </a:xfrm>
          <a:custGeom>
            <a:avLst/>
            <a:gdLst/>
            <a:ahLst/>
            <a:cxnLst/>
            <a:rect l="l" t="t" r="r" b="b"/>
            <a:pathLst>
              <a:path w="251992" h="239659">
                <a:moveTo>
                  <a:pt x="125996" y="0"/>
                </a:moveTo>
                <a:lnTo>
                  <a:pt x="158160" y="88211"/>
                </a:lnTo>
                <a:lnTo>
                  <a:pt x="251992" y="91541"/>
                </a:lnTo>
                <a:lnTo>
                  <a:pt x="178038" y="149389"/>
                </a:lnTo>
                <a:lnTo>
                  <a:pt x="203866" y="239659"/>
                </a:lnTo>
                <a:lnTo>
                  <a:pt x="125996" y="187200"/>
                </a:lnTo>
                <a:lnTo>
                  <a:pt x="48126" y="239659"/>
                </a:lnTo>
                <a:lnTo>
                  <a:pt x="73954" y="149389"/>
                </a:lnTo>
                <a:lnTo>
                  <a:pt x="0" y="91541"/>
                </a:lnTo>
                <a:lnTo>
                  <a:pt x="93832" y="88211"/>
                </a:lnTo>
                <a:close/>
              </a:path>
            </a:pathLst>
          </a:cu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27022" y="171360"/>
            <a:ext cx="1385956" cy="1318122"/>
          </a:xfrm>
          <a:custGeom>
            <a:avLst/>
            <a:gdLst/>
            <a:ahLst/>
            <a:cxnLst/>
            <a:rect l="l" t="t" r="r" b="b"/>
            <a:pathLst>
              <a:path w="1385956" h="1318122">
                <a:moveTo>
                  <a:pt x="692978" y="0"/>
                </a:moveTo>
                <a:lnTo>
                  <a:pt x="869878" y="485158"/>
                </a:lnTo>
                <a:lnTo>
                  <a:pt x="1385956" y="503478"/>
                </a:lnTo>
                <a:lnTo>
                  <a:pt x="979208" y="821642"/>
                </a:lnTo>
                <a:lnTo>
                  <a:pt x="1121262" y="1318122"/>
                </a:lnTo>
                <a:lnTo>
                  <a:pt x="692978" y="1029600"/>
                </a:lnTo>
                <a:lnTo>
                  <a:pt x="264694" y="1318122"/>
                </a:lnTo>
                <a:lnTo>
                  <a:pt x="406748" y="821642"/>
                </a:lnTo>
                <a:lnTo>
                  <a:pt x="0" y="503478"/>
                </a:lnTo>
                <a:lnTo>
                  <a:pt x="516078" y="485158"/>
                </a:lnTo>
                <a:close/>
              </a:path>
            </a:pathLst>
          </a:cu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0F8F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23535C"/>
                </a:solidFill>
                <a:latin typeface="바탕"/>
                <a:ea typeface="바탕"/>
              </a:rPr>
              <a:t>아이의 마음에 씨앗을 심습니다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567176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