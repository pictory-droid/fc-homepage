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EFE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18756" y="60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지OO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B8752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5A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AB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CAD3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AB5C1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AB5C1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ECAD3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ECAD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