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EFED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18756" y="60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지OO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8752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A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A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AD3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AB5C1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AB5C1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ECAD3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ECAD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