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E8284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1C2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E8284F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DEAED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DEAED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DEAED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31C2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31C2F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