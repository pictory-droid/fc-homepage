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31C2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31C2F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스스로 깨우치는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즐거움을 선물합니다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31C2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