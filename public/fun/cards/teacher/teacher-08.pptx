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E8284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31C2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E8284F"/>
          </a:solidFill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DEAED"/>
          </a:solidFill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DEAED"/>
          </a:solidFill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DEAED"/>
          </a:solidFill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31C2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31C2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