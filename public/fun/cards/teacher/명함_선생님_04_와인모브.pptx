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C499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9B3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5C503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5C503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5C503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5C503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5C5035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5C503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5C5035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5C503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76394F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5C5035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4E4634"/>
                </a:solidFill>
                <a:latin typeface="맑은 고딕"/>
                <a:ea typeface="맑은 고딕"/>
              </a:rPr>
              <a:t>방문 · 전화 상담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