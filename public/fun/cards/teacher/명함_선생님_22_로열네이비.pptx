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47B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BDAB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DDE8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DE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DE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DE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8F3E6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C298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8F3E6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8F3E6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8F3E6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C298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방문 · 전화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