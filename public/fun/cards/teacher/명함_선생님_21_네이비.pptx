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DBE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BAC3D6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BAC3D6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BAC3D6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BAC3D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BAC3D6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BAC3D6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BAC3D6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BAC3D6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2234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22345E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전OO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616879"/>
                </a:solidFill>
                <a:latin typeface="맑은 고딕"/>
                <a:ea typeface="맑은 고딕"/>
              </a:rPr>
              <a:t>담임 교사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22345E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447D8D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616879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1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4F87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C3D6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60000" y="280800"/>
            <a:ext cx="25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11"/>
              </a:lnSpc>
            </a:pPr>
            <a:r>
              <a:rPr sz="560" b="1" spc="400">
                <a:solidFill>
                  <a:srgbClr val="4F8796"/>
                </a:solidFill>
                <a:latin typeface="바탕"/>
                <a:ea typeface="바탕"/>
              </a:rPr>
              <a:t>수업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12000" y="432000"/>
            <a:ext cx="216000" cy="0"/>
          </a:xfrm>
          <a:prstGeom prst="line">
            <a:avLst/>
          </a:prstGeom>
          <a:ln w="5040">
            <a:solidFill>
              <a:srgbClr val="4F8796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360000" y="57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47"/>
              </a:lnSpc>
            </a:pPr>
            <a:r>
              <a:rPr sz="860" b="1" spc="100">
                <a:solidFill>
                  <a:srgbClr val="1B2230"/>
                </a:solidFill>
                <a:latin typeface="바탕"/>
                <a:ea typeface="바탕"/>
              </a:rPr>
              <a:t>미술  ·  방과후 수업  ·  학부모 상담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12000" y="1173600"/>
            <a:ext cx="216000" cy="0"/>
          </a:xfrm>
          <a:prstGeom prst="line">
            <a:avLst/>
          </a:prstGeom>
          <a:ln w="5040">
            <a:solidFill>
              <a:srgbClr val="4F8796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26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2D4453"/>
                </a:solidFill>
                <a:latin typeface="바탕"/>
                <a:ea typeface="바탕"/>
              </a:rPr>
              <a:t>방문 · 전화 상담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968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2D4453"/>
                </a:solidFill>
                <a:latin typeface="바탕"/>
                <a:ea typeface="바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담임 교사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