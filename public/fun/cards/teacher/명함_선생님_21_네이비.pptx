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DBE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BAC3D6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BAC3D6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BAC3D6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BAC3D6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BAC3D6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BAC3D6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BAC3D6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BAC3D6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22345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22345E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전OO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616879"/>
                </a:solidFill>
                <a:latin typeface="맑은 고딕"/>
                <a:ea typeface="맑은 고딕"/>
              </a:rPr>
              <a:t>담임 교사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22345E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447D8D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61687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4F8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C3D6D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4F8796"/>
                </a:solidFill>
                <a:latin typeface="바탕"/>
                <a:ea typeface="바탕"/>
              </a:rPr>
              <a:t>수업 안내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4F8796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1B2230"/>
                </a:solidFill>
                <a:latin typeface="바탕"/>
                <a:ea typeface="바탕"/>
              </a:rPr>
              <a:t>미술  ·  방과후 수업  ·  학부모 상담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4F8796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2D4453"/>
                </a:solidFill>
                <a:latin typeface="바탕"/>
                <a:ea typeface="바탕"/>
              </a:rPr>
              <a:t>방문 · 전화 상담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2D4453"/>
                </a:solidFill>
                <a:latin typeface="바탕"/>
                <a:ea typeface="바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담임 교사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