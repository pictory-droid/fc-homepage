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B26B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3F3F82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933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619920" y="933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B7BE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