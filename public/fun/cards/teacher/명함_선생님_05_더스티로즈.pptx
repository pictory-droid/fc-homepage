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764000" y="252000"/>
            <a:ext cx="1224000" cy="1224000"/>
          </a:xfrm>
          <a:prstGeom prst="ellipse">
            <a:avLst/>
          </a:prstGeom>
          <a:solidFill>
            <a:srgbClr val="B26B7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68800" y="115200"/>
            <a:ext cx="849600" cy="849600"/>
          </a:xfrm>
          <a:prstGeom prst="ellipse">
            <a:avLst/>
          </a:prstGeom>
          <a:solidFill>
            <a:srgbClr val="3F3F82">
              <a:alpha val="8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98400" y="921600"/>
            <a:ext cx="691200" cy="691200"/>
          </a:xfrm>
          <a:prstGeom prst="ellipse">
            <a:avLst/>
          </a:prstGeom>
          <a:solidFill>
            <a:srgbClr val="14171D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02000" y="90000"/>
            <a:ext cx="1548000" cy="1548000"/>
          </a:xfrm>
          <a:prstGeom prst="ellipse">
            <a:avLst/>
          </a:prstGeom>
          <a:noFill/>
          <a:ln w="504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80000" y="1476000"/>
            <a:ext cx="72000" cy="72000"/>
          </a:xfrm>
          <a:prstGeom prst="ellipse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정OO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어린이집 원장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80000"/>
            <a:ext cx="12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17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54400" y="115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299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54400" y="1288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29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54400" y="14184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6F7D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Freeform 3"/>
          <p:cNvSpPr/>
          <p:nvPr/>
        </p:nvSpPr>
        <p:spPr>
          <a:xfrm>
            <a:off x="429840" y="933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0" y="0"/>
                </a:moveTo>
                <a:lnTo>
                  <a:pt x="174240" y="31680"/>
                </a:lnTo>
                <a:lnTo>
                  <a:pt x="174240" y="253440"/>
                </a:lnTo>
                <a:lnTo>
                  <a:pt x="0" y="22176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619920" y="933120"/>
            <a:ext cx="174240" cy="253440"/>
          </a:xfrm>
          <a:custGeom>
            <a:avLst/>
            <a:gdLst/>
            <a:ahLst/>
            <a:cxnLst/>
            <a:rect l="l" t="t" r="r" b="b"/>
            <a:pathLst>
              <a:path w="174240" h="253440">
                <a:moveTo>
                  <a:pt x="174240" y="0"/>
                </a:moveTo>
                <a:lnTo>
                  <a:pt x="0" y="31680"/>
                </a:lnTo>
                <a:lnTo>
                  <a:pt x="0" y="253440"/>
                </a:lnTo>
                <a:lnTo>
                  <a:pt x="174240" y="221760"/>
                </a:lnTo>
                <a:close/>
              </a:path>
            </a:pathLst>
          </a:custGeom>
          <a:solidFill>
            <a:srgbClr val="B7BEC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피아노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논술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개별 지도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09:00 – 17:00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어린이집 원장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