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B26B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3F3F82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6F7D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Freeform 3"/>
          <p:cNvSpPr/>
          <p:nvPr/>
        </p:nvSpPr>
        <p:spPr>
          <a:xfrm>
            <a:off x="429840" y="933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19920" y="933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B7BE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17:00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