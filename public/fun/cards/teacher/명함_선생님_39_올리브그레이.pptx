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980000" y="396000"/>
            <a:ext cx="1008000" cy="1008000"/>
          </a:xfrm>
          <a:prstGeom prst="ellipse">
            <a:avLst/>
          </a:prstGeom>
          <a:solidFill>
            <a:srgbClr val="70755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864800" y="280800"/>
            <a:ext cx="1238400" cy="1238400"/>
          </a:xfrm>
          <a:prstGeom prst="ellipse">
            <a:avLst/>
          </a:prstGeom>
          <a:noFill/>
          <a:ln w="4320">
            <a:solidFill>
              <a:srgbClr val="E6E4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2279257" y="684720"/>
            <a:ext cx="409486" cy="389445"/>
          </a:xfrm>
          <a:custGeom>
            <a:avLst/>
            <a:gdLst/>
            <a:ahLst/>
            <a:cxnLst/>
            <a:rect l="l" t="t" r="r" b="b"/>
            <a:pathLst>
              <a:path w="409486" h="389445">
                <a:moveTo>
                  <a:pt x="204743" y="0"/>
                </a:moveTo>
                <a:lnTo>
                  <a:pt x="257009" y="143342"/>
                </a:lnTo>
                <a:lnTo>
                  <a:pt x="409486" y="148755"/>
                </a:lnTo>
                <a:lnTo>
                  <a:pt x="289311" y="242758"/>
                </a:lnTo>
                <a:lnTo>
                  <a:pt x="331281" y="389445"/>
                </a:lnTo>
                <a:lnTo>
                  <a:pt x="204743" y="304200"/>
                </a:lnTo>
                <a:lnTo>
                  <a:pt x="78205" y="389445"/>
                </a:lnTo>
                <a:lnTo>
                  <a:pt x="120175" y="242758"/>
                </a:lnTo>
                <a:lnTo>
                  <a:pt x="0" y="148755"/>
                </a:lnTo>
                <a:lnTo>
                  <a:pt x="152477" y="143342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구OO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66B73"/>
                </a:solidFill>
                <a:latin typeface="맑은 고딕"/>
                <a:ea typeface="맑은 고딕"/>
              </a:rPr>
              <a:t>코딩 강사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1144800"/>
            <a:ext cx="1260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1227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554400" y="12168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350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54400" y="13392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472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54400" y="14616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B555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8D6D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3600">
            <a:solidFill>
              <a:srgbClr val="FFFFFF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88000" y="2808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FFFFFF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88000" y="4680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수학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8000" y="6696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88000" y="6912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사회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8000" y="8928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88000" y="9144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학부모 상담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8000" y="11160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268000" y="468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68000" y="576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상담 시간 사전 예약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268000" y="900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68000" y="1008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880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FFFFFF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코딩 강사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