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8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97507" y="488160"/>
            <a:ext cx="440986" cy="419402"/>
          </a:xfrm>
          <a:custGeom>
            <a:avLst/>
            <a:gdLst/>
            <a:ahLst/>
            <a:cxnLst/>
            <a:rect l="l" t="t" r="r" b="b"/>
            <a:pathLst>
              <a:path w="440986" h="419402">
                <a:moveTo>
                  <a:pt x="220493" y="0"/>
                </a:moveTo>
                <a:lnTo>
                  <a:pt x="276779" y="154369"/>
                </a:lnTo>
                <a:lnTo>
                  <a:pt x="440986" y="160198"/>
                </a:lnTo>
                <a:lnTo>
                  <a:pt x="311566" y="261431"/>
                </a:lnTo>
                <a:lnTo>
                  <a:pt x="356765" y="419402"/>
                </a:lnTo>
                <a:lnTo>
                  <a:pt x="220493" y="327600"/>
                </a:lnTo>
                <a:lnTo>
                  <a:pt x="84221" y="419402"/>
                </a:lnTo>
                <a:lnTo>
                  <a:pt x="129420" y="261431"/>
                </a:lnTo>
                <a:lnTo>
                  <a:pt x="0" y="160198"/>
                </a:lnTo>
                <a:lnTo>
                  <a:pt x="164207" y="154369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EED3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8E0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9754" y="1360080"/>
            <a:ext cx="220492" cy="209701"/>
          </a:xfrm>
          <a:custGeom>
            <a:avLst/>
            <a:gdLst/>
            <a:ahLst/>
            <a:cxnLst/>
            <a:rect l="l" t="t" r="r" b="b"/>
            <a:pathLst>
              <a:path w="220492" h="209701">
                <a:moveTo>
                  <a:pt x="110246" y="0"/>
                </a:moveTo>
                <a:lnTo>
                  <a:pt x="138389" y="77184"/>
                </a:lnTo>
                <a:lnTo>
                  <a:pt x="220492" y="80099"/>
                </a:lnTo>
                <a:lnTo>
                  <a:pt x="155783" y="130716"/>
                </a:lnTo>
                <a:lnTo>
                  <a:pt x="178382" y="209701"/>
                </a:lnTo>
                <a:lnTo>
                  <a:pt x="110246" y="163800"/>
                </a:lnTo>
                <a:lnTo>
                  <a:pt x="42110" y="209701"/>
                </a:lnTo>
                <a:lnTo>
                  <a:pt x="64709" y="130716"/>
                </a:lnTo>
                <a:lnTo>
                  <a:pt x="0" y="80099"/>
                </a:lnTo>
                <a:lnTo>
                  <a:pt x="82103" y="77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7A1F2E"/>
                </a:solidFill>
                <a:latin typeface="바탕"/>
                <a:ea typeface="바탕"/>
              </a:rPr>
              <a:t>넘어져도 다시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7A1F2E"/>
                </a:solidFill>
                <a:latin typeface="바탕"/>
                <a:ea typeface="바탕"/>
              </a:rPr>
              <a:t>일어서는 법을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96606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