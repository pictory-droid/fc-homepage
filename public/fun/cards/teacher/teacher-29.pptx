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268000" y="0"/>
            <a:ext cx="972000" cy="972000"/>
          </a:xfrm>
          <a:custGeom>
            <a:avLst/>
            <a:gdLst/>
            <a:ahLst/>
            <a:cxnLst/>
            <a:rect l="l" t="t" r="r" b="b"/>
            <a:pathLst>
              <a:path w="972000" h="972000">
                <a:moveTo>
                  <a:pt x="972000" y="0"/>
                </a:moveTo>
                <a:lnTo>
                  <a:pt x="972000" y="972000"/>
                </a:lnTo>
                <a:lnTo>
                  <a:pt x="908428" y="969919"/>
                </a:lnTo>
                <a:lnTo>
                  <a:pt x="845129" y="963684"/>
                </a:lnTo>
                <a:lnTo>
                  <a:pt x="782372" y="953323"/>
                </a:lnTo>
                <a:lnTo>
                  <a:pt x="720428" y="938880"/>
                </a:lnTo>
                <a:lnTo>
                  <a:pt x="659561" y="920416"/>
                </a:lnTo>
                <a:lnTo>
                  <a:pt x="600032" y="898011"/>
                </a:lnTo>
                <a:lnTo>
                  <a:pt x="542095" y="871760"/>
                </a:lnTo>
                <a:lnTo>
                  <a:pt x="486000" y="841777"/>
                </a:lnTo>
                <a:lnTo>
                  <a:pt x="431986" y="808188"/>
                </a:lnTo>
                <a:lnTo>
                  <a:pt x="380284" y="771139"/>
                </a:lnTo>
                <a:lnTo>
                  <a:pt x="331116" y="730788"/>
                </a:lnTo>
                <a:lnTo>
                  <a:pt x="284692" y="687308"/>
                </a:lnTo>
                <a:lnTo>
                  <a:pt x="241212" y="640884"/>
                </a:lnTo>
                <a:lnTo>
                  <a:pt x="200861" y="591716"/>
                </a:lnTo>
                <a:lnTo>
                  <a:pt x="163812" y="540014"/>
                </a:lnTo>
                <a:lnTo>
                  <a:pt x="130223" y="486000"/>
                </a:lnTo>
                <a:lnTo>
                  <a:pt x="100240" y="429905"/>
                </a:lnTo>
                <a:lnTo>
                  <a:pt x="73989" y="371968"/>
                </a:lnTo>
                <a:lnTo>
                  <a:pt x="51584" y="312439"/>
                </a:lnTo>
                <a:lnTo>
                  <a:pt x="33120" y="251572"/>
                </a:lnTo>
                <a:lnTo>
                  <a:pt x="18677" y="189628"/>
                </a:lnTo>
                <a:lnTo>
                  <a:pt x="8316" y="126871"/>
                </a:lnTo>
                <a:lnTo>
                  <a:pt x="2081" y="63572"/>
                </a:lnTo>
                <a:lnTo>
                  <a:pt x="0" y="0"/>
                </a:lnTo>
                <a:close/>
              </a:path>
            </a:pathLst>
          </a:custGeom>
          <a:solidFill>
            <a:srgbClr val="12B76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664000" y="0"/>
            <a:ext cx="576000" cy="576000"/>
          </a:xfrm>
          <a:custGeom>
            <a:avLst/>
            <a:gdLst/>
            <a:ahLst/>
            <a:cxnLst/>
            <a:rect l="l" t="t" r="r" b="b"/>
            <a:pathLst>
              <a:path w="576000" h="576000">
                <a:moveTo>
                  <a:pt x="576000" y="0"/>
                </a:moveTo>
                <a:lnTo>
                  <a:pt x="576000" y="576000"/>
                </a:lnTo>
                <a:lnTo>
                  <a:pt x="538328" y="574767"/>
                </a:lnTo>
                <a:lnTo>
                  <a:pt x="500817" y="571072"/>
                </a:lnTo>
                <a:lnTo>
                  <a:pt x="463628" y="564932"/>
                </a:lnTo>
                <a:lnTo>
                  <a:pt x="426920" y="556373"/>
                </a:lnTo>
                <a:lnTo>
                  <a:pt x="390851" y="545432"/>
                </a:lnTo>
                <a:lnTo>
                  <a:pt x="355574" y="532155"/>
                </a:lnTo>
                <a:lnTo>
                  <a:pt x="321242" y="516599"/>
                </a:lnTo>
                <a:lnTo>
                  <a:pt x="288000" y="498831"/>
                </a:lnTo>
                <a:lnTo>
                  <a:pt x="255992" y="478926"/>
                </a:lnTo>
                <a:lnTo>
                  <a:pt x="225353" y="456972"/>
                </a:lnTo>
                <a:lnTo>
                  <a:pt x="196217" y="433060"/>
                </a:lnTo>
                <a:lnTo>
                  <a:pt x="168706" y="407294"/>
                </a:lnTo>
                <a:lnTo>
                  <a:pt x="142940" y="379783"/>
                </a:lnTo>
                <a:lnTo>
                  <a:pt x="119028" y="350647"/>
                </a:lnTo>
                <a:lnTo>
                  <a:pt x="97074" y="320008"/>
                </a:lnTo>
                <a:lnTo>
                  <a:pt x="77169" y="288000"/>
                </a:lnTo>
                <a:lnTo>
                  <a:pt x="59401" y="254758"/>
                </a:lnTo>
                <a:lnTo>
                  <a:pt x="43845" y="220426"/>
                </a:lnTo>
                <a:lnTo>
                  <a:pt x="30568" y="185149"/>
                </a:lnTo>
                <a:lnTo>
                  <a:pt x="19627" y="149080"/>
                </a:lnTo>
                <a:lnTo>
                  <a:pt x="11068" y="112372"/>
                </a:lnTo>
                <a:lnTo>
                  <a:pt x="4928" y="75183"/>
                </a:lnTo>
                <a:lnTo>
                  <a:pt x="1233" y="37672"/>
                </a:lnTo>
                <a:lnTo>
                  <a:pt x="0" y="0"/>
                </a:lnTo>
                <a:close/>
              </a:path>
            </a:pathLst>
          </a:custGeom>
          <a:solidFill>
            <a:srgbClr val="D3EBE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540000"/>
            <a:ext cx="1944000" cy="36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190"/>
              </a:lnSpc>
            </a:pPr>
            <a:r>
              <a:rPr sz="2200" b="1">
                <a:solidFill>
                  <a:srgbClr val="12151C"/>
                </a:solidFill>
                <a:latin typeface="맑은 고딕"/>
                <a:ea typeface="맑은 고딕"/>
              </a:rPr>
              <a:t>심소담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943200"/>
            <a:ext cx="1944000" cy="1714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305"/>
              </a:lnSpc>
            </a:pPr>
            <a:r>
              <a:rPr sz="900" b="0">
                <a:solidFill>
                  <a:srgbClr val="6B7280"/>
                </a:solidFill>
                <a:latin typeface="맑은 고딕"/>
                <a:ea typeface="맑은 고딕"/>
              </a:rPr>
              <a:t>코딩 강사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223200"/>
            <a:ext cx="144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 spc="200">
                <a:solidFill>
                  <a:srgbClr val="6B7280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348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83200" y="1224000"/>
            <a:ext cx="151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3716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583200" y="1360800"/>
            <a:ext cx="151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52000" y="1508400"/>
            <a:ext cx="3312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12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583200" y="1497600"/>
            <a:ext cx="1512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B76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16000" y="72000"/>
            <a:ext cx="1080000" cy="936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950"/>
              </a:lnSpc>
            </a:pPr>
            <a:r>
              <a:rPr sz="11000" b="1">
                <a:solidFill>
                  <a:srgbClr val="12151C"/>
                </a:solidFill>
                <a:latin typeface="맑은 고딕"/>
                <a:ea typeface="맑은 고딕"/>
              </a:rPr>
              <a:t>“</a:t>
            </a:r>
          </a:p>
        </p:txBody>
      </p:sp>
      <p:sp>
        <p:nvSpPr>
          <p:cNvPr id="3" name="텍스트"/>
          <p:cNvSpPr txBox="1"/>
          <p:nvPr/>
        </p:nvSpPr>
        <p:spPr>
          <a:xfrm>
            <a:off x="252000" y="792000"/>
            <a:ext cx="2520000" cy="64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812"/>
              </a:lnSpc>
            </a:pPr>
            <a:r>
              <a:rPr sz="1250" b="1">
                <a:solidFill>
                  <a:srgbClr val="12151C"/>
                </a:solidFill>
                <a:latin typeface="맑은 고딕"/>
                <a:ea typeface="맑은 고딕"/>
              </a:rPr>
              <a:t>넘어져도 다시 일어서는 법을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52000" y="1512000"/>
            <a:ext cx="2736000" cy="0"/>
          </a:xfrm>
          <a:prstGeom prst="line">
            <a:avLst/>
          </a:prstGeom>
          <a:ln w="5760">
            <a:solidFill>
              <a:srgbClr val="12764B"/>
            </a:solidFill>
          </a:ln>
        </p:spPr>
      </p:cxnSp>
      <p:sp>
        <p:nvSpPr>
          <p:cNvPr id="5" name="텍스트"/>
          <p:cNvSpPr txBox="1"/>
          <p:nvPr/>
        </p:nvSpPr>
        <p:spPr>
          <a:xfrm>
            <a:off x="252000" y="1569600"/>
            <a:ext cx="27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942"/>
              </a:lnSpc>
            </a:pPr>
            <a:r>
              <a:rPr sz="650" b="1" spc="200">
                <a:solidFill>
                  <a:srgbClr val="12392D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코딩 강사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