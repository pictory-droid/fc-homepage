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4F6D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F6D8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C08A2E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