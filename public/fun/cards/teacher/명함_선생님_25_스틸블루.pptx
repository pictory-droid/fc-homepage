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666B73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4F6D8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4F6D8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손OO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어린이집 원장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C08A2E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31771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31771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110" y="943200"/>
            <a:ext cx="636329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620110" y="943200"/>
            <a:ext cx="636329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0683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30683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개별 지도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BLOG   blog.example.com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어린이집 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