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1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C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3A908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47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47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47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A2A3C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43A6A1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사회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A2A3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A2A3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43A6A1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75961"/>
                </a:solidFill>
                <a:latin typeface="맑은 고딕"/>
                <a:ea typeface="맑은 고딕"/>
              </a:rPr>
              <a:t>온라인 상담 가능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