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D1D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CAE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3A908C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강OO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7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7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7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7A2A3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43A6A1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252000" y="554400"/>
            <a:ext cx="144000" cy="14400"/>
          </a:xfrm>
          <a:prstGeom prst="rect">
            <a:avLst/>
          </a:prstGeom>
          <a:solidFill>
            <a:srgbClr val="43A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사회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38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7A2A3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656000" y="554400"/>
            <a:ext cx="144000" cy="14400"/>
          </a:xfrm>
          <a:prstGeom prst="rect">
            <a:avLst/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56000" y="62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코딩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7A2A3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94400"/>
            <a:ext cx="144000" cy="14400"/>
          </a:xfrm>
          <a:prstGeom prst="rect">
            <a:avLst/>
          </a:prstGeom>
          <a:solidFill>
            <a:srgbClr val="7A2A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56000" y="928800"/>
            <a:ext cx="576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20">
                <a:solidFill>
                  <a:srgbClr val="43A6A1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56000" y="1094400"/>
            <a:ext cx="144000" cy="14400"/>
          </a:xfrm>
          <a:prstGeom prst="rect">
            <a:avLst/>
          </a:prstGeom>
          <a:solidFill>
            <a:srgbClr val="43A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656000" y="11664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진로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75961"/>
                </a:solidFill>
                <a:latin typeface="맑은 고딕"/>
                <a:ea typeface="맑은 고딕"/>
              </a:rPr>
              <a:t>온라인 상담 가능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