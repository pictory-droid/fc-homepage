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D0E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0E3E47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0E3E47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0E3E47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0E3E47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0E3E47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0E3E47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0E3E47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0E3E47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12151C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권다은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0E3E47"/>
                </a:solidFill>
                <a:latin typeface="맑은 고딕"/>
                <a:ea typeface="맑은 고딕"/>
              </a:rPr>
              <a:t>어린이집 원장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12151C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0E3E47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0E3E47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00D0E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과학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00D0E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코딩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00D0E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00D0E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어린이집 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