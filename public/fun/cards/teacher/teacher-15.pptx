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D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9177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D5B3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404040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6E0D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CDDC3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D5B3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541514" y="406549"/>
            <a:ext cx="198625" cy="217262"/>
          </a:xfrm>
          <a:custGeom>
            <a:avLst/>
            <a:gdLst/>
            <a:ahLst/>
            <a:cxnLst/>
            <a:rect l="l" t="t" r="r" b="b"/>
            <a:pathLst>
              <a:path w="198625" h="217262">
                <a:moveTo>
                  <a:pt x="143470" y="0"/>
                </a:moveTo>
                <a:lnTo>
                  <a:pt x="198625" y="46281"/>
                </a:lnTo>
                <a:lnTo>
                  <a:pt x="55155" y="217262"/>
                </a:lnTo>
                <a:lnTo>
                  <a:pt x="0" y="17098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18182" y="577530"/>
            <a:ext cx="78487" cy="83811"/>
          </a:xfrm>
          <a:custGeom>
            <a:avLst/>
            <a:gdLst/>
            <a:ahLst/>
            <a:cxnLst/>
            <a:rect l="l" t="t" r="r" b="b"/>
            <a:pathLst>
              <a:path w="78487" h="83811">
                <a:moveTo>
                  <a:pt x="23332" y="0"/>
                </a:moveTo>
                <a:lnTo>
                  <a:pt x="78487" y="46281"/>
                </a:lnTo>
                <a:lnTo>
                  <a:pt x="0" y="83811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84984" y="378972"/>
            <a:ext cx="78295" cy="73858"/>
          </a:xfrm>
          <a:custGeom>
            <a:avLst/>
            <a:gdLst/>
            <a:ahLst/>
            <a:cxnLst/>
            <a:rect l="l" t="t" r="r" b="b"/>
            <a:pathLst>
              <a:path w="78295" h="73858">
                <a:moveTo>
                  <a:pt x="23140" y="0"/>
                </a:moveTo>
                <a:lnTo>
                  <a:pt x="78295" y="46280"/>
                </a:lnTo>
                <a:lnTo>
                  <a:pt x="55155" y="73858"/>
                </a:lnTo>
                <a:lnTo>
                  <a:pt x="0" y="27577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마음을 먼저 읽는 선생님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