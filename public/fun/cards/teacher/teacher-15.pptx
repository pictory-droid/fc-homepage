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0E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0E3E47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0E3E47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0E3E47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0E3E47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0E3E47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0E3E47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0E3E47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0E3E47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2151C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0E3E47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12151C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0E3E4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0E3E4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D0E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D0E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D0E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D0E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