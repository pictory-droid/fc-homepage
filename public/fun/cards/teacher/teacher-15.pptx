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0E3E47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0E3E4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0E3E4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마음을 먼저 읽는 선생님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