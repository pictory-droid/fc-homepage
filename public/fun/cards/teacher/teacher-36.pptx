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97840" y="32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87920" y="32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DEC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53C26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A3B91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1786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53C26"/>
                </a:solidFill>
                <a:latin typeface="바탕"/>
                <a:ea typeface="바탕"/>
              </a:rPr>
              <a:t>작은 성장을 크게 기뻐합니다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308854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5D786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Freeform 6"/>
          <p:cNvSpPr/>
          <p:nvPr/>
        </p:nvSpPr>
        <p:spPr>
          <a:xfrm>
            <a:off x="15372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0" y="0"/>
                </a:moveTo>
                <a:lnTo>
                  <a:pt x="79200" y="14400"/>
                </a:lnTo>
                <a:lnTo>
                  <a:pt x="79200" y="115200"/>
                </a:lnTo>
                <a:lnTo>
                  <a:pt x="0" y="100800"/>
                </a:lnTo>
                <a:close/>
              </a:path>
            </a:pathLst>
          </a:cu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6236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79200" y="0"/>
                </a:moveTo>
                <a:lnTo>
                  <a:pt x="0" y="14400"/>
                </a:lnTo>
                <a:lnTo>
                  <a:pt x="0" y="115200"/>
                </a:lnTo>
                <a:lnTo>
                  <a:pt x="79200" y="100800"/>
                </a:lnTo>
                <a:close/>
              </a:path>
            </a:pathLst>
          </a:custGeom>
          <a:solidFill>
            <a:srgbClr val="DE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