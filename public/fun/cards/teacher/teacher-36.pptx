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46000" y="234000"/>
            <a:ext cx="36000" cy="36000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646000" y="334800"/>
            <a:ext cx="36000" cy="36000"/>
          </a:xfrm>
          <a:prstGeom prst="ellipse">
            <a:avLst/>
          </a:prstGeom>
          <a:solidFill>
            <a:srgbClr val="F5E3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46000" y="435600"/>
            <a:ext cx="36000" cy="36000"/>
          </a:xfrm>
          <a:prstGeom prst="ellipse">
            <a:avLst/>
          </a:prstGeom>
          <a:solidFill>
            <a:srgbClr val="F5E3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46000" y="536400"/>
            <a:ext cx="36000" cy="36000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46800" y="234000"/>
            <a:ext cx="36000" cy="36000"/>
          </a:xfrm>
          <a:prstGeom prst="ellipse">
            <a:avLst/>
          </a:prstGeom>
          <a:solidFill>
            <a:srgbClr val="F5E3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46800" y="334800"/>
            <a:ext cx="36000" cy="36000"/>
          </a:xfrm>
          <a:prstGeom prst="ellipse">
            <a:avLst/>
          </a:prstGeom>
          <a:solidFill>
            <a:srgbClr val="F5E3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46800" y="435600"/>
            <a:ext cx="36000" cy="36000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46800" y="536400"/>
            <a:ext cx="36000" cy="36000"/>
          </a:xfrm>
          <a:prstGeom prst="ellipse">
            <a:avLst/>
          </a:prstGeom>
          <a:solidFill>
            <a:srgbClr val="F5E3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47600" y="234000"/>
            <a:ext cx="36000" cy="36000"/>
          </a:xfrm>
          <a:prstGeom prst="ellipse">
            <a:avLst/>
          </a:prstGeom>
          <a:solidFill>
            <a:srgbClr val="F5E3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47600" y="334800"/>
            <a:ext cx="36000" cy="36000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47600" y="435600"/>
            <a:ext cx="36000" cy="36000"/>
          </a:xfrm>
          <a:prstGeom prst="ellipse">
            <a:avLst/>
          </a:prstGeom>
          <a:solidFill>
            <a:srgbClr val="F5E3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47600" y="536400"/>
            <a:ext cx="36000" cy="36000"/>
          </a:xfrm>
          <a:prstGeom prst="ellipse">
            <a:avLst/>
          </a:prstGeom>
          <a:solidFill>
            <a:srgbClr val="F5E3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48400" y="234000"/>
            <a:ext cx="36000" cy="36000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48400" y="334800"/>
            <a:ext cx="36000" cy="36000"/>
          </a:xfrm>
          <a:prstGeom prst="ellipse">
            <a:avLst/>
          </a:prstGeom>
          <a:solidFill>
            <a:srgbClr val="F5E3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48400" y="435600"/>
            <a:ext cx="36000" cy="36000"/>
          </a:xfrm>
          <a:prstGeom prst="ellipse">
            <a:avLst/>
          </a:prstGeom>
          <a:solidFill>
            <a:srgbClr val="F5E3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948400" y="536400"/>
            <a:ext cx="36000" cy="36000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49200" y="234000"/>
            <a:ext cx="36000" cy="36000"/>
          </a:xfrm>
          <a:prstGeom prst="ellipse">
            <a:avLst/>
          </a:prstGeom>
          <a:solidFill>
            <a:srgbClr val="F5E3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49200" y="334800"/>
            <a:ext cx="36000" cy="36000"/>
          </a:xfrm>
          <a:prstGeom prst="ellipse">
            <a:avLst/>
          </a:prstGeom>
          <a:solidFill>
            <a:srgbClr val="F5E3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49200" y="435600"/>
            <a:ext cx="36000" cy="36000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49200" y="536400"/>
            <a:ext cx="36000" cy="36000"/>
          </a:xfrm>
          <a:prstGeom prst="ellipse">
            <a:avLst/>
          </a:prstGeom>
          <a:solidFill>
            <a:srgbClr val="F5E3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텍스트"/>
          <p:cNvSpPr txBox="1"/>
          <p:nvPr/>
        </p:nvSpPr>
        <p:spPr>
          <a:xfrm>
            <a:off x="252000" y="223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23" name="텍스트"/>
          <p:cNvSpPr txBox="1"/>
          <p:nvPr/>
        </p:nvSpPr>
        <p:spPr>
          <a:xfrm>
            <a:off x="252000" y="770400"/>
            <a:ext cx="2016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선은호</a:t>
            </a:r>
          </a:p>
        </p:txBody>
      </p:sp>
      <p:sp>
        <p:nvSpPr>
          <p:cNvPr id="24" name="텍스트"/>
          <p:cNvSpPr txBox="1"/>
          <p:nvPr/>
        </p:nvSpPr>
        <p:spPr>
          <a:xfrm>
            <a:off x="252000" y="1173600"/>
            <a:ext cx="2016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국어 교사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1620000" y="1339200"/>
            <a:ext cx="1368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6" name="텍스트"/>
          <p:cNvSpPr txBox="1"/>
          <p:nvPr/>
        </p:nvSpPr>
        <p:spPr>
          <a:xfrm>
            <a:off x="1620000" y="1476000"/>
            <a:ext cx="1368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27" name="텍스트"/>
          <p:cNvSpPr txBox="1"/>
          <p:nvPr/>
        </p:nvSpPr>
        <p:spPr>
          <a:xfrm>
            <a:off x="1620000" y="1612800"/>
            <a:ext cx="1368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88000" y="0"/>
            <a:ext cx="1152000" cy="1800000"/>
          </a:xfrm>
          <a:prstGeom prst="rect">
            <a:avLst/>
          </a:prstGeom>
          <a:solidFill>
            <a:srgbClr val="FF7A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397600" y="633600"/>
            <a:ext cx="532800" cy="532800"/>
          </a:xfrm>
          <a:prstGeom prst="ellipse">
            <a:avLst/>
          </a:prstGeom>
          <a:noFill/>
          <a:ln w="1080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304000" y="684000"/>
            <a:ext cx="720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4350"/>
              </a:lnSpc>
            </a:pPr>
            <a:r>
              <a:rPr sz="3000" b="1">
                <a:solidFill>
                  <a:srgbClr val="12151C"/>
                </a:solidFill>
                <a:latin typeface="맑은 고딕"/>
                <a:ea typeface="맑은 고딕"/>
              </a:rPr>
              <a:t>학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1620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작은 성장을</a:t>
            </a:r>
          </a:p>
          <a:p>
            <a:pPr algn="l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크게 기뻐합니다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1512000"/>
            <a:ext cx="158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00">
                <a:solidFill>
                  <a:srgbClr val="6B7280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국어 교사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