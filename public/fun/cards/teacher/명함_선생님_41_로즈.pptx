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EB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304000" y="684000"/>
            <a:ext cx="432000" cy="432000"/>
          </a:xfrm>
          <a:prstGeom prst="ellipse">
            <a:avLst/>
          </a:prstGeom>
          <a:noFill/>
          <a:ln w="4320">
            <a:solidFill>
              <a:srgbClr val="FFC8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124000" y="504000"/>
            <a:ext cx="792000" cy="792000"/>
          </a:xfrm>
          <a:prstGeom prst="ellipse">
            <a:avLst/>
          </a:prstGeom>
          <a:noFill/>
          <a:ln w="4320">
            <a:solidFill>
              <a:srgbClr val="FFC8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980000" y="360000"/>
            <a:ext cx="1080000" cy="1080000"/>
          </a:xfrm>
          <a:prstGeom prst="ellipse">
            <a:avLst/>
          </a:prstGeom>
          <a:noFill/>
          <a:ln w="4320">
            <a:solidFill>
              <a:srgbClr val="FFC8D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72000" y="252000"/>
            <a:ext cx="1296000" cy="1296000"/>
          </a:xfrm>
          <a:prstGeom prst="ellipse">
            <a:avLst/>
          </a:prstGeom>
          <a:noFill/>
          <a:ln w="4320">
            <a:solidFill>
              <a:srgbClr val="FF3B6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469600" y="849600"/>
            <a:ext cx="100800" cy="10080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955600" y="421200"/>
            <a:ext cx="43200" cy="43200"/>
          </a:xfrm>
          <a:prstGeom prst="ellipse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C233A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나윤서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C233A"/>
                </a:solidFill>
                <a:latin typeface="맑은 고딕"/>
                <a:ea typeface="맑은 고딕"/>
              </a:rPr>
              <a:t>담임 교사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2000" y="1080000"/>
            <a:ext cx="1296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252000" y="121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83200" y="120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42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83200" y="13320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233A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83200" y="14616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A3A9B5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FF3B6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A3A9B5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3A9B5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3A9B5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