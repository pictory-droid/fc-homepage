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58E9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14259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3142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BADD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BADD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4C72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D535E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