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B2E3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1B2A4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2B2E3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1B2A4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2B2E3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1B2A4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2B2E3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1B2A4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2B2E3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1B2A49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6D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43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