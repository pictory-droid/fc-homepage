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72000"/>
            <a:ext cx="1296000" cy="10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700"/>
              </a:lnSpc>
            </a:pPr>
            <a:r>
              <a:rPr sz="6000" b="1">
                <a:solidFill>
                  <a:srgbClr val="8A7B6E">
                    <a:alpha val="95000"/>
                  </a:srgbClr>
                </a:solidFill>
                <a:latin typeface="맑은 고딕"/>
                <a:ea typeface="맑은 고딕"/>
              </a:rPr>
              <a:t>송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1692000" y="266400"/>
            <a:ext cx="129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A7ABB4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1080000"/>
            <a:ext cx="2520000" cy="2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 spc="100">
                <a:solidFill>
                  <a:srgbClr val="FFFFFF"/>
                </a:solidFill>
                <a:latin typeface="맑은 고딕"/>
                <a:ea typeface="맑은 고딕"/>
              </a:rPr>
              <a:t>송OO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288800"/>
            <a:ext cx="252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A7ABB4"/>
                </a:solidFill>
                <a:latin typeface="맑은 고딕"/>
                <a:ea typeface="맑은 고딕"/>
              </a:rPr>
              <a:t>미술 강사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1468800"/>
            <a:ext cx="2736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15264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FFFFFF"/>
                </a:solidFill>
                <a:latin typeface="맑은 고딕"/>
                <a:ea typeface="맑은 고딕"/>
              </a:rPr>
              <a:t>010-1234-5678   ·   name@example.com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EF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400" cy="1800000"/>
          </a:xfrm>
          <a:prstGeom prst="rect">
            <a:avLst/>
          </a:prstGeom>
          <a:solidFill>
            <a:srgbClr val="2F5D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088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1E322C"/>
                </a:solidFill>
                <a:latin typeface="맑은 고딕"/>
                <a:ea typeface="맑은 고딕"/>
              </a:rPr>
              <a:t>수업 안내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3600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14171D"/>
                </a:solidFill>
                <a:latin typeface="맑은 고딕"/>
                <a:ea typeface="맑은 고딕"/>
              </a:rPr>
              <a:t>국어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6552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2F5D45"/>
                </a:solidFill>
                <a:latin typeface="맑은 고딕"/>
                <a:ea typeface="맑은 고딕"/>
              </a:rPr>
              <a:t>사회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9504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14171D"/>
                </a:solidFill>
                <a:latin typeface="맑은 고딕"/>
                <a:ea typeface="맑은 고딕"/>
              </a:rPr>
              <a:t>피아노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456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2F5D45"/>
                </a:solidFill>
                <a:latin typeface="맑은 고딕"/>
                <a:ea typeface="맑은 고딕"/>
              </a:rPr>
              <a:t>논술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376000" y="13680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1E322C"/>
                </a:solidFill>
                <a:latin typeface="맑은 고딕"/>
                <a:ea typeface="맑은 고딕"/>
              </a:rPr>
              <a:t>평일 09:00 – 17:00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376000" y="14976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1E322C"/>
                </a:solidFill>
                <a:latin typeface="맑은 고딕"/>
                <a:ea typeface="맑은 고딕"/>
              </a:rPr>
              <a:t>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미술 강사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