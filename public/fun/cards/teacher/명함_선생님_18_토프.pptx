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8A7B6E">
                    <a:alpha val="95000"/>
                  </a:srgbClr>
                </a:solidFill>
                <a:latin typeface="맑은 고딕"/>
                <a:ea typeface="맑은 고딕"/>
              </a:rPr>
              <a:t>송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FFFFFF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미술 강사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322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F5D45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2F5D45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E322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E322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미술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