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1305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6D0E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13058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21305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8A70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8A70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D4A9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C2B4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3CAB6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