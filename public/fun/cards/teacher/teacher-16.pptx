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E0A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33E6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E423A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078F6E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E423A"/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42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078F6E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42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078F6E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423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상담 시간 사전 예약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