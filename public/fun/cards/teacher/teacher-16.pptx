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E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4CE9BF"/>
                </a:solidFill>
                <a:latin typeface="맑은 고딕"/>
                <a:ea typeface="맑은 고딕"/>
              </a:rPr>
              <a:t>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E423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0E423A"/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E42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E42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E42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포기하지 않는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마음을 가르칩니다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