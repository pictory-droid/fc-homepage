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87200" y="403200"/>
            <a:ext cx="993600" cy="993600"/>
          </a:xfrm>
          <a:prstGeom prst="ellipse">
            <a:avLst/>
          </a:prstGeom>
          <a:noFill/>
          <a:ln w="14400">
            <a:solidFill>
              <a:srgbClr val="EED3E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59200" y="475200"/>
            <a:ext cx="849600" cy="849600"/>
          </a:xfrm>
          <a:prstGeom prst="ellipse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9200" y="612000"/>
            <a:ext cx="849600" cy="576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6959"/>
              </a:lnSpc>
            </a:pPr>
            <a:r>
              <a:rPr sz="4800" b="1">
                <a:solidFill>
                  <a:srgbClr val="FFFFFF"/>
                </a:solidFill>
                <a:latin typeface="바탕"/>
                <a:ea typeface="바탕"/>
              </a:rPr>
              <a:t>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1332000" y="223200"/>
            <a:ext cx="1728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150">
                <a:solidFill>
                  <a:srgbClr val="906A7D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1332000" y="424800"/>
            <a:ext cx="1728000" cy="29718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610"/>
              </a:lnSpc>
            </a:pPr>
            <a:r>
              <a:rPr sz="1800" b="1" spc="50">
                <a:solidFill>
                  <a:srgbClr val="7B3759"/>
                </a:solidFill>
                <a:latin typeface="바탕"/>
                <a:ea typeface="바탕"/>
              </a:rPr>
              <a:t>도아린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1332000" y="705600"/>
            <a:ext cx="1728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232"/>
              </a:lnSpc>
            </a:pPr>
            <a:r>
              <a:rPr sz="850" b="1">
                <a:solidFill>
                  <a:srgbClr val="A6577E"/>
                </a:solidFill>
                <a:latin typeface="맑은 고딕"/>
                <a:ea typeface="맑은 고딕"/>
              </a:rPr>
              <a:t>어린이집 원장</a:t>
            </a:r>
          </a:p>
        </p:txBody>
      </p:sp>
      <p:sp>
        <p:nvSpPr>
          <p:cNvPr id="8" name="Rectangle 7"/>
          <p:cNvSpPr/>
          <p:nvPr/>
        </p:nvSpPr>
        <p:spPr>
          <a:xfrm>
            <a:off x="1332000" y="907200"/>
            <a:ext cx="201600" cy="14400"/>
          </a:xfrm>
          <a:prstGeom prst="rect">
            <a:avLst/>
          </a:prstGeom>
          <a:solidFill>
            <a:srgbClr val="B8618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1332000" y="1051200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6577E"/>
                </a:solidFill>
                <a:latin typeface="맑은 고딕"/>
                <a:ea typeface="맑은 고딕"/>
              </a:rPr>
              <a:t>T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476000" y="1051200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B3759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332000" y="1220111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6577E"/>
                </a:solidFill>
                <a:latin typeface="맑은 고딕"/>
                <a:ea typeface="맑은 고딕"/>
              </a:rPr>
              <a:t>E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1476000" y="1220111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B3759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1332000" y="1389022"/>
            <a:ext cx="1224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1">
                <a:solidFill>
                  <a:srgbClr val="A6577E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1476000" y="1389022"/>
            <a:ext cx="1584000" cy="1689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>
                <a:solidFill>
                  <a:srgbClr val="7B3759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B375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2016000" y="576000"/>
            <a:ext cx="1224000" cy="1224000"/>
          </a:xfrm>
          <a:custGeom>
            <a:avLst/>
            <a:gdLst/>
            <a:ahLst/>
            <a:cxnLst/>
            <a:rect l="l" t="t" r="r" b="b"/>
            <a:pathLst>
              <a:path w="1224000" h="1224000">
                <a:moveTo>
                  <a:pt x="1224000" y="1224000"/>
                </a:moveTo>
                <a:lnTo>
                  <a:pt x="0" y="1224000"/>
                </a:lnTo>
                <a:lnTo>
                  <a:pt x="7696" y="1086955"/>
                </a:lnTo>
                <a:lnTo>
                  <a:pt x="30688" y="951634"/>
                </a:lnTo>
                <a:lnTo>
                  <a:pt x="68687" y="819738"/>
                </a:lnTo>
                <a:lnTo>
                  <a:pt x="121214" y="692926"/>
                </a:lnTo>
                <a:lnTo>
                  <a:pt x="187610" y="572793"/>
                </a:lnTo>
                <a:lnTo>
                  <a:pt x="267038" y="460848"/>
                </a:lnTo>
                <a:lnTo>
                  <a:pt x="358501" y="358501"/>
                </a:lnTo>
                <a:lnTo>
                  <a:pt x="460848" y="267038"/>
                </a:lnTo>
                <a:lnTo>
                  <a:pt x="572793" y="187610"/>
                </a:lnTo>
                <a:lnTo>
                  <a:pt x="692926" y="121214"/>
                </a:lnTo>
                <a:lnTo>
                  <a:pt x="819738" y="68687"/>
                </a:lnTo>
                <a:lnTo>
                  <a:pt x="951634" y="30688"/>
                </a:lnTo>
                <a:lnTo>
                  <a:pt x="1086955" y="7696"/>
                </a:lnTo>
                <a:lnTo>
                  <a:pt x="1224000" y="0"/>
                </a:lnTo>
                <a:close/>
              </a:path>
            </a:pathLst>
          </a:custGeom>
          <a:solidFill>
            <a:srgbClr val="CC8DA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520000" y="1080000"/>
            <a:ext cx="720000" cy="720000"/>
          </a:xfrm>
          <a:custGeom>
            <a:avLst/>
            <a:gdLst/>
            <a:ahLst/>
            <a:cxnLst/>
            <a:rect l="l" t="t" r="r" b="b"/>
            <a:pathLst>
              <a:path w="720000" h="720000">
                <a:moveTo>
                  <a:pt x="720000" y="720000"/>
                </a:moveTo>
                <a:lnTo>
                  <a:pt x="0" y="720000"/>
                </a:lnTo>
                <a:lnTo>
                  <a:pt x="4527" y="639386"/>
                </a:lnTo>
                <a:lnTo>
                  <a:pt x="18052" y="559785"/>
                </a:lnTo>
                <a:lnTo>
                  <a:pt x="40404" y="482199"/>
                </a:lnTo>
                <a:lnTo>
                  <a:pt x="71302" y="407604"/>
                </a:lnTo>
                <a:lnTo>
                  <a:pt x="110359" y="336937"/>
                </a:lnTo>
                <a:lnTo>
                  <a:pt x="157081" y="271087"/>
                </a:lnTo>
                <a:lnTo>
                  <a:pt x="210883" y="210883"/>
                </a:lnTo>
                <a:lnTo>
                  <a:pt x="271087" y="157081"/>
                </a:lnTo>
                <a:lnTo>
                  <a:pt x="336937" y="110359"/>
                </a:lnTo>
                <a:lnTo>
                  <a:pt x="407604" y="71302"/>
                </a:lnTo>
                <a:lnTo>
                  <a:pt x="482199" y="40404"/>
                </a:lnTo>
                <a:lnTo>
                  <a:pt x="559785" y="18052"/>
                </a:lnTo>
                <a:lnTo>
                  <a:pt x="639386" y="4527"/>
                </a:lnTo>
                <a:lnTo>
                  <a:pt x="720000" y="0"/>
                </a:lnTo>
                <a:close/>
              </a:path>
            </a:pathLst>
          </a:custGeom>
          <a:solidFill>
            <a:srgbClr val="90577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769754" y="1360080"/>
            <a:ext cx="220492" cy="209701"/>
          </a:xfrm>
          <a:custGeom>
            <a:avLst/>
            <a:gdLst/>
            <a:ahLst/>
            <a:cxnLst/>
            <a:rect l="l" t="t" r="r" b="b"/>
            <a:pathLst>
              <a:path w="220492" h="209701">
                <a:moveTo>
                  <a:pt x="110246" y="0"/>
                </a:moveTo>
                <a:lnTo>
                  <a:pt x="138389" y="77184"/>
                </a:lnTo>
                <a:lnTo>
                  <a:pt x="220492" y="80099"/>
                </a:lnTo>
                <a:lnTo>
                  <a:pt x="155783" y="130716"/>
                </a:lnTo>
                <a:lnTo>
                  <a:pt x="178382" y="209701"/>
                </a:lnTo>
                <a:lnTo>
                  <a:pt x="110246" y="163800"/>
                </a:lnTo>
                <a:lnTo>
                  <a:pt x="42110" y="209701"/>
                </a:lnTo>
                <a:lnTo>
                  <a:pt x="64709" y="130716"/>
                </a:lnTo>
                <a:lnTo>
                  <a:pt x="0" y="80099"/>
                </a:lnTo>
                <a:lnTo>
                  <a:pt x="82103" y="77184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252000" y="324000"/>
            <a:ext cx="1944000" cy="72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739"/>
              </a:lnSpc>
            </a:pPr>
            <a:r>
              <a:rPr sz="1200" b="1">
                <a:solidFill>
                  <a:srgbClr val="FFFFFF"/>
                </a:solidFill>
                <a:latin typeface="맑은 고딕"/>
                <a:ea typeface="맑은 고딕"/>
              </a:rPr>
              <a:t>당신의 아이가 빛나도록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476000"/>
            <a:ext cx="144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D1B9C5"/>
                </a:solidFill>
                <a:latin typeface="맑은 고딕"/>
                <a:ea typeface="맑은 고딕"/>
              </a:rPr>
              <a:t>학교 · 학원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어린이집 원장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