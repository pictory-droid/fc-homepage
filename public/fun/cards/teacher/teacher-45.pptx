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007655" cy="180000"/>
          </a:xfrm>
          <a:prstGeom prst="roundRect">
            <a:avLst>
              <a:gd name="adj" fmla="val 50000"/>
            </a:avLst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00765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58246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F0C8F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당신의 아이가 빛나도록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