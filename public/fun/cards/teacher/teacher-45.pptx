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EC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C93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F0C8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F0C8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F0C8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F0C8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F0C8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F0C8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C93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F0C8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F0C8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C93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F0C8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F0C8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C93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F0C8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F0C8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C93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F0C8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F0C8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F0C8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888704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C93C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888704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2151C"/>
                </a:solidFill>
                <a:latin typeface="맑은 고딕"/>
                <a:ea typeface="맑은 고딕"/>
              </a:rPr>
              <a:t>어린이집 원장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도아린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82466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F0C8F6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8246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8246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82466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F0C8F6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F0C8F6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수업 안내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C93CE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수학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C93CE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사회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C93CE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진로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C93CE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A3A9B5"/>
                </a:solidFill>
                <a:latin typeface="맑은 고딕"/>
                <a:ea typeface="맑은 고딕"/>
              </a:rPr>
              <a:t>상담 시간 사전 예약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A3A9B5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어린이집 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