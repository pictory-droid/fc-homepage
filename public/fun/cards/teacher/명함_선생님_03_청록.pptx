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00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0A6A6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영어 강사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00A6A6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국어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