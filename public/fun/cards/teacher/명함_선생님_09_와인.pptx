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C647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C647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C647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C647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C647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109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C647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109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코딩 강사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장서연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코딩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음악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