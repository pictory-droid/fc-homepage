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1F6B54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A9788F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A9788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A9788F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4B3F5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71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4685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85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A5C4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D3B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A5C4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D3B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E0DB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E0DB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