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4F8796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7E3E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7F1E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9C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7F1E6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국어  ·  영어  ·  피아노  ·  방과후 수업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