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상담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6CEBD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645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92645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9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13329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393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57393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6CEBD"/>
                </a:solidFill>
                <a:latin typeface="맑은 고딕"/>
                <a:ea typeface="맑은 고딕"/>
              </a:rPr>
              <a:t>평일 13:00 – 21:00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