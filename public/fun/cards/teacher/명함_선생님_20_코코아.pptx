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상담 교사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6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AFB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6CEBD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AFB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2645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DAAE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92645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290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AFB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133290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73935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DAAE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573935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개별 지도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6CEBD"/>
                </a:solidFill>
                <a:latin typeface="맑은 고딕"/>
                <a:ea typeface="맑은 고딕"/>
              </a:rPr>
              <a:t>평일 13:00 – 21:00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