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FF9F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F5E8D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F5E8D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F5E8D5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탁서아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어린이집 원장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C4915"/>
                </a:solidFill>
                <a:latin typeface="맑은 고딕"/>
                <a:ea typeface="맑은 고딕"/>
              </a:rPr>
              <a:t>수업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FFE4BA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9F0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과학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FFE4BA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9F0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사회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FFE4BA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9F0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미술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FFE4BA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C4915"/>
                </a:solidFill>
                <a:latin typeface="맑은 고딕"/>
                <a:ea typeface="맑은 고딕"/>
              </a:rPr>
              <a:t>평일 09:00 – 17:00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C4915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어린이집 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