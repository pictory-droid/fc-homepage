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E0DA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2678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47347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26F35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6F3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7347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47347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7A6F9B"/>
                </a:solidFill>
                <a:latin typeface="바탕"/>
                <a:ea typeface="바탕"/>
              </a:rPr>
              <a:t>정성껏 준비한 오늘의 수업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745CB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6F9B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00720" y="360720"/>
            <a:ext cx="142560" cy="14256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875680" y="432000"/>
            <a:ext cx="45360" cy="0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845313" y="505313"/>
            <a:ext cx="32074" cy="32074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772000" y="535680"/>
            <a:ext cx="0" cy="45360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2666613" y="505313"/>
            <a:ext cx="32074" cy="32074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2622960" y="432000"/>
            <a:ext cx="45360" cy="0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 flipV="1">
            <a:off x="2666613" y="326613"/>
            <a:ext cx="32074" cy="32074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772000" y="282960"/>
            <a:ext cx="0" cy="45360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845313" y="326613"/>
            <a:ext cx="32074" cy="32074"/>
          </a:xfrm>
          <a:prstGeom prst="line">
            <a:avLst/>
          </a:prstGeom>
          <a:ln w="19440">
            <a:solidFill>
              <a:srgbClr val="D9D2EF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