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5E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정성껏 준비한 오늘의 수업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491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