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362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5822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평일 09:00 – 17:00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