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6E4A72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C8B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E4A72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상담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8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AD3EA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사회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음악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E2DAE2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E2DAE2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