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109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FFC8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109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5911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5911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5911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음악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5911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5911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