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360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8776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2CCC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2CCC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2CCC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958673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7585A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7585AC"/>
                </a:solidFill>
                <a:latin typeface="바탕"/>
                <a:ea typeface="바탕"/>
              </a:rPr>
              <a:t>수업 안내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7585AC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4171D"/>
                </a:solidFill>
                <a:latin typeface="바탕"/>
                <a:ea typeface="바탕"/>
              </a:rPr>
              <a:t>국어  ·  음악  ·  학부모 상담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7585A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86459"/>
                </a:solidFill>
                <a:latin typeface="바탕"/>
                <a:ea typeface="바탕"/>
              </a:rPr>
              <a:t>상담 시간 사전 예약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86459"/>
                </a:solidFill>
                <a:latin typeface="바탕"/>
                <a:ea typeface="바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