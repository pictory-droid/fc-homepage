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6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87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2CC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2CC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2CC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585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7585AC"/>
                </a:solidFill>
                <a:latin typeface="바탕"/>
                <a:ea typeface="바탕"/>
              </a:rPr>
              <a:t>수업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7585A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국어  ·  음악  ·  학부모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7585A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상담 시간 사전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