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6B8F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498C0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CDD9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498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F88B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64745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CDD9CE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474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474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474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56E3A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65162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65162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