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8A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8A7A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14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1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1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1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08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1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08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14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14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C414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