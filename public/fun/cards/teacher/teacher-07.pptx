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38438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E0E2F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666A8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B2041"/>
                </a:solidFill>
                <a:latin typeface="바탕"/>
                <a:ea typeface="바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8438A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1B2041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66A8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Freeform 10"/>
          <p:cNvSpPr/>
          <p:nvPr/>
        </p:nvSpPr>
        <p:spPr>
          <a:xfrm>
            <a:off x="1590175" y="1497289"/>
            <a:ext cx="75478" cy="82559"/>
          </a:xfrm>
          <a:custGeom>
            <a:avLst/>
            <a:gdLst/>
            <a:ahLst/>
            <a:cxnLst/>
            <a:rect l="l" t="t" r="r" b="b"/>
            <a:pathLst>
              <a:path w="75478" h="82559">
                <a:moveTo>
                  <a:pt x="54519" y="0"/>
                </a:moveTo>
                <a:lnTo>
                  <a:pt x="75478" y="17586"/>
                </a:lnTo>
                <a:lnTo>
                  <a:pt x="20959" y="82559"/>
                </a:lnTo>
                <a:lnTo>
                  <a:pt x="0" y="64973"/>
                </a:lnTo>
                <a:close/>
              </a:path>
            </a:pathLst>
          </a:cu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581309" y="1562262"/>
            <a:ext cx="29825" cy="31848"/>
          </a:xfrm>
          <a:custGeom>
            <a:avLst/>
            <a:gdLst/>
            <a:ahLst/>
            <a:cxnLst/>
            <a:rect l="l" t="t" r="r" b="b"/>
            <a:pathLst>
              <a:path w="29825" h="31848">
                <a:moveTo>
                  <a:pt x="8866" y="0"/>
                </a:moveTo>
                <a:lnTo>
                  <a:pt x="29825" y="17586"/>
                </a:lnTo>
                <a:lnTo>
                  <a:pt x="0" y="31848"/>
                </a:lnTo>
                <a:close/>
              </a:path>
            </a:pathLst>
          </a:custGeom>
          <a:solidFill>
            <a:srgbClr val="E0E2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644694" y="1486809"/>
            <a:ext cx="29752" cy="28066"/>
          </a:xfrm>
          <a:custGeom>
            <a:avLst/>
            <a:gdLst/>
            <a:ahLst/>
            <a:cxnLst/>
            <a:rect l="l" t="t" r="r" b="b"/>
            <a:pathLst>
              <a:path w="29752" h="28066">
                <a:moveTo>
                  <a:pt x="8793" y="0"/>
                </a:moveTo>
                <a:lnTo>
                  <a:pt x="29752" y="17587"/>
                </a:lnTo>
                <a:lnTo>
                  <a:pt x="20959" y="28066"/>
                </a:lnTo>
                <a:lnTo>
                  <a:pt x="0" y="10480"/>
                </a:lnTo>
                <a:close/>
              </a:path>
            </a:pathLst>
          </a:custGeom>
          <a:solidFill>
            <a:srgbClr val="E0E2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33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541514" y="406549"/>
            <a:ext cx="198625" cy="217262"/>
          </a:xfrm>
          <a:custGeom>
            <a:avLst/>
            <a:gdLst/>
            <a:ahLst/>
            <a:cxnLst/>
            <a:rect l="l" t="t" r="r" b="b"/>
            <a:pathLst>
              <a:path w="198625" h="217262">
                <a:moveTo>
                  <a:pt x="143470" y="0"/>
                </a:moveTo>
                <a:lnTo>
                  <a:pt x="198625" y="46281"/>
                </a:lnTo>
                <a:lnTo>
                  <a:pt x="55155" y="217262"/>
                </a:lnTo>
                <a:lnTo>
                  <a:pt x="0" y="170981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18182" y="577530"/>
            <a:ext cx="78487" cy="83811"/>
          </a:xfrm>
          <a:custGeom>
            <a:avLst/>
            <a:gdLst/>
            <a:ahLst/>
            <a:cxnLst/>
            <a:rect l="l" t="t" r="r" b="b"/>
            <a:pathLst>
              <a:path w="78487" h="83811">
                <a:moveTo>
                  <a:pt x="23332" y="0"/>
                </a:moveTo>
                <a:lnTo>
                  <a:pt x="78487" y="46281"/>
                </a:lnTo>
                <a:lnTo>
                  <a:pt x="0" y="83811"/>
                </a:lnTo>
                <a:close/>
              </a:path>
            </a:pathLst>
          </a:custGeom>
          <a:solidFill>
            <a:srgbClr val="ACAC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684984" y="378972"/>
            <a:ext cx="78295" cy="73858"/>
          </a:xfrm>
          <a:custGeom>
            <a:avLst/>
            <a:gdLst/>
            <a:ahLst/>
            <a:cxnLst/>
            <a:rect l="l" t="t" r="r" b="b"/>
            <a:pathLst>
              <a:path w="78295" h="73858">
                <a:moveTo>
                  <a:pt x="23140" y="0"/>
                </a:moveTo>
                <a:lnTo>
                  <a:pt x="78295" y="46280"/>
                </a:lnTo>
                <a:lnTo>
                  <a:pt x="55155" y="73858"/>
                </a:lnTo>
                <a:lnTo>
                  <a:pt x="0" y="27577"/>
                </a:lnTo>
                <a:close/>
              </a:path>
            </a:pathLst>
          </a:custGeom>
          <a:solidFill>
            <a:srgbClr val="ACACA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595959"/>
                </a:solidFill>
                <a:latin typeface="맑은 고딕"/>
                <a:ea typeface="맑은 고딕"/>
              </a:rPr>
              <a:t>모르는 것을 부끄럽지 않게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959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