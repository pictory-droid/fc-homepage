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00B8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유재희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미술 강사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B86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12151C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0E392D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12151C"/>
          </a:solidFill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영어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00B86B"/>
          </a:solidFill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피아노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00B86B"/>
          </a:solidFill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00B86B"/>
          </a:solidFill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07774B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E392D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상담 시간 사전 예약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E392D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0E392D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0E392D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미술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