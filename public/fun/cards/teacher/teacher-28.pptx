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38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B1B9C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Freeform 3"/>
          <p:cNvSpPr/>
          <p:nvPr/>
        </p:nvSpPr>
        <p:spPr>
          <a:xfrm>
            <a:off x="286704" y="473472"/>
            <a:ext cx="104544" cy="152064"/>
          </a:xfrm>
          <a:custGeom>
            <a:avLst/>
            <a:gdLst/>
            <a:ahLst/>
            <a:cxnLst/>
            <a:rect l="l" t="t" r="r" b="b"/>
            <a:pathLst>
              <a:path w="104544" h="152064">
                <a:moveTo>
                  <a:pt x="0" y="0"/>
                </a:moveTo>
                <a:lnTo>
                  <a:pt x="104544" y="19008"/>
                </a:lnTo>
                <a:lnTo>
                  <a:pt x="104544" y="152064"/>
                </a:lnTo>
                <a:lnTo>
                  <a:pt x="0" y="133056"/>
                </a:lnTo>
                <a:close/>
              </a:path>
            </a:pathLst>
          </a:custGeom>
          <a:solidFill>
            <a:srgbClr val="D1DE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00752" y="473472"/>
            <a:ext cx="104544" cy="152064"/>
          </a:xfrm>
          <a:custGeom>
            <a:avLst/>
            <a:gdLst/>
            <a:ahLst/>
            <a:cxnLst/>
            <a:rect l="l" t="t" r="r" b="b"/>
            <a:pathLst>
              <a:path w="104544" h="152064">
                <a:moveTo>
                  <a:pt x="104544" y="0"/>
                </a:moveTo>
                <a:lnTo>
                  <a:pt x="0" y="19008"/>
                </a:lnTo>
                <a:lnTo>
                  <a:pt x="0" y="152064"/>
                </a:lnTo>
                <a:lnTo>
                  <a:pt x="104544" y="133056"/>
                </a:lnTo>
                <a:close/>
              </a:path>
            </a:pathLst>
          </a:custGeom>
          <a:solidFill>
            <a:srgbClr val="4558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D1DEF0"/>
                </a:solidFill>
                <a:latin typeface="맑은 고딕"/>
                <a:ea typeface="맑은 고딕"/>
              </a:rPr>
              <a:t>미술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FFFFFF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1DEF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1DEF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D1DEF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663D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C401C"/>
                </a:solidFill>
                <a:latin typeface="바탕"/>
                <a:ea typeface="바탕"/>
              </a:rPr>
              <a:t>배움이 즐거운 시간으로 남도록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663D8F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F735D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0" y="0"/>
                </a:moveTo>
                <a:lnTo>
                  <a:pt x="79200" y="14400"/>
                </a:lnTo>
                <a:lnTo>
                  <a:pt x="79200" y="115200"/>
                </a:lnTo>
                <a:lnTo>
                  <a:pt x="0" y="100800"/>
                </a:lnTo>
                <a:close/>
              </a:path>
            </a:pathLst>
          </a:cu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6236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79200" y="0"/>
                </a:moveTo>
                <a:lnTo>
                  <a:pt x="0" y="14400"/>
                </a:lnTo>
                <a:lnTo>
                  <a:pt x="0" y="115200"/>
                </a:lnTo>
                <a:lnTo>
                  <a:pt x="79200" y="100800"/>
                </a:lnTo>
                <a:close/>
              </a:path>
            </a:pathLst>
          </a:custGeom>
          <a:solidFill>
            <a:srgbClr val="D4C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