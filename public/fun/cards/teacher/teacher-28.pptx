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D1ECE3"/>
                </a:solidFill>
                <a:latin typeface="맑은 고딕"/>
                <a:ea typeface="맑은 고딕"/>
              </a:rPr>
              <a:t>유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0E392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0E392D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배움이 즐거운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시간으로 남도록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E392D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