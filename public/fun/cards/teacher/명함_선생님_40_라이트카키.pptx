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A8733C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7676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국어  ·  영어  ·  피아노  ·  방과후 수업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