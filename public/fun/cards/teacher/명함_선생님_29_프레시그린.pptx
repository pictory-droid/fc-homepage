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304000" y="684000"/>
            <a:ext cx="432000" cy="432000"/>
          </a:xfrm>
          <a:prstGeom prst="ellipse">
            <a:avLst/>
          </a:prstGeom>
          <a:noFill/>
          <a:ln w="4320">
            <a:solidFill>
              <a:srgbClr val="DCDFE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124000" y="504000"/>
            <a:ext cx="792000" cy="792000"/>
          </a:xfrm>
          <a:prstGeom prst="ellipse">
            <a:avLst/>
          </a:prstGeom>
          <a:noFill/>
          <a:ln w="4320">
            <a:solidFill>
              <a:srgbClr val="DCDFE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80000" y="360000"/>
            <a:ext cx="1080000" cy="1080000"/>
          </a:xfrm>
          <a:prstGeom prst="ellipse">
            <a:avLst/>
          </a:prstGeom>
          <a:noFill/>
          <a:ln w="4320">
            <a:solidFill>
              <a:srgbClr val="DCDFE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72000" y="252000"/>
            <a:ext cx="1296000" cy="1296000"/>
          </a:xfrm>
          <a:prstGeom prst="ellipse">
            <a:avLst/>
          </a:prstGeom>
          <a:noFill/>
          <a:ln w="4320">
            <a:solidFill>
              <a:srgbClr val="12B76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69600" y="849600"/>
            <a:ext cx="100800" cy="100800"/>
          </a:xfrm>
          <a:prstGeom prst="ellipse">
            <a:avLst/>
          </a:prstGeom>
          <a:solidFill>
            <a:srgbClr val="12B7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55600" y="421200"/>
            <a:ext cx="43200" cy="43200"/>
          </a:xfrm>
          <a:prstGeom prst="ellipse">
            <a:avLst/>
          </a:prstGeom>
          <a:solidFill>
            <a:srgbClr val="12B7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심소담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코딩 강사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000" y="1080000"/>
            <a:ext cx="129600" cy="14400"/>
          </a:xfrm>
          <a:prstGeom prst="rect">
            <a:avLst/>
          </a:prstGeom>
          <a:solidFill>
            <a:srgbClr val="12B7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52000" y="121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83200" y="120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42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83200" y="1332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83200" y="1461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B76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41C5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12151C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2151C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수학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미술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논술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2151C"/>
                </a:solidFill>
                <a:latin typeface="맑은 고딕"/>
                <a:ea typeface="맑은 고딕"/>
              </a:rPr>
              <a:t>평일 09:00 – 17:00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2151C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2151C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코딩 강사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