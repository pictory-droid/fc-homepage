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6E4A7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9E8FC9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F7EC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D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A89C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Freeform 3"/>
          <p:cNvSpPr/>
          <p:nvPr/>
        </p:nvSpPr>
        <p:spPr>
          <a:xfrm>
            <a:off x="429840" y="933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19920" y="933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625F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C3BF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C3BF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C3BF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C3BF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46777"/>
                </a:solidFill>
                <a:latin typeface="맑은 고딕"/>
                <a:ea typeface="맑은 고딕"/>
              </a:rPr>
              <a:t>온라인 상담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