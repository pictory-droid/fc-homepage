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6E4A7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9E8FC9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B2230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8F7EC1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A89C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1B223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Freeform 3"/>
          <p:cNvSpPr/>
          <p:nvPr/>
        </p:nvSpPr>
        <p:spPr>
          <a:xfrm>
            <a:off x="429840" y="933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0" y="0"/>
                </a:moveTo>
                <a:lnTo>
                  <a:pt x="174240" y="31680"/>
                </a:lnTo>
                <a:lnTo>
                  <a:pt x="174240" y="253440"/>
                </a:lnTo>
                <a:lnTo>
                  <a:pt x="0" y="22176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619920" y="933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174240" y="0"/>
                </a:moveTo>
                <a:lnTo>
                  <a:pt x="0" y="31680"/>
                </a:lnTo>
                <a:lnTo>
                  <a:pt x="0" y="253440"/>
                </a:lnTo>
                <a:lnTo>
                  <a:pt x="174240" y="221760"/>
                </a:lnTo>
                <a:close/>
              </a:path>
            </a:pathLst>
          </a:custGeom>
          <a:solidFill>
            <a:srgbClr val="625F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피아노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C3BFD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C3BF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C3BF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C3BFD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46777"/>
                </a:solidFill>
                <a:latin typeface="맑은 고딕"/>
                <a:ea typeface="맑은 고딕"/>
              </a:rPr>
              <a:t>온라인 상담 가능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