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담임 교사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63C72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영어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463C7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63C72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463C72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