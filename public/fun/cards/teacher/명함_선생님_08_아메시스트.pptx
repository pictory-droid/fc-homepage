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2345E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7359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미술 강사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9668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CD6EA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A7AE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848EA5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ADDE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국어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848EA5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ADDE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848EA5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ADDE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영어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848EA5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ADDE4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848EA5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707B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상담 사전 예약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미술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