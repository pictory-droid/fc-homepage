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44000" y="144000"/>
            <a:ext cx="165600" cy="0"/>
          </a:xfrm>
          <a:prstGeom prst="line">
            <a:avLst/>
          </a:prstGeom>
          <a:ln w="7920">
            <a:solidFill>
              <a:srgbClr val="7373A3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44000" y="144000"/>
            <a:ext cx="0" cy="165600"/>
          </a:xfrm>
          <a:prstGeom prst="line">
            <a:avLst/>
          </a:prstGeom>
          <a:ln w="7920">
            <a:solidFill>
              <a:srgbClr val="7373A3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2930400" y="144000"/>
            <a:ext cx="165600" cy="0"/>
          </a:xfrm>
          <a:prstGeom prst="line">
            <a:avLst/>
          </a:prstGeom>
          <a:ln w="7920">
            <a:solidFill>
              <a:srgbClr val="7373A3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096000" y="144000"/>
            <a:ext cx="0" cy="165600"/>
          </a:xfrm>
          <a:prstGeom prst="line">
            <a:avLst/>
          </a:prstGeom>
          <a:ln w="7920">
            <a:solidFill>
              <a:srgbClr val="7373A3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144000" y="1656000"/>
            <a:ext cx="165600" cy="0"/>
          </a:xfrm>
          <a:prstGeom prst="line">
            <a:avLst/>
          </a:prstGeom>
          <a:ln w="7920">
            <a:solidFill>
              <a:srgbClr val="7373A3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144000" y="1490400"/>
            <a:ext cx="0" cy="165600"/>
          </a:xfrm>
          <a:prstGeom prst="line">
            <a:avLst/>
          </a:prstGeom>
          <a:ln w="7920">
            <a:solidFill>
              <a:srgbClr val="7373A3"/>
            </a:solidFill>
          </a:ln>
        </p:spPr>
      </p:cxnSp>
      <p:cxnSp>
        <p:nvCxnSpPr>
          <p:cNvPr id="8" name="Connector 7"/>
          <p:cNvCxnSpPr/>
          <p:nvPr/>
        </p:nvCxnSpPr>
        <p:spPr>
          <a:xfrm flipH="1">
            <a:off x="2930400" y="1656000"/>
            <a:ext cx="165600" cy="0"/>
          </a:xfrm>
          <a:prstGeom prst="line">
            <a:avLst/>
          </a:prstGeom>
          <a:ln w="7920">
            <a:solidFill>
              <a:srgbClr val="7373A3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3096000" y="1490400"/>
            <a:ext cx="0" cy="165600"/>
          </a:xfrm>
          <a:prstGeom prst="line">
            <a:avLst/>
          </a:prstGeom>
          <a:ln w="7920">
            <a:solidFill>
              <a:srgbClr val="7373A3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360000" y="302400"/>
            <a:ext cx="25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1"/>
              </a:lnSpc>
            </a:pPr>
            <a:r>
              <a:rPr sz="580" b="1" spc="300">
                <a:solidFill>
                  <a:srgbClr val="A7ABB4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360000" y="504000"/>
            <a:ext cx="252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오OO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360000" y="756000"/>
            <a:ext cx="2520000" cy="129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A7ABB4"/>
                </a:solidFill>
                <a:latin typeface="맑은 고딕"/>
                <a:ea typeface="맑은 고딕"/>
              </a:rPr>
              <a:t>수학 강사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512000" y="993600"/>
            <a:ext cx="216000" cy="0"/>
          </a:xfrm>
          <a:prstGeom prst="line">
            <a:avLst/>
          </a:prstGeom>
          <a:ln w="7200">
            <a:solidFill>
              <a:srgbClr val="7373A3"/>
            </a:solidFill>
          </a:ln>
        </p:spPr>
      </p:cxnSp>
      <p:sp>
        <p:nvSpPr>
          <p:cNvPr id="14" name="텍스트"/>
          <p:cNvSpPr txBox="1"/>
          <p:nvPr/>
        </p:nvSpPr>
        <p:spPr>
          <a:xfrm>
            <a:off x="360000" y="1144800"/>
            <a:ext cx="25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010-1234-5678   ·   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360000" y="1274400"/>
            <a:ext cx="25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A7ABB4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9EF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18323B"/>
                </a:solidFill>
                <a:latin typeface="맑은 고딕"/>
                <a:ea typeface="맑은 고딕"/>
              </a:rPr>
              <a:t>수업 안내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67200"/>
            <a:ext cx="108000" cy="14400"/>
          </a:xfrm>
          <a:prstGeom prst="rect">
            <a:avLst/>
          </a:prstGeom>
          <a:solidFill>
            <a:srgbClr val="1F5F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52000" y="540000"/>
            <a:ext cx="327667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1832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252000" y="540000"/>
            <a:ext cx="327667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4171D"/>
                </a:solidFill>
                <a:latin typeface="맑은 고딕"/>
                <a:ea typeface="맑은 고딕"/>
              </a:rPr>
              <a:t>국어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067" y="540000"/>
            <a:ext cx="327667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1832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630067" y="540000"/>
            <a:ext cx="327667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4171D"/>
                </a:solidFill>
                <a:latin typeface="맑은 고딕"/>
                <a:ea typeface="맑은 고딕"/>
              </a:rPr>
              <a:t>코딩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8133" y="540000"/>
            <a:ext cx="327667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1832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1008133" y="540000"/>
            <a:ext cx="327667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4171D"/>
                </a:solidFill>
                <a:latin typeface="맑은 고딕"/>
                <a:ea typeface="맑은 고딕"/>
              </a:rPr>
              <a:t>음악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86200" y="540000"/>
            <a:ext cx="581567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1832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1386200" y="540000"/>
            <a:ext cx="581567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4171D"/>
                </a:solidFill>
                <a:latin typeface="맑은 고딕"/>
                <a:ea typeface="맑은 고딕"/>
              </a:rPr>
              <a:t>진로 상담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339200"/>
            <a:ext cx="2736000" cy="0"/>
          </a:xfrm>
          <a:prstGeom prst="line">
            <a:avLst/>
          </a:prstGeom>
          <a:ln w="3600">
            <a:solidFill>
              <a:srgbClr val="C0D2D6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52000" y="1422000"/>
            <a:ext cx="39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8323B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648000" y="1411200"/>
            <a:ext cx="2340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4171D"/>
                </a:solidFill>
                <a:latin typeface="맑은 고딕"/>
                <a:ea typeface="맑은 고딕"/>
              </a:rPr>
              <a:t>평일 09:00 – 17:00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580400"/>
            <a:ext cx="39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8323B"/>
                </a:solidFill>
                <a:latin typeface="맑은 고딕"/>
                <a:ea typeface="맑은 고딕"/>
              </a:rPr>
              <a:t>INSTAGRAM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648000" y="1569600"/>
            <a:ext cx="2340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4171D"/>
                </a:solidFill>
                <a:latin typeface="맑은 고딕"/>
                <a:ea typeface="맑은 고딕"/>
              </a:rPr>
              <a:t>@아이디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1548000" y="14112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18323B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수학 강사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