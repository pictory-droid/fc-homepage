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373A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7373A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3B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2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3862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