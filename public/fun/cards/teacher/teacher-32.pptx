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수학 강사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FFF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FFC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수업이 끝나도 마음은 남습니다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C6411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