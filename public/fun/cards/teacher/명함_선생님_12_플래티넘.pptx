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3240000" cy="1800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D9E3E8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144000" y="144000"/>
            <a:ext cx="165600" cy="0"/>
          </a:xfrm>
          <a:prstGeom prst="line">
            <a:avLst/>
          </a:prstGeom>
          <a:ln w="7920">
            <a:solidFill>
              <a:srgbClr val="4F87A3"/>
            </a:solidFill>
          </a:ln>
        </p:spPr>
      </p:cxnSp>
      <p:cxnSp>
        <p:nvCxnSpPr>
          <p:cNvPr id="3" name="Connector 2"/>
          <p:cNvCxnSpPr/>
          <p:nvPr/>
        </p:nvCxnSpPr>
        <p:spPr>
          <a:xfrm>
            <a:off x="144000" y="144000"/>
            <a:ext cx="0" cy="165600"/>
          </a:xfrm>
          <a:prstGeom prst="line">
            <a:avLst/>
          </a:prstGeom>
          <a:ln w="7920">
            <a:solidFill>
              <a:srgbClr val="4F87A3"/>
            </a:solidFill>
          </a:ln>
        </p:spPr>
      </p:cxnSp>
      <p:cxnSp>
        <p:nvCxnSpPr>
          <p:cNvPr id="4" name="Connector 3"/>
          <p:cNvCxnSpPr/>
          <p:nvPr/>
        </p:nvCxnSpPr>
        <p:spPr>
          <a:xfrm flipH="1">
            <a:off x="2930400" y="144000"/>
            <a:ext cx="165600" cy="0"/>
          </a:xfrm>
          <a:prstGeom prst="line">
            <a:avLst/>
          </a:prstGeom>
          <a:ln w="7920">
            <a:solidFill>
              <a:srgbClr val="4F87A3"/>
            </a:solidFill>
          </a:ln>
        </p:spPr>
      </p:cxnSp>
      <p:cxnSp>
        <p:nvCxnSpPr>
          <p:cNvPr id="5" name="Connector 4"/>
          <p:cNvCxnSpPr/>
          <p:nvPr/>
        </p:nvCxnSpPr>
        <p:spPr>
          <a:xfrm>
            <a:off x="3096000" y="144000"/>
            <a:ext cx="0" cy="165600"/>
          </a:xfrm>
          <a:prstGeom prst="line">
            <a:avLst/>
          </a:prstGeom>
          <a:ln w="7920">
            <a:solidFill>
              <a:srgbClr val="4F87A3"/>
            </a:solidFill>
          </a:ln>
        </p:spPr>
      </p:cxnSp>
      <p:cxnSp>
        <p:nvCxnSpPr>
          <p:cNvPr id="6" name="Connector 5"/>
          <p:cNvCxnSpPr/>
          <p:nvPr/>
        </p:nvCxnSpPr>
        <p:spPr>
          <a:xfrm>
            <a:off x="144000" y="1656000"/>
            <a:ext cx="165600" cy="0"/>
          </a:xfrm>
          <a:prstGeom prst="line">
            <a:avLst/>
          </a:prstGeom>
          <a:ln w="7920">
            <a:solidFill>
              <a:srgbClr val="4F87A3"/>
            </a:solidFill>
          </a:ln>
        </p:spPr>
      </p:cxnSp>
      <p:cxnSp>
        <p:nvCxnSpPr>
          <p:cNvPr id="7" name="Connector 6"/>
          <p:cNvCxnSpPr/>
          <p:nvPr/>
        </p:nvCxnSpPr>
        <p:spPr>
          <a:xfrm flipV="1">
            <a:off x="144000" y="1490400"/>
            <a:ext cx="0" cy="165600"/>
          </a:xfrm>
          <a:prstGeom prst="line">
            <a:avLst/>
          </a:prstGeom>
          <a:ln w="7920">
            <a:solidFill>
              <a:srgbClr val="4F87A3"/>
            </a:solidFill>
          </a:ln>
        </p:spPr>
      </p:cxnSp>
      <p:cxnSp>
        <p:nvCxnSpPr>
          <p:cNvPr id="8" name="Connector 7"/>
          <p:cNvCxnSpPr/>
          <p:nvPr/>
        </p:nvCxnSpPr>
        <p:spPr>
          <a:xfrm flipH="1">
            <a:off x="2930400" y="1656000"/>
            <a:ext cx="165600" cy="0"/>
          </a:xfrm>
          <a:prstGeom prst="line">
            <a:avLst/>
          </a:prstGeom>
          <a:ln w="7920">
            <a:solidFill>
              <a:srgbClr val="4F87A3"/>
            </a:solidFill>
          </a:ln>
        </p:spPr>
      </p:cxnSp>
      <p:cxnSp>
        <p:nvCxnSpPr>
          <p:cNvPr id="9" name="Connector 8"/>
          <p:cNvCxnSpPr/>
          <p:nvPr/>
        </p:nvCxnSpPr>
        <p:spPr>
          <a:xfrm flipV="1">
            <a:off x="3096000" y="1490400"/>
            <a:ext cx="0" cy="165600"/>
          </a:xfrm>
          <a:prstGeom prst="line">
            <a:avLst/>
          </a:prstGeom>
          <a:ln w="7920">
            <a:solidFill>
              <a:srgbClr val="4F87A3"/>
            </a:solidFill>
          </a:ln>
        </p:spPr>
      </p:cxnSp>
      <p:sp>
        <p:nvSpPr>
          <p:cNvPr id="10" name="텍스트"/>
          <p:cNvSpPr txBox="1"/>
          <p:nvPr/>
        </p:nvSpPr>
        <p:spPr>
          <a:xfrm>
            <a:off x="360000" y="302400"/>
            <a:ext cx="2520000" cy="11049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841"/>
              </a:lnSpc>
            </a:pPr>
            <a:r>
              <a:rPr sz="580" b="1" spc="300">
                <a:solidFill>
                  <a:srgbClr val="636B76"/>
                </a:solidFill>
                <a:latin typeface="맑은 고딕"/>
                <a:ea typeface="맑은 고딕"/>
              </a:rPr>
              <a:t>학교 · 학원 이름</a:t>
            </a:r>
          </a:p>
        </p:txBody>
      </p:sp>
      <p:sp>
        <p:nvSpPr>
          <p:cNvPr id="11" name="텍스트"/>
          <p:cNvSpPr txBox="1"/>
          <p:nvPr/>
        </p:nvSpPr>
        <p:spPr>
          <a:xfrm>
            <a:off x="360000" y="504000"/>
            <a:ext cx="2520000" cy="237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957"/>
              </a:lnSpc>
            </a:pPr>
            <a:r>
              <a:rPr sz="1350" b="1" spc="120">
                <a:solidFill>
                  <a:srgbClr val="1B2230"/>
                </a:solidFill>
                <a:latin typeface="맑은 고딕"/>
                <a:ea typeface="맑은 고딕"/>
              </a:rPr>
              <a:t>오OO</a:t>
            </a:r>
          </a:p>
        </p:txBody>
      </p:sp>
      <p:sp>
        <p:nvSpPr>
          <p:cNvPr id="12" name="텍스트"/>
          <p:cNvSpPr txBox="1"/>
          <p:nvPr/>
        </p:nvSpPr>
        <p:spPr>
          <a:xfrm>
            <a:off x="360000" y="756000"/>
            <a:ext cx="2520000" cy="1295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986"/>
              </a:lnSpc>
            </a:pPr>
            <a:r>
              <a:rPr sz="680" b="0">
                <a:solidFill>
                  <a:srgbClr val="636B76"/>
                </a:solidFill>
                <a:latin typeface="맑은 고딕"/>
                <a:ea typeface="맑은 고딕"/>
              </a:rPr>
              <a:t>수학 강사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1512000" y="993600"/>
            <a:ext cx="216000" cy="0"/>
          </a:xfrm>
          <a:prstGeom prst="line">
            <a:avLst/>
          </a:prstGeom>
          <a:ln w="7200">
            <a:solidFill>
              <a:srgbClr val="4F87A3"/>
            </a:solidFill>
          </a:ln>
        </p:spPr>
      </p:cxnSp>
      <p:sp>
        <p:nvSpPr>
          <p:cNvPr id="14" name="텍스트"/>
          <p:cNvSpPr txBox="1"/>
          <p:nvPr/>
        </p:nvSpPr>
        <p:spPr>
          <a:xfrm>
            <a:off x="360000" y="1144800"/>
            <a:ext cx="2520000" cy="1181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899"/>
              </a:lnSpc>
            </a:pPr>
            <a:r>
              <a:rPr sz="620" b="0">
                <a:solidFill>
                  <a:srgbClr val="1B2230"/>
                </a:solidFill>
                <a:latin typeface="맑은 고딕"/>
                <a:ea typeface="맑은 고딕"/>
              </a:rPr>
              <a:t>010-1234-5678   ·   name@example.com</a:t>
            </a:r>
          </a:p>
        </p:txBody>
      </p:sp>
      <p:sp>
        <p:nvSpPr>
          <p:cNvPr id="15" name="텍스트"/>
          <p:cNvSpPr txBox="1"/>
          <p:nvPr/>
        </p:nvSpPr>
        <p:spPr>
          <a:xfrm>
            <a:off x="360000" y="1274400"/>
            <a:ext cx="2520000" cy="1181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899"/>
              </a:lnSpc>
            </a:pPr>
            <a:r>
              <a:rPr sz="620" b="0">
                <a:solidFill>
                  <a:srgbClr val="636B76"/>
                </a:solidFill>
                <a:latin typeface="맑은 고딕"/>
                <a:ea typeface="맑은 고딕"/>
              </a:rPr>
              <a:t>주소를 입력해 주세요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7F3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텍스트"/>
          <p:cNvSpPr txBox="1"/>
          <p:nvPr/>
        </p:nvSpPr>
        <p:spPr>
          <a:xfrm>
            <a:off x="252000" y="252000"/>
            <a:ext cx="1080000" cy="990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54"/>
              </a:lnSpc>
            </a:pPr>
            <a:r>
              <a:rPr sz="520" b="1" spc="240">
                <a:solidFill>
                  <a:srgbClr val="528DAA"/>
                </a:solidFill>
                <a:latin typeface="맑은 고딕"/>
                <a:ea typeface="맑은 고딕"/>
              </a:rPr>
              <a:t>수업 안내</a:t>
            </a:r>
          </a:p>
        </p:txBody>
      </p:sp>
      <p:sp>
        <p:nvSpPr>
          <p:cNvPr id="3" name="Rectangle 2"/>
          <p:cNvSpPr/>
          <p:nvPr/>
        </p:nvSpPr>
        <p:spPr>
          <a:xfrm>
            <a:off x="252000" y="367200"/>
            <a:ext cx="108000" cy="14400"/>
          </a:xfrm>
          <a:prstGeom prst="rect">
            <a:avLst/>
          </a:prstGeom>
          <a:solidFill>
            <a:srgbClr val="3A9BA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252000" y="540000"/>
            <a:ext cx="327667" cy="194361"/>
          </a:xfrm>
          <a:prstGeom prst="roundRect">
            <a:avLst>
              <a:gd name="adj" fmla="val 50000"/>
            </a:avLst>
          </a:prstGeom>
          <a:noFill/>
          <a:ln w="3600">
            <a:solidFill>
              <a:srgbClr val="264B56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텍스트"/>
          <p:cNvSpPr txBox="1"/>
          <p:nvPr/>
        </p:nvSpPr>
        <p:spPr>
          <a:xfrm>
            <a:off x="252000" y="540000"/>
            <a:ext cx="327667" cy="19436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986"/>
              </a:lnSpc>
            </a:pPr>
            <a:r>
              <a:rPr sz="680" b="0">
                <a:solidFill>
                  <a:srgbClr val="1B2230"/>
                </a:solidFill>
                <a:latin typeface="맑은 고딕"/>
                <a:ea typeface="맑은 고딕"/>
              </a:rPr>
              <a:t>국어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30067" y="540000"/>
            <a:ext cx="327667" cy="194361"/>
          </a:xfrm>
          <a:prstGeom prst="roundRect">
            <a:avLst>
              <a:gd name="adj" fmla="val 50000"/>
            </a:avLst>
          </a:prstGeom>
          <a:noFill/>
          <a:ln w="3600">
            <a:solidFill>
              <a:srgbClr val="264B56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텍스트"/>
          <p:cNvSpPr txBox="1"/>
          <p:nvPr/>
        </p:nvSpPr>
        <p:spPr>
          <a:xfrm>
            <a:off x="630067" y="540000"/>
            <a:ext cx="327667" cy="19436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986"/>
              </a:lnSpc>
            </a:pPr>
            <a:r>
              <a:rPr sz="680" b="0">
                <a:solidFill>
                  <a:srgbClr val="1B2230"/>
                </a:solidFill>
                <a:latin typeface="맑은 고딕"/>
                <a:ea typeface="맑은 고딕"/>
              </a:rPr>
              <a:t>코딩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008133" y="540000"/>
            <a:ext cx="327667" cy="194361"/>
          </a:xfrm>
          <a:prstGeom prst="roundRect">
            <a:avLst>
              <a:gd name="adj" fmla="val 50000"/>
            </a:avLst>
          </a:prstGeom>
          <a:noFill/>
          <a:ln w="3600">
            <a:solidFill>
              <a:srgbClr val="264B56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텍스트"/>
          <p:cNvSpPr txBox="1"/>
          <p:nvPr/>
        </p:nvSpPr>
        <p:spPr>
          <a:xfrm>
            <a:off x="1008133" y="540000"/>
            <a:ext cx="327667" cy="19436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986"/>
              </a:lnSpc>
            </a:pPr>
            <a:r>
              <a:rPr sz="680" b="0">
                <a:solidFill>
                  <a:srgbClr val="1B2230"/>
                </a:solidFill>
                <a:latin typeface="맑은 고딕"/>
                <a:ea typeface="맑은 고딕"/>
              </a:rPr>
              <a:t>음악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386200" y="540000"/>
            <a:ext cx="581567" cy="194361"/>
          </a:xfrm>
          <a:prstGeom prst="roundRect">
            <a:avLst>
              <a:gd name="adj" fmla="val 50000"/>
            </a:avLst>
          </a:prstGeom>
          <a:noFill/>
          <a:ln w="3600">
            <a:solidFill>
              <a:srgbClr val="264B56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텍스트"/>
          <p:cNvSpPr txBox="1"/>
          <p:nvPr/>
        </p:nvSpPr>
        <p:spPr>
          <a:xfrm>
            <a:off x="1386200" y="540000"/>
            <a:ext cx="581567" cy="19436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986"/>
              </a:lnSpc>
            </a:pPr>
            <a:r>
              <a:rPr sz="680" b="0">
                <a:solidFill>
                  <a:srgbClr val="1B2230"/>
                </a:solidFill>
                <a:latin typeface="맑은 고딕"/>
                <a:ea typeface="맑은 고딕"/>
              </a:rPr>
              <a:t>진로 상담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252000" y="1339200"/>
            <a:ext cx="2736000" cy="0"/>
          </a:xfrm>
          <a:prstGeom prst="line">
            <a:avLst/>
          </a:prstGeom>
          <a:ln w="3600">
            <a:solidFill>
              <a:srgbClr val="BCDDDF"/>
            </a:solidFill>
          </a:ln>
        </p:spPr>
      </p:cxnSp>
      <p:sp>
        <p:nvSpPr>
          <p:cNvPr id="13" name="텍스트"/>
          <p:cNvSpPr txBox="1"/>
          <p:nvPr/>
        </p:nvSpPr>
        <p:spPr>
          <a:xfrm>
            <a:off x="252000" y="1422000"/>
            <a:ext cx="396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264B56"/>
                </a:solidFill>
                <a:latin typeface="맑은 고딕"/>
                <a:ea typeface="맑은 고딕"/>
              </a:rPr>
              <a:t>INFO</a:t>
            </a:r>
          </a:p>
        </p:txBody>
      </p:sp>
      <p:sp>
        <p:nvSpPr>
          <p:cNvPr id="14" name="텍스트"/>
          <p:cNvSpPr txBox="1"/>
          <p:nvPr/>
        </p:nvSpPr>
        <p:spPr>
          <a:xfrm>
            <a:off x="648000" y="1411200"/>
            <a:ext cx="2340000" cy="12192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27"/>
              </a:lnSpc>
            </a:pPr>
            <a:r>
              <a:rPr sz="640" b="0">
                <a:solidFill>
                  <a:srgbClr val="1B2230"/>
                </a:solidFill>
                <a:latin typeface="맑은 고딕"/>
                <a:ea typeface="맑은 고딕"/>
              </a:rPr>
              <a:t>온라인 상담 가능</a:t>
            </a:r>
          </a:p>
        </p:txBody>
      </p:sp>
      <p:sp>
        <p:nvSpPr>
          <p:cNvPr id="15" name="텍스트"/>
          <p:cNvSpPr txBox="1"/>
          <p:nvPr/>
        </p:nvSpPr>
        <p:spPr>
          <a:xfrm>
            <a:off x="252000" y="1580400"/>
            <a:ext cx="396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264B56"/>
                </a:solidFill>
                <a:latin typeface="맑은 고딕"/>
                <a:ea typeface="맑은 고딕"/>
              </a:rPr>
              <a:t>INSTAGRAM</a:t>
            </a:r>
          </a:p>
        </p:txBody>
      </p:sp>
      <p:sp>
        <p:nvSpPr>
          <p:cNvPr id="16" name="텍스트"/>
          <p:cNvSpPr txBox="1"/>
          <p:nvPr/>
        </p:nvSpPr>
        <p:spPr>
          <a:xfrm>
            <a:off x="648000" y="1569600"/>
            <a:ext cx="2340000" cy="12192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27"/>
              </a:lnSpc>
            </a:pPr>
            <a:r>
              <a:rPr sz="640" b="0">
                <a:solidFill>
                  <a:srgbClr val="1B2230"/>
                </a:solidFill>
                <a:latin typeface="맑은 고딕"/>
                <a:ea typeface="맑은 고딕"/>
              </a:rPr>
              <a:t>@아이디</a:t>
            </a:r>
          </a:p>
        </p:txBody>
      </p:sp>
      <p:sp>
        <p:nvSpPr>
          <p:cNvPr id="17" name="텍스트"/>
          <p:cNvSpPr txBox="1"/>
          <p:nvPr/>
        </p:nvSpPr>
        <p:spPr>
          <a:xfrm>
            <a:off x="1548000" y="1411200"/>
            <a:ext cx="1440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942"/>
              </a:lnSpc>
            </a:pPr>
            <a:r>
              <a:rPr sz="650" b="1" spc="220">
                <a:solidFill>
                  <a:srgbClr val="528DAA"/>
                </a:solidFill>
                <a:latin typeface="맑은 고딕"/>
                <a:ea typeface="맑은 고딕"/>
              </a:rPr>
              <a:t>학교 · 학원 이름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수학 강사 명함 서식</dc:title>
  <dc:subject>편집용 명함 서식</dc:subject>
  <dc:creator>반딧불이의 곳간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