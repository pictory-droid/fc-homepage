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3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4F87A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4F87A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4F87A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4F87A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4F87A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4F87A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4F87A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4F87A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36B7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36B76"/>
                </a:solidFill>
                <a:latin typeface="맑은 고딕"/>
                <a:ea typeface="맑은 고딕"/>
              </a:rPr>
              <a:t>수학 강사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4F87A3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36B7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28DAA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64B5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64B5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64B5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62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64B5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3862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64B56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64B56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28DAA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