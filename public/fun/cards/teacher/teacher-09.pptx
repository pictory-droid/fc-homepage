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6991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86160" y="578880"/>
            <a:ext cx="221760" cy="322560"/>
          </a:xfrm>
          <a:custGeom>
            <a:avLst/>
            <a:gdLst/>
            <a:ahLst/>
            <a:cxnLst/>
            <a:rect l="l" t="t" r="r" b="b"/>
            <a:pathLst>
              <a:path w="221760" h="322560">
                <a:moveTo>
                  <a:pt x="0" y="0"/>
                </a:moveTo>
                <a:lnTo>
                  <a:pt x="221760" y="40320"/>
                </a:lnTo>
                <a:lnTo>
                  <a:pt x="221760" y="322560"/>
                </a:lnTo>
                <a:lnTo>
                  <a:pt x="0" y="2822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728080" y="578880"/>
            <a:ext cx="221760" cy="322560"/>
          </a:xfrm>
          <a:custGeom>
            <a:avLst/>
            <a:gdLst/>
            <a:ahLst/>
            <a:cxnLst/>
            <a:rect l="l" t="t" r="r" b="b"/>
            <a:pathLst>
              <a:path w="221760" h="322560">
                <a:moveTo>
                  <a:pt x="221760" y="0"/>
                </a:moveTo>
                <a:lnTo>
                  <a:pt x="0" y="40320"/>
                </a:lnTo>
                <a:lnTo>
                  <a:pt x="0" y="322560"/>
                </a:lnTo>
                <a:lnTo>
                  <a:pt x="221760" y="282240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3A5E88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4F6D8F"/>
                </a:solidFill>
                <a:latin typeface="맑은 고딕"/>
                <a:ea typeface="맑은 고딕"/>
              </a:rPr>
              <a:t>코딩 강사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6991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F6D8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5E88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F6D8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5E88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F6D8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5E8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6991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63600" y="748800"/>
            <a:ext cx="237600" cy="345600"/>
          </a:xfrm>
          <a:custGeom>
            <a:avLst/>
            <a:gdLst/>
            <a:ahLst/>
            <a:cxnLst/>
            <a:rect l="l" t="t" r="r" b="b"/>
            <a:pathLst>
              <a:path w="237600" h="345600">
                <a:moveTo>
                  <a:pt x="0" y="0"/>
                </a:moveTo>
                <a:lnTo>
                  <a:pt x="237600" y="43200"/>
                </a:lnTo>
                <a:lnTo>
                  <a:pt x="237600" y="345600"/>
                </a:lnTo>
                <a:lnTo>
                  <a:pt x="0" y="3024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622800" y="748800"/>
            <a:ext cx="237600" cy="345600"/>
          </a:xfrm>
          <a:custGeom>
            <a:avLst/>
            <a:gdLst/>
            <a:ahLst/>
            <a:cxnLst/>
            <a:rect l="l" t="t" r="r" b="b"/>
            <a:pathLst>
              <a:path w="237600" h="345600">
                <a:moveTo>
                  <a:pt x="237600" y="0"/>
                </a:moveTo>
                <a:lnTo>
                  <a:pt x="0" y="43200"/>
                </a:lnTo>
                <a:lnTo>
                  <a:pt x="0" y="345600"/>
                </a:lnTo>
                <a:lnTo>
                  <a:pt x="237600" y="302400"/>
                </a:lnTo>
                <a:close/>
              </a:path>
            </a:pathLst>
          </a:cu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3A5E88"/>
                </a:solidFill>
                <a:latin typeface="맑은 고딕"/>
                <a:ea typeface="맑은 고딕"/>
              </a:rPr>
              <a:t>아이들의 눈높이에서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3A5E88"/>
                </a:solidFill>
                <a:latin typeface="맑은 고딕"/>
                <a:ea typeface="맑은 고딕"/>
              </a:rPr>
              <a:t>시작합니다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6991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6788E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