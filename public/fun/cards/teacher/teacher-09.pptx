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791753" cy="180000"/>
          </a:xfrm>
          <a:prstGeom prst="roundRect">
            <a:avLst>
              <a:gd name="adj" fmla="val 50000"/>
            </a:avLst>
          </a:prstGeom>
          <a:solidFill>
            <a:srgbClr val="C647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791753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코딩 강사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B5123E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아이들의 눈높이에서 시작합니다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EABDC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50142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