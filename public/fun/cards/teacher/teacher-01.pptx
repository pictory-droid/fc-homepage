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FBF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814912" y="281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FBF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C704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바탕"/>
                <a:ea typeface="바탕"/>
              </a:rPr>
              <a:t>김하늘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66F12"/>
                </a:solidFill>
                <a:latin typeface="맑은 고딕"/>
                <a:ea typeface="맑은 고딕"/>
              </a:rPr>
              <a:t>담임 교사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CEAB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66F1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5611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756110"/>
                </a:solidFill>
                <a:latin typeface="맑은 고딕"/>
                <a:ea typeface="맑은 고딕"/>
              </a:rPr>
              <a:t>아이의 가능성을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756110"/>
                </a:solidFill>
                <a:latin typeface="맑은 고딕"/>
                <a:ea typeface="맑은 고딕"/>
              </a:rPr>
              <a:t>믿습니다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B7047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