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6D76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아이의 가능성을 믿습니다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