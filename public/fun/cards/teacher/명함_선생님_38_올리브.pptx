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5372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35372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B26B7A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B26B7A"/>
          </a:solidFill>
          <a:ln w="5760">
            <a:solidFill>
              <a:srgbClr val="B26B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B26B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B26B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B26B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