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53724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96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우OO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0400"/>
            <a:ext cx="3240000" cy="331200"/>
          </a:xfrm>
          <a:prstGeom prst="rect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 spc="120">
                <a:solidFill>
                  <a:srgbClr val="FFFFFF"/>
                </a:solidFill>
                <a:latin typeface="맑은 고딕"/>
                <a:ea typeface="맑은 고딕"/>
              </a:rPr>
              <a:t>미술 강사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672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256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353724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B26B7A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B26B7A"/>
          </a:solidFill>
          <a:ln w="5760">
            <a:solidFill>
              <a:srgbClr val="B26B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미술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101216"/>
          </a:solidFill>
          <a:ln w="5760">
            <a:solidFill>
              <a:srgbClr val="B26B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피아노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101216"/>
          </a:solidFill>
          <a:ln w="5760">
            <a:solidFill>
              <a:srgbClr val="B26B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101216"/>
          </a:solidFill>
          <a:ln w="5760">
            <a:solidFill>
              <a:srgbClr val="B26B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개별 지도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13:00 – 21:00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A7ABB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A7ABB4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미술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