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0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FFD5B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C3519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FFD5BD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방지민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C3519"/>
                </a:solidFill>
                <a:latin typeface="맑은 고딕"/>
                <a:ea typeface="맑은 고딕"/>
              </a:rPr>
              <a:t>피아노 선생님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FFD5BD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351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351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351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FF6A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국어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067" y="540000"/>
            <a:ext cx="4123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630067" y="540000"/>
            <a:ext cx="4123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피아노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2767" y="540000"/>
            <a:ext cx="6662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092767" y="540000"/>
            <a:ext cx="6662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피아노 선생님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