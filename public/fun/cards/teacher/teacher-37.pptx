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351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351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FFD5B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351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351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C3519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내일이 기다려지는 학교를 만듭니다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