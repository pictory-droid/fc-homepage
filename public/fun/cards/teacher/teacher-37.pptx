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3B7A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C8DA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776B4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6E570C"/>
                </a:solidFill>
                <a:latin typeface="바탕"/>
                <a:ea typeface="바탕"/>
              </a:rPr>
              <a:t>방지민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3B7A91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3B7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6E570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6E570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76B4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60152" y="1485072"/>
            <a:ext cx="119696" cy="113838"/>
          </a:xfrm>
          <a:custGeom>
            <a:avLst/>
            <a:gdLst/>
            <a:ahLst/>
            <a:cxnLst/>
            <a:rect l="l" t="t" r="r" b="b"/>
            <a:pathLst>
              <a:path w="119696" h="113838">
                <a:moveTo>
                  <a:pt x="59848" y="0"/>
                </a:moveTo>
                <a:lnTo>
                  <a:pt x="75126" y="41900"/>
                </a:lnTo>
                <a:lnTo>
                  <a:pt x="119696" y="43482"/>
                </a:lnTo>
                <a:lnTo>
                  <a:pt x="84568" y="70960"/>
                </a:lnTo>
                <a:lnTo>
                  <a:pt x="96836" y="113838"/>
                </a:lnTo>
                <a:lnTo>
                  <a:pt x="59848" y="88920"/>
                </a:lnTo>
                <a:lnTo>
                  <a:pt x="22860" y="113838"/>
                </a:lnTo>
                <a:lnTo>
                  <a:pt x="35128" y="70960"/>
                </a:lnTo>
                <a:lnTo>
                  <a:pt x="0" y="43482"/>
                </a:lnTo>
                <a:lnTo>
                  <a:pt x="44570" y="41900"/>
                </a:lnTo>
                <a:close/>
              </a:path>
            </a:pathLst>
          </a:custGeom>
          <a:solidFill>
            <a:srgbClr val="3B7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FBF3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69754" y="1360080"/>
            <a:ext cx="220492" cy="209701"/>
          </a:xfrm>
          <a:custGeom>
            <a:avLst/>
            <a:gdLst/>
            <a:ahLst/>
            <a:cxnLst/>
            <a:rect l="l" t="t" r="r" b="b"/>
            <a:pathLst>
              <a:path w="220492" h="209701">
                <a:moveTo>
                  <a:pt x="110246" y="0"/>
                </a:moveTo>
                <a:lnTo>
                  <a:pt x="138389" y="77184"/>
                </a:lnTo>
                <a:lnTo>
                  <a:pt x="220492" y="80099"/>
                </a:lnTo>
                <a:lnTo>
                  <a:pt x="155783" y="130716"/>
                </a:lnTo>
                <a:lnTo>
                  <a:pt x="178382" y="209701"/>
                </a:lnTo>
                <a:lnTo>
                  <a:pt x="110246" y="163800"/>
                </a:lnTo>
                <a:lnTo>
                  <a:pt x="42110" y="209701"/>
                </a:lnTo>
                <a:lnTo>
                  <a:pt x="64709" y="130716"/>
                </a:lnTo>
                <a:lnTo>
                  <a:pt x="0" y="80099"/>
                </a:lnTo>
                <a:lnTo>
                  <a:pt x="82103" y="7718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6E570C"/>
                </a:solidFill>
                <a:latin typeface="맑은 고딕"/>
                <a:ea typeface="맑은 고딕"/>
              </a:rPr>
              <a:t>내일이 기다려지는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6E570C"/>
                </a:solidFill>
                <a:latin typeface="맑은 고딕"/>
                <a:ea typeface="맑은 고딕"/>
              </a:rPr>
              <a:t>학교를 만듭니다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86C4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