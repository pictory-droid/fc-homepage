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42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A960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56805" y="219024"/>
            <a:ext cx="302390" cy="287590"/>
          </a:xfrm>
          <a:custGeom>
            <a:avLst/>
            <a:gdLst/>
            <a:ahLst/>
            <a:cxnLst/>
            <a:rect l="l" t="t" r="r" b="b"/>
            <a:pathLst>
              <a:path w="302390" h="287590">
                <a:moveTo>
                  <a:pt x="151195" y="0"/>
                </a:moveTo>
                <a:lnTo>
                  <a:pt x="189791" y="105853"/>
                </a:lnTo>
                <a:lnTo>
                  <a:pt x="302390" y="109850"/>
                </a:lnTo>
                <a:lnTo>
                  <a:pt x="213645" y="179267"/>
                </a:lnTo>
                <a:lnTo>
                  <a:pt x="244639" y="287590"/>
                </a:lnTo>
                <a:lnTo>
                  <a:pt x="151195" y="224640"/>
                </a:lnTo>
                <a:lnTo>
                  <a:pt x="57751" y="287590"/>
                </a:lnTo>
                <a:lnTo>
                  <a:pt x="88745" y="179267"/>
                </a:lnTo>
                <a:lnTo>
                  <a:pt x="0" y="109850"/>
                </a:lnTo>
                <a:lnTo>
                  <a:pt x="112599" y="105853"/>
                </a:lnTo>
                <a:close/>
              </a:path>
            </a:pathLst>
          </a:cu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9D7D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0D4E0"/>
                </a:solidFill>
                <a:latin typeface="맑은 고딕"/>
                <a:ea typeface="맑은 고딕"/>
              </a:rPr>
              <a:t>담임 교사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EFD2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D4E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D4E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0D4E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2F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CC82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8A50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9754" y="1360080"/>
            <a:ext cx="220492" cy="209701"/>
          </a:xfrm>
          <a:custGeom>
            <a:avLst/>
            <a:gdLst/>
            <a:ahLst/>
            <a:cxnLst/>
            <a:rect l="l" t="t" r="r" b="b"/>
            <a:pathLst>
              <a:path w="220492" h="209701">
                <a:moveTo>
                  <a:pt x="110246" y="0"/>
                </a:moveTo>
                <a:lnTo>
                  <a:pt x="138389" y="77184"/>
                </a:lnTo>
                <a:lnTo>
                  <a:pt x="220492" y="80099"/>
                </a:lnTo>
                <a:lnTo>
                  <a:pt x="155783" y="130716"/>
                </a:lnTo>
                <a:lnTo>
                  <a:pt x="178382" y="209701"/>
                </a:lnTo>
                <a:lnTo>
                  <a:pt x="110246" y="163800"/>
                </a:lnTo>
                <a:lnTo>
                  <a:pt x="42110" y="209701"/>
                </a:lnTo>
                <a:lnTo>
                  <a:pt x="64709" y="130716"/>
                </a:lnTo>
                <a:lnTo>
                  <a:pt x="0" y="80099"/>
                </a:lnTo>
                <a:lnTo>
                  <a:pt x="82103" y="7718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공부보다 마음을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먼저 돌봅니다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EB6C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