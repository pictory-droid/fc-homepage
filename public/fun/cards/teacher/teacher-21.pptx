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791753" cy="1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79175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C7DA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669A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C7DA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C7DA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C7DA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공부보다 마음을 먼저 돌봅니다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