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6C8E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배OO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A7ABB4"/>
                </a:solidFill>
                <a:latin typeface="맑은 고딕"/>
                <a:ea typeface="맑은 고딕"/>
              </a:rPr>
              <a:t>국어 교사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B2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B2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B2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B2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B2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B2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B2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B2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B2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B2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B2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B2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B2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B2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B2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B2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B2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B2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C4928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B2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코딩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논술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B2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sp>
        <p:nvSpPr>
          <p:cNvPr id="63" name="Oval 62"/>
          <p:cNvSpPr/>
          <p:nvPr/>
        </p:nvSpPr>
        <p:spPr>
          <a:xfrm>
            <a:off x="1407600" y="1159200"/>
            <a:ext cx="43200" cy="43200"/>
          </a:xfrm>
          <a:prstGeom prst="ellipse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텍스트"/>
          <p:cNvSpPr txBox="1"/>
          <p:nvPr/>
        </p:nvSpPr>
        <p:spPr>
          <a:xfrm>
            <a:off x="1512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개별 지도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F2E3C8"/>
            </a:solidFill>
          </a:ln>
        </p:spPr>
      </p:cxnSp>
      <p:sp>
        <p:nvSpPr>
          <p:cNvPr id="66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C4928"/>
                </a:solidFill>
                <a:latin typeface="맑은 고딕"/>
                <a:ea typeface="맑은 고딕"/>
              </a:rPr>
              <a:t>평일 13:00 – 21:00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국어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