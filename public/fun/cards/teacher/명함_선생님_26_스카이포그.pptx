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7ABB4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F2E3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C4928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F2E3C8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C4928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