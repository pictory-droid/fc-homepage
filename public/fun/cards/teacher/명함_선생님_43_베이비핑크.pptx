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35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8F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8FB8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4357"/>
                </a:solidFill>
                <a:latin typeface="맑은 고딕"/>
                <a:ea typeface="맑은 고딕"/>
              </a:rPr>
              <a:t>영어 강사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35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35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35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