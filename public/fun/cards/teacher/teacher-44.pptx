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E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144000"/>
            <a:ext cx="201600" cy="21600"/>
          </a:xfrm>
          <a:prstGeom prst="rect">
            <a:avLst/>
          </a:prstGeom>
          <a:solidFill>
            <a:srgbClr val="E516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736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연주혁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16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2154C"/>
                </a:solidFill>
                <a:latin typeface="맑은 고딕"/>
                <a:ea typeface="맑은 고딕"/>
              </a:rPr>
              <a:t>유치원 교사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304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62154C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051200"/>
            <a:ext cx="2736000" cy="0"/>
          </a:xfrm>
          <a:prstGeom prst="line">
            <a:avLst/>
          </a:prstGeom>
          <a:ln w="5760">
            <a:solidFill>
              <a:srgbClr val="F8BEE3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1232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62154C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00000" y="11016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274400"/>
            <a:ext cx="2736000" cy="0"/>
          </a:xfrm>
          <a:prstGeom prst="line">
            <a:avLst/>
          </a:prstGeom>
          <a:ln w="5760">
            <a:solidFill>
              <a:srgbClr val="F8BEE3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3464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62154C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00000" y="13248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497600"/>
            <a:ext cx="2736000" cy="0"/>
          </a:xfrm>
          <a:prstGeom prst="line">
            <a:avLst/>
          </a:prstGeom>
          <a:ln w="5760">
            <a:solidFill>
              <a:srgbClr val="F8BEE3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5696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62154C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00000" y="15480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720800"/>
            <a:ext cx="2736000" cy="0"/>
          </a:xfrm>
          <a:prstGeom prst="line">
            <a:avLst/>
          </a:prstGeom>
          <a:ln w="5760">
            <a:solidFill>
              <a:srgbClr val="F8BEE3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91200" y="511200"/>
            <a:ext cx="57600" cy="57600"/>
          </a:xfrm>
          <a:prstGeom prst="ellipse">
            <a:avLst/>
          </a:prstGeom>
          <a:solidFill>
            <a:srgbClr val="E516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684000"/>
            <a:ext cx="2448000" cy="50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오늘도 한 아이의 편이 되겠습니다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A3A9B5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유치원 교사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