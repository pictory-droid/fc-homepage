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944000" y="540000"/>
            <a:ext cx="1296000" cy="1260000"/>
          </a:xfrm>
          <a:custGeom>
            <a:avLst/>
            <a:gdLst/>
            <a:ahLst/>
            <a:cxnLst/>
            <a:rect l="l" t="t" r="r" b="b"/>
            <a:pathLst>
              <a:path w="1296000" h="1260000">
                <a:moveTo>
                  <a:pt x="1296000" y="1260000"/>
                </a:moveTo>
                <a:lnTo>
                  <a:pt x="1296000" y="0"/>
                </a:lnTo>
                <a:lnTo>
                  <a:pt x="0" y="1260000"/>
                </a:lnTo>
                <a:close/>
              </a:path>
            </a:pathLst>
          </a:cu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720000" y="0"/>
                </a:lnTo>
                <a:lnTo>
                  <a:pt x="0" y="720000"/>
                </a:lnTo>
                <a:close/>
              </a:path>
            </a:pathLst>
          </a:custGeom>
          <a:solidFill>
            <a:srgbClr val="D6E9E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829456" y="1401408"/>
            <a:ext cx="117216" cy="170496"/>
          </a:xfrm>
          <a:custGeom>
            <a:avLst/>
            <a:gdLst/>
            <a:ahLst/>
            <a:cxnLst/>
            <a:rect l="l" t="t" r="r" b="b"/>
            <a:pathLst>
              <a:path w="117216" h="170496">
                <a:moveTo>
                  <a:pt x="0" y="0"/>
                </a:moveTo>
                <a:lnTo>
                  <a:pt x="117216" y="21312"/>
                </a:lnTo>
                <a:lnTo>
                  <a:pt x="117216" y="170496"/>
                </a:lnTo>
                <a:lnTo>
                  <a:pt x="0" y="1491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957328" y="1401408"/>
            <a:ext cx="117216" cy="170496"/>
          </a:xfrm>
          <a:custGeom>
            <a:avLst/>
            <a:gdLst/>
            <a:ahLst/>
            <a:cxnLst/>
            <a:rect l="l" t="t" r="r" b="b"/>
            <a:pathLst>
              <a:path w="117216" h="170496">
                <a:moveTo>
                  <a:pt x="117216" y="0"/>
                </a:moveTo>
                <a:lnTo>
                  <a:pt x="0" y="21312"/>
                </a:lnTo>
                <a:lnTo>
                  <a:pt x="0" y="170496"/>
                </a:lnTo>
                <a:lnTo>
                  <a:pt x="117216" y="149184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016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87A7B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36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274649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55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477F84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000" y="864000"/>
            <a:ext cx="230400" cy="1440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52000" y="1044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77F84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96000" y="1044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74649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212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77F84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96000" y="1212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74649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81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77F84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381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7464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6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7DA8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오늘도 한 아이의 편이 되겠습니다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7DA8AB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7DA8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B3BEB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7" name="Freeform 6"/>
          <p:cNvSpPr/>
          <p:nvPr/>
        </p:nvSpPr>
        <p:spPr>
          <a:xfrm>
            <a:off x="1537200" y="273600"/>
            <a:ext cx="79200" cy="115200"/>
          </a:xfrm>
          <a:custGeom>
            <a:avLst/>
            <a:gdLst/>
            <a:ahLst/>
            <a:cxnLst/>
            <a:rect l="l" t="t" r="r" b="b"/>
            <a:pathLst>
              <a:path w="79200" h="115200">
                <a:moveTo>
                  <a:pt x="0" y="0"/>
                </a:moveTo>
                <a:lnTo>
                  <a:pt x="79200" y="14400"/>
                </a:lnTo>
                <a:lnTo>
                  <a:pt x="79200" y="115200"/>
                </a:lnTo>
                <a:lnTo>
                  <a:pt x="0" y="100800"/>
                </a:lnTo>
                <a:close/>
              </a:path>
            </a:pathLst>
          </a:custGeom>
          <a:solidFill>
            <a:srgbClr val="7DA8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623600" y="273600"/>
            <a:ext cx="79200" cy="115200"/>
          </a:xfrm>
          <a:custGeom>
            <a:avLst/>
            <a:gdLst/>
            <a:ahLst/>
            <a:cxnLst/>
            <a:rect l="l" t="t" r="r" b="b"/>
            <a:pathLst>
              <a:path w="79200" h="115200">
                <a:moveTo>
                  <a:pt x="79200" y="0"/>
                </a:moveTo>
                <a:lnTo>
                  <a:pt x="0" y="14400"/>
                </a:lnTo>
                <a:lnTo>
                  <a:pt x="0" y="115200"/>
                </a:lnTo>
                <a:lnTo>
                  <a:pt x="79200" y="100800"/>
                </a:lnTo>
                <a:close/>
              </a:path>
            </a:pathLst>
          </a:custGeom>
          <a:solidFill>
            <a:srgbClr val="4A6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