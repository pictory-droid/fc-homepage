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E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2154C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2154C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2154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2154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2154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F8BEE3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E516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