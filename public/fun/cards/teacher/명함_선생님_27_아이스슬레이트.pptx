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7B86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B1B7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CCD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C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C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C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4171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28A6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E6E4DF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28A6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E6E4DF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28A6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E6E4DF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28A6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E6E4DF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