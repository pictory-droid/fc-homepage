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160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B1B7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7B86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7B86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7B86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7B86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7B86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7B86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B1B7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7B86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7B86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B1B7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7B86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7B86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B1B7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7B86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7B86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B1B7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7B86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7B86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7B86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8887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B1B7B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8887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피아노 선생님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백OO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7CCD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7B868F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7CCD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7CCD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7CCD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7B868F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7B868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4171D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A28A68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수학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E6E4DF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A28A6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영어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E6E4DF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A28A6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E6E4DF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A28A68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E6E4DF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666B73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66B73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피아노 선생님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