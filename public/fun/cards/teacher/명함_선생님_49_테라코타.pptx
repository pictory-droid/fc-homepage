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60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7376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7376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ACB7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6B7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BCCCD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