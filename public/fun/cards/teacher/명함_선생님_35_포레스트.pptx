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F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2F5D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AD7C29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C5D2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E322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E322C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C5D2C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322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322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322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FBCC3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FBCC3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FBCC3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