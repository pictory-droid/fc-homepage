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F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764000" y="252000"/>
            <a:ext cx="1224000" cy="1224000"/>
          </a:xfrm>
          <a:prstGeom prst="ellipse">
            <a:avLst/>
          </a:prstGeom>
          <a:solidFill>
            <a:srgbClr val="2F5D45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68800" y="115200"/>
            <a:ext cx="849600" cy="849600"/>
          </a:xfrm>
          <a:prstGeom prst="ellipse">
            <a:avLst/>
          </a:prstGeom>
          <a:solidFill>
            <a:srgbClr val="AD7C29">
              <a:alpha val="8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98400" y="921600"/>
            <a:ext cx="691200" cy="691200"/>
          </a:xfrm>
          <a:prstGeom prst="ellipse">
            <a:avLst/>
          </a:prstGeom>
          <a:solidFill>
            <a:srgbClr val="14171D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02000" y="90000"/>
            <a:ext cx="1548000" cy="1548000"/>
          </a:xfrm>
          <a:prstGeom prst="ellipse">
            <a:avLst/>
          </a:prstGeom>
          <a:noFill/>
          <a:ln w="5040">
            <a:solidFill>
              <a:srgbClr val="C5D2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80000" y="1476000"/>
            <a:ext cx="72000" cy="72000"/>
          </a:xfrm>
          <a:prstGeom prst="ellipse">
            <a:avLst/>
          </a:prstGeom>
          <a:solidFill>
            <a:srgbClr val="AD7C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E322C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성OO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1E322C"/>
                </a:solidFill>
                <a:latin typeface="맑은 고딕"/>
                <a:ea typeface="맑은 고딕"/>
              </a:rPr>
              <a:t>어린이집 원장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80000"/>
            <a:ext cx="1260000" cy="0"/>
          </a:xfrm>
          <a:prstGeom prst="line">
            <a:avLst/>
          </a:prstGeom>
          <a:ln w="3600">
            <a:solidFill>
              <a:srgbClr val="C5D2CB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17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E322C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115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299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E322C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288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29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E322C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4184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B2D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FBCC3"/>
                </a:solidFill>
                <a:latin typeface="맑은 고딕"/>
                <a:ea typeface="맑은 고딕"/>
              </a:rPr>
              <a:t>수업 안내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B35F72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과학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B35F72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사회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B35F72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미술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B35F72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DFBCC3"/>
                </a:solidFill>
                <a:latin typeface="맑은 고딕"/>
                <a:ea typeface="맑은 고딕"/>
              </a:rPr>
              <a:t>평일 09:00 – 17:00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DFBCC3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어린이집 원장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