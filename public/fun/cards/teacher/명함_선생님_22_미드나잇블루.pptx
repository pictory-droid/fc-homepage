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9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4255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B9C0CB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9C0CB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9C0CB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0C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0C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C0C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0F0ED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0F0ED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0F0ED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F0F0ED"/>
          </a:solidFill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상담 시간 사전 예약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