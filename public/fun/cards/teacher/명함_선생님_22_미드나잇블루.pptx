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3395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016000" y="0"/>
            <a:ext cx="1224000" cy="756000"/>
          </a:xfrm>
          <a:prstGeom prst="rect">
            <a:avLst/>
          </a:prstGeom>
          <a:solidFill>
            <a:srgbClr val="42557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 flipV="1">
            <a:off x="2016000" y="0"/>
            <a:ext cx="64800" cy="64800"/>
          </a:xfrm>
          <a:prstGeom prst="line">
            <a:avLst/>
          </a:prstGeom>
          <a:ln w="3600">
            <a:solidFill>
              <a:srgbClr val="B9C0CB"/>
            </a:solidFill>
          </a:ln>
        </p:spPr>
      </p:cxnSp>
      <p:cxnSp>
        <p:nvCxnSpPr>
          <p:cNvPr id="4" name="Connector 3"/>
          <p:cNvCxnSpPr/>
          <p:nvPr/>
        </p:nvCxnSpPr>
        <p:spPr>
          <a:xfrm flipV="1">
            <a:off x="2016000" y="0"/>
            <a:ext cx="129600" cy="129600"/>
          </a:xfrm>
          <a:prstGeom prst="line">
            <a:avLst/>
          </a:prstGeom>
          <a:ln w="3600">
            <a:solidFill>
              <a:srgbClr val="B9C0CB"/>
            </a:solidFill>
          </a:ln>
        </p:spPr>
      </p:cxnSp>
      <p:cxnSp>
        <p:nvCxnSpPr>
          <p:cNvPr id="5" name="Connector 4"/>
          <p:cNvCxnSpPr/>
          <p:nvPr/>
        </p:nvCxnSpPr>
        <p:spPr>
          <a:xfrm flipV="1">
            <a:off x="2016000" y="0"/>
            <a:ext cx="194400" cy="194400"/>
          </a:xfrm>
          <a:prstGeom prst="line">
            <a:avLst/>
          </a:prstGeom>
          <a:ln w="3600">
            <a:solidFill>
              <a:srgbClr val="B9C0CB"/>
            </a:solidFill>
          </a:ln>
        </p:spPr>
      </p:cxnSp>
      <p:cxnSp>
        <p:nvCxnSpPr>
          <p:cNvPr id="6" name="Connector 5"/>
          <p:cNvCxnSpPr/>
          <p:nvPr/>
        </p:nvCxnSpPr>
        <p:spPr>
          <a:xfrm flipV="1">
            <a:off x="2016000" y="0"/>
            <a:ext cx="259200" cy="259200"/>
          </a:xfrm>
          <a:prstGeom prst="line">
            <a:avLst/>
          </a:prstGeom>
          <a:ln w="3600">
            <a:solidFill>
              <a:srgbClr val="B9C0CB"/>
            </a:solidFill>
          </a:ln>
        </p:spPr>
      </p:cxnSp>
      <p:cxnSp>
        <p:nvCxnSpPr>
          <p:cNvPr id="7" name="Connector 6"/>
          <p:cNvCxnSpPr/>
          <p:nvPr/>
        </p:nvCxnSpPr>
        <p:spPr>
          <a:xfrm flipV="1">
            <a:off x="2016000" y="0"/>
            <a:ext cx="324000" cy="324000"/>
          </a:xfrm>
          <a:prstGeom prst="line">
            <a:avLst/>
          </a:prstGeom>
          <a:ln w="3600">
            <a:solidFill>
              <a:srgbClr val="B9C0CB"/>
            </a:solidFill>
          </a:ln>
        </p:spPr>
      </p:cxnSp>
      <p:cxnSp>
        <p:nvCxnSpPr>
          <p:cNvPr id="8" name="Connector 7"/>
          <p:cNvCxnSpPr/>
          <p:nvPr/>
        </p:nvCxnSpPr>
        <p:spPr>
          <a:xfrm flipV="1">
            <a:off x="2016000" y="0"/>
            <a:ext cx="388800" cy="388800"/>
          </a:xfrm>
          <a:prstGeom prst="line">
            <a:avLst/>
          </a:prstGeom>
          <a:ln w="3600">
            <a:solidFill>
              <a:srgbClr val="B9C0CB"/>
            </a:solidFill>
          </a:ln>
        </p:spPr>
      </p:cxnSp>
      <p:cxnSp>
        <p:nvCxnSpPr>
          <p:cNvPr id="9" name="Connector 8"/>
          <p:cNvCxnSpPr/>
          <p:nvPr/>
        </p:nvCxnSpPr>
        <p:spPr>
          <a:xfrm flipV="1">
            <a:off x="2016000" y="0"/>
            <a:ext cx="453600" cy="453600"/>
          </a:xfrm>
          <a:prstGeom prst="line">
            <a:avLst/>
          </a:prstGeom>
          <a:ln w="3600">
            <a:solidFill>
              <a:srgbClr val="B9C0CB"/>
            </a:solidFill>
          </a:ln>
        </p:spPr>
      </p:cxnSp>
      <p:cxnSp>
        <p:nvCxnSpPr>
          <p:cNvPr id="10" name="Connector 9"/>
          <p:cNvCxnSpPr/>
          <p:nvPr/>
        </p:nvCxnSpPr>
        <p:spPr>
          <a:xfrm flipV="1">
            <a:off x="2016000" y="0"/>
            <a:ext cx="518400" cy="518400"/>
          </a:xfrm>
          <a:prstGeom prst="line">
            <a:avLst/>
          </a:prstGeom>
          <a:ln w="3600">
            <a:solidFill>
              <a:srgbClr val="B9C0CB"/>
            </a:solidFill>
          </a:ln>
        </p:spPr>
      </p:cxnSp>
      <p:cxnSp>
        <p:nvCxnSpPr>
          <p:cNvPr id="11" name="Connector 10"/>
          <p:cNvCxnSpPr/>
          <p:nvPr/>
        </p:nvCxnSpPr>
        <p:spPr>
          <a:xfrm flipV="1">
            <a:off x="2016000" y="0"/>
            <a:ext cx="583200" cy="583200"/>
          </a:xfrm>
          <a:prstGeom prst="line">
            <a:avLst/>
          </a:prstGeom>
          <a:ln w="3600">
            <a:solidFill>
              <a:srgbClr val="B9C0CB"/>
            </a:solidFill>
          </a:ln>
        </p:spPr>
      </p:cxnSp>
      <p:cxnSp>
        <p:nvCxnSpPr>
          <p:cNvPr id="12" name="Connector 11"/>
          <p:cNvCxnSpPr/>
          <p:nvPr/>
        </p:nvCxnSpPr>
        <p:spPr>
          <a:xfrm flipV="1">
            <a:off x="2016000" y="0"/>
            <a:ext cx="648000" cy="648000"/>
          </a:xfrm>
          <a:prstGeom prst="line">
            <a:avLst/>
          </a:prstGeom>
          <a:ln w="3600">
            <a:solidFill>
              <a:srgbClr val="B9C0CB"/>
            </a:solidFill>
          </a:ln>
        </p:spPr>
      </p:cxnSp>
      <p:cxnSp>
        <p:nvCxnSpPr>
          <p:cNvPr id="13" name="Connector 12"/>
          <p:cNvCxnSpPr/>
          <p:nvPr/>
        </p:nvCxnSpPr>
        <p:spPr>
          <a:xfrm flipV="1">
            <a:off x="2016000" y="0"/>
            <a:ext cx="712800" cy="712800"/>
          </a:xfrm>
          <a:prstGeom prst="line">
            <a:avLst/>
          </a:prstGeom>
          <a:ln w="3600">
            <a:solidFill>
              <a:srgbClr val="B9C0CB"/>
            </a:solidFill>
          </a:ln>
        </p:spPr>
      </p:cxnSp>
      <p:cxnSp>
        <p:nvCxnSpPr>
          <p:cNvPr id="14" name="Connector 13"/>
          <p:cNvCxnSpPr/>
          <p:nvPr/>
        </p:nvCxnSpPr>
        <p:spPr>
          <a:xfrm flipV="1">
            <a:off x="2037600" y="0"/>
            <a:ext cx="756000" cy="756000"/>
          </a:xfrm>
          <a:prstGeom prst="line">
            <a:avLst/>
          </a:prstGeom>
          <a:ln w="3600">
            <a:solidFill>
              <a:srgbClr val="B9C0CB"/>
            </a:solidFill>
          </a:ln>
        </p:spPr>
      </p:cxnSp>
      <p:cxnSp>
        <p:nvCxnSpPr>
          <p:cNvPr id="15" name="Connector 14"/>
          <p:cNvCxnSpPr/>
          <p:nvPr/>
        </p:nvCxnSpPr>
        <p:spPr>
          <a:xfrm flipV="1">
            <a:off x="2102400" y="0"/>
            <a:ext cx="756000" cy="756000"/>
          </a:xfrm>
          <a:prstGeom prst="line">
            <a:avLst/>
          </a:prstGeom>
          <a:ln w="3600">
            <a:solidFill>
              <a:srgbClr val="B9C0CB"/>
            </a:solidFill>
          </a:ln>
        </p:spPr>
      </p:cxnSp>
      <p:cxnSp>
        <p:nvCxnSpPr>
          <p:cNvPr id="16" name="Connector 15"/>
          <p:cNvCxnSpPr/>
          <p:nvPr/>
        </p:nvCxnSpPr>
        <p:spPr>
          <a:xfrm flipV="1">
            <a:off x="2167200" y="0"/>
            <a:ext cx="756000" cy="756000"/>
          </a:xfrm>
          <a:prstGeom prst="line">
            <a:avLst/>
          </a:prstGeom>
          <a:ln w="3600">
            <a:solidFill>
              <a:srgbClr val="B9C0CB"/>
            </a:solidFill>
          </a:ln>
        </p:spPr>
      </p:cxnSp>
      <p:cxnSp>
        <p:nvCxnSpPr>
          <p:cNvPr id="17" name="Connector 16"/>
          <p:cNvCxnSpPr/>
          <p:nvPr/>
        </p:nvCxnSpPr>
        <p:spPr>
          <a:xfrm flipV="1">
            <a:off x="2232000" y="0"/>
            <a:ext cx="756000" cy="756000"/>
          </a:xfrm>
          <a:prstGeom prst="line">
            <a:avLst/>
          </a:prstGeom>
          <a:ln w="3600">
            <a:solidFill>
              <a:srgbClr val="B9C0CB"/>
            </a:solidFill>
          </a:ln>
        </p:spPr>
      </p:cxnSp>
      <p:cxnSp>
        <p:nvCxnSpPr>
          <p:cNvPr id="18" name="Connector 17"/>
          <p:cNvCxnSpPr/>
          <p:nvPr/>
        </p:nvCxnSpPr>
        <p:spPr>
          <a:xfrm flipV="1">
            <a:off x="2296800" y="0"/>
            <a:ext cx="756000" cy="756000"/>
          </a:xfrm>
          <a:prstGeom prst="line">
            <a:avLst/>
          </a:prstGeom>
          <a:ln w="3600">
            <a:solidFill>
              <a:srgbClr val="B9C0CB"/>
            </a:solidFill>
          </a:ln>
        </p:spPr>
      </p:cxnSp>
      <p:cxnSp>
        <p:nvCxnSpPr>
          <p:cNvPr id="19" name="Connector 18"/>
          <p:cNvCxnSpPr/>
          <p:nvPr/>
        </p:nvCxnSpPr>
        <p:spPr>
          <a:xfrm flipV="1">
            <a:off x="2361600" y="0"/>
            <a:ext cx="756000" cy="756000"/>
          </a:xfrm>
          <a:prstGeom prst="line">
            <a:avLst/>
          </a:prstGeom>
          <a:ln w="3600">
            <a:solidFill>
              <a:srgbClr val="B9C0CB"/>
            </a:solidFill>
          </a:ln>
        </p:spPr>
      </p:cxnSp>
      <p:cxnSp>
        <p:nvCxnSpPr>
          <p:cNvPr id="20" name="Connector 19"/>
          <p:cNvCxnSpPr/>
          <p:nvPr/>
        </p:nvCxnSpPr>
        <p:spPr>
          <a:xfrm flipV="1">
            <a:off x="2426400" y="0"/>
            <a:ext cx="756000" cy="756000"/>
          </a:xfrm>
          <a:prstGeom prst="line">
            <a:avLst/>
          </a:prstGeom>
          <a:ln w="3600">
            <a:solidFill>
              <a:srgbClr val="B9C0CB"/>
            </a:solidFill>
          </a:ln>
        </p:spPr>
      </p:cxnSp>
      <p:cxnSp>
        <p:nvCxnSpPr>
          <p:cNvPr id="21" name="Connector 20"/>
          <p:cNvCxnSpPr/>
          <p:nvPr/>
        </p:nvCxnSpPr>
        <p:spPr>
          <a:xfrm flipV="1">
            <a:off x="2491200" y="7200"/>
            <a:ext cx="748800" cy="748800"/>
          </a:xfrm>
          <a:prstGeom prst="line">
            <a:avLst/>
          </a:prstGeom>
          <a:ln w="3600">
            <a:solidFill>
              <a:srgbClr val="B9C0CB"/>
            </a:solidFill>
          </a:ln>
        </p:spPr>
      </p:cxnSp>
      <p:cxnSp>
        <p:nvCxnSpPr>
          <p:cNvPr id="22" name="Connector 21"/>
          <p:cNvCxnSpPr/>
          <p:nvPr/>
        </p:nvCxnSpPr>
        <p:spPr>
          <a:xfrm flipV="1">
            <a:off x="2556000" y="72000"/>
            <a:ext cx="684000" cy="684000"/>
          </a:xfrm>
          <a:prstGeom prst="line">
            <a:avLst/>
          </a:prstGeom>
          <a:ln w="3600">
            <a:solidFill>
              <a:srgbClr val="B9C0CB"/>
            </a:solidFill>
          </a:ln>
        </p:spPr>
      </p:cxnSp>
      <p:cxnSp>
        <p:nvCxnSpPr>
          <p:cNvPr id="23" name="Connector 22"/>
          <p:cNvCxnSpPr/>
          <p:nvPr/>
        </p:nvCxnSpPr>
        <p:spPr>
          <a:xfrm flipV="1">
            <a:off x="2620800" y="136800"/>
            <a:ext cx="619200" cy="619200"/>
          </a:xfrm>
          <a:prstGeom prst="line">
            <a:avLst/>
          </a:prstGeom>
          <a:ln w="3600">
            <a:solidFill>
              <a:srgbClr val="B9C0CB"/>
            </a:solidFill>
          </a:ln>
        </p:spPr>
      </p:cxnSp>
      <p:cxnSp>
        <p:nvCxnSpPr>
          <p:cNvPr id="24" name="Connector 23"/>
          <p:cNvCxnSpPr/>
          <p:nvPr/>
        </p:nvCxnSpPr>
        <p:spPr>
          <a:xfrm flipV="1">
            <a:off x="2685600" y="201600"/>
            <a:ext cx="554400" cy="554400"/>
          </a:xfrm>
          <a:prstGeom prst="line">
            <a:avLst/>
          </a:prstGeom>
          <a:ln w="3600">
            <a:solidFill>
              <a:srgbClr val="B9C0CB"/>
            </a:solidFill>
          </a:ln>
        </p:spPr>
      </p:cxnSp>
      <p:cxnSp>
        <p:nvCxnSpPr>
          <p:cNvPr id="25" name="Connector 24"/>
          <p:cNvCxnSpPr/>
          <p:nvPr/>
        </p:nvCxnSpPr>
        <p:spPr>
          <a:xfrm flipV="1">
            <a:off x="2750400" y="266400"/>
            <a:ext cx="489600" cy="489600"/>
          </a:xfrm>
          <a:prstGeom prst="line">
            <a:avLst/>
          </a:prstGeom>
          <a:ln w="3600">
            <a:solidFill>
              <a:srgbClr val="B9C0CB"/>
            </a:solidFill>
          </a:ln>
        </p:spPr>
      </p:cxnSp>
      <p:cxnSp>
        <p:nvCxnSpPr>
          <p:cNvPr id="26" name="Connector 25"/>
          <p:cNvCxnSpPr/>
          <p:nvPr/>
        </p:nvCxnSpPr>
        <p:spPr>
          <a:xfrm flipV="1">
            <a:off x="2815200" y="331200"/>
            <a:ext cx="424800" cy="424800"/>
          </a:xfrm>
          <a:prstGeom prst="line">
            <a:avLst/>
          </a:prstGeom>
          <a:ln w="3600">
            <a:solidFill>
              <a:srgbClr val="B9C0CB"/>
            </a:solidFill>
          </a:ln>
        </p:spPr>
      </p:cxnSp>
      <p:cxnSp>
        <p:nvCxnSpPr>
          <p:cNvPr id="27" name="Connector 26"/>
          <p:cNvCxnSpPr/>
          <p:nvPr/>
        </p:nvCxnSpPr>
        <p:spPr>
          <a:xfrm flipV="1">
            <a:off x="2880000" y="396000"/>
            <a:ext cx="360000" cy="360000"/>
          </a:xfrm>
          <a:prstGeom prst="line">
            <a:avLst/>
          </a:prstGeom>
          <a:ln w="3600">
            <a:solidFill>
              <a:srgbClr val="B9C0CB"/>
            </a:solidFill>
          </a:ln>
        </p:spPr>
      </p:cxnSp>
      <p:cxnSp>
        <p:nvCxnSpPr>
          <p:cNvPr id="28" name="Connector 27"/>
          <p:cNvCxnSpPr/>
          <p:nvPr/>
        </p:nvCxnSpPr>
        <p:spPr>
          <a:xfrm flipV="1">
            <a:off x="2944800" y="460800"/>
            <a:ext cx="295200" cy="295200"/>
          </a:xfrm>
          <a:prstGeom prst="line">
            <a:avLst/>
          </a:prstGeom>
          <a:ln w="3600">
            <a:solidFill>
              <a:srgbClr val="B9C0CB"/>
            </a:solidFill>
          </a:ln>
        </p:spPr>
      </p:cxnSp>
      <p:cxnSp>
        <p:nvCxnSpPr>
          <p:cNvPr id="29" name="Connector 28"/>
          <p:cNvCxnSpPr/>
          <p:nvPr/>
        </p:nvCxnSpPr>
        <p:spPr>
          <a:xfrm flipV="1">
            <a:off x="3009600" y="525600"/>
            <a:ext cx="230400" cy="230400"/>
          </a:xfrm>
          <a:prstGeom prst="line">
            <a:avLst/>
          </a:prstGeom>
          <a:ln w="3600">
            <a:solidFill>
              <a:srgbClr val="B9C0CB"/>
            </a:solidFill>
          </a:ln>
        </p:spPr>
      </p:cxnSp>
      <p:cxnSp>
        <p:nvCxnSpPr>
          <p:cNvPr id="30" name="Connector 29"/>
          <p:cNvCxnSpPr/>
          <p:nvPr/>
        </p:nvCxnSpPr>
        <p:spPr>
          <a:xfrm flipV="1">
            <a:off x="3074400" y="590400"/>
            <a:ext cx="165600" cy="165600"/>
          </a:xfrm>
          <a:prstGeom prst="line">
            <a:avLst/>
          </a:prstGeom>
          <a:ln w="3600">
            <a:solidFill>
              <a:srgbClr val="B9C0CB"/>
            </a:solidFill>
          </a:ln>
        </p:spPr>
      </p:cxnSp>
      <p:cxnSp>
        <p:nvCxnSpPr>
          <p:cNvPr id="31" name="Connector 30"/>
          <p:cNvCxnSpPr/>
          <p:nvPr/>
        </p:nvCxnSpPr>
        <p:spPr>
          <a:xfrm flipV="1">
            <a:off x="3139200" y="655200"/>
            <a:ext cx="100800" cy="100800"/>
          </a:xfrm>
          <a:prstGeom prst="line">
            <a:avLst/>
          </a:prstGeom>
          <a:ln w="3600">
            <a:solidFill>
              <a:srgbClr val="B9C0CB"/>
            </a:solidFill>
          </a:ln>
        </p:spPr>
      </p:cxnSp>
      <p:cxnSp>
        <p:nvCxnSpPr>
          <p:cNvPr id="32" name="Connector 31"/>
          <p:cNvCxnSpPr/>
          <p:nvPr/>
        </p:nvCxnSpPr>
        <p:spPr>
          <a:xfrm flipV="1">
            <a:off x="3204000" y="720000"/>
            <a:ext cx="36000" cy="36000"/>
          </a:xfrm>
          <a:prstGeom prst="line">
            <a:avLst/>
          </a:prstGeom>
          <a:ln w="3600">
            <a:solidFill>
              <a:srgbClr val="B9C0CB"/>
            </a:solidFill>
          </a:ln>
        </p:spPr>
      </p:cxnSp>
      <p:sp>
        <p:nvSpPr>
          <p:cNvPr id="33" name="텍스트"/>
          <p:cNvSpPr txBox="1"/>
          <p:nvPr/>
        </p:nvSpPr>
        <p:spPr>
          <a:xfrm>
            <a:off x="252000" y="2520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B9C0CB"/>
                </a:solidFill>
                <a:latin typeface="맑은 고딕"/>
                <a:ea typeface="맑은 고딕"/>
              </a:rPr>
              <a:t>학교 · 학원 이름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252000" y="374400"/>
            <a:ext cx="1548000" cy="0"/>
          </a:xfrm>
          <a:prstGeom prst="line">
            <a:avLst/>
          </a:prstGeom>
          <a:ln w="3600">
            <a:solidFill>
              <a:srgbClr val="586982"/>
            </a:solidFill>
          </a:ln>
        </p:spPr>
      </p:cxnSp>
      <p:sp>
        <p:nvSpPr>
          <p:cNvPr id="35" name="텍스트"/>
          <p:cNvSpPr txBox="1"/>
          <p:nvPr/>
        </p:nvSpPr>
        <p:spPr>
          <a:xfrm>
            <a:off x="252000" y="6768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FFFFFF"/>
                </a:solidFill>
                <a:latin typeface="맑은 고딕"/>
                <a:ea typeface="맑은 고딕"/>
              </a:rPr>
              <a:t>고OO</a:t>
            </a:r>
          </a:p>
        </p:txBody>
      </p:sp>
      <p:sp>
        <p:nvSpPr>
          <p:cNvPr id="36" name="텍스트"/>
          <p:cNvSpPr txBox="1"/>
          <p:nvPr/>
        </p:nvSpPr>
        <p:spPr>
          <a:xfrm>
            <a:off x="252000" y="9288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B9C0CB"/>
                </a:solidFill>
                <a:latin typeface="맑은 고딕"/>
                <a:ea typeface="맑은 고딕"/>
              </a:rPr>
              <a:t>수학 강사</a:t>
            </a:r>
          </a:p>
        </p:txBody>
      </p:sp>
      <p:sp>
        <p:nvSpPr>
          <p:cNvPr id="37" name="텍스트"/>
          <p:cNvSpPr txBox="1"/>
          <p:nvPr/>
        </p:nvSpPr>
        <p:spPr>
          <a:xfrm>
            <a:off x="252000" y="1339200"/>
            <a:ext cx="900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B9C0CB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38" name="텍스트"/>
          <p:cNvSpPr txBox="1"/>
          <p:nvPr/>
        </p:nvSpPr>
        <p:spPr>
          <a:xfrm>
            <a:off x="252000" y="1440000"/>
            <a:ext cx="90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FFFFFF"/>
                </a:solidFill>
                <a:latin typeface="맑은 고딕"/>
                <a:ea typeface="맑은 고딕"/>
              </a:rPr>
              <a:t>010-1234-5678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1072800" y="1339200"/>
            <a:ext cx="0" cy="201600"/>
          </a:xfrm>
          <a:prstGeom prst="line">
            <a:avLst/>
          </a:prstGeom>
          <a:ln w="3600">
            <a:solidFill>
              <a:srgbClr val="586982"/>
            </a:solidFill>
          </a:ln>
        </p:spPr>
      </p:cxnSp>
      <p:sp>
        <p:nvSpPr>
          <p:cNvPr id="40" name="텍스트"/>
          <p:cNvSpPr txBox="1"/>
          <p:nvPr/>
        </p:nvSpPr>
        <p:spPr>
          <a:xfrm>
            <a:off x="1152000" y="1339200"/>
            <a:ext cx="972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B9C0CB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41" name="텍스트"/>
          <p:cNvSpPr txBox="1"/>
          <p:nvPr/>
        </p:nvSpPr>
        <p:spPr>
          <a:xfrm>
            <a:off x="1152000" y="1440000"/>
            <a:ext cx="97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FFFFFF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2044800" y="1339200"/>
            <a:ext cx="0" cy="201600"/>
          </a:xfrm>
          <a:prstGeom prst="line">
            <a:avLst/>
          </a:prstGeom>
          <a:ln w="3600">
            <a:solidFill>
              <a:srgbClr val="586982"/>
            </a:solidFill>
          </a:ln>
        </p:spPr>
      </p:cxnSp>
      <p:sp>
        <p:nvSpPr>
          <p:cNvPr id="43" name="텍스트"/>
          <p:cNvSpPr txBox="1"/>
          <p:nvPr/>
        </p:nvSpPr>
        <p:spPr>
          <a:xfrm>
            <a:off x="2124000" y="1339200"/>
            <a:ext cx="972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B9C0CB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44" name="텍스트"/>
          <p:cNvSpPr txBox="1"/>
          <p:nvPr/>
        </p:nvSpPr>
        <p:spPr>
          <a:xfrm>
            <a:off x="2124000" y="1440000"/>
            <a:ext cx="97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FFFFFF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"/>
          <p:cNvSpPr txBox="1"/>
          <p:nvPr/>
        </p:nvSpPr>
        <p:spPr>
          <a:xfrm>
            <a:off x="252000" y="201600"/>
            <a:ext cx="1512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666B73"/>
                </a:solidFill>
                <a:latin typeface="맑은 고딕"/>
                <a:ea typeface="맑은 고딕"/>
              </a:rPr>
              <a:t>수업 안내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52000" y="396000"/>
            <a:ext cx="1296000" cy="381600"/>
          </a:xfrm>
          <a:prstGeom prst="roundRect">
            <a:avLst>
              <a:gd name="adj" fmla="val 16981"/>
            </a:avLst>
          </a:prstGeom>
          <a:solidFill>
            <a:srgbClr val="F0F0ED"/>
          </a:solidFill>
          <a:ln w="3600">
            <a:solidFill>
              <a:srgbClr val="E6E4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345600" y="558000"/>
            <a:ext cx="57600" cy="57600"/>
          </a:xfrm>
          <a:prstGeom prst="ellipse">
            <a:avLst/>
          </a:prstGeom>
          <a:solidFill>
            <a:srgbClr val="7F846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텍스트"/>
          <p:cNvSpPr txBox="1"/>
          <p:nvPr/>
        </p:nvSpPr>
        <p:spPr>
          <a:xfrm>
            <a:off x="468000" y="396000"/>
            <a:ext cx="1044000" cy="381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044"/>
              </a:lnSpc>
            </a:pPr>
            <a:r>
              <a:rPr sz="720" b="1">
                <a:solidFill>
                  <a:srgbClr val="14171D"/>
                </a:solidFill>
                <a:latin typeface="맑은 고딕"/>
                <a:ea typeface="맑은 고딕"/>
              </a:rPr>
              <a:t>국어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656000" y="396000"/>
            <a:ext cx="1296000" cy="381600"/>
          </a:xfrm>
          <a:prstGeom prst="roundRect">
            <a:avLst>
              <a:gd name="adj" fmla="val 16981"/>
            </a:avLst>
          </a:prstGeom>
          <a:solidFill>
            <a:srgbClr val="F0F0ED"/>
          </a:solidFill>
          <a:ln w="3600">
            <a:solidFill>
              <a:srgbClr val="E6E4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749600" y="558000"/>
            <a:ext cx="57600" cy="57600"/>
          </a:xfrm>
          <a:prstGeom prst="ellipse">
            <a:avLst/>
          </a:prstGeom>
          <a:solidFill>
            <a:srgbClr val="A68A6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텍스트"/>
          <p:cNvSpPr txBox="1"/>
          <p:nvPr/>
        </p:nvSpPr>
        <p:spPr>
          <a:xfrm>
            <a:off x="1872000" y="396000"/>
            <a:ext cx="1044000" cy="381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044"/>
              </a:lnSpc>
            </a:pPr>
            <a:r>
              <a:rPr sz="720" b="1">
                <a:solidFill>
                  <a:srgbClr val="14171D"/>
                </a:solidFill>
                <a:latin typeface="맑은 고딕"/>
                <a:ea typeface="맑은 고딕"/>
              </a:rPr>
              <a:t>수학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52000" y="864000"/>
            <a:ext cx="1296000" cy="381600"/>
          </a:xfrm>
          <a:prstGeom prst="roundRect">
            <a:avLst>
              <a:gd name="adj" fmla="val 16981"/>
            </a:avLst>
          </a:prstGeom>
          <a:solidFill>
            <a:srgbClr val="F0F0ED"/>
          </a:solidFill>
          <a:ln w="3600">
            <a:solidFill>
              <a:srgbClr val="E6E4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345600" y="1026000"/>
            <a:ext cx="57600" cy="57600"/>
          </a:xfrm>
          <a:prstGeom prst="ellipse">
            <a:avLst/>
          </a:prstGeom>
          <a:solidFill>
            <a:srgbClr val="A68A6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텍스트"/>
          <p:cNvSpPr txBox="1"/>
          <p:nvPr/>
        </p:nvSpPr>
        <p:spPr>
          <a:xfrm>
            <a:off x="468000" y="864000"/>
            <a:ext cx="1044000" cy="381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044"/>
              </a:lnSpc>
            </a:pPr>
            <a:r>
              <a:rPr sz="720" b="1">
                <a:solidFill>
                  <a:srgbClr val="14171D"/>
                </a:solidFill>
                <a:latin typeface="맑은 고딕"/>
                <a:ea typeface="맑은 고딕"/>
              </a:rPr>
              <a:t>과학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656000" y="864000"/>
            <a:ext cx="1296000" cy="381600"/>
          </a:xfrm>
          <a:prstGeom prst="roundRect">
            <a:avLst>
              <a:gd name="adj" fmla="val 16981"/>
            </a:avLst>
          </a:prstGeom>
          <a:solidFill>
            <a:srgbClr val="F0F0ED"/>
          </a:solidFill>
          <a:ln w="3600">
            <a:solidFill>
              <a:srgbClr val="E6E4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749600" y="1026000"/>
            <a:ext cx="57600" cy="57600"/>
          </a:xfrm>
          <a:prstGeom prst="ellipse">
            <a:avLst/>
          </a:prstGeom>
          <a:solidFill>
            <a:srgbClr val="7F846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텍스트"/>
          <p:cNvSpPr txBox="1"/>
          <p:nvPr/>
        </p:nvSpPr>
        <p:spPr>
          <a:xfrm>
            <a:off x="1872000" y="864000"/>
            <a:ext cx="1044000" cy="381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044"/>
              </a:lnSpc>
            </a:pPr>
            <a:r>
              <a:rPr sz="720" b="1">
                <a:solidFill>
                  <a:srgbClr val="14171D"/>
                </a:solidFill>
                <a:latin typeface="맑은 고딕"/>
                <a:ea typeface="맑은 고딕"/>
              </a:rPr>
              <a:t>학부모 상담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252000" y="1476000"/>
            <a:ext cx="2736000" cy="1104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41"/>
              </a:lnSpc>
            </a:pPr>
            <a:r>
              <a:rPr sz="580" b="0">
                <a:solidFill>
                  <a:srgbClr val="666B73"/>
                </a:solidFill>
                <a:latin typeface="맑은 고딕"/>
                <a:ea typeface="맑은 고딕"/>
              </a:rPr>
              <a:t>상담 시간 사전 예약   ·   www.example.com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수학 강사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