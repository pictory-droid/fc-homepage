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7D3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168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927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878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E7D3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