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C3D6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67C4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C3D6DB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류OO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D4453"/>
                </a:solidFill>
                <a:latin typeface="맑은 고딕"/>
                <a:ea typeface="맑은 고딕"/>
              </a:rPr>
              <a:t>코딩 강사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C3D6DB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D445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D445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D445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2D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946F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946F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06805" y="885024"/>
            <a:ext cx="302390" cy="287590"/>
          </a:xfrm>
          <a:custGeom>
            <a:avLst/>
            <a:gdLst/>
            <a:ahLst/>
            <a:cxnLst/>
            <a:rect l="l" t="t" r="r" b="b"/>
            <a:pathLst>
              <a:path w="302390" h="287590">
                <a:moveTo>
                  <a:pt x="151195" y="0"/>
                </a:moveTo>
                <a:lnTo>
                  <a:pt x="189791" y="105853"/>
                </a:lnTo>
                <a:lnTo>
                  <a:pt x="302390" y="109850"/>
                </a:lnTo>
                <a:lnTo>
                  <a:pt x="213645" y="179267"/>
                </a:lnTo>
                <a:lnTo>
                  <a:pt x="244639" y="287590"/>
                </a:lnTo>
                <a:lnTo>
                  <a:pt x="151195" y="224640"/>
                </a:lnTo>
                <a:lnTo>
                  <a:pt x="57751" y="287590"/>
                </a:lnTo>
                <a:lnTo>
                  <a:pt x="88745" y="179267"/>
                </a:lnTo>
                <a:lnTo>
                  <a:pt x="0" y="109850"/>
                </a:lnTo>
                <a:lnTo>
                  <a:pt x="112599" y="10585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78494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6" name="Oval 5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A279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국어</a:t>
            </a:r>
          </a:p>
        </p:txBody>
      </p:sp>
      <p:sp>
        <p:nvSpPr>
          <p:cNvPr id="8" name="Oval 7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영어</a:t>
            </a:r>
          </a:p>
        </p:txBody>
      </p:sp>
      <p:sp>
        <p:nvSpPr>
          <p:cNvPr id="10" name="Oval 9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A279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코딩</a:t>
            </a:r>
          </a:p>
        </p:txBody>
      </p:sp>
      <p:sp>
        <p:nvSpPr>
          <p:cNvPr id="12" name="Oval 11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D2C9B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B6B6E"/>
                </a:solidFill>
                <a:latin typeface="맑은 고딕"/>
                <a:ea typeface="맑은 고딕"/>
              </a:rPr>
              <a:t>상담 사전 예약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코딩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