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오지호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수학 강사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66D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66D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66D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음악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66D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