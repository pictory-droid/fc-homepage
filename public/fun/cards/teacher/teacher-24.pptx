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CC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96000"/>
            <a:ext cx="3240000" cy="504000"/>
          </a:xfrm>
          <a:prstGeom prst="rect">
            <a:avLst/>
          </a:prstGeom>
          <a:solidFill>
            <a:srgbClr val="70C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6000"/>
            <a:ext cx="3240000" cy="144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F3B4E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남도현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1F3B4E"/>
                </a:solidFill>
                <a:latin typeface="맑은 고딕"/>
                <a:ea typeface="맑은 고딕"/>
              </a:rPr>
              <a:t>유치원 교사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F3B4E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512000"/>
            <a:ext cx="900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72800" y="1411200"/>
            <a:ext cx="0" cy="201600"/>
          </a:xfrm>
          <a:prstGeom prst="line">
            <a:avLst/>
          </a:prstGeom>
          <a:ln w="3600">
            <a:solidFill>
              <a:srgbClr val="1F3B4E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F3B4E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52000" y="1512000"/>
            <a:ext cx="1008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80800" y="1411200"/>
            <a:ext cx="0" cy="201600"/>
          </a:xfrm>
          <a:prstGeom prst="line">
            <a:avLst/>
          </a:prstGeom>
          <a:ln w="3600">
            <a:solidFill>
              <a:srgbClr val="1F3B4E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F3B4E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0" y="15120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CC3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1F3B4E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1F3B4E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1F3B4E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1F3B4E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1F3B4E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1F3B4E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1F3B4E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1F3B4E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1F3B4E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84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미술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200000" y="684000"/>
            <a:ext cx="84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논술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200000" y="676800"/>
            <a:ext cx="0" cy="230400"/>
          </a:xfrm>
          <a:prstGeom prst="line">
            <a:avLst/>
          </a:prstGeom>
          <a:ln w="3600">
            <a:solidFill>
              <a:srgbClr val="357DA4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2040000" y="684000"/>
            <a:ext cx="84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방과후 수업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040000" y="676800"/>
            <a:ext cx="0" cy="230400"/>
          </a:xfrm>
          <a:prstGeom prst="line">
            <a:avLst/>
          </a:prstGeom>
          <a:ln w="3600">
            <a:solidFill>
              <a:srgbClr val="357DA4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357DA4"/>
            </a:solidFill>
          </a:ln>
        </p:spPr>
      </p:cxnSp>
      <p:sp>
        <p:nvSpPr>
          <p:cNvPr id="18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평일 09:00 – 17:00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INSTAGRAM  @아이디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1F3B4E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유치원 교사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