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C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70C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3B4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F3B4E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F3B4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C3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1F3B4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F3B4E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미술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357DA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F3B4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