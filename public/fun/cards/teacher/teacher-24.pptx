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08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F8F2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A2953D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35454" y="1353456"/>
            <a:ext cx="233092" cy="221684"/>
          </a:xfrm>
          <a:custGeom>
            <a:avLst/>
            <a:gdLst/>
            <a:ahLst/>
            <a:cxnLst/>
            <a:rect l="l" t="t" r="r" b="b"/>
            <a:pathLst>
              <a:path w="233092" h="221684">
                <a:moveTo>
                  <a:pt x="116546" y="0"/>
                </a:moveTo>
                <a:lnTo>
                  <a:pt x="146297" y="81595"/>
                </a:lnTo>
                <a:lnTo>
                  <a:pt x="233092" y="84676"/>
                </a:lnTo>
                <a:lnTo>
                  <a:pt x="164685" y="138185"/>
                </a:lnTo>
                <a:lnTo>
                  <a:pt x="188576" y="221684"/>
                </a:lnTo>
                <a:lnTo>
                  <a:pt x="116546" y="173160"/>
                </a:lnTo>
                <a:lnTo>
                  <a:pt x="44516" y="221684"/>
                </a:lnTo>
                <a:lnTo>
                  <a:pt x="68407" y="138185"/>
                </a:lnTo>
                <a:lnTo>
                  <a:pt x="0" y="84676"/>
                </a:lnTo>
                <a:lnTo>
                  <a:pt x="86795" y="81595"/>
                </a:lnTo>
                <a:close/>
              </a:path>
            </a:pathLst>
          </a:cu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FFFF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남도현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F8F2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056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927022" y="171360"/>
            <a:ext cx="1385956" cy="1318122"/>
          </a:xfrm>
          <a:custGeom>
            <a:avLst/>
            <a:gdLst/>
            <a:ahLst/>
            <a:cxnLst/>
            <a:rect l="l" t="t" r="r" b="b"/>
            <a:pathLst>
              <a:path w="1385956" h="1318122">
                <a:moveTo>
                  <a:pt x="692978" y="0"/>
                </a:moveTo>
                <a:lnTo>
                  <a:pt x="869878" y="485158"/>
                </a:lnTo>
                <a:lnTo>
                  <a:pt x="1385956" y="503478"/>
                </a:lnTo>
                <a:lnTo>
                  <a:pt x="979208" y="821642"/>
                </a:lnTo>
                <a:lnTo>
                  <a:pt x="1121262" y="1318122"/>
                </a:lnTo>
                <a:lnTo>
                  <a:pt x="692978" y="1029600"/>
                </a:lnTo>
                <a:lnTo>
                  <a:pt x="264694" y="1318122"/>
                </a:lnTo>
                <a:lnTo>
                  <a:pt x="406748" y="821642"/>
                </a:lnTo>
                <a:lnTo>
                  <a:pt x="0" y="503478"/>
                </a:lnTo>
                <a:lnTo>
                  <a:pt x="516078" y="485158"/>
                </a:lnTo>
                <a:close/>
              </a:path>
            </a:pathLst>
          </a:custGeom>
          <a:solidFill>
            <a:srgbClr val="CCBD5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60561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바탕"/>
                <a:ea typeface="바탕"/>
              </a:rPr>
              <a:t>각자의 속도를 존중합니다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CCBD5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CFCDB8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