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82D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F3B4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F3B4E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각자의 속도를 존중합니다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1F3B4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