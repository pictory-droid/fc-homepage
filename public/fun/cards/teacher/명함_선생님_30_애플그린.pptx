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백이현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D96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1F402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1F402C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1F402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국어  ·  과학  ·  코딩  ·  미술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358B47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