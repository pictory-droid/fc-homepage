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666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B6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이OO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수학 강사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B6667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B6667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4171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A3B3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D9D5CD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A3B3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D9D5CD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A3B3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D9D5CD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A3B3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D9D5CD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86459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86459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