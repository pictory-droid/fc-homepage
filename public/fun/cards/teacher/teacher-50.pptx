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3240000" cy="1800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2462400" y="158400"/>
            <a:ext cx="43200" cy="43200"/>
          </a:xfrm>
          <a:prstGeom prst="ellipse">
            <a:avLst/>
          </a:prstGeom>
          <a:solidFill>
            <a:srgbClr val="AE4329">
              <a:alpha val="70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2462400" y="266400"/>
            <a:ext cx="43200" cy="43200"/>
          </a:xfrm>
          <a:prstGeom prst="ellipse">
            <a:avLst/>
          </a:prstGeom>
          <a:solidFill>
            <a:srgbClr val="AE4329">
              <a:alpha val="57999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2462400" y="374400"/>
            <a:ext cx="43200" cy="43200"/>
          </a:xfrm>
          <a:prstGeom prst="ellipse">
            <a:avLst/>
          </a:prstGeom>
          <a:solidFill>
            <a:srgbClr val="AE4329">
              <a:alpha val="46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2462400" y="482400"/>
            <a:ext cx="43200" cy="43200"/>
          </a:xfrm>
          <a:prstGeom prst="ellipse">
            <a:avLst/>
          </a:prstGeom>
          <a:solidFill>
            <a:srgbClr val="AE4329">
              <a:alpha val="34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2570400" y="158400"/>
            <a:ext cx="43200" cy="43200"/>
          </a:xfrm>
          <a:prstGeom prst="ellipse">
            <a:avLst/>
          </a:prstGeom>
          <a:solidFill>
            <a:srgbClr val="AE4329">
              <a:alpha val="70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2570400" y="266400"/>
            <a:ext cx="43200" cy="43200"/>
          </a:xfrm>
          <a:prstGeom prst="ellipse">
            <a:avLst/>
          </a:prstGeom>
          <a:solidFill>
            <a:srgbClr val="AE4329">
              <a:alpha val="57999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2570400" y="374400"/>
            <a:ext cx="43200" cy="43200"/>
          </a:xfrm>
          <a:prstGeom prst="ellipse">
            <a:avLst/>
          </a:prstGeom>
          <a:solidFill>
            <a:srgbClr val="AE4329">
              <a:alpha val="46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2570400" y="482400"/>
            <a:ext cx="43200" cy="43200"/>
          </a:xfrm>
          <a:prstGeom prst="ellipse">
            <a:avLst/>
          </a:prstGeom>
          <a:solidFill>
            <a:srgbClr val="AE4329">
              <a:alpha val="34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2678400" y="158400"/>
            <a:ext cx="43200" cy="43200"/>
          </a:xfrm>
          <a:prstGeom prst="ellipse">
            <a:avLst/>
          </a:prstGeom>
          <a:solidFill>
            <a:srgbClr val="AE4329">
              <a:alpha val="70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2678400" y="266400"/>
            <a:ext cx="43200" cy="43200"/>
          </a:xfrm>
          <a:prstGeom prst="ellipse">
            <a:avLst/>
          </a:prstGeom>
          <a:solidFill>
            <a:srgbClr val="AE4329">
              <a:alpha val="57999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2678400" y="374400"/>
            <a:ext cx="43200" cy="43200"/>
          </a:xfrm>
          <a:prstGeom prst="ellipse">
            <a:avLst/>
          </a:prstGeom>
          <a:solidFill>
            <a:srgbClr val="AE4329">
              <a:alpha val="46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2678400" y="482400"/>
            <a:ext cx="43200" cy="43200"/>
          </a:xfrm>
          <a:prstGeom prst="ellipse">
            <a:avLst/>
          </a:prstGeom>
          <a:solidFill>
            <a:srgbClr val="AE4329">
              <a:alpha val="34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2786400" y="158400"/>
            <a:ext cx="43200" cy="43200"/>
          </a:xfrm>
          <a:prstGeom prst="ellipse">
            <a:avLst/>
          </a:prstGeom>
          <a:solidFill>
            <a:srgbClr val="AE4329">
              <a:alpha val="70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2786400" y="266400"/>
            <a:ext cx="43200" cy="43200"/>
          </a:xfrm>
          <a:prstGeom prst="ellipse">
            <a:avLst/>
          </a:prstGeom>
          <a:solidFill>
            <a:srgbClr val="AE4329">
              <a:alpha val="57999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2786400" y="374400"/>
            <a:ext cx="43200" cy="43200"/>
          </a:xfrm>
          <a:prstGeom prst="ellipse">
            <a:avLst/>
          </a:prstGeom>
          <a:solidFill>
            <a:srgbClr val="AE4329">
              <a:alpha val="46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2786400" y="482400"/>
            <a:ext cx="43200" cy="43200"/>
          </a:xfrm>
          <a:prstGeom prst="ellipse">
            <a:avLst/>
          </a:prstGeom>
          <a:solidFill>
            <a:srgbClr val="AE4329">
              <a:alpha val="34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2894400" y="158400"/>
            <a:ext cx="43200" cy="43200"/>
          </a:xfrm>
          <a:prstGeom prst="ellipse">
            <a:avLst/>
          </a:prstGeom>
          <a:solidFill>
            <a:srgbClr val="AE4329">
              <a:alpha val="70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2894400" y="266400"/>
            <a:ext cx="43200" cy="43200"/>
          </a:xfrm>
          <a:prstGeom prst="ellipse">
            <a:avLst/>
          </a:prstGeom>
          <a:solidFill>
            <a:srgbClr val="AE4329">
              <a:alpha val="57999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2894400" y="374400"/>
            <a:ext cx="43200" cy="43200"/>
          </a:xfrm>
          <a:prstGeom prst="ellipse">
            <a:avLst/>
          </a:prstGeom>
          <a:solidFill>
            <a:srgbClr val="AE4329">
              <a:alpha val="46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2894400" y="482400"/>
            <a:ext cx="43200" cy="43200"/>
          </a:xfrm>
          <a:prstGeom prst="ellipse">
            <a:avLst/>
          </a:prstGeom>
          <a:solidFill>
            <a:srgbClr val="AE4329">
              <a:alpha val="34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0" y="1663200"/>
            <a:ext cx="3240000" cy="136800"/>
          </a:xfrm>
          <a:prstGeom prst="rect">
            <a:avLst/>
          </a:prstGeom>
          <a:solidFill>
            <a:srgbClr val="AE432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0" y="1663200"/>
            <a:ext cx="936000" cy="136800"/>
          </a:xfrm>
          <a:prstGeom prst="rect">
            <a:avLst/>
          </a:prstGeom>
          <a:solidFill>
            <a:srgbClr val="F5D4C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텍스트"/>
          <p:cNvSpPr txBox="1"/>
          <p:nvPr/>
        </p:nvSpPr>
        <p:spPr>
          <a:xfrm>
            <a:off x="252000" y="208800"/>
            <a:ext cx="1800000" cy="100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87"/>
              </a:lnSpc>
            </a:pPr>
            <a:r>
              <a:rPr sz="750" b="1" spc="150">
                <a:solidFill>
                  <a:srgbClr val="8D6A62"/>
                </a:solidFill>
                <a:latin typeface="맑은 고딕"/>
                <a:ea typeface="맑은 고딕"/>
              </a:rPr>
              <a:t>학교 · 학원 이름</a:t>
            </a:r>
          </a:p>
        </p:txBody>
      </p:sp>
      <p:sp>
        <p:nvSpPr>
          <p:cNvPr id="25" name="텍스트"/>
          <p:cNvSpPr txBox="1"/>
          <p:nvPr/>
        </p:nvSpPr>
        <p:spPr>
          <a:xfrm>
            <a:off x="252000" y="540000"/>
            <a:ext cx="2016000" cy="3136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755"/>
              </a:lnSpc>
            </a:pPr>
            <a:r>
              <a:rPr sz="1900" b="1" spc="50">
                <a:solidFill>
                  <a:srgbClr val="5B2315"/>
                </a:solidFill>
                <a:latin typeface="맑은 고딕"/>
                <a:ea typeface="맑은 고딕"/>
              </a:rPr>
              <a:t>진보미</a:t>
            </a:r>
          </a:p>
        </p:txBody>
      </p:sp>
      <p:sp>
        <p:nvSpPr>
          <p:cNvPr id="26" name="텍스트"/>
          <p:cNvSpPr txBox="1"/>
          <p:nvPr/>
        </p:nvSpPr>
        <p:spPr>
          <a:xfrm>
            <a:off x="252000" y="828000"/>
            <a:ext cx="2016000" cy="12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32"/>
              </a:lnSpc>
            </a:pPr>
            <a:r>
              <a:rPr sz="850" b="1">
                <a:solidFill>
                  <a:srgbClr val="AE4329"/>
                </a:solidFill>
                <a:latin typeface="맑은 고딕"/>
                <a:ea typeface="맑은 고딕"/>
              </a:rPr>
              <a:t>상담 교사</a:t>
            </a:r>
          </a:p>
        </p:txBody>
      </p:sp>
      <p:sp>
        <p:nvSpPr>
          <p:cNvPr id="27" name="텍스트"/>
          <p:cNvSpPr txBox="1"/>
          <p:nvPr/>
        </p:nvSpPr>
        <p:spPr>
          <a:xfrm>
            <a:off x="252000" y="1108800"/>
            <a:ext cx="122400" cy="1689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1">
                <a:solidFill>
                  <a:srgbClr val="AE4329"/>
                </a:solidFill>
                <a:latin typeface="맑은 고딕"/>
                <a:ea typeface="맑은 고딕"/>
              </a:rPr>
              <a:t>T</a:t>
            </a:r>
          </a:p>
        </p:txBody>
      </p:sp>
      <p:sp>
        <p:nvSpPr>
          <p:cNvPr id="28" name="텍스트"/>
          <p:cNvSpPr txBox="1"/>
          <p:nvPr/>
        </p:nvSpPr>
        <p:spPr>
          <a:xfrm>
            <a:off x="396000" y="1108800"/>
            <a:ext cx="1584000" cy="1689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0">
                <a:solidFill>
                  <a:srgbClr val="5B2315"/>
                </a:solidFill>
                <a:latin typeface="맑은 고딕"/>
                <a:ea typeface="맑은 고딕"/>
              </a:rPr>
              <a:t>010-1234-5678</a:t>
            </a:r>
          </a:p>
        </p:txBody>
      </p:sp>
      <p:sp>
        <p:nvSpPr>
          <p:cNvPr id="29" name="텍스트"/>
          <p:cNvSpPr txBox="1"/>
          <p:nvPr/>
        </p:nvSpPr>
        <p:spPr>
          <a:xfrm>
            <a:off x="252000" y="1277711"/>
            <a:ext cx="122400" cy="1689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1">
                <a:solidFill>
                  <a:srgbClr val="AE4329"/>
                </a:solidFill>
                <a:latin typeface="맑은 고딕"/>
                <a:ea typeface="맑은 고딕"/>
              </a:rPr>
              <a:t>E</a:t>
            </a:r>
          </a:p>
        </p:txBody>
      </p:sp>
      <p:sp>
        <p:nvSpPr>
          <p:cNvPr id="30" name="텍스트"/>
          <p:cNvSpPr txBox="1"/>
          <p:nvPr/>
        </p:nvSpPr>
        <p:spPr>
          <a:xfrm>
            <a:off x="396000" y="1277711"/>
            <a:ext cx="1584000" cy="1689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0">
                <a:solidFill>
                  <a:srgbClr val="5B2315"/>
                </a:solidFill>
                <a:latin typeface="맑은 고딕"/>
                <a:ea typeface="맑은 고딕"/>
              </a:rPr>
              <a:t>name@example.com</a:t>
            </a:r>
          </a:p>
        </p:txBody>
      </p:sp>
      <p:sp>
        <p:nvSpPr>
          <p:cNvPr id="31" name="텍스트"/>
          <p:cNvSpPr txBox="1"/>
          <p:nvPr/>
        </p:nvSpPr>
        <p:spPr>
          <a:xfrm>
            <a:off x="252000" y="1446622"/>
            <a:ext cx="122400" cy="1689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1">
                <a:solidFill>
                  <a:srgbClr val="AE4329"/>
                </a:solidFill>
                <a:latin typeface="맑은 고딕"/>
                <a:ea typeface="맑은 고딕"/>
              </a:rPr>
              <a:t>A</a:t>
            </a:r>
          </a:p>
        </p:txBody>
      </p:sp>
      <p:sp>
        <p:nvSpPr>
          <p:cNvPr id="32" name="텍스트"/>
          <p:cNvSpPr txBox="1"/>
          <p:nvPr/>
        </p:nvSpPr>
        <p:spPr>
          <a:xfrm>
            <a:off x="396000" y="1446622"/>
            <a:ext cx="1584000" cy="1689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0">
                <a:solidFill>
                  <a:srgbClr val="5B2315"/>
                </a:solidFill>
                <a:latin typeface="맑은 고딕"/>
                <a:ea typeface="맑은 고딕"/>
              </a:rPr>
              <a:t>주소를 입력해 주세요</a:t>
            </a:r>
          </a:p>
        </p:txBody>
      </p:sp>
      <p:sp>
        <p:nvSpPr>
          <p:cNvPr id="33" name="Freeform 32"/>
          <p:cNvSpPr/>
          <p:nvPr/>
        </p:nvSpPr>
        <p:spPr>
          <a:xfrm>
            <a:off x="2817211" y="1081239"/>
            <a:ext cx="158900" cy="173810"/>
          </a:xfrm>
          <a:custGeom>
            <a:avLst/>
            <a:gdLst/>
            <a:ahLst/>
            <a:cxnLst/>
            <a:rect l="l" t="t" r="r" b="b"/>
            <a:pathLst>
              <a:path w="158900" h="173810">
                <a:moveTo>
                  <a:pt x="114776" y="0"/>
                </a:moveTo>
                <a:lnTo>
                  <a:pt x="158900" y="37025"/>
                </a:lnTo>
                <a:lnTo>
                  <a:pt x="44124" y="173810"/>
                </a:lnTo>
                <a:lnTo>
                  <a:pt x="0" y="136785"/>
                </a:lnTo>
                <a:close/>
              </a:path>
            </a:pathLst>
          </a:custGeom>
          <a:solidFill>
            <a:srgbClr val="AE432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4" name="Freeform 33"/>
          <p:cNvSpPr/>
          <p:nvPr/>
        </p:nvSpPr>
        <p:spPr>
          <a:xfrm>
            <a:off x="2798546" y="1218024"/>
            <a:ext cx="62789" cy="67049"/>
          </a:xfrm>
          <a:custGeom>
            <a:avLst/>
            <a:gdLst/>
            <a:ahLst/>
            <a:cxnLst/>
            <a:rect l="l" t="t" r="r" b="b"/>
            <a:pathLst>
              <a:path w="62789" h="67049">
                <a:moveTo>
                  <a:pt x="18665" y="0"/>
                </a:moveTo>
                <a:lnTo>
                  <a:pt x="62789" y="37025"/>
                </a:lnTo>
                <a:lnTo>
                  <a:pt x="0" y="67049"/>
                </a:lnTo>
                <a:close/>
              </a:path>
            </a:pathLst>
          </a:custGeom>
          <a:solidFill>
            <a:srgbClr val="F5D4C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5" name="Freeform 34"/>
          <p:cNvSpPr/>
          <p:nvPr/>
        </p:nvSpPr>
        <p:spPr>
          <a:xfrm>
            <a:off x="2931987" y="1059177"/>
            <a:ext cx="62636" cy="59087"/>
          </a:xfrm>
          <a:custGeom>
            <a:avLst/>
            <a:gdLst/>
            <a:ahLst/>
            <a:cxnLst/>
            <a:rect l="l" t="t" r="r" b="b"/>
            <a:pathLst>
              <a:path w="62636" h="59087">
                <a:moveTo>
                  <a:pt x="18512" y="0"/>
                </a:moveTo>
                <a:lnTo>
                  <a:pt x="62636" y="37025"/>
                </a:lnTo>
                <a:lnTo>
                  <a:pt x="44124" y="59087"/>
                </a:lnTo>
                <a:lnTo>
                  <a:pt x="0" y="22062"/>
                </a:lnTo>
                <a:close/>
              </a:path>
            </a:pathLst>
          </a:custGeom>
          <a:solidFill>
            <a:srgbClr val="F5D4C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8F2"/>
        </a:solidFill>
        <a:effectLst/>
      </p:bgPr>
    </p:bg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0" y="93600"/>
            <a:ext cx="3240000" cy="0"/>
          </a:xfrm>
          <a:prstGeom prst="line">
            <a:avLst/>
          </a:prstGeom>
          <a:ln w="7200">
            <a:solidFill>
              <a:srgbClr val="3B9177">
                <a:alpha val="30000"/>
              </a:srgbClr>
            </a:solidFill>
          </a:ln>
        </p:spPr>
      </p:cxnSp>
      <p:cxnSp>
        <p:nvCxnSpPr>
          <p:cNvPr id="3" name="Connector 2"/>
          <p:cNvCxnSpPr/>
          <p:nvPr/>
        </p:nvCxnSpPr>
        <p:spPr>
          <a:xfrm>
            <a:off x="0" y="201600"/>
            <a:ext cx="3240000" cy="0"/>
          </a:xfrm>
          <a:prstGeom prst="line">
            <a:avLst/>
          </a:prstGeom>
          <a:ln w="7200">
            <a:solidFill>
              <a:srgbClr val="3B9177">
                <a:alpha val="30000"/>
              </a:srgbClr>
            </a:solidFill>
          </a:ln>
        </p:spPr>
      </p:cxnSp>
      <p:cxnSp>
        <p:nvCxnSpPr>
          <p:cNvPr id="4" name="Connector 3"/>
          <p:cNvCxnSpPr/>
          <p:nvPr/>
        </p:nvCxnSpPr>
        <p:spPr>
          <a:xfrm>
            <a:off x="0" y="309600"/>
            <a:ext cx="3240000" cy="0"/>
          </a:xfrm>
          <a:prstGeom prst="line">
            <a:avLst/>
          </a:prstGeom>
          <a:ln w="7200">
            <a:solidFill>
              <a:srgbClr val="3B9177">
                <a:alpha val="30000"/>
              </a:srgbClr>
            </a:solidFill>
          </a:ln>
        </p:spPr>
      </p:cxnSp>
      <p:cxnSp>
        <p:nvCxnSpPr>
          <p:cNvPr id="5" name="Connector 4"/>
          <p:cNvCxnSpPr/>
          <p:nvPr/>
        </p:nvCxnSpPr>
        <p:spPr>
          <a:xfrm>
            <a:off x="0" y="417600"/>
            <a:ext cx="3240000" cy="0"/>
          </a:xfrm>
          <a:prstGeom prst="line">
            <a:avLst/>
          </a:prstGeom>
          <a:ln w="7200">
            <a:solidFill>
              <a:srgbClr val="3B9177">
                <a:alpha val="30000"/>
              </a:srgbClr>
            </a:solidFill>
          </a:ln>
        </p:spPr>
      </p:cxnSp>
      <p:cxnSp>
        <p:nvCxnSpPr>
          <p:cNvPr id="6" name="Connector 5"/>
          <p:cNvCxnSpPr/>
          <p:nvPr/>
        </p:nvCxnSpPr>
        <p:spPr>
          <a:xfrm>
            <a:off x="0" y="525600"/>
            <a:ext cx="3240000" cy="0"/>
          </a:xfrm>
          <a:prstGeom prst="line">
            <a:avLst/>
          </a:prstGeom>
          <a:ln w="7200">
            <a:solidFill>
              <a:srgbClr val="3B9177">
                <a:alpha val="30000"/>
              </a:srgbClr>
            </a:solidFill>
          </a:ln>
        </p:spPr>
      </p:cxnSp>
      <p:cxnSp>
        <p:nvCxnSpPr>
          <p:cNvPr id="7" name="Connector 6"/>
          <p:cNvCxnSpPr/>
          <p:nvPr/>
        </p:nvCxnSpPr>
        <p:spPr>
          <a:xfrm>
            <a:off x="0" y="633600"/>
            <a:ext cx="3240000" cy="0"/>
          </a:xfrm>
          <a:prstGeom prst="line">
            <a:avLst/>
          </a:prstGeom>
          <a:ln w="7200">
            <a:solidFill>
              <a:srgbClr val="3B9177">
                <a:alpha val="30000"/>
              </a:srgbClr>
            </a:solidFill>
          </a:ln>
        </p:spPr>
      </p:cxnSp>
      <p:cxnSp>
        <p:nvCxnSpPr>
          <p:cNvPr id="8" name="Connector 7"/>
          <p:cNvCxnSpPr/>
          <p:nvPr/>
        </p:nvCxnSpPr>
        <p:spPr>
          <a:xfrm>
            <a:off x="0" y="741600"/>
            <a:ext cx="3240000" cy="0"/>
          </a:xfrm>
          <a:prstGeom prst="line">
            <a:avLst/>
          </a:prstGeom>
          <a:ln w="7200">
            <a:solidFill>
              <a:srgbClr val="3B9177">
                <a:alpha val="30000"/>
              </a:srgbClr>
            </a:solidFill>
          </a:ln>
        </p:spPr>
      </p:cxnSp>
      <p:cxnSp>
        <p:nvCxnSpPr>
          <p:cNvPr id="9" name="Connector 8"/>
          <p:cNvCxnSpPr/>
          <p:nvPr/>
        </p:nvCxnSpPr>
        <p:spPr>
          <a:xfrm>
            <a:off x="0" y="849600"/>
            <a:ext cx="3240000" cy="0"/>
          </a:xfrm>
          <a:prstGeom prst="line">
            <a:avLst/>
          </a:prstGeom>
          <a:ln w="7200">
            <a:solidFill>
              <a:srgbClr val="3B9177">
                <a:alpha val="30000"/>
              </a:srgbClr>
            </a:solidFill>
          </a:ln>
        </p:spPr>
      </p:cxnSp>
      <p:cxnSp>
        <p:nvCxnSpPr>
          <p:cNvPr id="10" name="Connector 9"/>
          <p:cNvCxnSpPr/>
          <p:nvPr/>
        </p:nvCxnSpPr>
        <p:spPr>
          <a:xfrm>
            <a:off x="0" y="957600"/>
            <a:ext cx="3240000" cy="0"/>
          </a:xfrm>
          <a:prstGeom prst="line">
            <a:avLst/>
          </a:prstGeom>
          <a:ln w="7200">
            <a:solidFill>
              <a:srgbClr val="3B9177">
                <a:alpha val="30000"/>
              </a:srgbClr>
            </a:solidFill>
          </a:ln>
        </p:spPr>
      </p:cxnSp>
      <p:cxnSp>
        <p:nvCxnSpPr>
          <p:cNvPr id="11" name="Connector 10"/>
          <p:cNvCxnSpPr/>
          <p:nvPr/>
        </p:nvCxnSpPr>
        <p:spPr>
          <a:xfrm>
            <a:off x="0" y="1065600"/>
            <a:ext cx="3240000" cy="0"/>
          </a:xfrm>
          <a:prstGeom prst="line">
            <a:avLst/>
          </a:prstGeom>
          <a:ln w="7200">
            <a:solidFill>
              <a:srgbClr val="3B9177">
                <a:alpha val="30000"/>
              </a:srgbClr>
            </a:solidFill>
          </a:ln>
        </p:spPr>
      </p:cxnSp>
      <p:cxnSp>
        <p:nvCxnSpPr>
          <p:cNvPr id="12" name="Connector 11"/>
          <p:cNvCxnSpPr/>
          <p:nvPr/>
        </p:nvCxnSpPr>
        <p:spPr>
          <a:xfrm>
            <a:off x="0" y="1173600"/>
            <a:ext cx="3240000" cy="0"/>
          </a:xfrm>
          <a:prstGeom prst="line">
            <a:avLst/>
          </a:prstGeom>
          <a:ln w="7200">
            <a:solidFill>
              <a:srgbClr val="3B9177">
                <a:alpha val="30000"/>
              </a:srgbClr>
            </a:solidFill>
          </a:ln>
        </p:spPr>
      </p:cxnSp>
      <p:cxnSp>
        <p:nvCxnSpPr>
          <p:cNvPr id="13" name="Connector 12"/>
          <p:cNvCxnSpPr/>
          <p:nvPr/>
        </p:nvCxnSpPr>
        <p:spPr>
          <a:xfrm>
            <a:off x="0" y="1281600"/>
            <a:ext cx="3240000" cy="0"/>
          </a:xfrm>
          <a:prstGeom prst="line">
            <a:avLst/>
          </a:prstGeom>
          <a:ln w="7200">
            <a:solidFill>
              <a:srgbClr val="3B9177">
                <a:alpha val="30000"/>
              </a:srgbClr>
            </a:solidFill>
          </a:ln>
        </p:spPr>
      </p:cxnSp>
      <p:cxnSp>
        <p:nvCxnSpPr>
          <p:cNvPr id="14" name="Connector 13"/>
          <p:cNvCxnSpPr/>
          <p:nvPr/>
        </p:nvCxnSpPr>
        <p:spPr>
          <a:xfrm>
            <a:off x="0" y="1389600"/>
            <a:ext cx="3240000" cy="0"/>
          </a:xfrm>
          <a:prstGeom prst="line">
            <a:avLst/>
          </a:prstGeom>
          <a:ln w="7200">
            <a:solidFill>
              <a:srgbClr val="3B9177">
                <a:alpha val="30000"/>
              </a:srgbClr>
            </a:solidFill>
          </a:ln>
        </p:spPr>
      </p:cxnSp>
      <p:cxnSp>
        <p:nvCxnSpPr>
          <p:cNvPr id="15" name="Connector 14"/>
          <p:cNvCxnSpPr/>
          <p:nvPr/>
        </p:nvCxnSpPr>
        <p:spPr>
          <a:xfrm>
            <a:off x="0" y="1497600"/>
            <a:ext cx="3240000" cy="0"/>
          </a:xfrm>
          <a:prstGeom prst="line">
            <a:avLst/>
          </a:prstGeom>
          <a:ln w="7200">
            <a:solidFill>
              <a:srgbClr val="3B9177">
                <a:alpha val="30000"/>
              </a:srgbClr>
            </a:solidFill>
          </a:ln>
        </p:spPr>
      </p:cxnSp>
      <p:cxnSp>
        <p:nvCxnSpPr>
          <p:cNvPr id="16" name="Connector 15"/>
          <p:cNvCxnSpPr/>
          <p:nvPr/>
        </p:nvCxnSpPr>
        <p:spPr>
          <a:xfrm>
            <a:off x="0" y="1605600"/>
            <a:ext cx="3240000" cy="0"/>
          </a:xfrm>
          <a:prstGeom prst="line">
            <a:avLst/>
          </a:prstGeom>
          <a:ln w="7200">
            <a:solidFill>
              <a:srgbClr val="3B9177">
                <a:alpha val="30000"/>
              </a:srgbClr>
            </a:solidFill>
          </a:ln>
        </p:spPr>
      </p:cxnSp>
      <p:cxnSp>
        <p:nvCxnSpPr>
          <p:cNvPr id="17" name="Connector 16"/>
          <p:cNvCxnSpPr/>
          <p:nvPr/>
        </p:nvCxnSpPr>
        <p:spPr>
          <a:xfrm>
            <a:off x="0" y="1713600"/>
            <a:ext cx="3240000" cy="0"/>
          </a:xfrm>
          <a:prstGeom prst="line">
            <a:avLst/>
          </a:prstGeom>
          <a:ln w="7200">
            <a:solidFill>
              <a:srgbClr val="3B9177">
                <a:alpha val="30000"/>
              </a:srgbClr>
            </a:solidFill>
          </a:ln>
        </p:spPr>
      </p:cxnSp>
      <p:cxnSp>
        <p:nvCxnSpPr>
          <p:cNvPr id="18" name="Connector 17"/>
          <p:cNvCxnSpPr/>
          <p:nvPr/>
        </p:nvCxnSpPr>
        <p:spPr>
          <a:xfrm>
            <a:off x="0" y="1821600"/>
            <a:ext cx="3240000" cy="0"/>
          </a:xfrm>
          <a:prstGeom prst="line">
            <a:avLst/>
          </a:prstGeom>
          <a:ln w="7200">
            <a:solidFill>
              <a:srgbClr val="3B9177">
                <a:alpha val="30000"/>
              </a:srgbClr>
            </a:solidFill>
          </a:ln>
        </p:spPr>
      </p:cxnSp>
      <p:sp>
        <p:nvSpPr>
          <p:cNvPr id="19" name="Rectangle 18"/>
          <p:cNvSpPr/>
          <p:nvPr/>
        </p:nvSpPr>
        <p:spPr>
          <a:xfrm>
            <a:off x="468000" y="468000"/>
            <a:ext cx="2304000" cy="864000"/>
          </a:xfrm>
          <a:prstGeom prst="rect">
            <a:avLst/>
          </a:prstGeom>
          <a:solidFill>
            <a:srgbClr val="FBF8F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468000" y="468000"/>
            <a:ext cx="2304000" cy="864000"/>
          </a:xfrm>
          <a:prstGeom prst="rect">
            <a:avLst/>
          </a:prstGeom>
          <a:noFill/>
          <a:ln w="9000">
            <a:solidFill>
              <a:srgbClr val="3B917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텍스트"/>
          <p:cNvSpPr txBox="1"/>
          <p:nvPr/>
        </p:nvSpPr>
        <p:spPr>
          <a:xfrm>
            <a:off x="576000" y="540000"/>
            <a:ext cx="2088000" cy="72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1667"/>
              </a:lnSpc>
            </a:pPr>
            <a:r>
              <a:rPr sz="1150" b="1">
                <a:solidFill>
                  <a:srgbClr val="5B2315"/>
                </a:solidFill>
                <a:latin typeface="맑은 고딕"/>
                <a:ea typeface="맑은 고딕"/>
              </a:rPr>
              <a:t>아이들이 자라는</a:t>
            </a:r>
          </a:p>
          <a:p>
            <a:pPr algn="ctr">
              <a:lnSpc>
                <a:spcPts val="1667"/>
              </a:lnSpc>
            </a:pPr>
            <a:r>
              <a:rPr sz="1150" b="1">
                <a:solidFill>
                  <a:srgbClr val="5B2315"/>
                </a:solidFill>
                <a:latin typeface="맑은 고딕"/>
                <a:ea typeface="맑은 고딕"/>
              </a:rPr>
              <a:t>모습이 보람입니다</a:t>
            </a:r>
          </a:p>
        </p:txBody>
      </p:sp>
      <p:sp>
        <p:nvSpPr>
          <p:cNvPr id="22" name="텍스트"/>
          <p:cNvSpPr txBox="1"/>
          <p:nvPr/>
        </p:nvSpPr>
        <p:spPr>
          <a:xfrm>
            <a:off x="360000" y="1468800"/>
            <a:ext cx="2520000" cy="108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015"/>
              </a:lnSpc>
            </a:pPr>
            <a:r>
              <a:rPr sz="700" b="1" spc="300">
                <a:solidFill>
                  <a:srgbClr val="8C685D"/>
                </a:solidFill>
                <a:latin typeface="맑은 고딕"/>
                <a:ea typeface="맑은 고딕"/>
              </a:rPr>
              <a:t>학교 · 학원 이름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상담 교사 명함 서식</dc:title>
  <dc:subject>편집용 명함 서식</dc:subject>
  <dc:creator>우체국보험 상담 안내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