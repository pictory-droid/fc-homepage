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아이들이 자라는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모습이 보람입니다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