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042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8687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7C8D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7C8D0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8687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7C8D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7C8D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7C8D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