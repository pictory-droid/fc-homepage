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FF8A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8A7A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조하린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피아노 선생님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414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C414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67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C414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630067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영어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133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C414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008133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70833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C414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0833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14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140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C414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피아노 선생님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