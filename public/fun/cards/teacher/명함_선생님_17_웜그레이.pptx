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65F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25200">
            <a:solidFill>
              <a:srgbClr val="BAB7B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73600" y="2736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CECCC9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73600" y="6120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FFFFFF"/>
                </a:solidFill>
                <a:latin typeface="맑은 고딕"/>
                <a:ea typeface="맑은 고딕"/>
              </a:rPr>
              <a:t>안OO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73600" y="864000"/>
            <a:ext cx="216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CECCC9"/>
                </a:solidFill>
                <a:latin typeface="맑은 고딕"/>
                <a:ea typeface="맑은 고딕"/>
              </a:rPr>
              <a:t>피아노 선생님</a:t>
            </a:r>
          </a:p>
        </p:txBody>
      </p:sp>
      <p:sp>
        <p:nvSpPr>
          <p:cNvPr id="6" name="Rectangle 5"/>
          <p:cNvSpPr/>
          <p:nvPr/>
        </p:nvSpPr>
        <p:spPr>
          <a:xfrm>
            <a:off x="273600" y="1137600"/>
            <a:ext cx="144000" cy="18000"/>
          </a:xfrm>
          <a:prstGeom prst="rect">
            <a:avLst/>
          </a:prstGeom>
          <a:solidFill>
            <a:srgbClr val="A4B4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73600" y="12600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ECCC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73600" y="13608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73600" y="12600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ECCC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73600" y="13608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181600" y="12600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ECCC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181600" y="13608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28800"/>
          </a:xfrm>
          <a:prstGeom prst="rect">
            <a:avLst/>
          </a:prstGeom>
          <a:solidFill>
            <a:srgbClr val="6E8B7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86459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248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6E8B77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720000" y="4752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4171D"/>
                </a:solidFill>
                <a:latin typeface="맑은 고딕"/>
                <a:ea typeface="맑은 고딕"/>
              </a:rPr>
              <a:t>수학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912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6E8B77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720000" y="7416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4171D"/>
                </a:solidFill>
                <a:latin typeface="맑은 고딕"/>
                <a:ea typeface="맑은 고딕"/>
              </a:rPr>
              <a:t>과학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9576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6E8B77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720000" y="10080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4171D"/>
                </a:solidFill>
                <a:latin typeface="맑은 고딕"/>
                <a:ea typeface="맑은 고딕"/>
              </a:rPr>
              <a:t>논술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2240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6E8B77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720000" y="12744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4171D"/>
                </a:solidFill>
                <a:latin typeface="맑은 고딕"/>
                <a:ea typeface="맑은 고딕"/>
              </a:rPr>
              <a:t>진로 상담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424800"/>
            <a:ext cx="0" cy="10872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4248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400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평일 09:00 – 17:00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900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10152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304000" y="1476000"/>
            <a:ext cx="86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86459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피아노 선생님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