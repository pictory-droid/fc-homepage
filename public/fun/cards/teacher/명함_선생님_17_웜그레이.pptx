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F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AB7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CCC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CECCC9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CCC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CCC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CCC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6E8B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E8B7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E8B7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과학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E8B7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E8B7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