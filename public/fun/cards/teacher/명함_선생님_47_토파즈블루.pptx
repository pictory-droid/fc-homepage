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93600" y="93600"/>
            <a:ext cx="3052800" cy="1612800"/>
          </a:xfrm>
          <a:prstGeom prst="rect">
            <a:avLst/>
          </a:prstGeom>
          <a:noFill/>
          <a:ln w="25200">
            <a:solidFill>
              <a:srgbClr val="4A90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73600" y="2736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A8AB7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73600" y="612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1B2230"/>
                </a:solidFill>
                <a:latin typeface="맑은 고딕"/>
                <a:ea typeface="맑은 고딕"/>
              </a:rPr>
              <a:t>천OO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73600" y="864000"/>
            <a:ext cx="216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605C55"/>
                </a:solidFill>
                <a:latin typeface="맑은 고딕"/>
                <a:ea typeface="맑은 고딕"/>
              </a:rPr>
              <a:t>피아노 선생님</a:t>
            </a:r>
          </a:p>
        </p:txBody>
      </p:sp>
      <p:sp>
        <p:nvSpPr>
          <p:cNvPr id="6" name="Rectangle 5"/>
          <p:cNvSpPr/>
          <p:nvPr/>
        </p:nvSpPr>
        <p:spPr>
          <a:xfrm>
            <a:off x="273600" y="1137600"/>
            <a:ext cx="144000" cy="18000"/>
          </a:xfrm>
          <a:prstGeom prst="rect">
            <a:avLst/>
          </a:prstGeom>
          <a:solidFill>
            <a:srgbClr val="7E9AC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273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73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73600" y="12600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73600" y="13608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181600" y="12600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81600" y="1360800"/>
            <a:ext cx="90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9AEB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2D5A74"/>
                </a:solidFill>
                <a:latin typeface="맑은 고딕"/>
                <a:ea typeface="맑은 고딕"/>
              </a:rPr>
              <a:t>수업 안내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CBCED3"/>
          </a:solidFill>
          <a:ln w="3600">
            <a:solidFill>
              <a:srgbClr val="8F95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5600" y="558000"/>
            <a:ext cx="57600" cy="57600"/>
          </a:xfrm>
          <a:prstGeom prst="ellipse">
            <a:avLst/>
          </a:prstGeom>
          <a:solidFill>
            <a:srgbClr val="5157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468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국어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6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CBCED3"/>
          </a:solidFill>
          <a:ln w="3600">
            <a:solidFill>
              <a:srgbClr val="8F95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49600" y="558000"/>
            <a:ext cx="57600" cy="57600"/>
          </a:xfrm>
          <a:prstGeom prst="ellipse">
            <a:avLst/>
          </a:prstGeom>
          <a:solidFill>
            <a:srgbClr val="3568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872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코딩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CBCED3"/>
          </a:solidFill>
          <a:ln w="3600">
            <a:solidFill>
              <a:srgbClr val="8F95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5600" y="1026000"/>
            <a:ext cx="57600" cy="57600"/>
          </a:xfrm>
          <a:prstGeom prst="ellipse">
            <a:avLst/>
          </a:prstGeom>
          <a:solidFill>
            <a:srgbClr val="35688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468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진로 상담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56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CBCED3"/>
          </a:solidFill>
          <a:ln w="3600">
            <a:solidFill>
              <a:srgbClr val="8F959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49600" y="1026000"/>
            <a:ext cx="57600" cy="57600"/>
          </a:xfrm>
          <a:prstGeom prst="ellipse">
            <a:avLst/>
          </a:prstGeom>
          <a:solidFill>
            <a:srgbClr val="51576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872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학부모 상담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6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464C58"/>
                </a:solidFill>
                <a:latin typeface="맑은 고딕"/>
                <a:ea typeface="맑은 고딕"/>
              </a:rPr>
              <a:t>온라인 상담 가능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피아노 선생님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