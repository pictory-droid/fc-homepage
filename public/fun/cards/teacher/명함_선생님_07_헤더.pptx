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DC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87006" y="701280"/>
            <a:ext cx="377988" cy="359488"/>
          </a:xfrm>
          <a:custGeom>
            <a:avLst/>
            <a:gdLst/>
            <a:ahLst/>
            <a:cxnLst/>
            <a:rect l="l" t="t" r="r" b="b"/>
            <a:pathLst>
              <a:path w="377988" h="359488">
                <a:moveTo>
                  <a:pt x="188994" y="0"/>
                </a:moveTo>
                <a:lnTo>
                  <a:pt x="237239" y="132316"/>
                </a:lnTo>
                <a:lnTo>
                  <a:pt x="377988" y="137312"/>
                </a:lnTo>
                <a:lnTo>
                  <a:pt x="267057" y="224084"/>
                </a:lnTo>
                <a:lnTo>
                  <a:pt x="305799" y="359488"/>
                </a:lnTo>
                <a:lnTo>
                  <a:pt x="188994" y="280800"/>
                </a:lnTo>
                <a:lnTo>
                  <a:pt x="72189" y="359488"/>
                </a:lnTo>
                <a:lnTo>
                  <a:pt x="110931" y="224084"/>
                </a:lnTo>
                <a:lnTo>
                  <a:pt x="0" y="137312"/>
                </a:lnTo>
                <a:lnTo>
                  <a:pt x="140749" y="132316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66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5580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DC7D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상담 사전 예약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