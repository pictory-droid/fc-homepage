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4A56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4FA3A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4A56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4FA3A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4A56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4FA3A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4A56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4FA3A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4A566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4FA3A4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8CC7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상담 사전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