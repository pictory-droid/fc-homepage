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4A5663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4FA3A4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4A5663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4FA3A4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4A5663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4FA3A4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4A5663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4FA3A4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4A5663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4FA3A4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201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69293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828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신OO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828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05C55"/>
                </a:solidFill>
                <a:latin typeface="맑은 고딕"/>
                <a:ea typeface="맑은 고딕"/>
              </a:rPr>
              <a:t>유치원 교사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8000" y="1123200"/>
            <a:ext cx="2160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828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130400" y="11952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828000" y="1335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1130400" y="13248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828000" y="1465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130400" y="14544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6EB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8CC7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1B2230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B2230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B2230"/>
                </a:solidFill>
                <a:latin typeface="맑은 고딕"/>
                <a:ea typeface="맑은 고딕"/>
              </a:rPr>
              <a:t>코딩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B2230"/>
                </a:solidFill>
                <a:latin typeface="맑은 고딕"/>
                <a:ea typeface="맑은 고딕"/>
              </a:rPr>
              <a:t>미술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B2230"/>
                </a:solidFill>
                <a:latin typeface="맑은 고딕"/>
                <a:ea typeface="맑은 고딕"/>
              </a:rPr>
              <a:t>학부모 상담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88000" y="11376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B2230"/>
                </a:solidFill>
                <a:latin typeface="맑은 고딕"/>
                <a:ea typeface="맑은 고딕"/>
              </a:rPr>
              <a:t>개별 지도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00" y="1339200"/>
            <a:ext cx="1728000" cy="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B2230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B2230"/>
                </a:solidFill>
                <a:latin typeface="맑은 고딕"/>
                <a:ea typeface="맑은 고딕"/>
              </a:rPr>
              <a:t>상담 사전 예약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B2230">
                    <a:alpha val="75000"/>
                  </a:srgbClr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B2230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B2230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유치원 교사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