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D4DB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D4DBFF"/>
                </a:solidFill>
                <a:latin typeface="맑은 고딕"/>
                <a:ea typeface="맑은 고딕"/>
              </a:rPr>
              <a:t>영어 강사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8B9CFE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D4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D4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D4DBFF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687E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오늘의 한 걸음을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함께 걷겠습니다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