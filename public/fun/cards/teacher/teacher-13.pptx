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19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AD6D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2805" y="201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DAEB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9838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9838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9838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9754" y="1360080"/>
            <a:ext cx="220492" cy="209701"/>
          </a:xfrm>
          <a:custGeom>
            <a:avLst/>
            <a:gdLst/>
            <a:ahLst/>
            <a:cxnLst/>
            <a:rect l="l" t="t" r="r" b="b"/>
            <a:pathLst>
              <a:path w="220492" h="209701">
                <a:moveTo>
                  <a:pt x="110246" y="0"/>
                </a:moveTo>
                <a:lnTo>
                  <a:pt x="138389" y="77184"/>
                </a:lnTo>
                <a:lnTo>
                  <a:pt x="220492" y="80099"/>
                </a:lnTo>
                <a:lnTo>
                  <a:pt x="155783" y="130716"/>
                </a:lnTo>
                <a:lnTo>
                  <a:pt x="178382" y="209701"/>
                </a:lnTo>
                <a:lnTo>
                  <a:pt x="110246" y="163800"/>
                </a:lnTo>
                <a:lnTo>
                  <a:pt x="42110" y="209701"/>
                </a:lnTo>
                <a:lnTo>
                  <a:pt x="64709" y="130716"/>
                </a:lnTo>
                <a:lnTo>
                  <a:pt x="0" y="80099"/>
                </a:lnTo>
                <a:lnTo>
                  <a:pt x="82103" y="77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431920"/>
                </a:solidFill>
                <a:latin typeface="맑은 고딕"/>
                <a:ea typeface="맑은 고딕"/>
              </a:rPr>
              <a:t>오늘의 한 걸음을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431920"/>
                </a:solidFill>
                <a:latin typeface="맑은 고딕"/>
                <a:ea typeface="맑은 고딕"/>
              </a:rPr>
              <a:t>함께 걷겠습니다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56A6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