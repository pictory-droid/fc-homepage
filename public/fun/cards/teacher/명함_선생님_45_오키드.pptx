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F0C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F0C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F0C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F0C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F0C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F0C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F0C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F0C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F0C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F0C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F0C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F0C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F0C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F0C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F0C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8887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C93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8887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도아린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82466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F0C8F6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8246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8246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8246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F0C8F6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F0C8F6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C93CE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C93CE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사회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C93CE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C93CE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