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62505" y="878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B9C9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C7C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3D535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3D535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3D535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3D535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3D535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3D535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3D535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3D535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44638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4638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과학  ·  코딩  ·  학부모 상담  ·  개별 지도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78A9A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78A9A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