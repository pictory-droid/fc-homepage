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5CD6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5CD65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피아노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5CD65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5CD65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5CD65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