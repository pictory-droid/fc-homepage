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F2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2F2F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5A4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2F2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5A4F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EEED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EEED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EEED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C2F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C2F2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