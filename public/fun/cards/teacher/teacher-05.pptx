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F4E9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정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76A5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3A2918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7B5732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B573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A2918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B573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A2918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B573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A291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786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69754" y="1360080"/>
            <a:ext cx="220492" cy="209701"/>
          </a:xfrm>
          <a:custGeom>
            <a:avLst/>
            <a:gdLst/>
            <a:ahLst/>
            <a:cxnLst/>
            <a:rect l="l" t="t" r="r" b="b"/>
            <a:pathLst>
              <a:path w="220492" h="209701">
                <a:moveTo>
                  <a:pt x="110246" y="0"/>
                </a:moveTo>
                <a:lnTo>
                  <a:pt x="138389" y="77184"/>
                </a:lnTo>
                <a:lnTo>
                  <a:pt x="220492" y="80099"/>
                </a:lnTo>
                <a:lnTo>
                  <a:pt x="155783" y="130716"/>
                </a:lnTo>
                <a:lnTo>
                  <a:pt x="178382" y="209701"/>
                </a:lnTo>
                <a:lnTo>
                  <a:pt x="110246" y="163800"/>
                </a:lnTo>
                <a:lnTo>
                  <a:pt x="42110" y="209701"/>
                </a:lnTo>
                <a:lnTo>
                  <a:pt x="64709" y="130716"/>
                </a:lnTo>
                <a:lnTo>
                  <a:pt x="0" y="80099"/>
                </a:lnTo>
                <a:lnTo>
                  <a:pt x="82103" y="771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기다려 주는 것도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가르침입니다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7BDB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