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2A2F3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2A2F3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2A2F3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5CD65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5CD6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5CD6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정유진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어린이집 원장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5CD6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수업 안내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5CD65C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피아노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5CD65C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논술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5CD65C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진로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5CD65C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개별 지도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B7280"/>
                </a:solidFill>
                <a:latin typeface="맑은 고딕"/>
                <a:ea typeface="맑은 고딕"/>
              </a:rPr>
              <a:t>평일 09:00 – 17:00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6B7280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어린이집 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