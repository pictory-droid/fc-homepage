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D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304000" y="684000"/>
            <a:ext cx="432000" cy="432000"/>
          </a:xfrm>
          <a:prstGeom prst="ellipse">
            <a:avLst/>
          </a:prstGeom>
          <a:noFill/>
          <a:ln w="4320">
            <a:solidFill>
              <a:srgbClr val="A0850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124000" y="504000"/>
            <a:ext cx="792000" cy="792000"/>
          </a:xfrm>
          <a:prstGeom prst="ellipse">
            <a:avLst/>
          </a:prstGeom>
          <a:noFill/>
          <a:ln w="4320">
            <a:solidFill>
              <a:srgbClr val="A0850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980000" y="360000"/>
            <a:ext cx="1080000" cy="1080000"/>
          </a:xfrm>
          <a:prstGeom prst="ellipse">
            <a:avLst/>
          </a:prstGeom>
          <a:noFill/>
          <a:ln w="4320">
            <a:solidFill>
              <a:srgbClr val="A0850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72000" y="252000"/>
            <a:ext cx="1296000" cy="1296000"/>
          </a:xfrm>
          <a:prstGeom prst="ellipse">
            <a:avLst/>
          </a:prstGeom>
          <a:noFill/>
          <a:ln w="432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69600" y="849600"/>
            <a:ext cx="100800" cy="100800"/>
          </a:xfrm>
          <a:prstGeom prst="ellipse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55600" y="421200"/>
            <a:ext cx="43200" cy="43200"/>
          </a:xfrm>
          <a:prstGeom prst="ellipse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463E16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안예린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463E16"/>
                </a:solidFill>
                <a:latin typeface="맑은 고딕"/>
                <a:ea typeface="맑은 고딕"/>
              </a:rPr>
              <a:t>피아노 선생님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2000" y="1080000"/>
            <a:ext cx="129600" cy="144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52000" y="121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63E16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83200" y="120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342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63E16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83200" y="1332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472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63E16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83200" y="1461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3A9B5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67200"/>
            <a:ext cx="108000" cy="1440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2000" y="540000"/>
            <a:ext cx="3276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A3A9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3276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수학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067" y="540000"/>
            <a:ext cx="3276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A3A9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630067" y="540000"/>
            <a:ext cx="3276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과학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8133" y="540000"/>
            <a:ext cx="3276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A3A9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008133" y="540000"/>
            <a:ext cx="3276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논술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86200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A3A9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386200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진로 상담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220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648000" y="14112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평일 09:00 – 17:00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5804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648000" y="15696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548000" y="1411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피아노 선생님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