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14912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676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96F54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6F5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포근한 교실,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단단한 배움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0B9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