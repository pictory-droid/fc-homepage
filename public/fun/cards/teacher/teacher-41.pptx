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B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304000" y="684000"/>
            <a:ext cx="432000" cy="432000"/>
          </a:xfrm>
          <a:prstGeom prst="ellipse">
            <a:avLst/>
          </a:prstGeom>
          <a:noFill/>
          <a:ln w="4320">
            <a:solidFill>
              <a:srgbClr val="FFC8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124000" y="504000"/>
            <a:ext cx="792000" cy="792000"/>
          </a:xfrm>
          <a:prstGeom prst="ellipse">
            <a:avLst/>
          </a:prstGeom>
          <a:noFill/>
          <a:ln w="4320">
            <a:solidFill>
              <a:srgbClr val="FFC8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980000" y="360000"/>
            <a:ext cx="1080000" cy="1080000"/>
          </a:xfrm>
          <a:prstGeom prst="ellipse">
            <a:avLst/>
          </a:prstGeom>
          <a:noFill/>
          <a:ln w="4320">
            <a:solidFill>
              <a:srgbClr val="FFC8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72000" y="252000"/>
            <a:ext cx="1296000" cy="1296000"/>
          </a:xfrm>
          <a:prstGeom prst="ellipse">
            <a:avLst/>
          </a:prstGeom>
          <a:noFill/>
          <a:ln w="4320">
            <a:solidFill>
              <a:srgbClr val="FF3B6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469600" y="849600"/>
            <a:ext cx="100800" cy="100800"/>
          </a:xfrm>
          <a:prstGeom prst="ellipse">
            <a:avLst/>
          </a:prstGeom>
          <a:solidFill>
            <a:srgbClr val="FF3B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55600" y="421200"/>
            <a:ext cx="43200" cy="43200"/>
          </a:xfrm>
          <a:prstGeom prst="ellipse">
            <a:avLst/>
          </a:prstGeom>
          <a:solidFill>
            <a:srgbClr val="FF3B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C233A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나윤서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C233A"/>
                </a:solidFill>
                <a:latin typeface="맑은 고딕"/>
                <a:ea typeface="맑은 고딕"/>
              </a:rPr>
              <a:t>담임 교사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2000" y="1080000"/>
            <a:ext cx="129600" cy="14400"/>
          </a:xfrm>
          <a:prstGeom prst="rect">
            <a:avLst/>
          </a:prstGeom>
          <a:solidFill>
            <a:srgbClr val="FF3B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52000" y="121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233A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20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42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233A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83200" y="1332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472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233A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83200" y="1461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3A9B5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FF3B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68000"/>
            <a:ext cx="151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1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논술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55200"/>
            <a:ext cx="151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69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방과후 수업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842400"/>
            <a:ext cx="151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8856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학부모 상담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29600"/>
            <a:ext cx="151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072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개별 지도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216800"/>
            <a:ext cx="151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3" name="Rectangle 12"/>
          <p:cNvSpPr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  <a:ln w="4320">
            <a:solidFill>
              <a:srgbClr val="A3A9B5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A3A9B5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196000" y="1209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196000" y="1353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A3A9B5"/>
                </a:solidFill>
                <a:latin typeface="맑은 고딕"/>
                <a:ea typeface="맑은 고딕"/>
              </a:rPr>
              <a:t>평일 09:00 – 17:00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담임 교사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