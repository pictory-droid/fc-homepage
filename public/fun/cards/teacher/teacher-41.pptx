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FFD2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C233A"/>
                </a:solidFill>
                <a:latin typeface="맑은 고딕"/>
                <a:ea typeface="맑은 고딕"/>
              </a:rPr>
              <a:t>담임 교사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C233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3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3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3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포근한 교실, 단단한 배움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