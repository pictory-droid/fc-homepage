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미술 강사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954E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A6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954E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