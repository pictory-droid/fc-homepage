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F5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09840" y="681120"/>
            <a:ext cx="174240" cy="253440"/>
          </a:xfrm>
          <a:custGeom>
            <a:avLst/>
            <a:gdLst/>
            <a:ahLst/>
            <a:cxnLst/>
            <a:rect l="l" t="t" r="r" b="b"/>
            <a:pathLst>
              <a:path w="174240" h="253440">
                <a:moveTo>
                  <a:pt x="0" y="0"/>
                </a:moveTo>
                <a:lnTo>
                  <a:pt x="174240" y="31680"/>
                </a:lnTo>
                <a:lnTo>
                  <a:pt x="174240" y="253440"/>
                </a:lnTo>
                <a:lnTo>
                  <a:pt x="0" y="221760"/>
                </a:lnTo>
                <a:close/>
              </a:path>
            </a:pathLst>
          </a:cu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2599920" y="681120"/>
            <a:ext cx="174240" cy="253440"/>
          </a:xfrm>
          <a:custGeom>
            <a:avLst/>
            <a:gdLst/>
            <a:ahLst/>
            <a:cxnLst/>
            <a:rect l="l" t="t" r="r" b="b"/>
            <a:pathLst>
              <a:path w="174240" h="253440">
                <a:moveTo>
                  <a:pt x="174240" y="0"/>
                </a:moveTo>
                <a:lnTo>
                  <a:pt x="0" y="31680"/>
                </a:lnTo>
                <a:lnTo>
                  <a:pt x="0" y="253440"/>
                </a:lnTo>
                <a:lnTo>
                  <a:pt x="174240" y="221760"/>
                </a:lnTo>
                <a:close/>
              </a:path>
            </a:pathLst>
          </a:custGeom>
          <a:solidFill>
            <a:srgbClr val="6268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1B2230"/>
                </a:solidFill>
                <a:latin typeface="맑은 고딕"/>
                <a:ea typeface="맑은 고딕"/>
              </a:rPr>
              <a:t>영어 강사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서OO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7E9AC1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525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525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525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6EBE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458E90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C7FB0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458E90"/>
          </a:solidFill>
          <a:ln w="5760">
            <a:solidFill>
              <a:srgbClr val="458E9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D6EBEB"/>
          </a:solidFill>
          <a:ln w="5760">
            <a:solidFill>
              <a:srgbClr val="458E9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D6EBEB"/>
          </a:solidFill>
          <a:ln w="5760">
            <a:solidFill>
              <a:srgbClr val="458E9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D6EBEB"/>
          </a:solidFill>
          <a:ln w="5760">
            <a:solidFill>
              <a:srgbClr val="458E9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BED1D3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E77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상담 사전 예약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E77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26E77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26E77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영어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