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5F5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09840" y="68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0" y="0"/>
                </a:moveTo>
                <a:lnTo>
                  <a:pt x="174240" y="31680"/>
                </a:lnTo>
                <a:lnTo>
                  <a:pt x="174240" y="253440"/>
                </a:lnTo>
                <a:lnTo>
                  <a:pt x="0" y="22176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599920" y="68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174240" y="0"/>
                </a:moveTo>
                <a:lnTo>
                  <a:pt x="0" y="31680"/>
                </a:lnTo>
                <a:lnTo>
                  <a:pt x="0" y="253440"/>
                </a:lnTo>
                <a:lnTo>
                  <a:pt x="174240" y="221760"/>
                </a:lnTo>
                <a:close/>
              </a:path>
            </a:pathLst>
          </a:custGeom>
          <a:solidFill>
            <a:srgbClr val="6268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1B2230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서OO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7E9AC1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25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25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25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B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458E90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C7FB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458E90"/>
          </a:solidFill>
          <a:ln w="5760">
            <a:solidFill>
              <a:srgbClr val="458E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D6EBEB"/>
          </a:solidFill>
          <a:ln w="5760">
            <a:solidFill>
              <a:srgbClr val="458E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D6EBEB"/>
          </a:solidFill>
          <a:ln w="5760">
            <a:solidFill>
              <a:srgbClr val="458E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D6EBEB"/>
          </a:solidFill>
          <a:ln w="5760">
            <a:solidFill>
              <a:srgbClr val="458E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E77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상담 사전 예약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E77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26E7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26E77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