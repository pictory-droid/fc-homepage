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4C7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학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EDBFF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799DF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배준서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CEDBFF"/>
                </a:solidFill>
                <a:latin typeface="맑은 고딕"/>
                <a:ea typeface="맑은 고딕"/>
              </a:rPr>
              <a:t>수학 강사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799D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EDBF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EDBF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EDBF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3A6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3A6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국어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3A6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수학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3A6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과학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3A6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상담 시간 사전 예약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수학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