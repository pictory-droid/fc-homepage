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D8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EAD0CA">
                    <a:alpha val="95000"/>
                  </a:srgbClr>
                </a:solidFill>
                <a:latin typeface="맑은 고딕"/>
                <a:ea typeface="맑은 고딕"/>
              </a:rPr>
              <a:t>송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45809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B2230"/>
                </a:solidFill>
                <a:latin typeface="맑은 고딕"/>
                <a:ea typeface="맑은 고딕"/>
              </a:rPr>
              <a:t>송OO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B676E"/>
                </a:solidFill>
                <a:latin typeface="맑은 고딕"/>
                <a:ea typeface="맑은 고딕"/>
              </a:rPr>
              <a:t>미술 강사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D3C0BE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06E5D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4F8796"/>
                </a:solidFill>
                <a:latin typeface="맑은 고딕"/>
                <a:ea typeface="맑은 고딕"/>
              </a:rPr>
              <a:t>사회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4F8796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2D4453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2D4453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미술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