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36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AB569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E8D2E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1D0E7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E8D2E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89904" y="1517904"/>
            <a:ext cx="60192" cy="60192"/>
          </a:xfrm>
          <a:prstGeom prst="ellips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663776" y="1548000"/>
            <a:ext cx="19152" cy="0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650954" y="1578954"/>
            <a:ext cx="13543" cy="13543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20000" y="1591776"/>
            <a:ext cx="0" cy="19152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575503" y="1578954"/>
            <a:ext cx="13543" cy="13543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1557072" y="1548000"/>
            <a:ext cx="19152" cy="0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  <p:cxnSp>
        <p:nvCxnSpPr>
          <p:cNvPr id="17" name="Connector 16"/>
          <p:cNvCxnSpPr/>
          <p:nvPr/>
        </p:nvCxnSpPr>
        <p:spPr>
          <a:xfrm flipH="1" flipV="1">
            <a:off x="1575503" y="1503503"/>
            <a:ext cx="13543" cy="13543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1620000" y="1485072"/>
            <a:ext cx="0" cy="19152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1650954" y="1503503"/>
            <a:ext cx="13543" cy="13543"/>
          </a:xfrm>
          <a:prstGeom prst="line">
            <a:avLst/>
          </a:prstGeom>
          <a:ln w="8208">
            <a:solidFill>
              <a:srgbClr val="AB569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914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6263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6707B"/>
                </a:solidFill>
                <a:latin typeface="맑은 고딕"/>
                <a:ea typeface="맑은 고딕"/>
              </a:rPr>
              <a:t>따뜻한 눈빛으로 맞이합니다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9142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707B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914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00720" y="360720"/>
            <a:ext cx="142560" cy="142560"/>
          </a:xfrm>
          <a:prstGeom prst="ellipse">
            <a:avLst/>
          </a:prstGeom>
          <a:solidFill>
            <a:srgbClr val="914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875680" y="432000"/>
            <a:ext cx="45360" cy="0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45313" y="505313"/>
            <a:ext cx="32074" cy="32074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72000" y="535680"/>
            <a:ext cx="0" cy="45360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666613" y="505313"/>
            <a:ext cx="32074" cy="32074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2622960" y="432000"/>
            <a:ext cx="45360" cy="0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 flipV="1">
            <a:off x="2666613" y="326613"/>
            <a:ext cx="32074" cy="32074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772000" y="282960"/>
            <a:ext cx="0" cy="45360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845313" y="326613"/>
            <a:ext cx="32074" cy="32074"/>
          </a:xfrm>
          <a:prstGeom prst="line">
            <a:avLst/>
          </a:prstGeom>
          <a:ln w="19440">
            <a:solidFill>
              <a:srgbClr val="E0CAC8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