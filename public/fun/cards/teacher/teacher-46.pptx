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C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216000"/>
            <a:ext cx="684000" cy="1368000"/>
          </a:xfrm>
          <a:custGeom>
            <a:avLst/>
            <a:gdLst/>
            <a:ahLst/>
            <a:cxnLst/>
            <a:rect l="l" t="t" r="r" b="b"/>
            <a:pathLst>
              <a:path w="684000" h="1368000">
                <a:moveTo>
                  <a:pt x="0" y="0"/>
                </a:moveTo>
                <a:lnTo>
                  <a:pt x="71497" y="3747"/>
                </a:lnTo>
                <a:lnTo>
                  <a:pt x="142212" y="14947"/>
                </a:lnTo>
                <a:lnTo>
                  <a:pt x="211368" y="33477"/>
                </a:lnTo>
                <a:lnTo>
                  <a:pt x="278208" y="59135"/>
                </a:lnTo>
                <a:lnTo>
                  <a:pt x="342000" y="91639"/>
                </a:lnTo>
                <a:lnTo>
                  <a:pt x="402045" y="130632"/>
                </a:lnTo>
                <a:lnTo>
                  <a:pt x="457685" y="175689"/>
                </a:lnTo>
                <a:lnTo>
                  <a:pt x="508311" y="226315"/>
                </a:lnTo>
                <a:lnTo>
                  <a:pt x="553368" y="281955"/>
                </a:lnTo>
                <a:lnTo>
                  <a:pt x="592361" y="342000"/>
                </a:lnTo>
                <a:lnTo>
                  <a:pt x="624865" y="405792"/>
                </a:lnTo>
                <a:lnTo>
                  <a:pt x="650523" y="472632"/>
                </a:lnTo>
                <a:lnTo>
                  <a:pt x="669053" y="541788"/>
                </a:lnTo>
                <a:lnTo>
                  <a:pt x="680253" y="612503"/>
                </a:lnTo>
                <a:lnTo>
                  <a:pt x="684000" y="684000"/>
                </a:lnTo>
                <a:lnTo>
                  <a:pt x="680253" y="755497"/>
                </a:lnTo>
                <a:lnTo>
                  <a:pt x="669053" y="826212"/>
                </a:lnTo>
                <a:lnTo>
                  <a:pt x="650523" y="895368"/>
                </a:lnTo>
                <a:lnTo>
                  <a:pt x="624865" y="962208"/>
                </a:lnTo>
                <a:lnTo>
                  <a:pt x="592361" y="1026000"/>
                </a:lnTo>
                <a:lnTo>
                  <a:pt x="553368" y="1086045"/>
                </a:lnTo>
                <a:lnTo>
                  <a:pt x="508311" y="1141685"/>
                </a:lnTo>
                <a:lnTo>
                  <a:pt x="457685" y="1192311"/>
                </a:lnTo>
                <a:lnTo>
                  <a:pt x="402045" y="1237368"/>
                </a:lnTo>
                <a:lnTo>
                  <a:pt x="342000" y="1276361"/>
                </a:lnTo>
                <a:lnTo>
                  <a:pt x="278208" y="1308865"/>
                </a:lnTo>
                <a:lnTo>
                  <a:pt x="211368" y="1334523"/>
                </a:lnTo>
                <a:lnTo>
                  <a:pt x="142212" y="1353053"/>
                </a:lnTo>
                <a:lnTo>
                  <a:pt x="71497" y="1364253"/>
                </a:lnTo>
                <a:lnTo>
                  <a:pt x="0" y="1368000"/>
                </a:lnTo>
                <a:close/>
              </a:path>
            </a:pathLst>
          </a:custGeom>
          <a:solidFill>
            <a:srgbClr val="8A3F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32000" y="468000"/>
            <a:ext cx="864000" cy="864000"/>
          </a:xfrm>
          <a:prstGeom prst="ellipse">
            <a:avLst/>
          </a:prstGeom>
          <a:noFill/>
          <a:ln w="43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52000" y="648000"/>
            <a:ext cx="504000" cy="504000"/>
          </a:xfrm>
          <a:prstGeom prst="ellipse">
            <a:avLst/>
          </a:prstGeom>
          <a:noFill/>
          <a:ln w="43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86400" y="612000"/>
            <a:ext cx="324000" cy="57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50"/>
              </a:lnSpc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학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116000" y="252000"/>
            <a:ext cx="18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402571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116000" y="424800"/>
            <a:ext cx="1872000" cy="0"/>
          </a:xfrm>
          <a:prstGeom prst="line">
            <a:avLst/>
          </a:prstGeom>
          <a:ln w="3600">
            <a:solidFill>
              <a:srgbClr val="DEC9FE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1116000" y="648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예진우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16000" y="900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402571"/>
                </a:solidFill>
                <a:latin typeface="맑은 고딕"/>
                <a:ea typeface="맑은 고딕"/>
              </a:rPr>
              <a:t>국어 교사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16000" y="1267200"/>
            <a:ext cx="1872000" cy="0"/>
          </a:xfrm>
          <a:prstGeom prst="line">
            <a:avLst/>
          </a:prstGeom>
          <a:ln w="3600">
            <a:solidFill>
              <a:srgbClr val="DEC9FE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1116000" y="1357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02571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47200" y="1346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116000" y="1479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02571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47200" y="1468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16000" y="160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02571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447200" y="1591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000" cy="1800000"/>
          </a:xfrm>
          <a:prstGeom prst="rect">
            <a:avLst/>
          </a:prstGeom>
          <a:solidFill>
            <a:srgbClr val="8A3F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7600" cy="57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15200" cy="11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72800" cy="17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30400" cy="23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88000" cy="288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45600" cy="34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60800" cy="46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518400" cy="518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57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115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172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304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88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345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403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460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5184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576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633600" y="12456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691200" y="1303200"/>
            <a:ext cx="496800" cy="496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748800" y="1360800"/>
            <a:ext cx="439200" cy="43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806400" y="1418400"/>
            <a:ext cx="381600" cy="38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864000" y="147600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921600" y="1533600"/>
            <a:ext cx="266400" cy="266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979200" y="1591200"/>
            <a:ext cx="208800" cy="20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1036800" y="1648800"/>
            <a:ext cx="151200" cy="151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1094400" y="1706400"/>
            <a:ext cx="93600" cy="9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1152000" y="1764000"/>
            <a:ext cx="36000" cy="3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33" name="Oval 32"/>
          <p:cNvSpPr/>
          <p:nvPr/>
        </p:nvSpPr>
        <p:spPr>
          <a:xfrm>
            <a:off x="216000" y="252000"/>
            <a:ext cx="288000" cy="288000"/>
          </a:xfrm>
          <a:prstGeom prst="ellipse">
            <a:avLst/>
          </a:prstGeom>
          <a:noFill/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텍스트"/>
          <p:cNvSpPr txBox="1"/>
          <p:nvPr/>
        </p:nvSpPr>
        <p:spPr>
          <a:xfrm>
            <a:off x="216000" y="252000"/>
            <a:ext cx="28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3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학</a:t>
            </a:r>
          </a:p>
        </p:txBody>
      </p:sp>
      <p:sp>
        <p:nvSpPr>
          <p:cNvPr id="35" name="텍스트"/>
          <p:cNvSpPr txBox="1"/>
          <p:nvPr/>
        </p:nvSpPr>
        <p:spPr>
          <a:xfrm>
            <a:off x="216000" y="1440000"/>
            <a:ext cx="82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00">
                <a:solidFill>
                  <a:srgbClr val="FFFFFF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1440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수업 안내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440000" y="360000"/>
            <a:ext cx="1548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38" name="텍스트"/>
          <p:cNvSpPr txBox="1"/>
          <p:nvPr/>
        </p:nvSpPr>
        <p:spPr>
          <a:xfrm>
            <a:off x="1440000" y="40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국어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440000" y="561600"/>
            <a:ext cx="1548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440000" y="6048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음악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440000" y="763200"/>
            <a:ext cx="1548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42" name="텍스트"/>
          <p:cNvSpPr txBox="1"/>
          <p:nvPr/>
        </p:nvSpPr>
        <p:spPr>
          <a:xfrm>
            <a:off x="1440000" y="8064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학부모 상담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440000" y="964800"/>
            <a:ext cx="1548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44" name="텍스트"/>
          <p:cNvSpPr txBox="1"/>
          <p:nvPr/>
        </p:nvSpPr>
        <p:spPr>
          <a:xfrm>
            <a:off x="1440000" y="1569600"/>
            <a:ext cx="154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6B7280"/>
                </a:solidFill>
                <a:latin typeface="맑은 고딕"/>
                <a:ea typeface="맑은 고딕"/>
              </a:rPr>
              <a:t>상담 시간 사전 예약   |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국어 교사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