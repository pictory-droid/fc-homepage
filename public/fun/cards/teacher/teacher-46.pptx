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92880" y="344880"/>
            <a:ext cx="174240" cy="174240"/>
          </a:xfrm>
          <a:prstGeom prst="ellipse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3006720" y="432000"/>
            <a:ext cx="55440" cy="0"/>
          </a:xfrm>
          <a:prstGeom prst="line">
            <a:avLst/>
          </a:prstGeom>
          <a:ln w="23760">
            <a:solidFill>
              <a:srgbClr val="F0D1E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969605" y="521605"/>
            <a:ext cx="39202" cy="39202"/>
          </a:xfrm>
          <a:prstGeom prst="line">
            <a:avLst/>
          </a:prstGeom>
          <a:ln w="23760">
            <a:solidFill>
              <a:srgbClr val="F0D1E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880000" y="558720"/>
            <a:ext cx="0" cy="55440"/>
          </a:xfrm>
          <a:prstGeom prst="line">
            <a:avLst/>
          </a:prstGeom>
          <a:ln w="23760">
            <a:solidFill>
              <a:srgbClr val="F0D1E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2751193" y="521605"/>
            <a:ext cx="39202" cy="39202"/>
          </a:xfrm>
          <a:prstGeom prst="line">
            <a:avLst/>
          </a:prstGeom>
          <a:ln w="23760">
            <a:solidFill>
              <a:srgbClr val="F0D1E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697840" y="432000"/>
            <a:ext cx="55440" cy="0"/>
          </a:xfrm>
          <a:prstGeom prst="line">
            <a:avLst/>
          </a:prstGeom>
          <a:ln w="23760">
            <a:solidFill>
              <a:srgbClr val="F0D1E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2751193" y="303193"/>
            <a:ext cx="39202" cy="39202"/>
          </a:xfrm>
          <a:prstGeom prst="line">
            <a:avLst/>
          </a:prstGeom>
          <a:ln w="23760">
            <a:solidFill>
              <a:srgbClr val="F0D1E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880000" y="249840"/>
            <a:ext cx="0" cy="55440"/>
          </a:xfrm>
          <a:prstGeom prst="line">
            <a:avLst/>
          </a:prstGeom>
          <a:ln w="23760">
            <a:solidFill>
              <a:srgbClr val="F0D1E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969605" y="303193"/>
            <a:ext cx="39202" cy="39202"/>
          </a:xfrm>
          <a:prstGeom prst="line">
            <a:avLst/>
          </a:prstGeom>
          <a:ln w="23760">
            <a:solidFill>
              <a:srgbClr val="F0D1E5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85326A"/>
                </a:solidFill>
                <a:latin typeface="맑은 고딕"/>
                <a:ea typeface="맑은 고딕"/>
              </a:rPr>
              <a:t>예진우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AE5390"/>
                </a:solidFill>
                <a:latin typeface="맑은 고딕"/>
                <a:ea typeface="맑은 고딕"/>
              </a:rPr>
              <a:t>국어 교사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966886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07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F7E8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1952" y="202752"/>
            <a:ext cx="69696" cy="69696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87488" y="237600"/>
            <a:ext cx="22176" cy="0"/>
          </a:xfrm>
          <a:prstGeom prst="line">
            <a:avLst/>
          </a:prstGeom>
          <a:ln w="9504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72642" y="273442"/>
            <a:ext cx="15681" cy="15681"/>
          </a:xfrm>
          <a:prstGeom prst="line">
            <a:avLst/>
          </a:prstGeom>
          <a:ln w="9504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36800" y="288288"/>
            <a:ext cx="0" cy="22176"/>
          </a:xfrm>
          <a:prstGeom prst="line">
            <a:avLst/>
          </a:prstGeom>
          <a:ln w="9504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85277" y="273442"/>
            <a:ext cx="15681" cy="15681"/>
          </a:xfrm>
          <a:prstGeom prst="line">
            <a:avLst/>
          </a:prstGeom>
          <a:ln w="9504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63936" y="237600"/>
            <a:ext cx="22176" cy="0"/>
          </a:xfrm>
          <a:prstGeom prst="line">
            <a:avLst/>
          </a:prstGeom>
          <a:ln w="9504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85277" y="186077"/>
            <a:ext cx="15681" cy="15681"/>
          </a:xfrm>
          <a:prstGeom prst="line">
            <a:avLst/>
          </a:prstGeom>
          <a:ln w="9504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136800" y="164736"/>
            <a:ext cx="0" cy="22176"/>
          </a:xfrm>
          <a:prstGeom prst="line">
            <a:avLst/>
          </a:prstGeom>
          <a:ln w="9504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172642" y="186077"/>
            <a:ext cx="15681" cy="15681"/>
          </a:xfrm>
          <a:prstGeom prst="line">
            <a:avLst/>
          </a:prstGeom>
          <a:ln w="9504">
            <a:solidFill>
              <a:srgbClr val="FFFFFF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칭찬은 오래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남는 선물입니다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FFFF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F7E8C9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국어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