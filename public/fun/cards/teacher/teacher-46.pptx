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40257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402571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0257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0257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0257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칭찬은 오래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남는 선물입니다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