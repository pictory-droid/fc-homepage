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EE9EA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93600" y="122400"/>
            <a:ext cx="57600" cy="0"/>
          </a:xfrm>
          <a:prstGeom prst="line">
            <a:avLst/>
          </a:prstGeom>
          <a:ln w="3600">
            <a:solidFill>
              <a:srgbClr val="FBC2C5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22400" y="93600"/>
            <a:ext cx="0" cy="57600"/>
          </a:xfrm>
          <a:prstGeom prst="line">
            <a:avLst/>
          </a:prstGeom>
          <a:ln w="3600">
            <a:solidFill>
              <a:srgbClr val="FBC2C5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088800" y="122400"/>
            <a:ext cx="57600" cy="0"/>
          </a:xfrm>
          <a:prstGeom prst="line">
            <a:avLst/>
          </a:prstGeom>
          <a:ln w="3600">
            <a:solidFill>
              <a:srgbClr val="FBC2C5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17600" y="93600"/>
            <a:ext cx="0" cy="57600"/>
          </a:xfrm>
          <a:prstGeom prst="line">
            <a:avLst/>
          </a:prstGeom>
          <a:ln w="3600">
            <a:solidFill>
              <a:srgbClr val="FBC2C5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93600" y="1677600"/>
            <a:ext cx="57600" cy="0"/>
          </a:xfrm>
          <a:prstGeom prst="line">
            <a:avLst/>
          </a:prstGeom>
          <a:ln w="3600">
            <a:solidFill>
              <a:srgbClr val="FBC2C5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22400" y="1648800"/>
            <a:ext cx="0" cy="57600"/>
          </a:xfrm>
          <a:prstGeom prst="line">
            <a:avLst/>
          </a:prstGeom>
          <a:ln w="3600">
            <a:solidFill>
              <a:srgbClr val="FBC2C5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088800" y="1677600"/>
            <a:ext cx="57600" cy="0"/>
          </a:xfrm>
          <a:prstGeom prst="line">
            <a:avLst/>
          </a:prstGeom>
          <a:ln w="3600">
            <a:solidFill>
              <a:srgbClr val="FBC2C5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17600" y="1648800"/>
            <a:ext cx="0" cy="57600"/>
          </a:xfrm>
          <a:prstGeom prst="line">
            <a:avLst/>
          </a:prstGeom>
          <a:ln w="3600">
            <a:solidFill>
              <a:srgbClr val="FBC2C5"/>
            </a:solidFill>
          </a:ln>
        </p:spPr>
      </p:cxnSp>
      <p:sp>
        <p:nvSpPr>
          <p:cNvPr id="10" name="Oval 9"/>
          <p:cNvSpPr/>
          <p:nvPr/>
        </p:nvSpPr>
        <p:spPr>
          <a:xfrm>
            <a:off x="1526400" y="237600"/>
            <a:ext cx="187200" cy="187200"/>
          </a:xfrm>
          <a:prstGeom prst="ellipse">
            <a:avLst/>
          </a:prstGeom>
          <a:noFill/>
          <a:ln w="5040">
            <a:solidFill>
              <a:srgbClr val="F0262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1476000" y="237600"/>
            <a:ext cx="288000" cy="18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F0262F"/>
                </a:solidFill>
                <a:latin typeface="맑은 고딕"/>
                <a:ea typeface="맑은 고딕"/>
              </a:rPr>
              <a:t>학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360000" y="540000"/>
            <a:ext cx="252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곽도하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60000" y="792000"/>
            <a:ext cx="252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 spc="60">
                <a:solidFill>
                  <a:srgbClr val="661B23"/>
                </a:solidFill>
                <a:latin typeface="맑은 고딕"/>
                <a:ea typeface="맑은 고딕"/>
              </a:rPr>
              <a:t>코딩 강사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440000" y="1015200"/>
            <a:ext cx="360000" cy="0"/>
          </a:xfrm>
          <a:prstGeom prst="line">
            <a:avLst/>
          </a:prstGeom>
          <a:ln w="7920">
            <a:solidFill>
              <a:srgbClr val="F0262F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360000" y="11016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661B23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360000" y="13392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010-1234-5678     |     name@example.com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360000" y="14760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0">
                <a:solidFill>
                  <a:srgbClr val="661B23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EE9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1800000"/>
          </a:xfrm>
          <a:prstGeom prst="rect">
            <a:avLst/>
          </a:prstGeom>
          <a:solidFill>
            <a:srgbClr val="F0262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8000" y="108000"/>
            <a:ext cx="3024000" cy="1584000"/>
          </a:xfrm>
          <a:prstGeom prst="rect">
            <a:avLst/>
          </a:prstGeom>
          <a:noFill/>
          <a:ln w="3600">
            <a:solidFill>
              <a:srgbClr val="FFFFFF">
                <a:alpha val="5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88000" y="280800"/>
            <a:ext cx="144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FFFFFF"/>
                </a:solidFill>
                <a:latin typeface="맑은 고딕"/>
                <a:ea typeface="맑은 고딕"/>
              </a:rPr>
              <a:t>수업 안내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88000" y="4680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FFFFFF"/>
                </a:solidFill>
                <a:latin typeface="맑은 고딕"/>
                <a:ea typeface="맑은 고딕"/>
              </a:rPr>
              <a:t>수학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88000" y="669600"/>
            <a:ext cx="1728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88000" y="6912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FFFFFF"/>
                </a:solidFill>
                <a:latin typeface="맑은 고딕"/>
                <a:ea typeface="맑은 고딕"/>
              </a:rPr>
              <a:t>사회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88000" y="892800"/>
            <a:ext cx="1728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88000" y="9144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FFFFFF"/>
                </a:solidFill>
                <a:latin typeface="맑은 고딕"/>
                <a:ea typeface="맑은 고딕"/>
              </a:rPr>
              <a:t>학부모 상담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88000" y="1116000"/>
            <a:ext cx="1728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268000" y="468000"/>
            <a:ext cx="86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FFFFF">
                    <a:alpha val="75000"/>
                  </a:srgbClr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268000" y="576000"/>
            <a:ext cx="86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FFFFFF"/>
                </a:solidFill>
                <a:latin typeface="맑은 고딕"/>
                <a:ea typeface="맑은 고딕"/>
              </a:rPr>
              <a:t>상담 시간 사전 예약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268000" y="900000"/>
            <a:ext cx="86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FFFFF">
                    <a:alpha val="75000"/>
                  </a:srgbClr>
                </a:solidFill>
                <a:latin typeface="맑은 고딕"/>
                <a:ea typeface="맑은 고딕"/>
              </a:rPr>
              <a:t>KAKAO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268000" y="1008000"/>
            <a:ext cx="86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FFFFFF"/>
                </a:solidFill>
                <a:latin typeface="맑은 고딕"/>
                <a:ea typeface="맑은 고딕"/>
              </a:rPr>
              <a:t>@채널아이디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88000" y="1512000"/>
            <a:ext cx="18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FFFFFF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코딩 강사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