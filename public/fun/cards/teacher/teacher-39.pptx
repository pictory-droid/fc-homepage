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61B23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61B2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61B2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0262F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사랑으로 가르치고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사랑으로 배웁니다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FBC2C5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61B2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