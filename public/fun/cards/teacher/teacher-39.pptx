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08119" y="533169"/>
            <a:ext cx="278076" cy="304167"/>
          </a:xfrm>
          <a:custGeom>
            <a:avLst/>
            <a:gdLst/>
            <a:ahLst/>
            <a:cxnLst/>
            <a:rect l="l" t="t" r="r" b="b"/>
            <a:pathLst>
              <a:path w="278076" h="304167">
                <a:moveTo>
                  <a:pt x="200858" y="0"/>
                </a:moveTo>
                <a:lnTo>
                  <a:pt x="278076" y="64793"/>
                </a:lnTo>
                <a:lnTo>
                  <a:pt x="77217" y="304167"/>
                </a:lnTo>
                <a:lnTo>
                  <a:pt x="0" y="2393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575455" y="772543"/>
            <a:ext cx="109881" cy="117335"/>
          </a:xfrm>
          <a:custGeom>
            <a:avLst/>
            <a:gdLst/>
            <a:ahLst/>
            <a:cxnLst/>
            <a:rect l="l" t="t" r="r" b="b"/>
            <a:pathLst>
              <a:path w="109881" h="117335">
                <a:moveTo>
                  <a:pt x="32664" y="0"/>
                </a:moveTo>
                <a:lnTo>
                  <a:pt x="109881" y="64793"/>
                </a:lnTo>
                <a:lnTo>
                  <a:pt x="0" y="117335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808977" y="494560"/>
            <a:ext cx="109614" cy="103402"/>
          </a:xfrm>
          <a:custGeom>
            <a:avLst/>
            <a:gdLst/>
            <a:ahLst/>
            <a:cxnLst/>
            <a:rect l="l" t="t" r="r" b="b"/>
            <a:pathLst>
              <a:path w="109614" h="103402">
                <a:moveTo>
                  <a:pt x="32397" y="0"/>
                </a:moveTo>
                <a:lnTo>
                  <a:pt x="109614" y="64793"/>
                </a:lnTo>
                <a:lnTo>
                  <a:pt x="77218" y="103402"/>
                </a:lnTo>
                <a:lnTo>
                  <a:pt x="0" y="38609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143D30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913B83"/>
                </a:solidFill>
                <a:latin typeface="맑은 고딕"/>
                <a:ea typeface="맑은 고딕"/>
              </a:rPr>
              <a:t>코딩 강사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913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3B83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3B83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13B8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3D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541514" y="406549"/>
            <a:ext cx="198625" cy="217262"/>
          </a:xfrm>
          <a:custGeom>
            <a:avLst/>
            <a:gdLst/>
            <a:ahLst/>
            <a:cxnLst/>
            <a:rect l="l" t="t" r="r" b="b"/>
            <a:pathLst>
              <a:path w="198625" h="217262">
                <a:moveTo>
                  <a:pt x="143470" y="0"/>
                </a:moveTo>
                <a:lnTo>
                  <a:pt x="198625" y="46281"/>
                </a:lnTo>
                <a:lnTo>
                  <a:pt x="55155" y="217262"/>
                </a:lnTo>
                <a:lnTo>
                  <a:pt x="0" y="1709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18182" y="577530"/>
            <a:ext cx="78487" cy="83811"/>
          </a:xfrm>
          <a:custGeom>
            <a:avLst/>
            <a:gdLst/>
            <a:ahLst/>
            <a:cxnLst/>
            <a:rect l="l" t="t" r="r" b="b"/>
            <a:pathLst>
              <a:path w="78487" h="83811">
                <a:moveTo>
                  <a:pt x="23332" y="0"/>
                </a:moveTo>
                <a:lnTo>
                  <a:pt x="78487" y="46281"/>
                </a:lnTo>
                <a:lnTo>
                  <a:pt x="0" y="83811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684984" y="378972"/>
            <a:ext cx="78295" cy="73858"/>
          </a:xfrm>
          <a:custGeom>
            <a:avLst/>
            <a:gdLst/>
            <a:ahLst/>
            <a:cxnLst/>
            <a:rect l="l" t="t" r="r" b="b"/>
            <a:pathLst>
              <a:path w="78295" h="73858">
                <a:moveTo>
                  <a:pt x="23140" y="0"/>
                </a:moveTo>
                <a:lnTo>
                  <a:pt x="78295" y="46280"/>
                </a:lnTo>
                <a:lnTo>
                  <a:pt x="55155" y="73858"/>
                </a:lnTo>
                <a:lnTo>
                  <a:pt x="0" y="27577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사랑으로 가르치고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사랑으로 배웁니다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