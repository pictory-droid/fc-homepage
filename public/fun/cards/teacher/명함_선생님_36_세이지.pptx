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AF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C4C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3F628B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차OO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B2230">
                    <a:alpha val="85000"/>
                  </a:srgbClr>
                </a:solidFill>
                <a:latin typeface="맑은 고딕"/>
                <a:ea typeface="맑은 고딕"/>
              </a:rPr>
              <a:t>국어 교사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24C4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24C4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24C4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A9BF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B2230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749B4B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수학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과학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5F6672"/>
                </a:solidFill>
                <a:latin typeface="맑은 고딕"/>
                <a:ea typeface="맑은 고딕"/>
              </a:rPr>
              <a:t>온라인 상담 가능   |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국어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