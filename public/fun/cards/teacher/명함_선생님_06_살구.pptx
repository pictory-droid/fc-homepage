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강도윤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국어 교사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493A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사회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코딩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FFE4D6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C493A"/>
                </a:solidFill>
                <a:latin typeface="맑은 고딕"/>
                <a:ea typeface="맑은 고딕"/>
              </a:rPr>
              <a:t>평일 09:00 – 17:00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국어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