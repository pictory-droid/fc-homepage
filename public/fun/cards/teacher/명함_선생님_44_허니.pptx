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2833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A040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B2833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A040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B2833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A040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B2833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A040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B2833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A040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C4928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C4928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F2E3C8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C492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C492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C492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7D7A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7D7A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1968" y="967968"/>
            <a:ext cx="152064" cy="15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68592" y="1044000"/>
            <a:ext cx="48384" cy="0"/>
          </a:xfrm>
          <a:prstGeom prst="line">
            <a:avLst/>
          </a:prstGeom>
          <a:ln w="20736">
            <a:solidFill>
              <a:srgbClr val="BEBCD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36200" y="1122200"/>
            <a:ext cx="34213" cy="34213"/>
          </a:xfrm>
          <a:prstGeom prst="line">
            <a:avLst/>
          </a:prstGeom>
          <a:ln w="20736">
            <a:solidFill>
              <a:srgbClr val="BEBCD0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58000" y="1154592"/>
            <a:ext cx="0" cy="48384"/>
          </a:xfrm>
          <a:prstGeom prst="line">
            <a:avLst/>
          </a:prstGeom>
          <a:ln w="20736">
            <a:solidFill>
              <a:srgbClr val="BEBCD0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445587" y="1122200"/>
            <a:ext cx="34213" cy="34213"/>
          </a:xfrm>
          <a:prstGeom prst="line">
            <a:avLst/>
          </a:prstGeom>
          <a:ln w="20736">
            <a:solidFill>
              <a:srgbClr val="BEBCD0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>
            <a:off x="399024" y="1044000"/>
            <a:ext cx="48384" cy="0"/>
          </a:xfrm>
          <a:prstGeom prst="line">
            <a:avLst/>
          </a:prstGeom>
          <a:ln w="20736">
            <a:solidFill>
              <a:srgbClr val="BEBCD0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 flipV="1">
            <a:off x="445587" y="931587"/>
            <a:ext cx="34213" cy="34213"/>
          </a:xfrm>
          <a:prstGeom prst="line">
            <a:avLst/>
          </a:prstGeom>
          <a:ln w="20736">
            <a:solidFill>
              <a:srgbClr val="BEBCD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558000" y="885024"/>
            <a:ext cx="0" cy="48384"/>
          </a:xfrm>
          <a:prstGeom prst="line">
            <a:avLst/>
          </a:prstGeom>
          <a:ln w="20736">
            <a:solidFill>
              <a:srgbClr val="BEBCD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36200" y="931587"/>
            <a:ext cx="34213" cy="34213"/>
          </a:xfrm>
          <a:prstGeom prst="line">
            <a:avLst/>
          </a:prstGeom>
          <a:ln w="20736">
            <a:solidFill>
              <a:srgbClr val="BEBCD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7D7A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음악</a:t>
            </a:r>
          </a:p>
        </p:txBody>
      </p:sp>
      <p:sp>
        <p:nvSpPr>
          <p:cNvPr id="16" name="Oval 15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18" name="Oval 17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7D7A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13:00 – 21:00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