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C49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C4928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1968" y="967968"/>
            <a:ext cx="152064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68592" y="1044000"/>
            <a:ext cx="48384" cy="0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36200" y="1122200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58000" y="1154592"/>
            <a:ext cx="0" cy="48384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445587" y="1122200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399024" y="1044000"/>
            <a:ext cx="48384" cy="0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445587" y="931587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558000" y="885024"/>
            <a:ext cx="0" cy="48384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36200" y="931587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8" name="Oval 17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