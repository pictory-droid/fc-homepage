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9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58A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8324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18324E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8324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8324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18324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5CB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칭찬 한마디가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하루를 바꿉니다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