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BA4A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720000"/>
          </a:xfrm>
          <a:prstGeom prst="rect">
            <a:avLst/>
          </a:prstGeom>
          <a:solidFill>
            <a:srgbClr val="F3CED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768653" y="231887"/>
            <a:ext cx="190680" cy="208572"/>
          </a:xfrm>
          <a:custGeom>
            <a:avLst/>
            <a:gdLst/>
            <a:ahLst/>
            <a:cxnLst/>
            <a:rect l="l" t="t" r="r" b="b"/>
            <a:pathLst>
              <a:path w="190680" h="208572">
                <a:moveTo>
                  <a:pt x="137731" y="0"/>
                </a:moveTo>
                <a:lnTo>
                  <a:pt x="190680" y="44430"/>
                </a:lnTo>
                <a:lnTo>
                  <a:pt x="52949" y="208572"/>
                </a:lnTo>
                <a:lnTo>
                  <a:pt x="0" y="164142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2746255" y="396029"/>
            <a:ext cx="75347" cy="80459"/>
          </a:xfrm>
          <a:custGeom>
            <a:avLst/>
            <a:gdLst/>
            <a:ahLst/>
            <a:cxnLst/>
            <a:rect l="l" t="t" r="r" b="b"/>
            <a:pathLst>
              <a:path w="75347" h="80459">
                <a:moveTo>
                  <a:pt x="22398" y="0"/>
                </a:moveTo>
                <a:lnTo>
                  <a:pt x="75347" y="44430"/>
                </a:lnTo>
                <a:lnTo>
                  <a:pt x="0" y="80459"/>
                </a:lnTo>
                <a:close/>
              </a:path>
            </a:pathLst>
          </a:custGeom>
          <a:solidFill>
            <a:srgbClr val="EEEE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2906384" y="205413"/>
            <a:ext cx="75164" cy="70904"/>
          </a:xfrm>
          <a:custGeom>
            <a:avLst/>
            <a:gdLst/>
            <a:ahLst/>
            <a:cxnLst/>
            <a:rect l="l" t="t" r="r" b="b"/>
            <a:pathLst>
              <a:path w="75164" h="70904">
                <a:moveTo>
                  <a:pt x="22215" y="0"/>
                </a:moveTo>
                <a:lnTo>
                  <a:pt x="75164" y="44429"/>
                </a:lnTo>
                <a:lnTo>
                  <a:pt x="52949" y="70904"/>
                </a:lnTo>
                <a:lnTo>
                  <a:pt x="0" y="26474"/>
                </a:lnTo>
                <a:close/>
              </a:path>
            </a:pathLst>
          </a:custGeom>
          <a:solidFill>
            <a:srgbClr val="EEEE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30400" y="187200"/>
            <a:ext cx="2160000" cy="305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82"/>
              </a:lnSpc>
            </a:pPr>
            <a:r>
              <a:rPr sz="1850" b="1" spc="50">
                <a:solidFill>
                  <a:srgbClr val="595959"/>
                </a:solidFill>
                <a:latin typeface="바탕"/>
                <a:ea typeface="바탕"/>
              </a:rPr>
              <a:t>류하은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30400" y="475200"/>
            <a:ext cx="216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595959"/>
                </a:solidFill>
                <a:latin typeface="맑은 고딕"/>
                <a:ea typeface="맑은 고딕"/>
              </a:rPr>
              <a:t>영어 강사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30400" y="835200"/>
            <a:ext cx="180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FBF6F7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30400" y="10152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CF3F5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74400" y="1015200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30400" y="11841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CF3F5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74400" y="1184111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30400" y="13530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CF3F5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374400" y="1353022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9E2E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DE8DA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1541514" y="406549"/>
            <a:ext cx="198625" cy="217262"/>
          </a:xfrm>
          <a:custGeom>
            <a:avLst/>
            <a:gdLst/>
            <a:ahLst/>
            <a:cxnLst/>
            <a:rect l="l" t="t" r="r" b="b"/>
            <a:pathLst>
              <a:path w="198625" h="217262">
                <a:moveTo>
                  <a:pt x="143470" y="0"/>
                </a:moveTo>
                <a:lnTo>
                  <a:pt x="198625" y="46281"/>
                </a:lnTo>
                <a:lnTo>
                  <a:pt x="55155" y="217262"/>
                </a:lnTo>
                <a:lnTo>
                  <a:pt x="0" y="170981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518182" y="577530"/>
            <a:ext cx="78487" cy="83811"/>
          </a:xfrm>
          <a:custGeom>
            <a:avLst/>
            <a:gdLst/>
            <a:ahLst/>
            <a:cxnLst/>
            <a:rect l="l" t="t" r="r" b="b"/>
            <a:pathLst>
              <a:path w="78487" h="83811">
                <a:moveTo>
                  <a:pt x="23332" y="0"/>
                </a:moveTo>
                <a:lnTo>
                  <a:pt x="78487" y="46281"/>
                </a:lnTo>
                <a:lnTo>
                  <a:pt x="0" y="83811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1684984" y="378972"/>
            <a:ext cx="78295" cy="73858"/>
          </a:xfrm>
          <a:custGeom>
            <a:avLst/>
            <a:gdLst/>
            <a:ahLst/>
            <a:cxnLst/>
            <a:rect l="l" t="t" r="r" b="b"/>
            <a:pathLst>
              <a:path w="78295" h="73858">
                <a:moveTo>
                  <a:pt x="23140" y="0"/>
                </a:moveTo>
                <a:lnTo>
                  <a:pt x="78295" y="46280"/>
                </a:lnTo>
                <a:lnTo>
                  <a:pt x="55155" y="73858"/>
                </a:lnTo>
                <a:lnTo>
                  <a:pt x="0" y="27577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96000" y="835200"/>
            <a:ext cx="2448000" cy="39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667"/>
              </a:lnSpc>
            </a:pPr>
            <a:r>
              <a:rPr sz="1150" b="1">
                <a:solidFill>
                  <a:srgbClr val="FFFFFF"/>
                </a:solidFill>
                <a:latin typeface="바탕"/>
                <a:ea typeface="바탕"/>
              </a:rPr>
              <a:t>칭찬 한마디가 하루를 바꿉니다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360000" y="14760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300">
                <a:solidFill>
                  <a:srgbClr val="FFFFFF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영어 강사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