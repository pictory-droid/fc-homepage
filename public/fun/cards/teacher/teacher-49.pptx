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5B5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코딩 강사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5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7C7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코딩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평일 13:00 – 21:00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