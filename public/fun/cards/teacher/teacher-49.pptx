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96000" y="0"/>
            <a:ext cx="1044000" cy="1800000"/>
          </a:xfrm>
          <a:prstGeom prst="rect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86160" y="578880"/>
            <a:ext cx="221760" cy="322560"/>
          </a:xfrm>
          <a:custGeom>
            <a:avLst/>
            <a:gdLst/>
            <a:ahLst/>
            <a:cxnLst/>
            <a:rect l="l" t="t" r="r" b="b"/>
            <a:pathLst>
              <a:path w="221760" h="322560">
                <a:moveTo>
                  <a:pt x="0" y="0"/>
                </a:moveTo>
                <a:lnTo>
                  <a:pt x="221760" y="40320"/>
                </a:lnTo>
                <a:lnTo>
                  <a:pt x="221760" y="322560"/>
                </a:lnTo>
                <a:lnTo>
                  <a:pt x="0" y="2822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2728080" y="578880"/>
            <a:ext cx="221760" cy="322560"/>
          </a:xfrm>
          <a:custGeom>
            <a:avLst/>
            <a:gdLst/>
            <a:ahLst/>
            <a:cxnLst/>
            <a:rect l="l" t="t" r="r" b="b"/>
            <a:pathLst>
              <a:path w="221760" h="322560">
                <a:moveTo>
                  <a:pt x="221760" y="0"/>
                </a:moveTo>
                <a:lnTo>
                  <a:pt x="0" y="40320"/>
                </a:lnTo>
                <a:lnTo>
                  <a:pt x="0" y="322560"/>
                </a:lnTo>
                <a:lnTo>
                  <a:pt x="221760" y="282240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268000" y="1224000"/>
            <a:ext cx="9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 spc="150">
                <a:solidFill>
                  <a:srgbClr val="FFFFFF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16000" y="331200"/>
            <a:ext cx="1872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9472C"/>
                </a:solidFill>
                <a:latin typeface="맑은 고딕"/>
                <a:ea typeface="맑은 고딕"/>
              </a:rPr>
              <a:t>목태양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16000" y="619200"/>
            <a:ext cx="1872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8D7045"/>
                </a:solidFill>
                <a:latin typeface="맑은 고딕"/>
                <a:ea typeface="맑은 고딕"/>
              </a:rPr>
              <a:t>코딩 강사</a:t>
            </a:r>
          </a:p>
        </p:txBody>
      </p:sp>
      <p:sp>
        <p:nvSpPr>
          <p:cNvPr id="8" name="Rectangle 7"/>
          <p:cNvSpPr/>
          <p:nvPr/>
        </p:nvSpPr>
        <p:spPr>
          <a:xfrm>
            <a:off x="216000" y="828000"/>
            <a:ext cx="201600" cy="14400"/>
          </a:xfrm>
          <a:prstGeom prst="rect">
            <a:avLst/>
          </a:prstGeom>
          <a:solidFill>
            <a:srgbClr val="9D7D4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216000" y="100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704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0080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6000" y="117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704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11769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16000" y="134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8D704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360000" y="13458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9472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4382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3636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0" y="0"/>
                </a:moveTo>
                <a:lnTo>
                  <a:pt x="237600" y="43200"/>
                </a:lnTo>
                <a:lnTo>
                  <a:pt x="237600" y="345600"/>
                </a:lnTo>
                <a:lnTo>
                  <a:pt x="0" y="3024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622800" y="748800"/>
            <a:ext cx="237600" cy="345600"/>
          </a:xfrm>
          <a:custGeom>
            <a:avLst/>
            <a:gdLst/>
            <a:ahLst/>
            <a:cxnLst/>
            <a:rect l="l" t="t" r="r" b="b"/>
            <a:pathLst>
              <a:path w="237600" h="345600">
                <a:moveTo>
                  <a:pt x="237600" y="0"/>
                </a:moveTo>
                <a:lnTo>
                  <a:pt x="0" y="43200"/>
                </a:lnTo>
                <a:lnTo>
                  <a:pt x="0" y="345600"/>
                </a:lnTo>
                <a:lnTo>
                  <a:pt x="237600" y="302400"/>
                </a:lnTo>
                <a:close/>
              </a:path>
            </a:pathLst>
          </a:custGeom>
          <a:solidFill>
            <a:srgbClr val="7373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59472C"/>
                </a:solidFill>
                <a:latin typeface="맑은 고딕"/>
                <a:ea typeface="맑은 고딕"/>
              </a:rPr>
              <a:t>배움이 일상이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59472C"/>
                </a:solidFill>
                <a:latin typeface="맑은 고딕"/>
                <a:ea typeface="맑은 고딕"/>
              </a:rPr>
              <a:t>되도록 돕겠습니다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43828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7C716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코딩 강사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