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FF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배움이 일상이 되도록 돕겠습니다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9D9D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DBDB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