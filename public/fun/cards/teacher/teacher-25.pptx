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6687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666666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FE6D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EEFD2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EFD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EFD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EFD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42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2F481E"/>
                </a:solidFill>
                <a:latin typeface="맑은 고딕"/>
                <a:ea typeface="맑은 고딕"/>
              </a:rPr>
              <a:t>재미있어서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2F481E"/>
                </a:solidFill>
                <a:latin typeface="맑은 고딕"/>
                <a:ea typeface="맑은 고딕"/>
              </a:rPr>
              <a:t>계속하고 싶은 수업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42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4725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