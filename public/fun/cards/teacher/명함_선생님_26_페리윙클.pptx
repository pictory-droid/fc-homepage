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D9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6376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16878"/>
                </a:solidFill>
                <a:latin typeface="맑은 고딕"/>
                <a:ea typeface="맑은 고딕"/>
              </a:rPr>
              <a:t>국어 교사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1F6B54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1687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1687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1687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B3CD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E7FC2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B3CDC5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C3B3C"/>
                </a:solidFill>
                <a:latin typeface="맑은 고딕"/>
                <a:ea typeface="맑은 고딕"/>
              </a:rPr>
              <a:t>상담 사전 예약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