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18FBA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CBC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CBC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9C4B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157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상담 사전 예약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64C58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