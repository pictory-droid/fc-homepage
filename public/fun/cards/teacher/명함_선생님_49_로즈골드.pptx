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3600" y="93600"/>
            <a:ext cx="3052800" cy="1612800"/>
          </a:xfrm>
          <a:prstGeom prst="rect">
            <a:avLst/>
          </a:prstGeom>
          <a:noFill/>
          <a:ln w="3600">
            <a:solidFill>
              <a:srgbClr val="E6E3D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2000" y="252000"/>
            <a:ext cx="79200" cy="79200"/>
          </a:xfrm>
          <a:prstGeom prst="rect">
            <a:avLst/>
          </a:prstGeom>
          <a:solidFill>
            <a:srgbClr val="B76E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96000" y="259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718FBA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2000" y="446400"/>
            <a:ext cx="2736000" cy="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52000" y="9648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공OO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168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5F6672"/>
                </a:solidFill>
                <a:latin typeface="맑은 고딕"/>
                <a:ea typeface="맑은 고딕"/>
              </a:rPr>
              <a:t>코딩 강사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00000" y="943200"/>
            <a:ext cx="0" cy="60480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1944000" y="1033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246400" y="10224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944000" y="1177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246400" y="11664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944000" y="1321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246400" y="13104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9AEB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52000" y="216000"/>
            <a:ext cx="1944000" cy="1080000"/>
          </a:xfrm>
          <a:prstGeom prst="roundRect">
            <a:avLst>
              <a:gd name="adj" fmla="val 12000"/>
            </a:avLst>
          </a:prstGeom>
          <a:solidFill>
            <a:srgbClr val="CBC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540000" y="1288800"/>
            <a:ext cx="216000" cy="223200"/>
          </a:xfrm>
          <a:custGeom>
            <a:avLst/>
            <a:gdLst/>
            <a:ahLst/>
            <a:cxnLst/>
            <a:rect l="l" t="t" r="r" b="b"/>
            <a:pathLst>
              <a:path w="216000" h="223200">
                <a:moveTo>
                  <a:pt x="0" y="0"/>
                </a:moveTo>
                <a:lnTo>
                  <a:pt x="216000" y="0"/>
                </a:lnTo>
                <a:lnTo>
                  <a:pt x="36000" y="223200"/>
                </a:lnTo>
                <a:close/>
              </a:path>
            </a:pathLst>
          </a:custGeom>
          <a:solidFill>
            <a:srgbClr val="CBC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96000" y="302400"/>
            <a:ext cx="165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1B2230">
                    <a:alpha val="80000"/>
                  </a:srgbClr>
                </a:solidFill>
                <a:latin typeface="맑은 고딕"/>
                <a:ea typeface="맑은 고딕"/>
              </a:rPr>
              <a:t>수업 안내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396000" y="468000"/>
            <a:ext cx="169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코딩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396000" y="669600"/>
            <a:ext cx="169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미술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396000" y="871200"/>
            <a:ext cx="169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논술</a:t>
            </a:r>
          </a:p>
        </p:txBody>
      </p:sp>
      <p:sp>
        <p:nvSpPr>
          <p:cNvPr id="8" name="Oval 7"/>
          <p:cNvSpPr/>
          <p:nvPr/>
        </p:nvSpPr>
        <p:spPr>
          <a:xfrm>
            <a:off x="2433600" y="381600"/>
            <a:ext cx="100800" cy="100800"/>
          </a:xfrm>
          <a:prstGeom prst="ellipse">
            <a:avLst/>
          </a:prstGeom>
          <a:solidFill>
            <a:srgbClr val="9C4B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 rot="1080000">
            <a:off x="2664000" y="324000"/>
            <a:ext cx="144000" cy="144000"/>
          </a:xfrm>
          <a:prstGeom prst="roundRect">
            <a:avLst>
              <a:gd name="adj" fmla="val 15000"/>
            </a:avLst>
          </a:prstGeom>
          <a:solidFill>
            <a:srgbClr val="51576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2376000" y="1080000"/>
            <a:ext cx="684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1B2230"/>
                </a:solidFill>
                <a:latin typeface="맑은 고딕"/>
                <a:ea typeface="맑은 고딕"/>
              </a:rPr>
              <a:t>상담 사전 예약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376000" y="1209600"/>
            <a:ext cx="684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464C58"/>
                </a:solidFill>
                <a:latin typeface="맑은 고딕"/>
                <a:ea typeface="맑은 고딕"/>
              </a:rPr>
              <a:t>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코딩 강사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