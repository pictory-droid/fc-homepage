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6E8B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6E8B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안녕하세요!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A67B2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6E8B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D9D5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6E8B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4171D"/>
                </a:solidFill>
                <a:latin typeface="맑은 고딕"/>
                <a:ea typeface="맑은 고딕"/>
              </a:rPr>
              <a:t>곽OO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86459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B264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미술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방과후 수업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학부모 상담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WEB  www.example.com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