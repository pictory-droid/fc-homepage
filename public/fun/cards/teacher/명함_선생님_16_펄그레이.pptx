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D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D4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1B2230"/>
                </a:solidFill>
                <a:latin typeface="맑은 고딕"/>
                <a:ea typeface="맑은 고딕"/>
              </a:rPr>
              <a:t>황OO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1B2230">
                    <a:alpha val="85000"/>
                  </a:srgbClr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A7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A7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A7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C0C6D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728FBB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5F667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5F6672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5F6672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