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28FBB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5F66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F66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F6672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