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CBCBCB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BCBCB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70707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CBCBC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70707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CBCBC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70707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CBCBC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70707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8181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사회  ·  코딩  ·  논술  ·  개별 지도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