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홍석진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CBCBCB"/>
                </a:solidFill>
                <a:latin typeface="맑은 고딕"/>
                <a:ea typeface="맑은 고딕"/>
              </a:rPr>
              <a:t>상담 교사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CBCBCB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70707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CBCBCB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707070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CBCBCB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707070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CBCBCB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707070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81818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사회  ·  코딩  ·  논술  ·  개별 지도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