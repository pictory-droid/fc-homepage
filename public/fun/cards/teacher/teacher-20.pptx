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841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462400" y="158400"/>
            <a:ext cx="43200" cy="43200"/>
          </a:xfrm>
          <a:prstGeom prst="ellipse">
            <a:avLst/>
          </a:prstGeom>
          <a:solidFill>
            <a:srgbClr val="EB955C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462400" y="266400"/>
            <a:ext cx="43200" cy="43200"/>
          </a:xfrm>
          <a:prstGeom prst="ellipse">
            <a:avLst/>
          </a:prstGeom>
          <a:solidFill>
            <a:srgbClr val="EB955C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62400" y="374400"/>
            <a:ext cx="43200" cy="43200"/>
          </a:xfrm>
          <a:prstGeom prst="ellipse">
            <a:avLst/>
          </a:prstGeom>
          <a:solidFill>
            <a:srgbClr val="EB955C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62400" y="482400"/>
            <a:ext cx="43200" cy="43200"/>
          </a:xfrm>
          <a:prstGeom prst="ellipse">
            <a:avLst/>
          </a:prstGeom>
          <a:solidFill>
            <a:srgbClr val="EB955C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70400" y="158400"/>
            <a:ext cx="43200" cy="43200"/>
          </a:xfrm>
          <a:prstGeom prst="ellipse">
            <a:avLst/>
          </a:prstGeom>
          <a:solidFill>
            <a:srgbClr val="EB955C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570400" y="266400"/>
            <a:ext cx="43200" cy="43200"/>
          </a:xfrm>
          <a:prstGeom prst="ellipse">
            <a:avLst/>
          </a:prstGeom>
          <a:solidFill>
            <a:srgbClr val="EB955C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570400" y="374400"/>
            <a:ext cx="43200" cy="43200"/>
          </a:xfrm>
          <a:prstGeom prst="ellipse">
            <a:avLst/>
          </a:prstGeom>
          <a:solidFill>
            <a:srgbClr val="EB955C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570400" y="482400"/>
            <a:ext cx="43200" cy="43200"/>
          </a:xfrm>
          <a:prstGeom prst="ellipse">
            <a:avLst/>
          </a:prstGeom>
          <a:solidFill>
            <a:srgbClr val="EB955C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678400" y="158400"/>
            <a:ext cx="43200" cy="43200"/>
          </a:xfrm>
          <a:prstGeom prst="ellipse">
            <a:avLst/>
          </a:prstGeom>
          <a:solidFill>
            <a:srgbClr val="EB955C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678400" y="266400"/>
            <a:ext cx="43200" cy="43200"/>
          </a:xfrm>
          <a:prstGeom prst="ellipse">
            <a:avLst/>
          </a:prstGeom>
          <a:solidFill>
            <a:srgbClr val="EB955C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78400" y="374400"/>
            <a:ext cx="43200" cy="43200"/>
          </a:xfrm>
          <a:prstGeom prst="ellipse">
            <a:avLst/>
          </a:prstGeom>
          <a:solidFill>
            <a:srgbClr val="EB955C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8400" y="482400"/>
            <a:ext cx="43200" cy="43200"/>
          </a:xfrm>
          <a:prstGeom prst="ellipse">
            <a:avLst/>
          </a:prstGeom>
          <a:solidFill>
            <a:srgbClr val="EB955C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786400" y="158400"/>
            <a:ext cx="43200" cy="43200"/>
          </a:xfrm>
          <a:prstGeom prst="ellipse">
            <a:avLst/>
          </a:prstGeom>
          <a:solidFill>
            <a:srgbClr val="EB955C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786400" y="266400"/>
            <a:ext cx="43200" cy="43200"/>
          </a:xfrm>
          <a:prstGeom prst="ellipse">
            <a:avLst/>
          </a:prstGeom>
          <a:solidFill>
            <a:srgbClr val="EB955C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786400" y="374400"/>
            <a:ext cx="43200" cy="43200"/>
          </a:xfrm>
          <a:prstGeom prst="ellipse">
            <a:avLst/>
          </a:prstGeom>
          <a:solidFill>
            <a:srgbClr val="EB955C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786400" y="482400"/>
            <a:ext cx="43200" cy="43200"/>
          </a:xfrm>
          <a:prstGeom prst="ellipse">
            <a:avLst/>
          </a:prstGeom>
          <a:solidFill>
            <a:srgbClr val="EB955C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894400" y="158400"/>
            <a:ext cx="43200" cy="43200"/>
          </a:xfrm>
          <a:prstGeom prst="ellipse">
            <a:avLst/>
          </a:prstGeom>
          <a:solidFill>
            <a:srgbClr val="EB955C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894400" y="266400"/>
            <a:ext cx="43200" cy="43200"/>
          </a:xfrm>
          <a:prstGeom prst="ellipse">
            <a:avLst/>
          </a:prstGeom>
          <a:solidFill>
            <a:srgbClr val="EB955C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894400" y="374400"/>
            <a:ext cx="43200" cy="43200"/>
          </a:xfrm>
          <a:prstGeom prst="ellipse">
            <a:avLst/>
          </a:prstGeom>
          <a:solidFill>
            <a:srgbClr val="EB955C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894400" y="482400"/>
            <a:ext cx="43200" cy="43200"/>
          </a:xfrm>
          <a:prstGeom prst="ellipse">
            <a:avLst/>
          </a:prstGeom>
          <a:solidFill>
            <a:srgbClr val="EB955C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1663200"/>
            <a:ext cx="3240000" cy="136800"/>
          </a:xfrm>
          <a:prstGeom prst="rect">
            <a:avLst/>
          </a:prstGeom>
          <a:solidFill>
            <a:srgbClr val="EB95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1663200"/>
            <a:ext cx="936000" cy="136800"/>
          </a:xfrm>
          <a:prstGeom prst="rect">
            <a:avLst/>
          </a:prstGeom>
          <a:solidFill>
            <a:srgbClr val="9B5F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텍스트"/>
          <p:cNvSpPr txBox="1"/>
          <p:nvPr/>
        </p:nvSpPr>
        <p:spPr>
          <a:xfrm>
            <a:off x="252000" y="2088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DBC6B8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540000"/>
            <a:ext cx="2016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맑은 고딕"/>
                <a:ea typeface="맑은 고딕"/>
              </a:rPr>
              <a:t>홍석진</a:t>
            </a:r>
          </a:p>
        </p:txBody>
      </p:sp>
      <p:sp>
        <p:nvSpPr>
          <p:cNvPr id="26" name="텍스트"/>
          <p:cNvSpPr txBox="1"/>
          <p:nvPr/>
        </p:nvSpPr>
        <p:spPr>
          <a:xfrm>
            <a:off x="252000" y="828000"/>
            <a:ext cx="2016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F3BF9D"/>
                </a:solidFill>
                <a:latin typeface="맑은 고딕"/>
                <a:ea typeface="맑은 고딕"/>
              </a:rPr>
              <a:t>상담 교사</a:t>
            </a:r>
          </a:p>
        </p:txBody>
      </p:sp>
      <p:sp>
        <p:nvSpPr>
          <p:cNvPr id="27" name="텍스트"/>
          <p:cNvSpPr txBox="1"/>
          <p:nvPr/>
        </p:nvSpPr>
        <p:spPr>
          <a:xfrm>
            <a:off x="252000" y="11088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3BF9D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396000" y="11088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2777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3BF9D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396000" y="12777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4466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3BF9D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396000" y="14466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33" name="Freeform 32"/>
          <p:cNvSpPr/>
          <p:nvPr/>
        </p:nvSpPr>
        <p:spPr>
          <a:xfrm>
            <a:off x="2747520" y="1107360"/>
            <a:ext cx="126720" cy="184320"/>
          </a:xfrm>
          <a:custGeom>
            <a:avLst/>
            <a:gdLst/>
            <a:ahLst/>
            <a:cxnLst/>
            <a:rect l="l" t="t" r="r" b="b"/>
            <a:pathLst>
              <a:path w="126720" h="184320">
                <a:moveTo>
                  <a:pt x="0" y="0"/>
                </a:moveTo>
                <a:lnTo>
                  <a:pt x="126720" y="23040"/>
                </a:lnTo>
                <a:lnTo>
                  <a:pt x="126720" y="184320"/>
                </a:lnTo>
                <a:lnTo>
                  <a:pt x="0" y="161280"/>
                </a:lnTo>
                <a:close/>
              </a:path>
            </a:pathLst>
          </a:custGeom>
          <a:solidFill>
            <a:srgbClr val="EB95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2885760" y="1107360"/>
            <a:ext cx="126720" cy="184320"/>
          </a:xfrm>
          <a:custGeom>
            <a:avLst/>
            <a:gdLst/>
            <a:ahLst/>
            <a:cxnLst/>
            <a:rect l="l" t="t" r="r" b="b"/>
            <a:pathLst>
              <a:path w="126720" h="184320">
                <a:moveTo>
                  <a:pt x="126720" y="0"/>
                </a:moveTo>
                <a:lnTo>
                  <a:pt x="0" y="23040"/>
                </a:lnTo>
                <a:lnTo>
                  <a:pt x="0" y="184320"/>
                </a:lnTo>
                <a:lnTo>
                  <a:pt x="126720" y="161280"/>
                </a:lnTo>
                <a:close/>
              </a:path>
            </a:pathLst>
          </a:custGeom>
          <a:solidFill>
            <a:srgbClr val="9B5F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841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10800">
            <a:solidFill>
              <a:srgbClr val="EB955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96000" y="5040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작은 변화도 놓치지 않겠습니다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260000" y="1080000"/>
            <a:ext cx="684000" cy="0"/>
          </a:xfrm>
          <a:prstGeom prst="line">
            <a:avLst/>
          </a:prstGeom>
          <a:ln w="7200">
            <a:solidFill>
              <a:srgbClr val="EB955C"/>
            </a:solidFill>
          </a:ln>
        </p:spPr>
      </p:cxnSp>
      <p:sp>
        <p:nvSpPr>
          <p:cNvPr id="5" name="Oval 4"/>
          <p:cNvSpPr/>
          <p:nvPr/>
        </p:nvSpPr>
        <p:spPr>
          <a:xfrm>
            <a:off x="1594800" y="1054800"/>
            <a:ext cx="50400" cy="50400"/>
          </a:xfrm>
          <a:prstGeom prst="ellipse">
            <a:avLst/>
          </a:prstGeom>
          <a:solidFill>
            <a:srgbClr val="EB95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1224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1" spc="300">
                <a:solidFill>
                  <a:srgbClr val="DBC6B8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7" name="Freeform 6"/>
          <p:cNvSpPr/>
          <p:nvPr/>
        </p:nvSpPr>
        <p:spPr>
          <a:xfrm>
            <a:off x="1537200" y="273600"/>
            <a:ext cx="79200" cy="115200"/>
          </a:xfrm>
          <a:custGeom>
            <a:avLst/>
            <a:gdLst/>
            <a:ahLst/>
            <a:cxnLst/>
            <a:rect l="l" t="t" r="r" b="b"/>
            <a:pathLst>
              <a:path w="79200" h="115200">
                <a:moveTo>
                  <a:pt x="0" y="0"/>
                </a:moveTo>
                <a:lnTo>
                  <a:pt x="79200" y="14400"/>
                </a:lnTo>
                <a:lnTo>
                  <a:pt x="79200" y="115200"/>
                </a:lnTo>
                <a:lnTo>
                  <a:pt x="0" y="100800"/>
                </a:lnTo>
                <a:close/>
              </a:path>
            </a:pathLst>
          </a:custGeom>
          <a:solidFill>
            <a:srgbClr val="EB95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1623600" y="273600"/>
            <a:ext cx="79200" cy="115200"/>
          </a:xfrm>
          <a:custGeom>
            <a:avLst/>
            <a:gdLst/>
            <a:ahLst/>
            <a:cxnLst/>
            <a:rect l="l" t="t" r="r" b="b"/>
            <a:pathLst>
              <a:path w="79200" h="115200">
                <a:moveTo>
                  <a:pt x="79200" y="0"/>
                </a:moveTo>
                <a:lnTo>
                  <a:pt x="0" y="14400"/>
                </a:lnTo>
                <a:lnTo>
                  <a:pt x="0" y="115200"/>
                </a:lnTo>
                <a:lnTo>
                  <a:pt x="79200" y="100800"/>
                </a:lnTo>
                <a:close/>
              </a:path>
            </a:pathLst>
          </a:custGeom>
          <a:solidFill>
            <a:srgbClr val="9B5F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상담 교사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