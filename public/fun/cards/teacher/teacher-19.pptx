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6565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07120" y="609120"/>
            <a:ext cx="221760" cy="221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79280" y="720000"/>
            <a:ext cx="70560" cy="0"/>
          </a:xfrm>
          <a:prstGeom prst="line">
            <a:avLst/>
          </a:prstGeom>
          <a:ln w="3024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832042" y="834042"/>
            <a:ext cx="49894" cy="49894"/>
          </a:xfrm>
          <a:prstGeom prst="line">
            <a:avLst/>
          </a:prstGeom>
          <a:ln w="3024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718000" y="881280"/>
            <a:ext cx="0" cy="70560"/>
          </a:xfrm>
          <a:prstGeom prst="line">
            <a:avLst/>
          </a:prstGeom>
          <a:ln w="3024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554064" y="834042"/>
            <a:ext cx="49894" cy="49894"/>
          </a:xfrm>
          <a:prstGeom prst="line">
            <a:avLst/>
          </a:prstGeom>
          <a:ln w="3024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486160" y="720000"/>
            <a:ext cx="70560" cy="0"/>
          </a:xfrm>
          <a:prstGeom prst="line">
            <a:avLst/>
          </a:prstGeom>
          <a:ln w="3024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2554064" y="556064"/>
            <a:ext cx="49894" cy="49894"/>
          </a:xfrm>
          <a:prstGeom prst="line">
            <a:avLst/>
          </a:prstGeom>
          <a:ln w="3024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718000" y="488160"/>
            <a:ext cx="0" cy="70560"/>
          </a:xfrm>
          <a:prstGeom prst="line">
            <a:avLst/>
          </a:prstGeom>
          <a:ln w="3024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832042" y="556064"/>
            <a:ext cx="49894" cy="49894"/>
          </a:xfrm>
          <a:prstGeom prst="line">
            <a:avLst/>
          </a:prstGeom>
          <a:ln w="30240">
            <a:solidFill>
              <a:srgbClr val="FFFFFF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484A1"/>
                </a:solidFill>
                <a:latin typeface="맑은 고딕"/>
                <a:ea typeface="맑은 고딕"/>
              </a:rPr>
              <a:t>코딩 강사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6565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484A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484A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484A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6565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AEAEB9"/>
                </a:solidFill>
                <a:latin typeface="맑은 고딕"/>
                <a:ea typeface="맑은 고딕"/>
              </a:rPr>
              <a:t>하루하루가 소중한 수업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65658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EAEB9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6565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00720" y="360720"/>
            <a:ext cx="142560" cy="142560"/>
          </a:xfrm>
          <a:prstGeom prst="ellipse">
            <a:avLst/>
          </a:prstGeom>
          <a:solidFill>
            <a:srgbClr val="6565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2875680" y="432000"/>
            <a:ext cx="45360" cy="0"/>
          </a:xfrm>
          <a:prstGeom prst="line">
            <a:avLst/>
          </a:prstGeom>
          <a:ln w="19440">
            <a:solidFill>
              <a:srgbClr val="3E3E58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845313" y="505313"/>
            <a:ext cx="32074" cy="32074"/>
          </a:xfrm>
          <a:prstGeom prst="line">
            <a:avLst/>
          </a:prstGeom>
          <a:ln w="19440">
            <a:solidFill>
              <a:srgbClr val="3E3E58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772000" y="535680"/>
            <a:ext cx="0" cy="45360"/>
          </a:xfrm>
          <a:prstGeom prst="line">
            <a:avLst/>
          </a:prstGeom>
          <a:ln w="19440">
            <a:solidFill>
              <a:srgbClr val="3E3E58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2666613" y="505313"/>
            <a:ext cx="32074" cy="32074"/>
          </a:xfrm>
          <a:prstGeom prst="line">
            <a:avLst/>
          </a:prstGeom>
          <a:ln w="19440">
            <a:solidFill>
              <a:srgbClr val="3E3E58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2622960" y="432000"/>
            <a:ext cx="45360" cy="0"/>
          </a:xfrm>
          <a:prstGeom prst="line">
            <a:avLst/>
          </a:prstGeom>
          <a:ln w="19440">
            <a:solidFill>
              <a:srgbClr val="3E3E58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 flipV="1">
            <a:off x="2666613" y="326613"/>
            <a:ext cx="32074" cy="32074"/>
          </a:xfrm>
          <a:prstGeom prst="line">
            <a:avLst/>
          </a:prstGeom>
          <a:ln w="19440">
            <a:solidFill>
              <a:srgbClr val="3E3E58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772000" y="282960"/>
            <a:ext cx="0" cy="45360"/>
          </a:xfrm>
          <a:prstGeom prst="line">
            <a:avLst/>
          </a:prstGeom>
          <a:ln w="19440">
            <a:solidFill>
              <a:srgbClr val="3E3E58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845313" y="326613"/>
            <a:ext cx="32074" cy="32074"/>
          </a:xfrm>
          <a:prstGeom prst="line">
            <a:avLst/>
          </a:prstGeom>
          <a:ln w="19440">
            <a:solidFill>
              <a:srgbClr val="3E3E58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