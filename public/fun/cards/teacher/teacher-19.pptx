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0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E136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F7C8D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F7C8D0"/>
                </a:solidFill>
                <a:latin typeface="맑은 고딕"/>
                <a:ea typeface="맑은 고딕"/>
              </a:rPr>
              <a:t>코딩 강사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F7C8D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F7C8D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F7C8D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E23D5A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하루하루가 소중한 수업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