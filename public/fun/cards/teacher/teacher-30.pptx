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70E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한 줄의 응원을 건넵니다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1F402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