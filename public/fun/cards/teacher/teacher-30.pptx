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72A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F4CDD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F4CDD3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F4CDD3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F4CDD3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F4CDD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F4CDD3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F4CDD3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F4CDD3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F4CDD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F4CDD3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F4CDD3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F4CDD3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F4CDD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F4CDD3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F4CDD3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F4CDD3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F4CDD3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F4CDD3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F4CDD3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F4CDD3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B54C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E9CBD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4CDD3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4CDD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4CDD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4CDD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816640" y="1124640"/>
            <a:ext cx="126720" cy="126720"/>
          </a:xfrm>
          <a:prstGeom prst="ellipse">
            <a:avLst/>
          </a:prstGeom>
          <a:solidFill>
            <a:srgbClr val="F4CDD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972160" y="1188000"/>
            <a:ext cx="40320" cy="0"/>
          </a:xfrm>
          <a:prstGeom prst="line">
            <a:avLst/>
          </a:prstGeom>
          <a:ln w="17280">
            <a:solidFill>
              <a:srgbClr val="B54C5E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2945167" y="1253167"/>
            <a:ext cx="28511" cy="28511"/>
          </a:xfrm>
          <a:prstGeom prst="line">
            <a:avLst/>
          </a:prstGeom>
          <a:ln w="17280">
            <a:solidFill>
              <a:srgbClr val="B54C5E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2880000" y="1280160"/>
            <a:ext cx="0" cy="40320"/>
          </a:xfrm>
          <a:prstGeom prst="line">
            <a:avLst/>
          </a:prstGeom>
          <a:ln w="17280">
            <a:solidFill>
              <a:srgbClr val="B54C5E"/>
            </a:solidFill>
          </a:ln>
        </p:spPr>
      </p:cxnSp>
      <p:cxnSp>
        <p:nvCxnSpPr>
          <p:cNvPr id="37" name="Connector 36"/>
          <p:cNvCxnSpPr/>
          <p:nvPr/>
        </p:nvCxnSpPr>
        <p:spPr>
          <a:xfrm flipH="1">
            <a:off x="2786322" y="1253167"/>
            <a:ext cx="28511" cy="28511"/>
          </a:xfrm>
          <a:prstGeom prst="line">
            <a:avLst/>
          </a:prstGeom>
          <a:ln w="17280">
            <a:solidFill>
              <a:srgbClr val="B54C5E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>
            <a:off x="2747520" y="1188000"/>
            <a:ext cx="40320" cy="0"/>
          </a:xfrm>
          <a:prstGeom prst="line">
            <a:avLst/>
          </a:prstGeom>
          <a:ln w="17280">
            <a:solidFill>
              <a:srgbClr val="B54C5E"/>
            </a:solidFill>
          </a:ln>
        </p:spPr>
      </p:cxnSp>
      <p:cxnSp>
        <p:nvCxnSpPr>
          <p:cNvPr id="39" name="Connector 38"/>
          <p:cNvCxnSpPr/>
          <p:nvPr/>
        </p:nvCxnSpPr>
        <p:spPr>
          <a:xfrm flipH="1" flipV="1">
            <a:off x="2786322" y="1094322"/>
            <a:ext cx="28511" cy="28511"/>
          </a:xfrm>
          <a:prstGeom prst="line">
            <a:avLst/>
          </a:prstGeom>
          <a:ln w="17280">
            <a:solidFill>
              <a:srgbClr val="B54C5E"/>
            </a:solidFill>
          </a:ln>
        </p:spPr>
      </p:cxnSp>
      <p:cxnSp>
        <p:nvCxnSpPr>
          <p:cNvPr id="40" name="Connector 39"/>
          <p:cNvCxnSpPr/>
          <p:nvPr/>
        </p:nvCxnSpPr>
        <p:spPr>
          <a:xfrm flipV="1">
            <a:off x="2880000" y="1055520"/>
            <a:ext cx="0" cy="40320"/>
          </a:xfrm>
          <a:prstGeom prst="line">
            <a:avLst/>
          </a:prstGeom>
          <a:ln w="17280">
            <a:solidFill>
              <a:srgbClr val="B54C5E"/>
            </a:solidFill>
          </a:ln>
        </p:spPr>
      </p:cxnSp>
      <p:cxnSp>
        <p:nvCxnSpPr>
          <p:cNvPr id="41" name="Connector 40"/>
          <p:cNvCxnSpPr/>
          <p:nvPr/>
        </p:nvCxnSpPr>
        <p:spPr>
          <a:xfrm flipV="1">
            <a:off x="2945167" y="1094322"/>
            <a:ext cx="28511" cy="28511"/>
          </a:xfrm>
          <a:prstGeom prst="line">
            <a:avLst/>
          </a:prstGeom>
          <a:ln w="17280">
            <a:solidFill>
              <a:srgbClr val="B54C5E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868D3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952" y="202752"/>
            <a:ext cx="69696" cy="69696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87488" y="237600"/>
            <a:ext cx="22176" cy="0"/>
          </a:xfrm>
          <a:prstGeom prst="line">
            <a:avLst/>
          </a:prstGeom>
          <a:ln w="9504">
            <a:solidFill>
              <a:srgbClr val="73737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72642" y="273442"/>
            <a:ext cx="15681" cy="15681"/>
          </a:xfrm>
          <a:prstGeom prst="line">
            <a:avLst/>
          </a:prstGeom>
          <a:ln w="9504">
            <a:solidFill>
              <a:srgbClr val="73737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36800" y="288288"/>
            <a:ext cx="0" cy="22176"/>
          </a:xfrm>
          <a:prstGeom prst="line">
            <a:avLst/>
          </a:prstGeom>
          <a:ln w="9504">
            <a:solidFill>
              <a:srgbClr val="737373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85277" y="273442"/>
            <a:ext cx="15681" cy="15681"/>
          </a:xfrm>
          <a:prstGeom prst="line">
            <a:avLst/>
          </a:prstGeom>
          <a:ln w="9504">
            <a:solidFill>
              <a:srgbClr val="73737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63936" y="237600"/>
            <a:ext cx="22176" cy="0"/>
          </a:xfrm>
          <a:prstGeom prst="line">
            <a:avLst/>
          </a:prstGeom>
          <a:ln w="9504">
            <a:solidFill>
              <a:srgbClr val="737373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85277" y="186077"/>
            <a:ext cx="15681" cy="15681"/>
          </a:xfrm>
          <a:prstGeom prst="line">
            <a:avLst/>
          </a:prstGeom>
          <a:ln w="9504">
            <a:solidFill>
              <a:srgbClr val="737373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136800" y="164736"/>
            <a:ext cx="0" cy="22176"/>
          </a:xfrm>
          <a:prstGeom prst="line">
            <a:avLst/>
          </a:prstGeom>
          <a:ln w="9504">
            <a:solidFill>
              <a:srgbClr val="737373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172642" y="186077"/>
            <a:ext cx="15681" cy="15681"/>
          </a:xfrm>
          <a:prstGeom prst="line">
            <a:avLst/>
          </a:prstGeom>
          <a:ln w="9504">
            <a:solidFill>
              <a:srgbClr val="73737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73371"/>
                </a:solidFill>
                <a:latin typeface="바탕"/>
                <a:ea typeface="바탕"/>
              </a:rPr>
              <a:t>한 줄의 응원을 건넵니다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A6686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868D3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7A6686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