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2D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0B8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0B8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0B8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92D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0E392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0E392D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