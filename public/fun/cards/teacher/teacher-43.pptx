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7200" y="475200"/>
            <a:ext cx="849600" cy="849600"/>
          </a:xfrm>
          <a:prstGeom prst="ellipse">
            <a:avLst/>
          </a:prstGeom>
          <a:solidFill>
            <a:srgbClr val="FFE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7200" y="475200"/>
            <a:ext cx="849600" cy="849600"/>
          </a:xfrm>
          <a:prstGeom prst="ellipse">
            <a:avLst/>
          </a:prstGeom>
          <a:solidFill>
            <a:srgbClr val="FF8FB8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1692000" y="22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C4357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92000" y="540000"/>
            <a:ext cx="136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소하영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92000" y="943200"/>
            <a:ext cx="1368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C4357"/>
                </a:solidFill>
                <a:latin typeface="맑은 고딕"/>
                <a:ea typeface="맑은 고딕"/>
              </a:rPr>
              <a:t>영어 강사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2000" y="1195200"/>
            <a:ext cx="144000" cy="18000"/>
          </a:xfrm>
          <a:prstGeom prst="rect">
            <a:avLst/>
          </a:pr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692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C435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23200" y="13176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92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C435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23200" y="14472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692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C435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23200" y="15768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412000" y="972000"/>
            <a:ext cx="828000" cy="828000"/>
          </a:xfrm>
          <a:custGeom>
            <a:avLst/>
            <a:gdLst/>
            <a:ahLst/>
            <a:cxnLst/>
            <a:rect l="l" t="t" r="r" b="b"/>
            <a:pathLst>
              <a:path w="828000" h="828000">
                <a:moveTo>
                  <a:pt x="828000" y="828000"/>
                </a:moveTo>
                <a:lnTo>
                  <a:pt x="0" y="828000"/>
                </a:lnTo>
                <a:lnTo>
                  <a:pt x="1773" y="773846"/>
                </a:lnTo>
                <a:lnTo>
                  <a:pt x="7084" y="719924"/>
                </a:lnTo>
                <a:lnTo>
                  <a:pt x="15910" y="666465"/>
                </a:lnTo>
                <a:lnTo>
                  <a:pt x="28213" y="613698"/>
                </a:lnTo>
                <a:lnTo>
                  <a:pt x="43942" y="561848"/>
                </a:lnTo>
                <a:lnTo>
                  <a:pt x="63028" y="511138"/>
                </a:lnTo>
                <a:lnTo>
                  <a:pt x="85389" y="461785"/>
                </a:lnTo>
                <a:lnTo>
                  <a:pt x="110931" y="414000"/>
                </a:lnTo>
                <a:lnTo>
                  <a:pt x="139543" y="367988"/>
                </a:lnTo>
                <a:lnTo>
                  <a:pt x="171103" y="323946"/>
                </a:lnTo>
                <a:lnTo>
                  <a:pt x="205477" y="282062"/>
                </a:lnTo>
                <a:lnTo>
                  <a:pt x="242516" y="242516"/>
                </a:lnTo>
                <a:lnTo>
                  <a:pt x="282062" y="205477"/>
                </a:lnTo>
                <a:lnTo>
                  <a:pt x="323946" y="171103"/>
                </a:lnTo>
                <a:lnTo>
                  <a:pt x="367988" y="139543"/>
                </a:lnTo>
                <a:lnTo>
                  <a:pt x="414000" y="110931"/>
                </a:lnTo>
                <a:lnTo>
                  <a:pt x="461785" y="85389"/>
                </a:lnTo>
                <a:lnTo>
                  <a:pt x="511138" y="63028"/>
                </a:lnTo>
                <a:lnTo>
                  <a:pt x="561848" y="43942"/>
                </a:lnTo>
                <a:lnTo>
                  <a:pt x="613698" y="28213"/>
                </a:lnTo>
                <a:lnTo>
                  <a:pt x="666465" y="15910"/>
                </a:lnTo>
                <a:lnTo>
                  <a:pt x="719924" y="7084"/>
                </a:lnTo>
                <a:lnTo>
                  <a:pt x="773846" y="1773"/>
                </a:lnTo>
                <a:lnTo>
                  <a:pt x="828000" y="0"/>
                </a:lnTo>
                <a:close/>
              </a:path>
            </a:pathLst>
          </a:custGeom>
          <a:solidFill>
            <a:srgbClr val="FFA8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432000"/>
            <a:ext cx="230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2151C"/>
                </a:solidFill>
                <a:latin typeface="맑은 고딕"/>
                <a:ea typeface="맑은 고딕"/>
              </a:rPr>
              <a:t>눈높이를 맞추는</a:t>
            </a:r>
          </a:p>
          <a:p>
            <a:pPr algn="l">
              <a:lnSpc>
                <a:spcPts val="1884"/>
              </a:lnSpc>
            </a:pPr>
            <a:r>
              <a:rPr sz="1300" b="1">
                <a:solidFill>
                  <a:srgbClr val="12151C"/>
                </a:solidFill>
                <a:latin typeface="맑은 고딕"/>
                <a:ea typeface="맑은 고딕"/>
              </a:rPr>
              <a:t>일이 시작입니다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7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12151C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영어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