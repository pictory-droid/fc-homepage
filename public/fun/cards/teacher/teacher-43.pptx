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720000"/>
          </a:xfrm>
          <a:prstGeom prst="rect">
            <a:avLst/>
          </a:prstGeom>
          <a:solidFill>
            <a:srgbClr val="5D9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67968" y="283968"/>
            <a:ext cx="152064" cy="15206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954592" y="360000"/>
            <a:ext cx="48384" cy="0"/>
          </a:xfrm>
          <a:prstGeom prst="line">
            <a:avLst/>
          </a:prstGeom>
          <a:ln w="20736">
            <a:solidFill>
              <a:srgbClr val="808080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2922200" y="438200"/>
            <a:ext cx="34213" cy="34213"/>
          </a:xfrm>
          <a:prstGeom prst="line">
            <a:avLst/>
          </a:prstGeom>
          <a:ln w="20736">
            <a:solidFill>
              <a:srgbClr val="808080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844000" y="470592"/>
            <a:ext cx="0" cy="48384"/>
          </a:xfrm>
          <a:prstGeom prst="line">
            <a:avLst/>
          </a:prstGeom>
          <a:ln w="20736">
            <a:solidFill>
              <a:srgbClr val="808080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2731587" y="438200"/>
            <a:ext cx="34213" cy="34213"/>
          </a:xfrm>
          <a:prstGeom prst="line">
            <a:avLst/>
          </a:prstGeom>
          <a:ln w="20736">
            <a:solidFill>
              <a:srgbClr val="808080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685024" y="360000"/>
            <a:ext cx="48384" cy="0"/>
          </a:xfrm>
          <a:prstGeom prst="line">
            <a:avLst/>
          </a:prstGeom>
          <a:ln w="20736">
            <a:solidFill>
              <a:srgbClr val="808080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2731587" y="247587"/>
            <a:ext cx="34213" cy="34213"/>
          </a:xfrm>
          <a:prstGeom prst="line">
            <a:avLst/>
          </a:prstGeom>
          <a:ln w="20736">
            <a:solidFill>
              <a:srgbClr val="808080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844000" y="201024"/>
            <a:ext cx="0" cy="48384"/>
          </a:xfrm>
          <a:prstGeom prst="line">
            <a:avLst/>
          </a:prstGeom>
          <a:ln w="20736">
            <a:solidFill>
              <a:srgbClr val="808080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922200" y="247587"/>
            <a:ext cx="34213" cy="34213"/>
          </a:xfrm>
          <a:prstGeom prst="line">
            <a:avLst/>
          </a:prstGeom>
          <a:ln w="20736">
            <a:solidFill>
              <a:srgbClr val="808080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230400" y="187200"/>
            <a:ext cx="2160000" cy="305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2"/>
              </a:lnSpc>
            </a:pPr>
            <a:r>
              <a:rPr sz="1850" b="1" spc="50">
                <a:solidFill>
                  <a:srgbClr val="FFFFFF"/>
                </a:solidFill>
                <a:latin typeface="맑은 고딕"/>
                <a:ea typeface="맑은 고딕"/>
              </a:rPr>
              <a:t>소하영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0400" y="4752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FFFFF"/>
                </a:solidFill>
                <a:latin typeface="맑은 고딕"/>
                <a:ea typeface="맑은 고딕"/>
              </a:rPr>
              <a:t>영어 강사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0400" y="8352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7785E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0400" y="1015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F8036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74400" y="10152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14F22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0400" y="1184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F8036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374400" y="11841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14F22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30400" y="1353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F8036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374400" y="13530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14F2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4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8AB37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B7C1B2"/>
                </a:solidFill>
                <a:latin typeface="맑은 고딕"/>
                <a:ea typeface="맑은 고딕"/>
              </a:rPr>
              <a:t>눈높이를 맞추는 일이 시작입니다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8AB37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B7C1B2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8AB37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00720" y="360720"/>
            <a:ext cx="142560" cy="142560"/>
          </a:xfrm>
          <a:prstGeom prst="ellipse">
            <a:avLst/>
          </a:prstGeom>
          <a:solidFill>
            <a:srgbClr val="8AB37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2875680" y="432000"/>
            <a:ext cx="45360" cy="0"/>
          </a:xfrm>
          <a:prstGeom prst="line">
            <a:avLst/>
          </a:prstGeom>
          <a:ln w="19440">
            <a:solidFill>
              <a:srgbClr val="526B45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2845313" y="505313"/>
            <a:ext cx="32074" cy="32074"/>
          </a:xfrm>
          <a:prstGeom prst="line">
            <a:avLst/>
          </a:prstGeom>
          <a:ln w="19440">
            <a:solidFill>
              <a:srgbClr val="526B45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2772000" y="535680"/>
            <a:ext cx="0" cy="45360"/>
          </a:xfrm>
          <a:prstGeom prst="line">
            <a:avLst/>
          </a:prstGeom>
          <a:ln w="19440">
            <a:solidFill>
              <a:srgbClr val="526B4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H="1">
            <a:off x="2666613" y="505313"/>
            <a:ext cx="32074" cy="32074"/>
          </a:xfrm>
          <a:prstGeom prst="line">
            <a:avLst/>
          </a:prstGeom>
          <a:ln w="19440">
            <a:solidFill>
              <a:srgbClr val="526B4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2622960" y="432000"/>
            <a:ext cx="45360" cy="0"/>
          </a:xfrm>
          <a:prstGeom prst="line">
            <a:avLst/>
          </a:prstGeom>
          <a:ln w="19440">
            <a:solidFill>
              <a:srgbClr val="526B4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 flipV="1">
            <a:off x="2666613" y="326613"/>
            <a:ext cx="32074" cy="32074"/>
          </a:xfrm>
          <a:prstGeom prst="line">
            <a:avLst/>
          </a:prstGeom>
          <a:ln w="19440">
            <a:solidFill>
              <a:srgbClr val="526B4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772000" y="282960"/>
            <a:ext cx="0" cy="45360"/>
          </a:xfrm>
          <a:prstGeom prst="line">
            <a:avLst/>
          </a:prstGeom>
          <a:ln w="19440">
            <a:solidFill>
              <a:srgbClr val="526B4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845313" y="326613"/>
            <a:ext cx="32074" cy="32074"/>
          </a:xfrm>
          <a:prstGeom prst="line">
            <a:avLst/>
          </a:prstGeom>
          <a:ln w="19440">
            <a:solidFill>
              <a:srgbClr val="526B45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영어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