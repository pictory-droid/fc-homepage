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1E4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FC4E1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봉기태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1E49"/>
                </a:solidFill>
                <a:latin typeface="맑은 고딕"/>
                <a:ea typeface="맑은 고딕"/>
              </a:rPr>
              <a:t>수학 강사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C1E4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2E9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2E9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2E9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음악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2E9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