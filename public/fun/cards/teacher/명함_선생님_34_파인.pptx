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05C55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05C5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E6F5E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