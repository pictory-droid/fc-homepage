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4170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수학 강사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A47C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A47C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A47C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A47C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