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3A39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A726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B3A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B3A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822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B3A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8822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494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B3A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7494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B3A39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