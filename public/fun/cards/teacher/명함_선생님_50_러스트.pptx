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AF6C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상담 교사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B3A39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4171D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7A726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B3A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B3A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8220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B3A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88220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4949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B3A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74949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3B3A39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B3A3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