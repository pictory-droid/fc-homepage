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7981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9819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798193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6B6B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D6D6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6B6B2F"/>
                </a:solidFill>
                <a:latin typeface="바탕"/>
                <a:ea typeface="바탕"/>
              </a:rPr>
              <a:t>수업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6B6B2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4171D"/>
                </a:solidFill>
                <a:latin typeface="바탕"/>
                <a:ea typeface="바탕"/>
              </a:rPr>
              <a:t>미술  ·  방과후 수업  ·  학부모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6B6B2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353724"/>
                </a:solidFill>
                <a:latin typeface="바탕"/>
                <a:ea typeface="바탕"/>
              </a:rPr>
              <a:t>상담 시간 사전 예약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353724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