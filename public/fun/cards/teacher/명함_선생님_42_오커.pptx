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44000" y="144000"/>
            <a:ext cx="165600" cy="0"/>
          </a:xfrm>
          <a:prstGeom prst="line">
            <a:avLst/>
          </a:prstGeom>
          <a:ln w="7920">
            <a:solidFill>
              <a:srgbClr val="C08A2E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44000" y="144000"/>
            <a:ext cx="0" cy="165600"/>
          </a:xfrm>
          <a:prstGeom prst="line">
            <a:avLst/>
          </a:prstGeom>
          <a:ln w="7920">
            <a:solidFill>
              <a:srgbClr val="C08A2E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2930400" y="144000"/>
            <a:ext cx="165600" cy="0"/>
          </a:xfrm>
          <a:prstGeom prst="line">
            <a:avLst/>
          </a:prstGeom>
          <a:ln w="7920">
            <a:solidFill>
              <a:srgbClr val="C08A2E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096000" y="144000"/>
            <a:ext cx="0" cy="165600"/>
          </a:xfrm>
          <a:prstGeom prst="line">
            <a:avLst/>
          </a:prstGeom>
          <a:ln w="7920">
            <a:solidFill>
              <a:srgbClr val="C08A2E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144000" y="1656000"/>
            <a:ext cx="165600" cy="0"/>
          </a:xfrm>
          <a:prstGeom prst="line">
            <a:avLst/>
          </a:prstGeom>
          <a:ln w="7920">
            <a:solidFill>
              <a:srgbClr val="C08A2E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144000" y="1490400"/>
            <a:ext cx="0" cy="165600"/>
          </a:xfrm>
          <a:prstGeom prst="line">
            <a:avLst/>
          </a:prstGeom>
          <a:ln w="7920">
            <a:solidFill>
              <a:srgbClr val="C08A2E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2930400" y="1656000"/>
            <a:ext cx="165600" cy="0"/>
          </a:xfrm>
          <a:prstGeom prst="line">
            <a:avLst/>
          </a:prstGeom>
          <a:ln w="7920">
            <a:solidFill>
              <a:srgbClr val="C08A2E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3096000" y="1490400"/>
            <a:ext cx="0" cy="165600"/>
          </a:xfrm>
          <a:prstGeom prst="line">
            <a:avLst/>
          </a:prstGeom>
          <a:ln w="7920">
            <a:solidFill>
              <a:srgbClr val="C08A2E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024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1" spc="300">
                <a:solidFill>
                  <a:srgbClr val="666B73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360000" y="504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진OO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756000"/>
            <a:ext cx="252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666B73"/>
                </a:solidFill>
                <a:latin typeface="맑은 고딕"/>
                <a:ea typeface="맑은 고딕"/>
              </a:rPr>
              <a:t>수학 강사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12000" y="993600"/>
            <a:ext cx="216000" cy="0"/>
          </a:xfrm>
          <a:prstGeom prst="line">
            <a:avLst/>
          </a:prstGeom>
          <a:ln w="7200">
            <a:solidFill>
              <a:srgbClr val="C08A2E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360000" y="1144800"/>
            <a:ext cx="25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60000" y="1274400"/>
            <a:ext cx="25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666B73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28800"/>
          </a:xfrm>
          <a:prstGeom prst="rect">
            <a:avLst/>
          </a:prstGeom>
          <a:solidFill>
            <a:srgbClr val="8C75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248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8C758C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720000" y="4752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영어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912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8C758C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720000" y="7416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미술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9576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8C758C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720000" y="10080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음악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2240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8C758C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720000" y="12744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논술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424800"/>
            <a:ext cx="0" cy="10872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4248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400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평일 09:00 – 17:00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900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10152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304000" y="1476000"/>
            <a:ext cx="86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A7ABB4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수학 강사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