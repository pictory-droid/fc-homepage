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C08A2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66B73"/>
                </a:solidFill>
                <a:latin typeface="맑은 고딕"/>
                <a:ea typeface="맑은 고딕"/>
              </a:rPr>
              <a:t>수학 강사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C08A2E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8C75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C758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C758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C758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음악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8C758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