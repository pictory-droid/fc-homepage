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A085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A085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A085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E1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E16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1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081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2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3862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