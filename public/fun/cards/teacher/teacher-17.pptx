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6590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3D5A4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AEBAB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84A68F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659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AEBAB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57072" y="1509696"/>
            <a:ext cx="60192" cy="87552"/>
          </a:xfrm>
          <a:custGeom>
            <a:avLst/>
            <a:gdLst/>
            <a:ahLst/>
            <a:cxnLst/>
            <a:rect l="l" t="t" r="r" b="b"/>
            <a:pathLst>
              <a:path w="60192" h="87552">
                <a:moveTo>
                  <a:pt x="0" y="0"/>
                </a:moveTo>
                <a:lnTo>
                  <a:pt x="60192" y="10944"/>
                </a:lnTo>
                <a:lnTo>
                  <a:pt x="60192" y="87552"/>
                </a:lnTo>
                <a:lnTo>
                  <a:pt x="0" y="76608"/>
                </a:lnTo>
                <a:close/>
              </a:path>
            </a:pathLst>
          </a:custGeom>
          <a:solidFill>
            <a:srgbClr val="659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22736" y="1509696"/>
            <a:ext cx="60192" cy="87552"/>
          </a:xfrm>
          <a:custGeom>
            <a:avLst/>
            <a:gdLst/>
            <a:ahLst/>
            <a:cxnLst/>
            <a:rect l="l" t="t" r="r" b="b"/>
            <a:pathLst>
              <a:path w="60192" h="87552">
                <a:moveTo>
                  <a:pt x="60192" y="0"/>
                </a:moveTo>
                <a:lnTo>
                  <a:pt x="0" y="10944"/>
                </a:lnTo>
                <a:lnTo>
                  <a:pt x="0" y="87552"/>
                </a:lnTo>
                <a:lnTo>
                  <a:pt x="60192" y="76608"/>
                </a:lnTo>
                <a:close/>
              </a:path>
            </a:pathLst>
          </a:custGeom>
          <a:solidFill>
            <a:srgbClr val="3D5A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659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63600" y="748800"/>
            <a:ext cx="237600" cy="345600"/>
          </a:xfrm>
          <a:custGeom>
            <a:avLst/>
            <a:gdLst/>
            <a:ahLst/>
            <a:cxnLst/>
            <a:rect l="l" t="t" r="r" b="b"/>
            <a:pathLst>
              <a:path w="237600" h="345600">
                <a:moveTo>
                  <a:pt x="0" y="0"/>
                </a:moveTo>
                <a:lnTo>
                  <a:pt x="237600" y="43200"/>
                </a:lnTo>
                <a:lnTo>
                  <a:pt x="237600" y="345600"/>
                </a:lnTo>
                <a:lnTo>
                  <a:pt x="0" y="302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22800" y="748800"/>
            <a:ext cx="237600" cy="345600"/>
          </a:xfrm>
          <a:custGeom>
            <a:avLst/>
            <a:gdLst/>
            <a:ahLst/>
            <a:cxnLst/>
            <a:rect l="l" t="t" r="r" b="b"/>
            <a:pathLst>
              <a:path w="237600" h="345600">
                <a:moveTo>
                  <a:pt x="237600" y="0"/>
                </a:moveTo>
                <a:lnTo>
                  <a:pt x="0" y="43200"/>
                </a:lnTo>
                <a:lnTo>
                  <a:pt x="0" y="345600"/>
                </a:lnTo>
                <a:lnTo>
                  <a:pt x="237600" y="3024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아이들의 이야기에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귀 기울입니다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659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AEBAB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