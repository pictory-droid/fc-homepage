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D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E16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E1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E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E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E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아이들의 이야기에 귀 기울입니다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