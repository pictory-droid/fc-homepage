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46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BABEC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344199" y="451923"/>
            <a:ext cx="131093" cy="143392"/>
          </a:xfrm>
          <a:custGeom>
            <a:avLst/>
            <a:gdLst/>
            <a:ahLst/>
            <a:cxnLst/>
            <a:rect l="l" t="t" r="r" b="b"/>
            <a:pathLst>
              <a:path w="131093" h="143392">
                <a:moveTo>
                  <a:pt x="94690" y="0"/>
                </a:moveTo>
                <a:lnTo>
                  <a:pt x="131093" y="30545"/>
                </a:lnTo>
                <a:lnTo>
                  <a:pt x="36402" y="143392"/>
                </a:lnTo>
                <a:lnTo>
                  <a:pt x="0" y="112847"/>
                </a:lnTo>
                <a:close/>
              </a:path>
            </a:pathLst>
          </a:cu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28800" y="564770"/>
            <a:ext cx="51801" cy="55315"/>
          </a:xfrm>
          <a:custGeom>
            <a:avLst/>
            <a:gdLst/>
            <a:ahLst/>
            <a:cxnLst/>
            <a:rect l="l" t="t" r="r" b="b"/>
            <a:pathLst>
              <a:path w="51801" h="55315">
                <a:moveTo>
                  <a:pt x="15399" y="0"/>
                </a:moveTo>
                <a:lnTo>
                  <a:pt x="51801" y="30545"/>
                </a:lnTo>
                <a:lnTo>
                  <a:pt x="0" y="55315"/>
                </a:lnTo>
                <a:close/>
              </a:path>
            </a:pathLst>
          </a:custGeom>
          <a:solidFill>
            <a:srgbClr val="5964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438889" y="433721"/>
            <a:ext cx="51675" cy="48747"/>
          </a:xfrm>
          <a:custGeom>
            <a:avLst/>
            <a:gdLst/>
            <a:ahLst/>
            <a:cxnLst/>
            <a:rect l="l" t="t" r="r" b="b"/>
            <a:pathLst>
              <a:path w="51675" h="48747">
                <a:moveTo>
                  <a:pt x="15273" y="0"/>
                </a:moveTo>
                <a:lnTo>
                  <a:pt x="51675" y="30546"/>
                </a:lnTo>
                <a:lnTo>
                  <a:pt x="36403" y="48747"/>
                </a:lnTo>
                <a:lnTo>
                  <a:pt x="0" y="18202"/>
                </a:lnTo>
                <a:close/>
              </a:path>
            </a:pathLst>
          </a:custGeom>
          <a:solidFill>
            <a:srgbClr val="5964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8B4CC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8B4C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8B4C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8B4C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466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8B9BBB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3946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8B9B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함께 자라는 교실입니다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BABEC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