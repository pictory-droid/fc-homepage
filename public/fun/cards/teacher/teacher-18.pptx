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A0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431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A0685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431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46343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B3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A07A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A07A"/>
          </a:solidFill>
          <a:ln w="576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