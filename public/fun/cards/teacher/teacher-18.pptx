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A0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43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431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6343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B3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자라는 교실입니다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