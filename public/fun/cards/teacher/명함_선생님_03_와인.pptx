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8A7BA0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7A2237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7A2237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7A2237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3B1B2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92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92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92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927B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