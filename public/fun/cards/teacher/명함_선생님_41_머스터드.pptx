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B06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AF822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BDE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524222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민OO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24222"/>
                </a:solidFill>
                <a:latin typeface="맑은 고딕"/>
                <a:ea typeface="맑은 고딕"/>
              </a:rPr>
              <a:t>담임 교사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BDEC4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2422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E3B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D1C0CB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52800"/>
            <a:ext cx="108000" cy="14400"/>
          </a:xfrm>
          <a:prstGeom prst="rect">
            <a:avLst/>
          </a:prstGeom>
          <a:solidFill>
            <a:srgbClr val="BEA7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252000" y="468000"/>
            <a:ext cx="1512000" cy="0"/>
          </a:xfrm>
          <a:prstGeom prst="line">
            <a:avLst/>
          </a:prstGeom>
          <a:ln w="3600">
            <a:solidFill>
              <a:srgbClr val="916A83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5112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논술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655200"/>
            <a:ext cx="1512000" cy="0"/>
          </a:xfrm>
          <a:prstGeom prst="line">
            <a:avLst/>
          </a:prstGeom>
          <a:ln w="3600">
            <a:solidFill>
              <a:srgbClr val="916A83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6984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방과후 수업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2000" y="842400"/>
            <a:ext cx="1512000" cy="0"/>
          </a:xfrm>
          <a:prstGeom prst="line">
            <a:avLst/>
          </a:prstGeom>
          <a:ln w="3600">
            <a:solidFill>
              <a:srgbClr val="916A83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8856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029600"/>
            <a:ext cx="1512000" cy="0"/>
          </a:xfrm>
          <a:prstGeom prst="line">
            <a:avLst/>
          </a:prstGeom>
          <a:ln w="3600">
            <a:solidFill>
              <a:srgbClr val="916A83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072800"/>
            <a:ext cx="126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개별 지도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216800"/>
            <a:ext cx="1512000" cy="0"/>
          </a:xfrm>
          <a:prstGeom prst="line">
            <a:avLst/>
          </a:prstGeom>
          <a:ln w="3600">
            <a:solidFill>
              <a:srgbClr val="916A83"/>
            </a:solidFill>
          </a:ln>
        </p:spPr>
      </p:cxnSp>
      <p:sp>
        <p:nvSpPr>
          <p:cNvPr id="13" name="Rectangle 12"/>
          <p:cNvSpPr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  <a:ln w="4320">
            <a:solidFill>
              <a:srgbClr val="D1C0C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196000" y="396000"/>
            <a:ext cx="72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D1C0CB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196000" y="1209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196000" y="13536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D1C0CB"/>
                </a:solidFill>
                <a:latin typeface="맑은 고딕"/>
                <a:ea typeface="맑은 고딕"/>
              </a:rPr>
              <a:t>평일 09:00 – 17:00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담임 교사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