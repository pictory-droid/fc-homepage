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BDE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2422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24222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BDEC4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422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3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1C0CB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EA7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916A83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1C0C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1C0CB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1C0CB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