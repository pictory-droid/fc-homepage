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DEA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980000" y="396000"/>
            <a:ext cx="1008000" cy="1008000"/>
          </a:xfrm>
          <a:prstGeom prst="ellipse">
            <a:avLst/>
          </a:prstGeom>
          <a:solidFill>
            <a:srgbClr val="4F2D4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864800" y="280800"/>
            <a:ext cx="1238400" cy="1238400"/>
          </a:xfrm>
          <a:prstGeom prst="ellipse">
            <a:avLst/>
          </a:prstGeom>
          <a:noFill/>
          <a:ln w="4320">
            <a:solidFill>
              <a:srgbClr val="CEC4C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2268720" y="768960"/>
            <a:ext cx="205920" cy="299520"/>
          </a:xfrm>
          <a:custGeom>
            <a:avLst/>
            <a:gdLst/>
            <a:ahLst/>
            <a:cxnLst/>
            <a:rect l="l" t="t" r="r" b="b"/>
            <a:pathLst>
              <a:path w="205920" h="299520">
                <a:moveTo>
                  <a:pt x="0" y="0"/>
                </a:moveTo>
                <a:lnTo>
                  <a:pt x="205920" y="37440"/>
                </a:lnTo>
                <a:lnTo>
                  <a:pt x="205920" y="299520"/>
                </a:lnTo>
                <a:lnTo>
                  <a:pt x="0" y="26208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2493360" y="768960"/>
            <a:ext cx="205920" cy="299520"/>
          </a:xfrm>
          <a:custGeom>
            <a:avLst/>
            <a:gdLst/>
            <a:ahLst/>
            <a:cxnLst/>
            <a:rect l="l" t="t" r="r" b="b"/>
            <a:pathLst>
              <a:path w="205920" h="299520">
                <a:moveTo>
                  <a:pt x="205920" y="0"/>
                </a:moveTo>
                <a:lnTo>
                  <a:pt x="0" y="37440"/>
                </a:lnTo>
                <a:lnTo>
                  <a:pt x="0" y="299520"/>
                </a:lnTo>
                <a:lnTo>
                  <a:pt x="205920" y="262080"/>
                </a:lnTo>
                <a:close/>
              </a:path>
            </a:pathLst>
          </a:custGeom>
          <a:solidFill>
            <a:srgbClr val="A796A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2A1F30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6336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4171D"/>
                </a:solidFill>
                <a:latin typeface="맑은 고딕"/>
                <a:ea typeface="맑은 고딕"/>
              </a:rPr>
              <a:t>장OO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8856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2A1F30"/>
                </a:solidFill>
                <a:latin typeface="맑은 고딕"/>
                <a:ea typeface="맑은 고딕"/>
              </a:rPr>
              <a:t>코딩 강사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52000" y="1144800"/>
            <a:ext cx="1260000" cy="0"/>
          </a:xfrm>
          <a:prstGeom prst="line">
            <a:avLst/>
          </a:prstGeom>
          <a:ln w="3600">
            <a:solidFill>
              <a:srgbClr val="CEC4CE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252000" y="12276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2A1F30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554400" y="12168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52000" y="13500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2A1F30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554400" y="13392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52000" y="14724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2A1F30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554400" y="14616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93600" y="122400"/>
            <a:ext cx="576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22400" y="93600"/>
            <a:ext cx="0" cy="5760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3088800" y="122400"/>
            <a:ext cx="576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117600" y="93600"/>
            <a:ext cx="0" cy="5760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93600" y="1677600"/>
            <a:ext cx="576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122400" y="1648800"/>
            <a:ext cx="0" cy="5760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088800" y="1677600"/>
            <a:ext cx="576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3117600" y="1648800"/>
            <a:ext cx="0" cy="5760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360000" y="331200"/>
            <a:ext cx="252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54"/>
              </a:lnSpc>
            </a:pPr>
            <a:r>
              <a:rPr sz="520" b="1" spc="240">
                <a:solidFill>
                  <a:srgbClr val="A7ABB4"/>
                </a:solidFill>
                <a:latin typeface="맑은 고딕"/>
                <a:ea typeface="맑은 고딕"/>
              </a:rPr>
              <a:t>수업 안내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530000" y="453600"/>
            <a:ext cx="180000" cy="14400"/>
          </a:xfrm>
          <a:prstGeom prst="rect">
            <a:avLst/>
          </a:prstGeom>
          <a:solidFill>
            <a:srgbClr val="627B9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360000" y="684000"/>
            <a:ext cx="63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코딩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990000" y="684000"/>
            <a:ext cx="63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미술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90000" y="676800"/>
            <a:ext cx="0" cy="23040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15" name="텍스트"/>
          <p:cNvSpPr txBox="1"/>
          <p:nvPr/>
        </p:nvSpPr>
        <p:spPr>
          <a:xfrm>
            <a:off x="1620000" y="684000"/>
            <a:ext cx="63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음악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620000" y="676800"/>
            <a:ext cx="0" cy="23040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17" name="텍스트"/>
          <p:cNvSpPr txBox="1"/>
          <p:nvPr/>
        </p:nvSpPr>
        <p:spPr>
          <a:xfrm>
            <a:off x="2250000" y="684000"/>
            <a:ext cx="63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진로 상담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250000" y="676800"/>
            <a:ext cx="0" cy="23040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cxnSp>
        <p:nvCxnSpPr>
          <p:cNvPr id="19" name="Connector 18"/>
          <p:cNvCxnSpPr/>
          <p:nvPr/>
        </p:nvCxnSpPr>
        <p:spPr>
          <a:xfrm>
            <a:off x="360000" y="1159200"/>
            <a:ext cx="2520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20" name="텍스트"/>
          <p:cNvSpPr txBox="1"/>
          <p:nvPr/>
        </p:nvSpPr>
        <p:spPr>
          <a:xfrm>
            <a:off x="360000" y="1245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상담 시간 사전 예약</a:t>
            </a:r>
          </a:p>
        </p:txBody>
      </p:sp>
      <p:sp>
        <p:nvSpPr>
          <p:cNvPr id="21" name="텍스트"/>
          <p:cNvSpPr txBox="1"/>
          <p:nvPr/>
        </p:nvSpPr>
        <p:spPr>
          <a:xfrm>
            <a:off x="1656000" y="1245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BLOG  blog.example.com</a:t>
            </a:r>
          </a:p>
        </p:txBody>
      </p:sp>
      <p:sp>
        <p:nvSpPr>
          <p:cNvPr id="22" name="텍스트"/>
          <p:cNvSpPr txBox="1"/>
          <p:nvPr/>
        </p:nvSpPr>
        <p:spPr>
          <a:xfrm>
            <a:off x="360000" y="15264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1" spc="220">
                <a:solidFill>
                  <a:srgbClr val="A7ABB4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코딩 강사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