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2D8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7C8C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79373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2D8E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C4664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2D8E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6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6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C466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8D5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166B6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1B223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8FB5A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45585C"/>
                </a:solidFill>
                <a:latin typeface="맑은 고딕"/>
                <a:ea typeface="맑은 고딕"/>
              </a:rPr>
              <a:t>방문 전 예약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45585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