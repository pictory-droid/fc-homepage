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2D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79373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2D8EC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C4664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D2D8E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C466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C466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C466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D5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166B6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45585C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45585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