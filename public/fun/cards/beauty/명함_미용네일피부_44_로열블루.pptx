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9840" y="701280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618446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580782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458898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421234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8480" y="852480"/>
            <a:ext cx="95040" cy="95040"/>
          </a:xfrm>
          <a:prstGeom prst="ellipse">
            <a:avLst/>
          </a:prstGeom>
          <a:solidFill>
            <a:srgbClr val="C8B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화–일 10:00 – 20:00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