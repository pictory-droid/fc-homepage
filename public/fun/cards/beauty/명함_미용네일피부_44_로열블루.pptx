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5B78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906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840" y="701280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4320000">
            <a:off x="618446" y="772921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8640000">
            <a:off x="580782" y="888839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2960000">
            <a:off x="458898" y="888839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7280000">
            <a:off x="421234" y="772921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8480" y="852480"/>
            <a:ext cx="95040" cy="95040"/>
          </a:xfrm>
          <a:prstGeom prst="ellipse">
            <a:avLst/>
          </a:prstGeom>
          <a:solidFill>
            <a:srgbClr val="C8B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화–일 10:00 – 20:00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