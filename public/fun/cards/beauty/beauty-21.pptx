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58960" y="239760"/>
            <a:ext cx="24480" cy="24480"/>
          </a:xfrm>
          <a:prstGeom prst="ellipse">
            <a:avLst/>
          </a:prstGeom>
          <a:solidFill>
            <a:srgbClr val="0B1B4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658960" y="333360"/>
            <a:ext cx="24480" cy="2448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658960" y="426960"/>
            <a:ext cx="24480" cy="2448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58960" y="520560"/>
            <a:ext cx="24480" cy="2448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52560" y="239760"/>
            <a:ext cx="24480" cy="2448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52560" y="333360"/>
            <a:ext cx="24480" cy="2448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752560" y="426960"/>
            <a:ext cx="24480" cy="2448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52560" y="520560"/>
            <a:ext cx="24480" cy="24480"/>
          </a:xfrm>
          <a:prstGeom prst="ellipse">
            <a:avLst/>
          </a:prstGeom>
          <a:solidFill>
            <a:srgbClr val="0B1B4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846160" y="239760"/>
            <a:ext cx="24480" cy="2448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846160" y="333360"/>
            <a:ext cx="24480" cy="2448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846160" y="426960"/>
            <a:ext cx="24480" cy="24480"/>
          </a:xfrm>
          <a:prstGeom prst="ellipse">
            <a:avLst/>
          </a:prstGeom>
          <a:solidFill>
            <a:srgbClr val="0B1B4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846160" y="520560"/>
            <a:ext cx="24480" cy="2448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939760" y="239760"/>
            <a:ext cx="24480" cy="2448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39760" y="333360"/>
            <a:ext cx="24480" cy="24480"/>
          </a:xfrm>
          <a:prstGeom prst="ellipse">
            <a:avLst/>
          </a:prstGeom>
          <a:solidFill>
            <a:srgbClr val="0B1B4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939760" y="426960"/>
            <a:ext cx="24480" cy="2448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939760" y="520560"/>
            <a:ext cx="24480" cy="2448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033360" y="239760"/>
            <a:ext cx="24480" cy="24480"/>
          </a:xfrm>
          <a:prstGeom prst="ellipse">
            <a:avLst/>
          </a:prstGeom>
          <a:solidFill>
            <a:srgbClr val="0B1B4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033360" y="333360"/>
            <a:ext cx="24480" cy="2448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033360" y="426960"/>
            <a:ext cx="24480" cy="2448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033360" y="520560"/>
            <a:ext cx="24480" cy="2448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52000" y="237600"/>
            <a:ext cx="888704" cy="165600"/>
          </a:xfrm>
          <a:prstGeom prst="roundRect">
            <a:avLst>
              <a:gd name="adj" fmla="val 50000"/>
            </a:avLst>
          </a:prstGeom>
          <a:noFill/>
          <a:ln w="5760">
            <a:solidFill>
              <a:srgbClr val="0B1B4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텍스트"/>
          <p:cNvSpPr txBox="1"/>
          <p:nvPr/>
        </p:nvSpPr>
        <p:spPr>
          <a:xfrm>
            <a:off x="252000" y="237600"/>
            <a:ext cx="888704" cy="16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56"/>
              </a:lnSpc>
            </a:pPr>
            <a:r>
              <a:rPr sz="660" b="1" spc="80">
                <a:solidFill>
                  <a:srgbClr val="12151C"/>
                </a:solidFill>
                <a:latin typeface="맑은 고딕"/>
                <a:ea typeface="맑은 고딕"/>
              </a:rPr>
              <a:t>헤어 디자이너</a:t>
            </a:r>
          </a:p>
        </p:txBody>
      </p:sp>
      <p:sp>
        <p:nvSpPr>
          <p:cNvPr id="24" name="텍스트"/>
          <p:cNvSpPr txBox="1"/>
          <p:nvPr/>
        </p:nvSpPr>
        <p:spPr>
          <a:xfrm>
            <a:off x="252000" y="5832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문가영</a:t>
            </a:r>
          </a:p>
        </p:txBody>
      </p:sp>
      <p:sp>
        <p:nvSpPr>
          <p:cNvPr id="25" name="텍스트"/>
          <p:cNvSpPr txBox="1"/>
          <p:nvPr/>
        </p:nvSpPr>
        <p:spPr>
          <a:xfrm>
            <a:off x="252000" y="8784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샵 이름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52000" y="1144800"/>
            <a:ext cx="2736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27" name="텍스트"/>
          <p:cNvSpPr txBox="1"/>
          <p:nvPr/>
        </p:nvSpPr>
        <p:spPr>
          <a:xfrm>
            <a:off x="252000" y="124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28" name="텍스트"/>
          <p:cNvSpPr txBox="1"/>
          <p:nvPr/>
        </p:nvSpPr>
        <p:spPr>
          <a:xfrm>
            <a:off x="583200" y="1231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29" name="텍스트"/>
          <p:cNvSpPr txBox="1"/>
          <p:nvPr/>
        </p:nvSpPr>
        <p:spPr>
          <a:xfrm>
            <a:off x="252000" y="1371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0" name="텍스트"/>
          <p:cNvSpPr txBox="1"/>
          <p:nvPr/>
        </p:nvSpPr>
        <p:spPr>
          <a:xfrm>
            <a:off x="583200" y="13608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252000" y="1501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32" name="텍스트"/>
          <p:cNvSpPr txBox="1"/>
          <p:nvPr/>
        </p:nvSpPr>
        <p:spPr>
          <a:xfrm>
            <a:off x="583200" y="149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2955600" y="1584000"/>
            <a:ext cx="648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2988000" y="1551600"/>
            <a:ext cx="0" cy="648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B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3C497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3600">
            <a:solidFill>
              <a:srgbClr val="FFFFFF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88000" y="2808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FFFFFF"/>
                </a:solidFill>
                <a:latin typeface="맑은 고딕"/>
                <a:ea typeface="맑은 고딕"/>
              </a:rPr>
              <a:t>시술 안내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88000" y="4680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펌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88000" y="6696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88000" y="6912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젤 케어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88000" y="8928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88000" y="9144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웨딩 · 촬영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88000" y="11160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88000" y="11376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남성 컷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8000" y="13392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268000" y="468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268000" y="576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예약제 운영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268000" y="900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INSTAGRAM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268000" y="1008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88000" y="15120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FFFFFF"/>
                </a:solidFill>
                <a:latin typeface="맑은 고딕"/>
                <a:ea typeface="맑은 고딕"/>
              </a:rPr>
              <a:t>샵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헤어 디자이너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