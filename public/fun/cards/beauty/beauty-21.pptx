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5600" cy="1800000"/>
          </a:xfrm>
          <a:prstGeom prst="rect">
            <a:avLst/>
          </a:prstGeom>
          <a:solidFill>
            <a:srgbClr val="3B77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65600" y="0"/>
            <a:ext cx="36000" cy="1800000"/>
          </a:xfrm>
          <a:prstGeom prst="rect">
            <a:avLst/>
          </a:prstGeom>
          <a:solidFill>
            <a:srgbClr val="C8D9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752704" y="378000"/>
            <a:ext cx="110592" cy="158976"/>
          </a:xfrm>
          <a:prstGeom prst="roundRect">
            <a:avLst>
              <a:gd name="adj" fmla="val 9375"/>
            </a:avLst>
          </a:prstGeom>
          <a:solidFill>
            <a:srgbClr val="3B77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66528" y="301968"/>
            <a:ext cx="82944" cy="82944"/>
          </a:xfrm>
          <a:prstGeom prst="rect">
            <a:avLst/>
          </a:prstGeom>
          <a:solidFill>
            <a:srgbClr val="C8D9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2766528" y="232848"/>
            <a:ext cx="82944" cy="69120"/>
          </a:xfrm>
          <a:custGeom>
            <a:avLst/>
            <a:gdLst/>
            <a:ahLst/>
            <a:cxnLst/>
            <a:rect l="l" t="t" r="r" b="b"/>
            <a:pathLst>
              <a:path w="82944" h="69120">
                <a:moveTo>
                  <a:pt x="0" y="69120"/>
                </a:moveTo>
                <a:lnTo>
                  <a:pt x="82944" y="69120"/>
                </a:lnTo>
                <a:lnTo>
                  <a:pt x="82944" y="0"/>
                </a:lnTo>
                <a:lnTo>
                  <a:pt x="0" y="34560"/>
                </a:lnTo>
                <a:close/>
              </a:path>
            </a:pathLst>
          </a:custGeom>
          <a:solidFill>
            <a:srgbClr val="C8D9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396000" y="223200"/>
            <a:ext cx="2016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7B7047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396000" y="540000"/>
            <a:ext cx="216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756110"/>
                </a:solidFill>
                <a:latin typeface="맑은 고딕"/>
                <a:ea typeface="맑은 고딕"/>
              </a:rPr>
              <a:t>문가영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96000" y="835200"/>
            <a:ext cx="2160000" cy="12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3B7791"/>
                </a:solidFill>
                <a:latin typeface="맑은 고딕"/>
                <a:ea typeface="맑은 고딕"/>
              </a:rPr>
              <a:t>헤어 디자이너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6000" y="1051200"/>
            <a:ext cx="230400" cy="14400"/>
          </a:xfrm>
          <a:prstGeom prst="rect">
            <a:avLst/>
          </a:prstGeom>
          <a:solidFill>
            <a:srgbClr val="3B77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396000" y="1188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3B7791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40000" y="1188000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75611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96000" y="1356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3B7791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40000" y="1356911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75611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96000" y="1525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3B7791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40000" y="1525822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75611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68A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24000" cy="1800000"/>
          </a:xfrm>
          <a:prstGeom prst="rect">
            <a:avLst/>
          </a:prstGeom>
          <a:solidFill>
            <a:srgbClr val="F9E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25600" y="900000"/>
            <a:ext cx="172800" cy="248400"/>
          </a:xfrm>
          <a:prstGeom prst="roundRect">
            <a:avLst>
              <a:gd name="adj" fmla="val 9375"/>
            </a:avLst>
          </a:prstGeom>
          <a:solidFill>
            <a:srgbClr val="6666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7200" y="781200"/>
            <a:ext cx="129600" cy="129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547200" y="673200"/>
            <a:ext cx="129600" cy="108000"/>
          </a:xfrm>
          <a:custGeom>
            <a:avLst/>
            <a:gdLst/>
            <a:ahLst/>
            <a:cxnLst/>
            <a:rect l="l" t="t" r="r" b="b"/>
            <a:pathLst>
              <a:path w="129600" h="108000">
                <a:moveTo>
                  <a:pt x="0" y="108000"/>
                </a:moveTo>
                <a:lnTo>
                  <a:pt x="129600" y="108000"/>
                </a:lnTo>
                <a:lnTo>
                  <a:pt x="129600" y="0"/>
                </a:lnTo>
                <a:lnTo>
                  <a:pt x="0" y="540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1440000" y="432000"/>
            <a:ext cx="1584000" cy="79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67"/>
              </a:lnSpc>
            </a:pPr>
            <a:r>
              <a:rPr sz="1150" b="1">
                <a:solidFill>
                  <a:srgbClr val="FFFFFF"/>
                </a:solidFill>
                <a:latin typeface="맑은 고딕"/>
                <a:ea typeface="맑은 고딕"/>
              </a:rPr>
              <a:t>오늘은 나를</a:t>
            </a:r>
          </a:p>
          <a:p>
            <a:pPr algn="l">
              <a:lnSpc>
                <a:spcPts val="1667"/>
              </a:lnSpc>
            </a:pPr>
            <a:r>
              <a:rPr sz="1150" b="1">
                <a:solidFill>
                  <a:srgbClr val="FFFFFF"/>
                </a:solidFill>
                <a:latin typeface="맑은 고딕"/>
                <a:ea typeface="맑은 고딕"/>
              </a:rPr>
              <a:t>위한 선물의 날</a:t>
            </a:r>
          </a:p>
        </p:txBody>
      </p:sp>
      <p:sp>
        <p:nvSpPr>
          <p:cNvPr id="7" name="Rectangle 6"/>
          <p:cNvSpPr/>
          <p:nvPr/>
        </p:nvSpPr>
        <p:spPr>
          <a:xfrm>
            <a:off x="1440000" y="1317600"/>
            <a:ext cx="180000" cy="10800"/>
          </a:xfrm>
          <a:prstGeom prst="rect">
            <a:avLst/>
          </a:prstGeom>
          <a:solidFill>
            <a:srgbClr val="F9EF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440000" y="1418400"/>
            <a:ext cx="1584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FFFFFF"/>
                </a:solidFill>
                <a:latin typeface="맑은 고딕"/>
                <a:ea typeface="맑은 고딕"/>
              </a:rPr>
              <a:t>샵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헤어 디자이너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