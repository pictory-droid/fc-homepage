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007655" cy="180000"/>
          </a:xfrm>
          <a:prstGeom prst="roundRect">
            <a:avLst>
              <a:gd name="adj" fmla="val 50000"/>
            </a:avLst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00765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FF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오늘은 나를 위한 선물의 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6D769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9CDD8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