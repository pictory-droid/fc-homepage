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82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82A2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F6672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E0E7F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E0E7F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