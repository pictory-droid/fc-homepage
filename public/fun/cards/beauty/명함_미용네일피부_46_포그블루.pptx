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A9BFD8">
                    <a:alpha val="95000"/>
                  </a:srgbClr>
                </a:solidFill>
                <a:latin typeface="맑은 고딕"/>
                <a:ea typeface="맑은 고딕"/>
              </a:rPr>
              <a:t>원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F6672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CEE2E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E0E7F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599DA1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E0E7F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