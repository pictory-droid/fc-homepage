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B3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FFC2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463816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463816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463816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463816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463816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463816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463816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463816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463816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463816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463816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463816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463816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463816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463816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463816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463816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463816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463816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463816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463816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463816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463816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463816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463816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463816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463816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463816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463816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463816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63816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A0740B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최민재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463816"/>
                </a:solidFill>
                <a:latin typeface="맑은 고딕"/>
                <a:ea typeface="맑은 고딕"/>
              </a:rPr>
              <a:t>피부 관리사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3816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A0740B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3816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A0740B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3816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C5111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B30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네일 아트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B30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왁싱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B30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메이크업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FFEAB8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5111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5111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1440000"/>
            <a:ext cx="6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C5111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피부 관리사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