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2016000" cy="1800000"/>
          </a:xfrm>
          <a:custGeom>
            <a:avLst/>
            <a:gdLst/>
            <a:ahLst/>
            <a:cxnLst/>
            <a:rect l="l" t="t" r="r" b="b"/>
            <a:pathLst>
              <a:path w="2016000" h="1800000">
                <a:moveTo>
                  <a:pt x="0" y="0"/>
                </a:moveTo>
                <a:lnTo>
                  <a:pt x="2016000" y="0"/>
                </a:lnTo>
                <a:lnTo>
                  <a:pt x="1440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7476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1440000" y="0"/>
            <a:ext cx="684000" cy="1800000"/>
          </a:xfrm>
          <a:custGeom>
            <a:avLst/>
            <a:gdLst/>
            <a:ahLst/>
            <a:cxnLst/>
            <a:rect l="l" t="t" r="r" b="b"/>
            <a:pathLst>
              <a:path w="684000" h="1800000">
                <a:moveTo>
                  <a:pt x="576000" y="0"/>
                </a:moveTo>
                <a:lnTo>
                  <a:pt x="684000" y="0"/>
                </a:lnTo>
                <a:lnTo>
                  <a:pt x="108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5F6A80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368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1" spc="22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12000"/>
            <a:ext cx="14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FFFFFF"/>
                </a:solidFill>
                <a:latin typeface="맑은 고딕"/>
                <a:ea typeface="맑은 고딕"/>
              </a:rPr>
              <a:t>곽OO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64000"/>
            <a:ext cx="144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FFFFFF">
                    <a:alpha val="85000"/>
                  </a:srgbClr>
                </a:solidFill>
                <a:latin typeface="맑은 고딕"/>
                <a:ea typeface="맑은 고딕"/>
              </a:rPr>
              <a:t>피부 관리사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016000" y="1090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296800" y="1080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016000" y="1234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296800" y="1224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1378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96800" y="1368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66B73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2000" y="396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E6F1F1"/>
          </a:solidFill>
          <a:ln w="3600">
            <a:solidFill>
              <a:srgbClr val="E6E4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45600" y="558000"/>
            <a:ext cx="57600" cy="57600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468000" y="396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4171D"/>
                </a:solidFill>
                <a:latin typeface="맑은 고딕"/>
                <a:ea typeface="맑은 고딕"/>
              </a:rPr>
              <a:t>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56000" y="396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E6F1F1"/>
          </a:solidFill>
          <a:ln w="3600">
            <a:solidFill>
              <a:srgbClr val="E6E4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49600" y="558000"/>
            <a:ext cx="57600" cy="57600"/>
          </a:xfrm>
          <a:prstGeom prst="ellipse">
            <a:avLst/>
          </a:prstGeom>
          <a:solidFill>
            <a:srgbClr val="6B6B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872000" y="396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4171D"/>
                </a:solidFill>
                <a:latin typeface="맑은 고딕"/>
                <a:ea typeface="맑은 고딕"/>
              </a:rPr>
              <a:t>피부 관리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2000" y="864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E6F1F1"/>
          </a:solidFill>
          <a:ln w="3600">
            <a:solidFill>
              <a:srgbClr val="E6E4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5600" y="1026000"/>
            <a:ext cx="57600" cy="57600"/>
          </a:xfrm>
          <a:prstGeom prst="ellipse">
            <a:avLst/>
          </a:prstGeom>
          <a:solidFill>
            <a:srgbClr val="6B6B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468000" y="864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4171D"/>
                </a:solidFill>
                <a:latin typeface="맑은 고딕"/>
                <a:ea typeface="맑은 고딕"/>
              </a:rPr>
              <a:t>메이크업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56000" y="864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E6F1F1"/>
          </a:solidFill>
          <a:ln w="3600">
            <a:solidFill>
              <a:srgbClr val="E6E4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49600" y="1026000"/>
            <a:ext cx="57600" cy="57600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1872000" y="864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4171D"/>
                </a:solidFill>
                <a:latin typeface="맑은 고딕"/>
                <a:ea typeface="맑은 고딕"/>
              </a:rPr>
              <a:t>예약제 운영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760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66B73"/>
                </a:solidFill>
                <a:latin typeface="맑은 고딕"/>
                <a:ea typeface="맑은 고딕"/>
              </a:rPr>
              <a:t>예약제 운영   ·   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피부 관리사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