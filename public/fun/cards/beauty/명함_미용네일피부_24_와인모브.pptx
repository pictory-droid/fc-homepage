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F6672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4D3DA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BC5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D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D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D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DFDC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DFDC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E4D3DA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