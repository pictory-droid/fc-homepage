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8E4A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양OO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F6672"/>
                </a:solidFill>
                <a:latin typeface="맑은 고딕"/>
                <a:ea typeface="맑은 고딕"/>
              </a:rPr>
              <a:t>피부 관리사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2E6F5E"/>
                </a:solidFill>
                <a:latin typeface="맑은 고딕"/>
                <a:ea typeface="맑은 고딕"/>
              </a:rPr>
              <a:t>샵 이름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5F66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5F66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5F66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6F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E4D3DA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ABC5B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D1DF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피부 관리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3967" y="540000"/>
            <a:ext cx="496933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D1DF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883967" y="540000"/>
            <a:ext cx="496933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메이크업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31300" y="540000"/>
            <a:ext cx="750833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D1DF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431300" y="540000"/>
            <a:ext cx="750833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웨딩 · 촬영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649488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1DFDC"/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방문 전 예약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1DFDC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E4D3DA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피부 관리사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