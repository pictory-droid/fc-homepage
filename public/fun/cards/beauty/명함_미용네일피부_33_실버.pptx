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764000" y="252000"/>
            <a:ext cx="1224000" cy="1224000"/>
          </a:xfrm>
          <a:prstGeom prst="ellipse">
            <a:avLst/>
          </a:prstGeom>
          <a:solidFill>
            <a:srgbClr val="7E9AC1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368800" y="115200"/>
            <a:ext cx="849600" cy="849600"/>
          </a:xfrm>
          <a:prstGeom prst="ellipse">
            <a:avLst/>
          </a:prstGeom>
          <a:solidFill>
            <a:srgbClr val="22345E">
              <a:alpha val="8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498400" y="921600"/>
            <a:ext cx="691200" cy="691200"/>
          </a:xfrm>
          <a:prstGeom prst="ellipse">
            <a:avLst/>
          </a:prstGeom>
          <a:solidFill>
            <a:srgbClr val="1B2230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602000" y="90000"/>
            <a:ext cx="1548000" cy="1548000"/>
          </a:xfrm>
          <a:prstGeom prst="ellipse">
            <a:avLst/>
          </a:prstGeom>
          <a:noFill/>
          <a:ln w="5040">
            <a:solidFill>
              <a:srgbClr val="E2E3E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980000" y="1476000"/>
            <a:ext cx="72000" cy="72000"/>
          </a:xfrm>
          <a:prstGeom prst="ellipse">
            <a:avLst/>
          </a:prstGeom>
          <a:solidFill>
            <a:srgbClr val="22345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22345E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하OO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4B525D"/>
                </a:solidFill>
                <a:latin typeface="맑은 고딕"/>
                <a:ea typeface="맑은 고딕"/>
              </a:rPr>
              <a:t>네일 아티스트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080000"/>
            <a:ext cx="1260000" cy="0"/>
          </a:xfrm>
          <a:prstGeom prst="line">
            <a:avLst/>
          </a:prstGeom>
          <a:ln w="3600">
            <a:solidFill>
              <a:srgbClr val="E2E3E6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1170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B525D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54400" y="11592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2996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B525D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54400" y="12888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29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B525D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554400" y="14184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2DB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5040">
            <a:solidFill>
              <a:srgbClr val="22345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1200" y="151200"/>
            <a:ext cx="2937600" cy="1497600"/>
          </a:xfrm>
          <a:prstGeom prst="rect">
            <a:avLst/>
          </a:prstGeom>
          <a:noFill/>
          <a:ln w="3600">
            <a:solidFill>
              <a:srgbClr val="BAC3D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60000" y="280800"/>
            <a:ext cx="25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11"/>
              </a:lnSpc>
            </a:pPr>
            <a:r>
              <a:rPr sz="560" b="1" spc="400">
                <a:solidFill>
                  <a:srgbClr val="22345E"/>
                </a:solidFill>
                <a:latin typeface="바탕"/>
                <a:ea typeface="바탕"/>
              </a:rPr>
              <a:t>시술 안내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512000" y="432000"/>
            <a:ext cx="216000" cy="0"/>
          </a:xfrm>
          <a:prstGeom prst="line">
            <a:avLst/>
          </a:prstGeom>
          <a:ln w="5040">
            <a:solidFill>
              <a:srgbClr val="22345E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360000" y="576000"/>
            <a:ext cx="2520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47"/>
              </a:lnSpc>
            </a:pPr>
            <a:r>
              <a:rPr sz="860" b="1" spc="100">
                <a:solidFill>
                  <a:srgbClr val="1B2230"/>
                </a:solidFill>
                <a:latin typeface="바탕"/>
                <a:ea typeface="바탕"/>
              </a:rPr>
              <a:t>펌  ·  네일 아트  ·  두피 케어  ·  남성 컷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512000" y="1173600"/>
            <a:ext cx="216000" cy="0"/>
          </a:xfrm>
          <a:prstGeom prst="line">
            <a:avLst/>
          </a:prstGeom>
          <a:ln w="5040">
            <a:solidFill>
              <a:srgbClr val="22345E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360000" y="12600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0" spc="100">
                <a:solidFill>
                  <a:srgbClr val="616879"/>
                </a:solidFill>
                <a:latin typeface="바탕"/>
                <a:ea typeface="바탕"/>
              </a:rPr>
              <a:t>일대일 예약제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360000" y="13968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0" spc="100">
                <a:solidFill>
                  <a:srgbClr val="616879"/>
                </a:solidFill>
                <a:latin typeface="바탕"/>
                <a:ea typeface="바탕"/>
              </a:rPr>
              <a:t>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네일 아티스트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