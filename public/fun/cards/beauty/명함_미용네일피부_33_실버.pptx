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7E9AC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22345E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E3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525D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E3E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2234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AC3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22345E"/>
                </a:solidFill>
                <a:latin typeface="바탕"/>
                <a:ea typeface="바탕"/>
              </a:rPr>
              <a:t>시술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22345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펌  ·  네일 아트  ·  두피 케어  ·  남성 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22345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16879"/>
                </a:solidFill>
                <a:latin typeface="바탕"/>
                <a:ea typeface="바탕"/>
              </a:rPr>
              <a:t>일대일 예약제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16879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