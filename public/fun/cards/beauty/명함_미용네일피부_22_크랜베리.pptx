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고OO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원장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6864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9B2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3B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5C0BE"/>
                </a:solidFill>
                <a:latin typeface="맑은 고딕"/>
                <a:ea typeface="맑은 고딕"/>
              </a:rPr>
              <a:t>시술 안내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756A64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젤 케어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756A6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메이크업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756A6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웨딩 · 촬영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756A6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756A64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C5C0BE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C5C0BE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