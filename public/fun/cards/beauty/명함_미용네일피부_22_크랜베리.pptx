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고OO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원장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686459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9B2D4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A3B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5C0BE"/>
                </a:solidFill>
                <a:latin typeface="맑은 고딕"/>
                <a:ea typeface="맑은 고딕"/>
              </a:rPr>
              <a:t>시술 안내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656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FFFF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879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656000" y="1036800"/>
            <a:ext cx="1296000" cy="0"/>
          </a:xfrm>
          <a:prstGeom prst="line">
            <a:avLst/>
          </a:prstGeom>
          <a:ln w="3600">
            <a:solidFill>
              <a:srgbClr val="756A64"/>
            </a:solidFill>
          </a:ln>
        </p:spPr>
      </p:cxnSp>
      <p:sp>
        <p:nvSpPr>
          <p:cNvPr id="16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5C0BE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C5C0BE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원장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