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0BE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756A6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5C0BE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5C0BE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