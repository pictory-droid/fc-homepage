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A1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A04817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81A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81A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A0481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81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81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81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519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3519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C3519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