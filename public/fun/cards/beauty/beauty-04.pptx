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B3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C2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463816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816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A0740B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816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8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A0740B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8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A0740B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8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5111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B3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B3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B3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FFEAB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111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5111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