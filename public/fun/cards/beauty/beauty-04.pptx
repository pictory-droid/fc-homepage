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9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1944000" y="540000"/>
            <a:ext cx="1296000" cy="1260000"/>
          </a:xfrm>
          <a:custGeom>
            <a:avLst/>
            <a:gdLst/>
            <a:ahLst/>
            <a:cxnLst/>
            <a:rect l="l" t="t" r="r" b="b"/>
            <a:pathLst>
              <a:path w="1296000" h="1260000">
                <a:moveTo>
                  <a:pt x="1296000" y="1260000"/>
                </a:moveTo>
                <a:lnTo>
                  <a:pt x="1296000" y="0"/>
                </a:lnTo>
                <a:lnTo>
                  <a:pt x="0" y="1260000"/>
                </a:lnTo>
                <a:close/>
              </a:path>
            </a:pathLst>
          </a:custGeom>
          <a:solidFill>
            <a:srgbClr val="6C82B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520000" y="1080000"/>
            <a:ext cx="720000" cy="720000"/>
          </a:xfrm>
          <a:custGeom>
            <a:avLst/>
            <a:gdLst/>
            <a:ahLst/>
            <a:cxnLst/>
            <a:rect l="l" t="t" r="r" b="b"/>
            <a:pathLst>
              <a:path w="720000" h="720000">
                <a:moveTo>
                  <a:pt x="720000" y="720000"/>
                </a:moveTo>
                <a:lnTo>
                  <a:pt x="720000" y="0"/>
                </a:lnTo>
                <a:lnTo>
                  <a:pt x="0" y="720000"/>
                </a:lnTo>
                <a:close/>
              </a:path>
            </a:pathLst>
          </a:custGeom>
          <a:solidFill>
            <a:srgbClr val="3E4B69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858760" y="1515960"/>
            <a:ext cx="69264" cy="69264"/>
          </a:xfrm>
          <a:prstGeom prst="ellipse">
            <a:avLst/>
          </a:prstGeom>
          <a:noFill/>
          <a:ln w="15984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975976" y="1515960"/>
            <a:ext cx="69264" cy="69264"/>
          </a:xfrm>
          <a:prstGeom prst="ellipse">
            <a:avLst/>
          </a:prstGeom>
          <a:noFill/>
          <a:ln w="15984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 flipV="1">
            <a:off x="2914704" y="1364112"/>
            <a:ext cx="101232" cy="159840"/>
          </a:xfrm>
          <a:prstGeom prst="line">
            <a:avLst/>
          </a:prstGeom>
          <a:ln w="18648">
            <a:solidFill>
              <a:srgbClr val="FFFFFF"/>
            </a:solidFill>
          </a:ln>
        </p:spPr>
      </p:cxnSp>
      <p:cxnSp>
        <p:nvCxnSpPr>
          <p:cNvPr id="7" name="Connector 6"/>
          <p:cNvCxnSpPr/>
          <p:nvPr/>
        </p:nvCxnSpPr>
        <p:spPr>
          <a:xfrm flipH="1" flipV="1">
            <a:off x="2888064" y="1364112"/>
            <a:ext cx="101232" cy="159840"/>
          </a:xfrm>
          <a:prstGeom prst="line">
            <a:avLst/>
          </a:prstGeom>
          <a:ln w="18648">
            <a:solidFill>
              <a:srgbClr val="FFFFFF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201600"/>
            <a:ext cx="1800000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50">
                <a:solidFill>
                  <a:srgbClr val="AEB4C1"/>
                </a:solidFill>
                <a:latin typeface="맑은 고딕"/>
                <a:ea typeface="맑은 고딕"/>
              </a:rPr>
              <a:t>샵 이름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360000"/>
            <a:ext cx="2016000" cy="3136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55"/>
              </a:lnSpc>
            </a:pPr>
            <a:r>
              <a:rPr sz="1900" b="1" spc="50">
                <a:solidFill>
                  <a:srgbClr val="FFFFFF"/>
                </a:solidFill>
                <a:latin typeface="바탕"/>
                <a:ea typeface="바탕"/>
              </a:rPr>
              <a:t>최민재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655200"/>
            <a:ext cx="1872000" cy="12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2"/>
              </a:lnSpc>
            </a:pPr>
            <a:r>
              <a:rPr sz="850" b="1">
                <a:solidFill>
                  <a:srgbClr val="8295C1"/>
                </a:solidFill>
                <a:latin typeface="맑은 고딕"/>
                <a:ea typeface="맑은 고딕"/>
              </a:rPr>
              <a:t>피부 관리사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2000" y="864000"/>
            <a:ext cx="230400" cy="14400"/>
          </a:xfrm>
          <a:prstGeom prst="rect">
            <a:avLst/>
          </a:prstGeom>
          <a:solidFill>
            <a:srgbClr val="6C82B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252000" y="1044000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8295C1"/>
                </a:solidFill>
                <a:latin typeface="맑은 고딕"/>
                <a:ea typeface="맑은 고딕"/>
              </a:rPr>
              <a:t>T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96000" y="1044000"/>
            <a:ext cx="1584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212911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8295C1"/>
                </a:solidFill>
                <a:latin typeface="맑은 고딕"/>
                <a:ea typeface="맑은 고딕"/>
              </a:rPr>
              <a:t>E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396000" y="1212911"/>
            <a:ext cx="1584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52000" y="1381822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8295C1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396000" y="1381822"/>
            <a:ext cx="1584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5600" y="1137600"/>
            <a:ext cx="411840" cy="411840"/>
          </a:xfrm>
          <a:prstGeom prst="ellipse">
            <a:avLst/>
          </a:prstGeom>
          <a:noFill/>
          <a:ln w="95040">
            <a:solidFill>
              <a:srgbClr val="914C3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762560" y="1137600"/>
            <a:ext cx="411840" cy="411840"/>
          </a:xfrm>
          <a:prstGeom prst="ellipse">
            <a:avLst/>
          </a:prstGeom>
          <a:noFill/>
          <a:ln w="95040">
            <a:solidFill>
              <a:srgbClr val="914C3B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 flipV="1">
            <a:off x="1398240" y="234720"/>
            <a:ext cx="601920" cy="950400"/>
          </a:xfrm>
          <a:prstGeom prst="line">
            <a:avLst/>
          </a:prstGeom>
          <a:ln w="110880">
            <a:solidFill>
              <a:srgbClr val="E0CDC8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 flipV="1">
            <a:off x="1239840" y="234720"/>
            <a:ext cx="601920" cy="950400"/>
          </a:xfrm>
          <a:prstGeom prst="line">
            <a:avLst/>
          </a:prstGeom>
          <a:ln w="110880">
            <a:solidFill>
              <a:srgbClr val="914C3B"/>
            </a:solidFill>
          </a:ln>
        </p:spPr>
      </p:cxnSp>
      <p:sp>
        <p:nvSpPr>
          <p:cNvPr id="6" name="Rectangle 5"/>
          <p:cNvSpPr/>
          <p:nvPr/>
        </p:nvSpPr>
        <p:spPr>
          <a:xfrm>
            <a:off x="0" y="0"/>
            <a:ext cx="3240000" cy="1800000"/>
          </a:xfrm>
          <a:prstGeom prst="rect">
            <a:avLst/>
          </a:prstGeom>
          <a:solidFill>
            <a:srgbClr val="FBF8F2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396000" y="612000"/>
            <a:ext cx="2448000" cy="43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739"/>
              </a:lnSpc>
            </a:pPr>
            <a:r>
              <a:rPr sz="1200" b="1">
                <a:solidFill>
                  <a:srgbClr val="19294D"/>
                </a:solidFill>
                <a:latin typeface="바탕"/>
                <a:ea typeface="바탕"/>
              </a:rPr>
              <a:t>작은 변화가 큰 미소가 됩니다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1512000" y="1173600"/>
            <a:ext cx="216000" cy="10800"/>
          </a:xfrm>
          <a:prstGeom prst="rect">
            <a:avLst/>
          </a:prstGeom>
          <a:solidFill>
            <a:srgbClr val="914C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360000" y="1288800"/>
            <a:ext cx="252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87"/>
              </a:lnSpc>
            </a:pPr>
            <a:r>
              <a:rPr sz="750" b="1" spc="300">
                <a:solidFill>
                  <a:srgbClr val="687187"/>
                </a:solidFill>
                <a:latin typeface="맑은 고딕"/>
                <a:ea typeface="맑은 고딕"/>
              </a:rPr>
              <a:t>샵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피부 관리사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