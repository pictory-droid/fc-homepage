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B3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FFCA4C"/>
                </a:solidFill>
                <a:latin typeface="맑은 고딕"/>
                <a:ea typeface="맑은 고딕"/>
              </a:rPr>
              <a:t>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3816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최민재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3816"/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81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81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81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FFE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FF7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작은 변화가 큰 미소가 됩니다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C5111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