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7E6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ED0C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ED0C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ED0C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ED0C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ED0C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ED0CA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ED0C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ED0C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DAE3DF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DAE3DF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BED0CA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AE3D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