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23200"/>
            <a:ext cx="1188000" cy="403200"/>
          </a:xfrm>
          <a:prstGeom prst="roundRect">
            <a:avLst>
              <a:gd name="adj" fmla="val 25000"/>
            </a:avLst>
          </a:prstGeom>
          <a:solidFill>
            <a:srgbClr val="3F3F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468000" y="619200"/>
            <a:ext cx="187200" cy="172800"/>
          </a:xfrm>
          <a:custGeom>
            <a:avLst/>
            <a:gdLst/>
            <a:ahLst/>
            <a:cxnLst/>
            <a:rect l="l" t="t" r="r" b="b"/>
            <a:pathLst>
              <a:path w="187200" h="172800">
                <a:moveTo>
                  <a:pt x="0" y="0"/>
                </a:moveTo>
                <a:lnTo>
                  <a:pt x="187200" y="0"/>
                </a:lnTo>
                <a:lnTo>
                  <a:pt x="21600" y="172800"/>
                </a:lnTo>
                <a:close/>
              </a:path>
            </a:pathLst>
          </a:custGeom>
          <a:solidFill>
            <a:srgbClr val="3F3F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23200"/>
            <a:ext cx="1188000" cy="4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95"/>
              </a:lnSpc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한 줄 소개</a:t>
            </a:r>
          </a:p>
        </p:txBody>
      </p:sp>
      <p:sp>
        <p:nvSpPr>
          <p:cNvPr id="5" name="Oval 4"/>
          <p:cNvSpPr/>
          <p:nvPr/>
        </p:nvSpPr>
        <p:spPr>
          <a:xfrm>
            <a:off x="1965600" y="345600"/>
            <a:ext cx="100800" cy="100800"/>
          </a:xfrm>
          <a:prstGeom prst="ellipse">
            <a:avLst/>
          </a:prstGeom>
          <a:solidFill>
            <a:srgbClr val="4A3B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 rot="1080000">
            <a:off x="2196000" y="302400"/>
            <a:ext cx="144000" cy="144000"/>
          </a:xfrm>
          <a:prstGeom prst="roundRect">
            <a:avLst>
              <a:gd name="adj" fmla="val 15000"/>
            </a:avLst>
          </a:prstGeom>
          <a:solidFill>
            <a:srgbClr val="3F3F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2484000" y="252000"/>
            <a:ext cx="252000" cy="252000"/>
          </a:xfrm>
          <a:custGeom>
            <a:avLst/>
            <a:gdLst/>
            <a:ahLst/>
            <a:cxnLst/>
            <a:rect l="l" t="t" r="r" b="b"/>
            <a:pathLst>
              <a:path w="252000" h="252000">
                <a:moveTo>
                  <a:pt x="108000" y="0"/>
                </a:moveTo>
                <a:lnTo>
                  <a:pt x="252000" y="252000"/>
                </a:lnTo>
                <a:lnTo>
                  <a:pt x="0" y="252000"/>
                </a:lnTo>
                <a:close/>
              </a:path>
            </a:pathLst>
          </a:cu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923200" y="316800"/>
            <a:ext cx="57600" cy="57600"/>
          </a:xfrm>
          <a:prstGeom prst="ellipse">
            <a:avLst/>
          </a:prstGeom>
          <a:solidFill>
            <a:srgbClr val="3F3F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252000" y="8784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00">
                <a:solidFill>
                  <a:srgbClr val="14171D"/>
                </a:solidFill>
                <a:latin typeface="맑은 고딕"/>
                <a:ea typeface="맑은 고딕"/>
              </a:rPr>
              <a:t>노OO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130400"/>
            <a:ext cx="1800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686459"/>
                </a:solidFill>
                <a:latin typeface="맑은 고딕"/>
                <a:ea typeface="맑은 고딕"/>
              </a:rPr>
              <a:t>원장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260000" y="1144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샵 이름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5120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152000" y="1512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2160000" y="1512000"/>
            <a:ext cx="972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09600" y="237600"/>
            <a:ext cx="172800" cy="172800"/>
          </a:xfrm>
          <a:prstGeom prst="ellipse">
            <a:avLst/>
          </a:prstGeom>
          <a:solidFill>
            <a:srgbClr val="497D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47400" y="289800"/>
            <a:ext cx="25200" cy="25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9400" y="289800"/>
            <a:ext cx="25200" cy="25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58788" y="342281"/>
            <a:ext cx="74424" cy="21319"/>
          </a:xfrm>
          <a:custGeom>
            <a:avLst/>
            <a:gdLst/>
            <a:ahLst/>
            <a:cxnLst/>
            <a:rect l="l" t="t" r="r" b="b"/>
            <a:pathLst>
              <a:path w="74424" h="21319">
                <a:moveTo>
                  <a:pt x="74424" y="0"/>
                </a:moveTo>
                <a:lnTo>
                  <a:pt x="68629" y="8643"/>
                </a:lnTo>
                <a:lnTo>
                  <a:pt x="59926" y="15460"/>
                </a:lnTo>
                <a:lnTo>
                  <a:pt x="49120" y="19819"/>
                </a:lnTo>
                <a:lnTo>
                  <a:pt x="37212" y="21319"/>
                </a:lnTo>
                <a:lnTo>
                  <a:pt x="25304" y="19819"/>
                </a:lnTo>
                <a:lnTo>
                  <a:pt x="14498" y="15460"/>
                </a:lnTo>
                <a:lnTo>
                  <a:pt x="5795" y="8643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576000" y="2952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000" y="612000"/>
            <a:ext cx="811458" cy="208800"/>
          </a:xfrm>
          <a:prstGeom prst="roundRect">
            <a:avLst>
              <a:gd name="adj" fmla="val 50000"/>
            </a:avLst>
          </a:prstGeom>
          <a:solidFill>
            <a:srgbClr val="497D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612000"/>
            <a:ext cx="811458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웨딩 · 촬영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28258" y="612000"/>
            <a:ext cx="550090" cy="208800"/>
          </a:xfrm>
          <a:prstGeom prst="roundRect">
            <a:avLst>
              <a:gd name="adj" fmla="val 50000"/>
            </a:avLst>
          </a:prstGeom>
          <a:solidFill>
            <a:srgbClr val="506D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128258" y="612000"/>
            <a:ext cx="550090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남성 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43148" y="612000"/>
            <a:ext cx="724335" cy="208800"/>
          </a:xfrm>
          <a:prstGeom prst="roundRect">
            <a:avLst>
              <a:gd name="adj" fmla="val 50000"/>
            </a:avLst>
          </a:prstGeom>
          <a:solidFill>
            <a:srgbClr val="497D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743148" y="612000"/>
            <a:ext cx="724335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440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A7ABB4"/>
                </a:solidFill>
                <a:latin typeface="맑은 고딕"/>
                <a:ea typeface="맑은 고딕"/>
              </a:rPr>
              <a:t>화–일 10:00 – 20:00   ·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원장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