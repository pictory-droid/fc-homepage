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497D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497D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8258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506D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28258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497D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10:00 – 20:00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