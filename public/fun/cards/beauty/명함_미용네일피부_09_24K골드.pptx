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D57F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BC9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E6884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1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90712A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BC2CD"/>
          </a:solidFill>
          <a:ln w="3600">
            <a:solidFill>
              <a:srgbClr val="D4BA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C65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BC2CD"/>
          </a:solidFill>
          <a:ln w="3600">
            <a:solidFill>
              <a:srgbClr val="D4BA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A07D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BC2CD"/>
          </a:solidFill>
          <a:ln w="3600">
            <a:solidFill>
              <a:srgbClr val="D4BA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A07D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두피 케어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BC2CD"/>
          </a:solidFill>
          <a:ln w="3600">
            <a:solidFill>
              <a:srgbClr val="D4BAC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C65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C6470"/>
                </a:solidFill>
                <a:latin typeface="맑은 고딕"/>
                <a:ea typeface="맑은 고딕"/>
              </a:rPr>
              <a:t>일대일 예약제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