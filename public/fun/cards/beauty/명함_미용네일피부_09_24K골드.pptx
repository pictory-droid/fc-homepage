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4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2278800" y="15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22878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22878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2278800" y="69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278800" y="87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2287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278800" y="123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2878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2278800" y="159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4462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4462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437200" y="51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24462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462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437200" y="105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2437200" y="123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24462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2437200" y="159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595600" y="15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2595600" y="33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2604600" y="5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26046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2595600" y="87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26046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6046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2595600" y="141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595600" y="159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4000" y="15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27630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754000" y="51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2754000" y="69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2763000" y="88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27630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2754000" y="123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27630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27630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2912400" y="15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2921400" y="3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2912400" y="51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29214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2912400" y="87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2912400" y="105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2921400" y="124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2921400" y="142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912400" y="159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3079800" y="1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3070800" y="33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3070800" y="51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3079800" y="7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3070800" y="87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3079800" y="106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3070800" y="1234800"/>
            <a:ext cx="50400" cy="50400"/>
          </a:xfrm>
          <a:prstGeom prst="ellipse">
            <a:avLst/>
          </a:prstGeom>
          <a:solidFill>
            <a:srgbClr val="D57F9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3070800" y="1414800"/>
            <a:ext cx="50400" cy="50400"/>
          </a:xfrm>
          <a:prstGeom prst="ellipse">
            <a:avLst/>
          </a:prstGeom>
          <a:solidFill>
            <a:srgbClr val="BC9237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3079800" y="1603800"/>
            <a:ext cx="32400" cy="32400"/>
          </a:xfrm>
          <a:prstGeom prst="ellipse">
            <a:avLst/>
          </a:prstGeom>
          <a:solidFill>
            <a:srgbClr val="E2DDD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6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CE6884"/>
                </a:solidFill>
                <a:latin typeface="맑은 고딕"/>
                <a:ea typeface="맑은 고딕"/>
              </a:rPr>
              <a:t>샵 이름</a:t>
            </a:r>
          </a:p>
        </p:txBody>
      </p:sp>
      <p:sp>
        <p:nvSpPr>
          <p:cNvPr id="57" name="텍스트"/>
          <p:cNvSpPr txBox="1"/>
          <p:nvPr/>
        </p:nvSpPr>
        <p:spPr>
          <a:xfrm>
            <a:off x="252000" y="612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장OO</a:t>
            </a:r>
          </a:p>
        </p:txBody>
      </p:sp>
      <p:sp>
        <p:nvSpPr>
          <p:cNvPr id="58" name="텍스트"/>
          <p:cNvSpPr txBox="1"/>
          <p:nvPr/>
        </p:nvSpPr>
        <p:spPr>
          <a:xfrm>
            <a:off x="252000" y="864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05C55"/>
                </a:solidFill>
                <a:latin typeface="맑은 고딕"/>
                <a:ea typeface="맑은 고딕"/>
              </a:rPr>
              <a:t>왁싱 전문가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252000" y="1123200"/>
            <a:ext cx="1620000" cy="0"/>
          </a:xfrm>
          <a:prstGeom prst="line">
            <a:avLst/>
          </a:prstGeom>
          <a:ln w="3600">
            <a:solidFill>
              <a:srgbClr val="E2DDD2"/>
            </a:solidFill>
          </a:ln>
        </p:spPr>
      </p:cxnSp>
      <p:sp>
        <p:nvSpPr>
          <p:cNvPr id="60" name="텍스트"/>
          <p:cNvSpPr txBox="1"/>
          <p:nvPr/>
        </p:nvSpPr>
        <p:spPr>
          <a:xfrm>
            <a:off x="252000" y="1206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61" name="텍스트"/>
          <p:cNvSpPr txBox="1"/>
          <p:nvPr/>
        </p:nvSpPr>
        <p:spPr>
          <a:xfrm>
            <a:off x="554400" y="11952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62" name="텍스트"/>
          <p:cNvSpPr txBox="1"/>
          <p:nvPr/>
        </p:nvSpPr>
        <p:spPr>
          <a:xfrm>
            <a:off x="252000" y="1328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63" name="텍스트"/>
          <p:cNvSpPr txBox="1"/>
          <p:nvPr/>
        </p:nvSpPr>
        <p:spPr>
          <a:xfrm>
            <a:off x="554400" y="13176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64" name="텍스트"/>
          <p:cNvSpPr txBox="1"/>
          <p:nvPr/>
        </p:nvSpPr>
        <p:spPr>
          <a:xfrm>
            <a:off x="252000" y="14508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05C55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65" name="텍스트"/>
          <p:cNvSpPr txBox="1"/>
          <p:nvPr/>
        </p:nvSpPr>
        <p:spPr>
          <a:xfrm>
            <a:off x="554400" y="1440000"/>
            <a:ext cx="122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D1D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016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90712A"/>
                </a:solidFill>
                <a:latin typeface="맑은 고딕"/>
                <a:ea typeface="맑은 고딕"/>
              </a:rPr>
              <a:t>시술 안내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52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BC2CD"/>
          </a:solidFill>
          <a:ln w="3600">
            <a:solidFill>
              <a:srgbClr val="D4BA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45600" y="558000"/>
            <a:ext cx="57600" cy="57600"/>
          </a:xfrm>
          <a:prstGeom prst="ellipse">
            <a:avLst/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468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펌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56000" y="396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BC2CD"/>
          </a:solidFill>
          <a:ln w="3600">
            <a:solidFill>
              <a:srgbClr val="D4BA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749600" y="558000"/>
            <a:ext cx="57600" cy="57600"/>
          </a:xfrm>
          <a:prstGeom prst="ellipse">
            <a:avLst/>
          </a:prstGeom>
          <a:solidFill>
            <a:srgbClr val="A07D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1872000" y="396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클리닉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52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BC2CD"/>
          </a:solidFill>
          <a:ln w="3600">
            <a:solidFill>
              <a:srgbClr val="D4BA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45600" y="1026000"/>
            <a:ext cx="57600" cy="57600"/>
          </a:xfrm>
          <a:prstGeom prst="ellipse">
            <a:avLst/>
          </a:prstGeom>
          <a:solidFill>
            <a:srgbClr val="A07D2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468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두피 케어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656000" y="864000"/>
            <a:ext cx="1296000" cy="381600"/>
          </a:xfrm>
          <a:prstGeom prst="roundRect">
            <a:avLst>
              <a:gd name="adj" fmla="val 16981"/>
            </a:avLst>
          </a:prstGeom>
          <a:solidFill>
            <a:srgbClr val="EBC2CD"/>
          </a:solidFill>
          <a:ln w="3600">
            <a:solidFill>
              <a:srgbClr val="D4BAC3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749600" y="1026000"/>
            <a:ext cx="57600" cy="57600"/>
          </a:xfrm>
          <a:prstGeom prst="ellipse">
            <a:avLst/>
          </a:prstGeom>
          <a:solidFill>
            <a:srgbClr val="C6517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텍스트"/>
          <p:cNvSpPr txBox="1"/>
          <p:nvPr/>
        </p:nvSpPr>
        <p:spPr>
          <a:xfrm>
            <a:off x="1872000" y="864000"/>
            <a:ext cx="1044000" cy="381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044"/>
              </a:lnSpc>
            </a:pPr>
            <a:r>
              <a:rPr sz="720" b="1">
                <a:solidFill>
                  <a:srgbClr val="1B2230"/>
                </a:solidFill>
                <a:latin typeface="맑은 고딕"/>
                <a:ea typeface="맑은 고딕"/>
              </a:rPr>
              <a:t>예약제 운영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52000" y="1476000"/>
            <a:ext cx="2736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0">
                <a:solidFill>
                  <a:srgbClr val="6C6470"/>
                </a:solidFill>
                <a:latin typeface="맑은 고딕"/>
                <a:ea typeface="맑은 고딕"/>
              </a:rPr>
              <a:t>일대일 예약제   ·   @아이디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왁싱 전문가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