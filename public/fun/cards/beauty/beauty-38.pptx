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" cy="1800000"/>
          </a:xfrm>
          <a:prstGeom prst="rect">
            <a:avLst/>
          </a:prstGeom>
          <a:solidFill>
            <a:srgbClr val="FFA0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0400" cy="50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00800" cy="100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51200" cy="151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01600" cy="201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52000" cy="252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02400" cy="302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352800" cy="352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453600" cy="453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04000" cy="504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0" y="1224000"/>
            <a:ext cx="554400" cy="554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88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792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1296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1800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30400" y="1274400"/>
            <a:ext cx="525600" cy="525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80800" y="1324800"/>
            <a:ext cx="475200" cy="475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331200" y="1375200"/>
            <a:ext cx="424800" cy="424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381600" y="1425600"/>
            <a:ext cx="374400" cy="374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432000" y="1476000"/>
            <a:ext cx="324000" cy="324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482400" y="1526400"/>
            <a:ext cx="273600" cy="273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532800" y="1576800"/>
            <a:ext cx="223200" cy="223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583200" y="1627200"/>
            <a:ext cx="172800" cy="172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633600" y="1677600"/>
            <a:ext cx="122400" cy="122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684000" y="1728000"/>
            <a:ext cx="72000" cy="72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734400" y="1778400"/>
            <a:ext cx="21600" cy="21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29" name="Oval 28"/>
          <p:cNvSpPr/>
          <p:nvPr/>
        </p:nvSpPr>
        <p:spPr>
          <a:xfrm>
            <a:off x="212400" y="374400"/>
            <a:ext cx="331200" cy="331200"/>
          </a:xfrm>
          <a:prstGeom prst="ellipse">
            <a:avLst/>
          </a:prstGeom>
          <a:noFill/>
          <a:ln w="576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텍스트"/>
          <p:cNvSpPr txBox="1"/>
          <p:nvPr/>
        </p:nvSpPr>
        <p:spPr>
          <a:xfrm>
            <a:off x="198000" y="378000"/>
            <a:ext cx="36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320"/>
              </a:lnSpc>
            </a:pPr>
            <a:r>
              <a:rPr sz="1600" b="1">
                <a:solidFill>
                  <a:srgbClr val="12151C"/>
                </a:solidFill>
                <a:latin typeface="맑은 고딕"/>
                <a:ea typeface="맑은 고딕"/>
              </a:rPr>
              <a:t>샵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936000" y="252000"/>
            <a:ext cx="154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샵 이름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36000" y="424800"/>
            <a:ext cx="2052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936000" y="684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피유나</a:t>
            </a:r>
          </a:p>
        </p:txBody>
      </p:sp>
      <p:sp>
        <p:nvSpPr>
          <p:cNvPr id="34" name="텍스트"/>
          <p:cNvSpPr txBox="1"/>
          <p:nvPr/>
        </p:nvSpPr>
        <p:spPr>
          <a:xfrm>
            <a:off x="936000" y="936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에스테틱 원장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36000" y="1303200"/>
            <a:ext cx="2052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36" name="텍스트"/>
          <p:cNvSpPr txBox="1"/>
          <p:nvPr/>
        </p:nvSpPr>
        <p:spPr>
          <a:xfrm>
            <a:off x="936000" y="139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1267200" y="138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936000" y="1515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9" name="텍스트"/>
          <p:cNvSpPr txBox="1"/>
          <p:nvPr/>
        </p:nvSpPr>
        <p:spPr>
          <a:xfrm>
            <a:off x="1267200" y="1504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40" name="텍스트"/>
          <p:cNvSpPr txBox="1"/>
          <p:nvPr/>
        </p:nvSpPr>
        <p:spPr>
          <a:xfrm>
            <a:off x="936000" y="1638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267200" y="1627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000" cy="1800000"/>
          </a:xfrm>
          <a:prstGeom prst="rect">
            <a:avLst/>
          </a:prstGeom>
          <a:solidFill>
            <a:srgbClr val="FFA0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7600" cy="57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15200" cy="115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72800" cy="172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30400" cy="230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88000" cy="288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45600" cy="345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60800" cy="460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518400" cy="518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576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1152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1728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304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880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3456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4032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4608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5184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5760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633600" y="1245600"/>
            <a:ext cx="554400" cy="554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691200" y="1303200"/>
            <a:ext cx="496800" cy="496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748800" y="1360800"/>
            <a:ext cx="439200" cy="439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806400" y="1418400"/>
            <a:ext cx="381600" cy="381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864000" y="1476000"/>
            <a:ext cx="324000" cy="324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921600" y="1533600"/>
            <a:ext cx="266400" cy="266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979200" y="1591200"/>
            <a:ext cx="208800" cy="208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1036800" y="1648800"/>
            <a:ext cx="151200" cy="151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1094400" y="1706400"/>
            <a:ext cx="93600" cy="93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1152000" y="1764000"/>
            <a:ext cx="36000" cy="3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33" name="Oval 32"/>
          <p:cNvSpPr/>
          <p:nvPr/>
        </p:nvSpPr>
        <p:spPr>
          <a:xfrm>
            <a:off x="216000" y="252000"/>
            <a:ext cx="288000" cy="288000"/>
          </a:xfrm>
          <a:prstGeom prst="ellipse">
            <a:avLst/>
          </a:prstGeom>
          <a:noFill/>
          <a:ln w="576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텍스트"/>
          <p:cNvSpPr txBox="1"/>
          <p:nvPr/>
        </p:nvSpPr>
        <p:spPr>
          <a:xfrm>
            <a:off x="216000" y="252000"/>
            <a:ext cx="288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30"/>
              </a:lnSpc>
            </a:pPr>
            <a:r>
              <a:rPr sz="1400" b="1">
                <a:solidFill>
                  <a:srgbClr val="12151C"/>
                </a:solidFill>
                <a:latin typeface="맑은 고딕"/>
                <a:ea typeface="맑은 고딕"/>
              </a:rPr>
              <a:t>샵</a:t>
            </a:r>
          </a:p>
        </p:txBody>
      </p:sp>
      <p:sp>
        <p:nvSpPr>
          <p:cNvPr id="35" name="텍스트"/>
          <p:cNvSpPr txBox="1"/>
          <p:nvPr/>
        </p:nvSpPr>
        <p:spPr>
          <a:xfrm>
            <a:off x="216000" y="1440000"/>
            <a:ext cx="82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00">
                <a:solidFill>
                  <a:srgbClr val="12151C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1440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시술 안내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440000" y="360000"/>
            <a:ext cx="1548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38" name="텍스트"/>
          <p:cNvSpPr txBox="1"/>
          <p:nvPr/>
        </p:nvSpPr>
        <p:spPr>
          <a:xfrm>
            <a:off x="1440000" y="403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네일 아트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440000" y="561600"/>
            <a:ext cx="1548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440000" y="6048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피부 관리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440000" y="763200"/>
            <a:ext cx="1548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42" name="텍스트"/>
          <p:cNvSpPr txBox="1"/>
          <p:nvPr/>
        </p:nvSpPr>
        <p:spPr>
          <a:xfrm>
            <a:off x="1440000" y="8064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예약제 운영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440000" y="964800"/>
            <a:ext cx="1548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44" name="텍스트"/>
          <p:cNvSpPr txBox="1"/>
          <p:nvPr/>
        </p:nvSpPr>
        <p:spPr>
          <a:xfrm>
            <a:off x="1440000" y="1569600"/>
            <a:ext cx="154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6B7280"/>
                </a:solidFill>
                <a:latin typeface="맑은 고딕"/>
                <a:ea typeface="맑은 고딕"/>
              </a:rPr>
              <a:t>화–일 10:00 – 20:00   |   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에스테틱 원장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