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52000" cy="1800000"/>
          </a:xfrm>
          <a:prstGeom prst="rect">
            <a:avLst/>
          </a:prstGeom>
          <a:solidFill>
            <a:srgbClr val="FFA0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5200" y="619200"/>
            <a:ext cx="561600" cy="561600"/>
          </a:xfrm>
          <a:prstGeom prst="ellipse">
            <a:avLst/>
          </a:prstGeom>
          <a:noFill/>
          <a:ln w="1080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16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930"/>
              </a:lnSpc>
            </a:pPr>
            <a:r>
              <a:rPr sz="3400" b="1">
                <a:solidFill>
                  <a:srgbClr val="12151C"/>
                </a:solidFill>
                <a:latin typeface="맑은 고딕"/>
                <a:ea typeface="맑은 고딕"/>
              </a:rPr>
              <a:t>피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404000" y="223200"/>
            <a:ext cx="1584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404000" y="540000"/>
            <a:ext cx="158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피유나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943200"/>
            <a:ext cx="158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에스테틱 원장</a:t>
            </a:r>
          </a:p>
        </p:txBody>
      </p:sp>
      <p:sp>
        <p:nvSpPr>
          <p:cNvPr id="8" name="Rectangle 7"/>
          <p:cNvSpPr/>
          <p:nvPr/>
        </p:nvSpPr>
        <p:spPr>
          <a:xfrm>
            <a:off x="1404000" y="1195200"/>
            <a:ext cx="144000" cy="18000"/>
          </a:xfrm>
          <a:prstGeom prst="rect">
            <a:avLst/>
          </a:prstGeom>
          <a:solidFill>
            <a:srgbClr val="FFA0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04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735200" y="13176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404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735200" y="1447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404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735200" y="15768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88000" y="0"/>
            <a:ext cx="1152000" cy="1800000"/>
          </a:xfrm>
          <a:prstGeom prst="rect">
            <a:avLst/>
          </a:prstGeom>
          <a:solidFill>
            <a:srgbClr val="FFA0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97600" y="633600"/>
            <a:ext cx="532800" cy="532800"/>
          </a:xfrm>
          <a:prstGeom prst="ellipse">
            <a:avLst/>
          </a:prstGeom>
          <a:noFill/>
          <a:ln w="1080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304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350"/>
              </a:lnSpc>
            </a:pPr>
            <a:r>
              <a:rPr sz="3000" b="1">
                <a:solidFill>
                  <a:srgbClr val="12151C"/>
                </a:solidFill>
                <a:latin typeface="맑은 고딕"/>
                <a:ea typeface="맑은 고딕"/>
              </a:rPr>
              <a:t>샵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1620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작은 공간, 깊은 휴식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512000"/>
            <a:ext cx="15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6B7280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에스테틱 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