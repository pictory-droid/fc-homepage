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B7381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Oval 3"/>
          <p:cNvSpPr/>
          <p:nvPr/>
        </p:nvSpPr>
        <p:spPr>
          <a:xfrm>
            <a:off x="365112" y="430704"/>
            <a:ext cx="61776" cy="104544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419345" y="470107"/>
            <a:ext cx="61776" cy="104544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398630" y="533861"/>
            <a:ext cx="61776" cy="104544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331594" y="533861"/>
            <a:ext cx="61776" cy="104544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310879" y="470107"/>
            <a:ext cx="61776" cy="104544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9864" y="513864"/>
            <a:ext cx="52272" cy="52272"/>
          </a:xfrm>
          <a:prstGeom prst="ellips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E74A1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94660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E74A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E74A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E74A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5E74A1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5E74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394660"/>
                </a:solidFill>
                <a:latin typeface="맑은 고딕"/>
                <a:ea typeface="맑은 고딕"/>
              </a:rPr>
              <a:t>작은 공간, 깊은 휴식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86F7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