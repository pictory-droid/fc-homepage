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C72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9B7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9B7BFF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차예준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3C72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C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C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C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