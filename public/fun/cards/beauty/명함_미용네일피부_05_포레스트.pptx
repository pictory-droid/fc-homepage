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66B73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4171D"/>
                </a:solidFill>
                <a:latin typeface="맑은 고딕"/>
                <a:ea typeface="맑은 고딕"/>
              </a:rPr>
              <a:t>정OO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메이크업 아티스트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B666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커트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B66678"/>
                </a:solidFill>
                <a:latin typeface="맑은 고딕"/>
                <a:ea typeface="맑은 고딕"/>
              </a:rPr>
              <a:t>염색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왁싱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B66678"/>
                </a:solidFill>
                <a:latin typeface="맑은 고딕"/>
                <a:ea typeface="맑은 고딕"/>
              </a:rPr>
              <a:t>남성 컷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평일 10:00 – 21:00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메이크업 아티스트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