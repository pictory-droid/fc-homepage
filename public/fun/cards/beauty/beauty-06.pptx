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B16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A0520B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B16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462B1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95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3B11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3B11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