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7A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462B16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강도윤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12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462B16"/>
                </a:solidFill>
                <a:latin typeface="맑은 고딕"/>
                <a:ea typeface="맑은 고딕"/>
              </a:rPr>
              <a:t>속눈썹 디자이너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168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462B16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FF95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5696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656000" y="15696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2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511200"/>
            <a:ext cx="57600" cy="57600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684000"/>
            <a:ext cx="2448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손끝에 담는 섬세함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6C3B11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속눈썹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