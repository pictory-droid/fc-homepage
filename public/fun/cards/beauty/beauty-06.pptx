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B16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A0520B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강도윤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B16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462B1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FF95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C3B11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피부 관리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10:00 – 21:00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  blog.example.com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C3B11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