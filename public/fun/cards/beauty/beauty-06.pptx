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28520" y="249840"/>
            <a:ext cx="102960" cy="174240"/>
          </a:xfrm>
          <a:prstGeom prst="ellipse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4320000">
            <a:off x="2918908" y="315511"/>
            <a:ext cx="102960" cy="174240"/>
          </a:xfrm>
          <a:prstGeom prst="ellipse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8640000">
            <a:off x="2884383" y="421769"/>
            <a:ext cx="102960" cy="174240"/>
          </a:xfrm>
          <a:prstGeom prst="ellipse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2960000">
            <a:off x="2772657" y="421769"/>
            <a:ext cx="102960" cy="174240"/>
          </a:xfrm>
          <a:prstGeom prst="ellipse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7280000">
            <a:off x="2738132" y="315511"/>
            <a:ext cx="102960" cy="174240"/>
          </a:xfrm>
          <a:prstGeom prst="ellipse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36440" y="388440"/>
            <a:ext cx="87120" cy="87120"/>
          </a:xfrm>
          <a:prstGeom prst="ellipse">
            <a:avLst/>
          </a:prstGeom>
          <a:solidFill>
            <a:srgbClr val="3A5B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1AD8A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ADBBB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8A3B91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8A3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바탕"/>
                <a:ea typeface="바탕"/>
              </a:rPr>
              <a:t>손끝에 담는 섬세함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17868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