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69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D6E9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5A818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17368" y="1353456"/>
            <a:ext cx="69264" cy="11721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4320000">
            <a:off x="2978175" y="1397635"/>
            <a:ext cx="69264" cy="11721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8640000">
            <a:off x="2954949" y="1469117"/>
            <a:ext cx="69264" cy="11721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2960000">
            <a:off x="2879787" y="1469117"/>
            <a:ext cx="69264" cy="11721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7280000">
            <a:off x="2856561" y="1397635"/>
            <a:ext cx="69264" cy="11721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922696" y="1446696"/>
            <a:ext cx="58608" cy="58608"/>
          </a:xfrm>
          <a:prstGeom prst="ellipse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D6E0E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6E9EB"/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D6E9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6E9E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6E9E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6E9E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4B868B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2F7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274649"/>
                </a:solidFill>
                <a:latin typeface="맑은 고딕"/>
                <a:ea typeface="맑은 고딕"/>
              </a:rPr>
              <a:t>오래 머물고 싶은 공간입니다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5E7072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