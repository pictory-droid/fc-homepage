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오래 머물고 싶은 공간입니다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