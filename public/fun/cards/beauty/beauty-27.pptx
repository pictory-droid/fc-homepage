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C4140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C414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C414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가장 편안한 모습으로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돌려드립니다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