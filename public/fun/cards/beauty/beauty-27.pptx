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915B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E0D1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696C7F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1B2041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915B3B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1B2041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1B2041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96C7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>
            <a:off x="1602216" y="1485072"/>
            <a:ext cx="35568" cy="60192"/>
          </a:xfrm>
          <a:prstGeom prst="ellipse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4320000">
            <a:off x="1633441" y="1507758"/>
            <a:ext cx="35568" cy="60192"/>
          </a:xfrm>
          <a:prstGeom prst="ellipse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8640000">
            <a:off x="1621514" y="1544466"/>
            <a:ext cx="35568" cy="60192"/>
          </a:xfrm>
          <a:prstGeom prst="ellipse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2960000">
            <a:off x="1582918" y="1544466"/>
            <a:ext cx="35568" cy="60192"/>
          </a:xfrm>
          <a:prstGeom prst="ellipse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7280000">
            <a:off x="1570991" y="1507758"/>
            <a:ext cx="35568" cy="60192"/>
          </a:xfrm>
          <a:prstGeom prst="ellipse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04952" y="1532952"/>
            <a:ext cx="30096" cy="30096"/>
          </a:xfrm>
          <a:prstGeom prst="ellipse">
            <a:avLst/>
          </a:prstGeom>
          <a:solidFill>
            <a:srgbClr val="E0D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73200" y="374400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4320000">
            <a:off x="1655371" y="434101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8640000">
            <a:off x="1623985" y="530699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2960000">
            <a:off x="1522415" y="530699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7280000">
            <a:off x="1491029" y="434101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0400" y="500400"/>
            <a:ext cx="79200" cy="79200"/>
          </a:xfrm>
          <a:prstGeom prst="ellipse">
            <a:avLst/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가장 편안한 모습으로 돌려드립니다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