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8D6D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5C9CA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5C9CA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9B7E8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C9C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C9C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C9C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