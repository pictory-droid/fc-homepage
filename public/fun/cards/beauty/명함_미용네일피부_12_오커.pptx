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D7C2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AD7C2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AD7C2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AD7C2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AD7C2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2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7BCC7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B0A0B0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7BC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47702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7BC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4770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29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7BC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47529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15639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C7BC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515639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7BCC7"/>
                </a:solidFill>
                <a:latin typeface="맑은 고딕"/>
                <a:ea typeface="맑은 고딕"/>
              </a:rPr>
              <a:t>KAKAO   @채널아이디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7BCC7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