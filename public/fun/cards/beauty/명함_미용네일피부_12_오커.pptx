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D7C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D7C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D7C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D7C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D7C2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2D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BCC7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0A0B0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BC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BC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7529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BC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47529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5639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BC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515639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7BCC7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BCC7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