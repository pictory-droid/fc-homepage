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9C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41506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44F5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39475B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175B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9475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9475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9475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E84B2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3D2D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C404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3D2D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C404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3D2D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C404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3D2D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C404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B3D2D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일대일 예약제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