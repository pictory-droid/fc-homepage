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4150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4F5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39475B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175B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9475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9475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9475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84B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C404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C404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C404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C404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