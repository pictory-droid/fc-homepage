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CF7C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C3D6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6675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D4453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C3D6DB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D445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D445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D445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4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F8796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E6C7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CEC1C6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E6C7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CEC1C6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E6C7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CEC1C6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6E6C7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CEC1C6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5C5C67"/>
                </a:solidFill>
                <a:latin typeface="맑은 고딕"/>
                <a:ea typeface="맑은 고딕"/>
              </a:rPr>
              <a:t>일대일 예약제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C5C67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