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6DF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54452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6DFE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54452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D6DFE7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5445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5445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5445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75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3CAB8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3CAB8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D3CAB8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