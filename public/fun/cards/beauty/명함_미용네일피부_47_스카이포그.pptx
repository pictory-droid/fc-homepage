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6DF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445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6DF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4452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6DFE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8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3CAB8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3CAB8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