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E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328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08568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06B79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4896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6B7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6B7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6B7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A8D5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8D5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B223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5D9D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5D9D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남성 컷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일대일 예약제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