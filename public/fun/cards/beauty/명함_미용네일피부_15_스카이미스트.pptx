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E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3282C9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408568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B2230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606B79"/>
                </a:solidFill>
                <a:latin typeface="맑은 고딕"/>
                <a:ea typeface="맑은 고딕"/>
              </a:rPr>
              <a:t>메이크업 아티스트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48967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B7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B7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6B7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A8D5C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1B2230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염색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5D9D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피부 관리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51A88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5D9DD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B2230"/>
                </a:solidFill>
                <a:latin typeface="맑은 고딕"/>
                <a:ea typeface="맑은 고딕"/>
              </a:rPr>
              <a:t>남성 컷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일대일 예약제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05C55"/>
                </a:solidFill>
                <a:latin typeface="맑은 고딕"/>
                <a:ea typeface="맑은 고딕"/>
              </a:rPr>
              <a:t>WEB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메이크업 아티스트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