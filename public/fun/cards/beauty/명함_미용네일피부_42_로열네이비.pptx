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2B4A8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B08933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2B4A8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B08933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2B4A8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B08933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2B4A8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B08933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2B4A8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B08933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201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9C7A2E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828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진OO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828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20304C"/>
                </a:solidFill>
                <a:latin typeface="맑은 고딕"/>
                <a:ea typeface="맑은 고딕"/>
              </a:rPr>
              <a:t>원장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8000" y="1123200"/>
            <a:ext cx="2160000" cy="0"/>
          </a:xfrm>
          <a:prstGeom prst="line">
            <a:avLst/>
          </a:prstGeom>
          <a:ln w="3600">
            <a:solidFill>
              <a:srgbClr val="B7C1D4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828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0304C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130400" y="11952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828000" y="1335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0304C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130400" y="13248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828000" y="1465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0304C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130400" y="14544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6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C69B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52000"/>
            <a:ext cx="86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40">
                <a:solidFill>
                  <a:srgbClr val="1B2230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4" name="Oval 3"/>
          <p:cNvSpPr/>
          <p:nvPr/>
        </p:nvSpPr>
        <p:spPr>
          <a:xfrm>
            <a:off x="501120" y="877680"/>
            <a:ext cx="221760" cy="253440"/>
          </a:xfrm>
          <a:prstGeom prst="ellipse">
            <a:avLst/>
          </a:prstGeom>
          <a:noFill/>
          <a:ln w="3168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6760" y="913320"/>
            <a:ext cx="150480" cy="182160"/>
          </a:xfrm>
          <a:prstGeom prst="ellipse">
            <a:avLst/>
          </a:prstGeom>
          <a:solidFill>
            <a:srgbClr val="705E36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2200" y="1123200"/>
            <a:ext cx="39600" cy="118800"/>
          </a:xfrm>
          <a:prstGeom prst="roundRect">
            <a:avLst>
              <a:gd name="adj" fmla="val 50000"/>
            </a:avLst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16000" y="1512000"/>
            <a:ext cx="864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60">
                <a:solidFill>
                  <a:srgbClr val="1B2230">
                    <a:alpha val="80000"/>
                  </a:srgbClr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40000" y="324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네일 아트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40000" y="547200"/>
            <a:ext cx="1584000" cy="0"/>
          </a:xfrm>
          <a:prstGeom prst="line">
            <a:avLst/>
          </a:prstGeom>
          <a:ln w="3600">
            <a:solidFill>
              <a:srgbClr val="D4CDBC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40000" y="576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왁싱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40000" y="799200"/>
            <a:ext cx="1584000" cy="0"/>
          </a:xfrm>
          <a:prstGeom prst="line">
            <a:avLst/>
          </a:prstGeom>
          <a:ln w="3600">
            <a:solidFill>
              <a:srgbClr val="D4CDBC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1440000" y="828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두피 케어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40000" y="1051200"/>
            <a:ext cx="1584000" cy="0"/>
          </a:xfrm>
          <a:prstGeom prst="line">
            <a:avLst/>
          </a:prstGeom>
          <a:ln w="3600">
            <a:solidFill>
              <a:srgbClr val="D4CDBC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1440000" y="1080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웨딩 · 촬영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40000" y="1303200"/>
            <a:ext cx="1584000" cy="0"/>
          </a:xfrm>
          <a:prstGeom prst="line">
            <a:avLst/>
          </a:prstGeom>
          <a:ln w="3600">
            <a:solidFill>
              <a:srgbClr val="D4CDBC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1440000" y="1512000"/>
            <a:ext cx="1584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C6C6D"/>
                </a:solidFill>
                <a:latin typeface="맑은 고딕"/>
                <a:ea typeface="맑은 고딕"/>
              </a:rPr>
              <a:t>방문 전 예약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원장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