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089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089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089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089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089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C7A2E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0304C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B7C1D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030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030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030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6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69B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501120" y="877680"/>
            <a:ext cx="221760" cy="253440"/>
          </a:xfrm>
          <a:prstGeom prst="ellipse">
            <a:avLst/>
          </a:prstGeom>
          <a:noFill/>
          <a:ln w="3168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6760" y="913320"/>
            <a:ext cx="150480" cy="182160"/>
          </a:xfrm>
          <a:prstGeom prst="ellipse">
            <a:avLst/>
          </a:prstGeom>
          <a:solidFill>
            <a:srgbClr val="705E36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2200" y="1123200"/>
            <a:ext cx="39600" cy="118800"/>
          </a:xfrm>
          <a:prstGeom prst="roundRect">
            <a:avLst>
              <a:gd name="adj" fmla="val 5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C6D"/>
                </a:solidFill>
                <a:latin typeface="맑은 고딕"/>
                <a:ea typeface="맑은 고딕"/>
              </a:rPr>
              <a:t>방문 전 예약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