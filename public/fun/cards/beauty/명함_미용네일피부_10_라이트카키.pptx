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87885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878859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87885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87885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878859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878859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878859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87885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86459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87885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54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C2B2B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B5B6B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C2B2B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B5B6B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C2B2B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B5B6B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C2B2B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B5B6B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C2B2B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B5B6B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4C8CE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C2B2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B5B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C2B2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B5B6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987D8B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4C8CE"/>
                </a:solidFill>
                <a:latin typeface="맑은 고딕"/>
                <a:ea typeface="맑은 고딕"/>
              </a:rPr>
              <a:t>예약제 운영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