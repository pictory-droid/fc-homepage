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4F8A7B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878859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4171D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8788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박OO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네일 아티스트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AF6C5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남성 컷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A7ABB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7ABB4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A7ABB4"/>
                </a:solidFill>
                <a:latin typeface="맑은 고딕"/>
                <a:ea typeface="맑은 고딕"/>
              </a:rPr>
              <a:t>예약제 운영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네일 아티스트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