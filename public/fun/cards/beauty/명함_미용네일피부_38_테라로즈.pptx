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7A99B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58AB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EC6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5E4B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C272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EC6D3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예약제 운영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