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7A99BF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EAD0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58AB5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우OO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에스테틱 원장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DF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C27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C27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C27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C27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C27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C27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C27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C27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C27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C27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BEC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95E4B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C27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587F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BEC6D3"/>
            </a:solidFill>
          </a:ln>
        </p:spPr>
      </p:cxnSp>
      <p:sp>
        <p:nvSpPr>
          <p:cNvPr id="64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26A77"/>
                </a:solidFill>
                <a:latin typeface="맑은 고딕"/>
                <a:ea typeface="맑은 고딕"/>
              </a:rPr>
              <a:t>예약제 운영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에스테틱 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