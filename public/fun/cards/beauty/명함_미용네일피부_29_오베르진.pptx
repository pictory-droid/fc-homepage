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1F3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BD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1CBD3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