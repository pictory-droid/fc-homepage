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1F3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8B6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1CBD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1CBD3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