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5A4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52000" y="144000"/>
            <a:ext cx="201600" cy="21600"/>
          </a:xfrm>
          <a:prstGeom prst="rect">
            <a:avLst/>
          </a:prstGeom>
          <a:solidFill>
            <a:srgbClr val="1215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73600"/>
            <a:ext cx="2160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윤시우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676800"/>
            <a:ext cx="2160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462427"/>
                </a:solidFill>
                <a:latin typeface="맑은 고딕"/>
                <a:ea typeface="맑은 고딕"/>
              </a:rPr>
              <a:t>에스테틱 원장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548000" y="2304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00">
                <a:solidFill>
                  <a:srgbClr val="462427"/>
                </a:solidFill>
                <a:latin typeface="맑은 고딕"/>
                <a:ea typeface="맑은 고딕"/>
              </a:rPr>
              <a:t>샵 이름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1051200"/>
            <a:ext cx="2736000" cy="0"/>
          </a:xfrm>
          <a:prstGeom prst="line">
            <a:avLst/>
          </a:prstGeom>
          <a:ln w="5760">
            <a:solidFill>
              <a:srgbClr val="A03E3B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1123200"/>
            <a:ext cx="57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50">
                <a:solidFill>
                  <a:srgbClr val="462427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900000" y="1101600"/>
            <a:ext cx="2088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2000" y="1274400"/>
            <a:ext cx="2736000" cy="0"/>
          </a:xfrm>
          <a:prstGeom prst="line">
            <a:avLst/>
          </a:prstGeom>
          <a:ln w="5760">
            <a:solidFill>
              <a:srgbClr val="A03E3B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1346400"/>
            <a:ext cx="57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50">
                <a:solidFill>
                  <a:srgbClr val="462427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900000" y="1324800"/>
            <a:ext cx="2088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497600"/>
            <a:ext cx="2736000" cy="0"/>
          </a:xfrm>
          <a:prstGeom prst="line">
            <a:avLst/>
          </a:prstGeom>
          <a:ln w="5760">
            <a:solidFill>
              <a:srgbClr val="A03E3B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569600"/>
            <a:ext cx="57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50">
                <a:solidFill>
                  <a:srgbClr val="462427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900000" y="1548000"/>
            <a:ext cx="2088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52000" y="1720800"/>
            <a:ext cx="2736000" cy="0"/>
          </a:xfrm>
          <a:prstGeom prst="line">
            <a:avLst/>
          </a:prstGeom>
          <a:ln w="5760">
            <a:solidFill>
              <a:srgbClr val="A03E3B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EE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088000" y="0"/>
            <a:ext cx="1152000" cy="1800000"/>
          </a:xfrm>
          <a:prstGeom prst="rect">
            <a:avLst/>
          </a:prstGeom>
          <a:solidFill>
            <a:srgbClr val="FF5A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397600" y="633600"/>
            <a:ext cx="532800" cy="532800"/>
          </a:xfrm>
          <a:prstGeom prst="ellipse">
            <a:avLst/>
          </a:prstGeom>
          <a:noFill/>
          <a:ln w="10800">
            <a:solidFill>
              <a:srgbClr val="12151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304000" y="684000"/>
            <a:ext cx="720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4350"/>
              </a:lnSpc>
            </a:pPr>
            <a:r>
              <a:rPr sz="3000" b="1">
                <a:solidFill>
                  <a:srgbClr val="12151C"/>
                </a:solidFill>
                <a:latin typeface="맑은 고딕"/>
                <a:ea typeface="맑은 고딕"/>
              </a:rPr>
              <a:t>샵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540000"/>
            <a:ext cx="1620000" cy="7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739"/>
              </a:lnSpc>
            </a:pPr>
            <a:r>
              <a:rPr sz="1200" b="1">
                <a:solidFill>
                  <a:srgbClr val="12151C"/>
                </a:solidFill>
                <a:latin typeface="맑은 고딕"/>
                <a:ea typeface="맑은 고딕"/>
              </a:rPr>
              <a:t>당신만의 스타일을</a:t>
            </a:r>
          </a:p>
          <a:p>
            <a:pPr algn="l">
              <a:lnSpc>
                <a:spcPts val="1739"/>
              </a:lnSpc>
            </a:pPr>
            <a:r>
              <a:rPr sz="1200" b="1">
                <a:solidFill>
                  <a:srgbClr val="12151C"/>
                </a:solidFill>
                <a:latin typeface="맑은 고딕"/>
                <a:ea typeface="맑은 고딕"/>
              </a:rPr>
              <a:t>찾아 드려요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1512000"/>
            <a:ext cx="1584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00">
                <a:solidFill>
                  <a:srgbClr val="6C2F2F"/>
                </a:solidFill>
                <a:latin typeface="맑은 고딕"/>
                <a:ea typeface="맑은 고딕"/>
              </a:rPr>
              <a:t>샵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에스테틱 원장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