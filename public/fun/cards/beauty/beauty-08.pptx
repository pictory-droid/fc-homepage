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39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944000" y="216000"/>
            <a:ext cx="10800" cy="1368000"/>
          </a:xfrm>
          <a:prstGeom prst="rect">
            <a:avLst/>
          </a:prstGeom>
          <a:solidFill>
            <a:srgbClr val="629F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16000" y="201600"/>
            <a:ext cx="1584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300">
                <a:solidFill>
                  <a:srgbClr val="ACBAC0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57984" y="540000"/>
            <a:ext cx="76032" cy="109296"/>
          </a:xfrm>
          <a:prstGeom prst="roundRect">
            <a:avLst>
              <a:gd name="adj" fmla="val 9375"/>
            </a:avLst>
          </a:prstGeom>
          <a:solidFill>
            <a:srgbClr val="629F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7488" y="487728"/>
            <a:ext cx="57024" cy="57024"/>
          </a:xfrm>
          <a:prstGeom prst="rect">
            <a:avLst/>
          </a:prstGeom>
          <a:solidFill>
            <a:srgbClr val="37596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367488" y="440208"/>
            <a:ext cx="57024" cy="47520"/>
          </a:xfrm>
          <a:custGeom>
            <a:avLst/>
            <a:gdLst/>
            <a:ahLst/>
            <a:cxnLst/>
            <a:rect l="l" t="t" r="r" b="b"/>
            <a:pathLst>
              <a:path w="57024" h="47520">
                <a:moveTo>
                  <a:pt x="0" y="47520"/>
                </a:moveTo>
                <a:lnTo>
                  <a:pt x="57024" y="47520"/>
                </a:lnTo>
                <a:lnTo>
                  <a:pt x="57024" y="0"/>
                </a:lnTo>
                <a:lnTo>
                  <a:pt x="0" y="23760"/>
                </a:lnTo>
                <a:close/>
              </a:path>
            </a:pathLst>
          </a:custGeom>
          <a:solidFill>
            <a:srgbClr val="37596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16000" y="972000"/>
            <a:ext cx="1728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72A9BF"/>
                </a:solidFill>
                <a:latin typeface="맑은 고딕"/>
                <a:ea typeface="맑은 고딕"/>
              </a:rPr>
              <a:t>에스테틱 원장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16000" y="1123200"/>
            <a:ext cx="1728000" cy="346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45"/>
              </a:lnSpc>
            </a:pPr>
            <a:r>
              <a:rPr sz="2100" b="1" spc="50">
                <a:solidFill>
                  <a:srgbClr val="FFFFFF"/>
                </a:solidFill>
                <a:latin typeface="맑은 고딕"/>
                <a:ea typeface="맑은 고딕"/>
              </a:rPr>
              <a:t>윤시우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73600" y="540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72A9BF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17600" y="540000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73600" y="708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72A9BF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17600" y="708911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73600" y="877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72A9B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17600" y="877822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10800">
            <a:solidFill>
              <a:srgbClr val="913B4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96000" y="504000"/>
            <a:ext cx="244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11394A"/>
                </a:solidFill>
                <a:latin typeface="맑은 고딕"/>
                <a:ea typeface="맑은 고딕"/>
              </a:rPr>
              <a:t>당신만의 스타일을 찾아 드려요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260000" y="1080000"/>
            <a:ext cx="684000" cy="0"/>
          </a:xfrm>
          <a:prstGeom prst="line">
            <a:avLst/>
          </a:prstGeom>
          <a:ln w="7200">
            <a:solidFill>
              <a:srgbClr val="913B4C"/>
            </a:solidFill>
          </a:ln>
        </p:spPr>
      </p:cxnSp>
      <p:sp>
        <p:nvSpPr>
          <p:cNvPr id="5" name="Oval 4"/>
          <p:cNvSpPr/>
          <p:nvPr/>
        </p:nvSpPr>
        <p:spPr>
          <a:xfrm>
            <a:off x="1594800" y="1054800"/>
            <a:ext cx="50400" cy="50400"/>
          </a:xfrm>
          <a:prstGeom prst="ellipse">
            <a:avLst/>
          </a:prstGeom>
          <a:solidFill>
            <a:srgbClr val="913B4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1224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1" spc="300">
                <a:solidFill>
                  <a:srgbClr val="5E767E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91200" y="324000"/>
            <a:ext cx="57600" cy="82800"/>
          </a:xfrm>
          <a:prstGeom prst="roundRect">
            <a:avLst>
              <a:gd name="adj" fmla="val 9375"/>
            </a:avLst>
          </a:prstGeom>
          <a:solidFill>
            <a:srgbClr val="913B4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598400" y="284400"/>
            <a:ext cx="43200" cy="43200"/>
          </a:xfrm>
          <a:prstGeom prst="rect">
            <a:avLst/>
          </a:prstGeom>
          <a:solidFill>
            <a:srgbClr val="E0C8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598400" y="248400"/>
            <a:ext cx="43200" cy="36000"/>
          </a:xfrm>
          <a:custGeom>
            <a:avLst/>
            <a:gdLst/>
            <a:ahLst/>
            <a:cxnLst/>
            <a:rect l="l" t="t" r="r" b="b"/>
            <a:pathLst>
              <a:path w="43200" h="36000">
                <a:moveTo>
                  <a:pt x="0" y="36000"/>
                </a:moveTo>
                <a:lnTo>
                  <a:pt x="43200" y="36000"/>
                </a:lnTo>
                <a:lnTo>
                  <a:pt x="43200" y="0"/>
                </a:lnTo>
                <a:lnTo>
                  <a:pt x="0" y="18000"/>
                </a:lnTo>
                <a:close/>
              </a:path>
            </a:pathLst>
          </a:custGeom>
          <a:solidFill>
            <a:srgbClr val="E0C8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에스테틱 원장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