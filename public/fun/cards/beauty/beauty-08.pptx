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62427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62427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242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242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6242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A03E3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2F2F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2F2F"/>
                </a:solidFill>
                <a:latin typeface="맑은 고딕"/>
                <a:ea typeface="맑은 고딕"/>
              </a:rPr>
              <a:t>화–일 10:00 – 20:00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