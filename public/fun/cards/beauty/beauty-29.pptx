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7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EFC9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심소담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501429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501429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50142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50142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50142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정성은 손끝에서 전해집니다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