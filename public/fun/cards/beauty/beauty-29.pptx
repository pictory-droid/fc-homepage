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637360" y="720000"/>
            <a:ext cx="161280" cy="231840"/>
          </a:xfrm>
          <a:prstGeom prst="roundRect">
            <a:avLst>
              <a:gd name="adj" fmla="val 9374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57520" y="609120"/>
            <a:ext cx="120960" cy="120960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657520" y="508320"/>
            <a:ext cx="120960" cy="100800"/>
          </a:xfrm>
          <a:custGeom>
            <a:avLst/>
            <a:gdLst/>
            <a:ahLst/>
            <a:cxnLst/>
            <a:rect l="l" t="t" r="r" b="b"/>
            <a:pathLst>
              <a:path w="120960" h="100800">
                <a:moveTo>
                  <a:pt x="0" y="100800"/>
                </a:moveTo>
                <a:lnTo>
                  <a:pt x="120960" y="100800"/>
                </a:lnTo>
                <a:lnTo>
                  <a:pt x="120960" y="0"/>
                </a:lnTo>
                <a:lnTo>
                  <a:pt x="0" y="50400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5E88"/>
                </a:solidFill>
                <a:latin typeface="바탕"/>
                <a:ea typeface="바탕"/>
              </a:rPr>
              <a:t>심소담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F403D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F403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F403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F403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5600" y="900000"/>
            <a:ext cx="172800" cy="2484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7200" y="781200"/>
            <a:ext cx="129600" cy="129600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47200" y="673200"/>
            <a:ext cx="129600" cy="108000"/>
          </a:xfrm>
          <a:custGeom>
            <a:avLst/>
            <a:gdLst/>
            <a:ahLst/>
            <a:cxnLst/>
            <a:rect l="l" t="t" r="r" b="b"/>
            <a:pathLst>
              <a:path w="129600" h="108000">
                <a:moveTo>
                  <a:pt x="0" y="108000"/>
                </a:moveTo>
                <a:lnTo>
                  <a:pt x="129600" y="108000"/>
                </a:lnTo>
                <a:lnTo>
                  <a:pt x="129600" y="0"/>
                </a:lnTo>
                <a:lnTo>
                  <a:pt x="0" y="54000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3A5E88"/>
                </a:solidFill>
                <a:latin typeface="바탕"/>
                <a:ea typeface="바탕"/>
              </a:rPr>
              <a:t>정성은 손끝에서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3A5E88"/>
                </a:solidFill>
                <a:latin typeface="바탕"/>
                <a:ea typeface="바탕"/>
              </a:rPr>
              <a:t>전해집니다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E6F82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