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BF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A7ABB4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A54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남성 컷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