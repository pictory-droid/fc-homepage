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B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D1F4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5CD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E5E34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D1F4D1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고은채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2E5E34"/>
                </a:solidFill>
                <a:latin typeface="맑은 고딕"/>
                <a:ea typeface="맑은 고딕"/>
              </a:rPr>
              <a:t>메이크업 아티스트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D1F4D1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E5E3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E5E3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E5E3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5CD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네일 아트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속눈썹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왁싱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5CD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화–일 10:00 – 20:00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2151C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메이크업 아티스트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