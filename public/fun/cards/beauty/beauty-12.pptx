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4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360000" y="201600"/>
            <a:ext cx="252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B0BEC9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3" name="Oval 2"/>
          <p:cNvSpPr/>
          <p:nvPr/>
        </p:nvSpPr>
        <p:spPr>
          <a:xfrm>
            <a:off x="1544400" y="536400"/>
            <a:ext cx="56160" cy="56160"/>
          </a:xfrm>
          <a:prstGeom prst="ellipse">
            <a:avLst/>
          </a:prstGeom>
          <a:noFill/>
          <a:ln w="12960">
            <a:solidFill>
              <a:srgbClr val="CEE2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39440" y="536400"/>
            <a:ext cx="56160" cy="56160"/>
          </a:xfrm>
          <a:prstGeom prst="ellipse">
            <a:avLst/>
          </a:prstGeom>
          <a:noFill/>
          <a:ln w="12960">
            <a:solidFill>
              <a:srgbClr val="CEE2F3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589760" y="413280"/>
            <a:ext cx="82080" cy="129600"/>
          </a:xfrm>
          <a:prstGeom prst="line">
            <a:avLst/>
          </a:prstGeom>
          <a:ln w="15120">
            <a:solidFill>
              <a:srgbClr val="42627E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1568160" y="413280"/>
            <a:ext cx="82080" cy="129600"/>
          </a:xfrm>
          <a:prstGeom prst="line">
            <a:avLst/>
          </a:prstGeom>
          <a:ln w="15120">
            <a:solidFill>
              <a:srgbClr val="CEE2F3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360000" y="684000"/>
            <a:ext cx="252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55"/>
              </a:lnSpc>
            </a:pPr>
            <a:r>
              <a:rPr sz="1900" b="1" spc="50">
                <a:solidFill>
                  <a:srgbClr val="FFFFFF"/>
                </a:solidFill>
                <a:latin typeface="바탕"/>
                <a:ea typeface="바탕"/>
              </a:rPr>
              <a:t>오지호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60000" y="1051200"/>
            <a:ext cx="252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>
                <a:solidFill>
                  <a:srgbClr val="CEE2F3"/>
                </a:solidFill>
                <a:latin typeface="맑은 고딕"/>
                <a:ea typeface="맑은 고딕"/>
              </a:rPr>
              <a:t>원장</a:t>
            </a:r>
          </a:p>
        </p:txBody>
      </p:sp>
      <p:sp>
        <p:nvSpPr>
          <p:cNvPr id="9" name="Rectangle 8"/>
          <p:cNvSpPr/>
          <p:nvPr/>
        </p:nvSpPr>
        <p:spPr>
          <a:xfrm>
            <a:off x="1512000" y="1245600"/>
            <a:ext cx="216000" cy="108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3392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B0BEC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5600" y="1137600"/>
            <a:ext cx="411840" cy="411840"/>
          </a:xfrm>
          <a:prstGeom prst="ellipse">
            <a:avLst/>
          </a:prstGeom>
          <a:noFill/>
          <a:ln w="95040">
            <a:solidFill>
              <a:srgbClr val="275A8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762560" y="1137600"/>
            <a:ext cx="411840" cy="411840"/>
          </a:xfrm>
          <a:prstGeom prst="ellipse">
            <a:avLst/>
          </a:prstGeom>
          <a:noFill/>
          <a:ln w="95040">
            <a:solidFill>
              <a:srgbClr val="275A86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1398240" y="234720"/>
            <a:ext cx="601920" cy="950400"/>
          </a:xfrm>
          <a:prstGeom prst="line">
            <a:avLst/>
          </a:prstGeom>
          <a:ln w="110880">
            <a:solidFill>
              <a:srgbClr val="DDEBF7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1239840" y="234720"/>
            <a:ext cx="601920" cy="950400"/>
          </a:xfrm>
          <a:prstGeom prst="line">
            <a:avLst/>
          </a:prstGeom>
          <a:ln w="110880">
            <a:solidFill>
              <a:srgbClr val="275A86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EFF5F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396000" y="612000"/>
            <a:ext cx="244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122A3F"/>
                </a:solidFill>
                <a:latin typeface="바탕"/>
                <a:ea typeface="바탕"/>
              </a:rPr>
              <a:t>처음 만난 날부터 단골처럼</a:t>
            </a:r>
          </a:p>
        </p:txBody>
      </p:sp>
      <p:sp>
        <p:nvSpPr>
          <p:cNvPr id="8" name="Rectangle 7"/>
          <p:cNvSpPr/>
          <p:nvPr/>
        </p:nvSpPr>
        <p:spPr>
          <a:xfrm>
            <a:off x="1512000" y="1173600"/>
            <a:ext cx="216000" cy="10800"/>
          </a:xfrm>
          <a:prstGeom prst="rect">
            <a:avLst/>
          </a:prstGeom>
          <a:solidFill>
            <a:srgbClr val="275A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360000" y="128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1" spc="300">
                <a:solidFill>
                  <a:srgbClr val="5F7180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