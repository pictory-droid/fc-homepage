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2E9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FF6D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CBE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FFCBE4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FE2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처음 만난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날부터 단골처럼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