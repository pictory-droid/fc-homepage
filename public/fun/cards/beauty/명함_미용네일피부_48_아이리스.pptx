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716D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E6F5E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방OO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에스테틱 원장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B78BE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BCD3CE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커트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BCD3CE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네일 아트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BCD3CE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BCD3CE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BCD3CE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16F75"/>
                </a:solidFill>
                <a:latin typeface="맑은 고딕"/>
                <a:ea typeface="맑은 고딕"/>
              </a:rPr>
              <a:t>방문 전 예약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에스테틱 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