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3F2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FFDEDA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8A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8A7A"/>
                </a:solidFill>
                <a:latin typeface="맑은 고딕"/>
                <a:ea typeface="맑은 고딕"/>
              </a:rPr>
              <a:t>샵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하지안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C4140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8A7A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414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C414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A7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커트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A7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A7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왁싱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8A7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