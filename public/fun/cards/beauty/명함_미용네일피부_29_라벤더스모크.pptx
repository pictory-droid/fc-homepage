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A89C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9E8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CD7EA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ADDE4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ADDE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ADDE4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