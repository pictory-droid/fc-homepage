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935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462400" y="158400"/>
            <a:ext cx="43200" cy="43200"/>
          </a:xfrm>
          <a:prstGeom prst="ellipse">
            <a:avLst/>
          </a:prstGeom>
          <a:solidFill>
            <a:srgbClr val="F5D4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462400" y="266400"/>
            <a:ext cx="43200" cy="43200"/>
          </a:xfrm>
          <a:prstGeom prst="ellipse">
            <a:avLst/>
          </a:prstGeom>
          <a:solidFill>
            <a:srgbClr val="F5D4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462400" y="374400"/>
            <a:ext cx="43200" cy="43200"/>
          </a:xfrm>
          <a:prstGeom prst="ellipse">
            <a:avLst/>
          </a:prstGeom>
          <a:solidFill>
            <a:srgbClr val="F5D4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462400" y="482400"/>
            <a:ext cx="43200" cy="43200"/>
          </a:xfrm>
          <a:prstGeom prst="ellipse">
            <a:avLst/>
          </a:prstGeom>
          <a:solidFill>
            <a:srgbClr val="F5D4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570400" y="158400"/>
            <a:ext cx="43200" cy="43200"/>
          </a:xfrm>
          <a:prstGeom prst="ellipse">
            <a:avLst/>
          </a:prstGeom>
          <a:solidFill>
            <a:srgbClr val="F5D4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570400" y="266400"/>
            <a:ext cx="43200" cy="43200"/>
          </a:xfrm>
          <a:prstGeom prst="ellipse">
            <a:avLst/>
          </a:prstGeom>
          <a:solidFill>
            <a:srgbClr val="F5D4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570400" y="374400"/>
            <a:ext cx="43200" cy="43200"/>
          </a:xfrm>
          <a:prstGeom prst="ellipse">
            <a:avLst/>
          </a:prstGeom>
          <a:solidFill>
            <a:srgbClr val="F5D4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570400" y="482400"/>
            <a:ext cx="43200" cy="43200"/>
          </a:xfrm>
          <a:prstGeom prst="ellipse">
            <a:avLst/>
          </a:prstGeom>
          <a:solidFill>
            <a:srgbClr val="F5D4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78400" y="158400"/>
            <a:ext cx="43200" cy="43200"/>
          </a:xfrm>
          <a:prstGeom prst="ellipse">
            <a:avLst/>
          </a:prstGeom>
          <a:solidFill>
            <a:srgbClr val="F5D4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678400" y="266400"/>
            <a:ext cx="43200" cy="43200"/>
          </a:xfrm>
          <a:prstGeom prst="ellipse">
            <a:avLst/>
          </a:prstGeom>
          <a:solidFill>
            <a:srgbClr val="F5D4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78400" y="374400"/>
            <a:ext cx="43200" cy="43200"/>
          </a:xfrm>
          <a:prstGeom prst="ellipse">
            <a:avLst/>
          </a:prstGeom>
          <a:solidFill>
            <a:srgbClr val="F5D4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8400" y="482400"/>
            <a:ext cx="43200" cy="43200"/>
          </a:xfrm>
          <a:prstGeom prst="ellipse">
            <a:avLst/>
          </a:prstGeom>
          <a:solidFill>
            <a:srgbClr val="F5D4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786400" y="158400"/>
            <a:ext cx="43200" cy="43200"/>
          </a:xfrm>
          <a:prstGeom prst="ellipse">
            <a:avLst/>
          </a:prstGeom>
          <a:solidFill>
            <a:srgbClr val="F5D4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786400" y="266400"/>
            <a:ext cx="43200" cy="43200"/>
          </a:xfrm>
          <a:prstGeom prst="ellipse">
            <a:avLst/>
          </a:prstGeom>
          <a:solidFill>
            <a:srgbClr val="F5D4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786400" y="374400"/>
            <a:ext cx="43200" cy="43200"/>
          </a:xfrm>
          <a:prstGeom prst="ellipse">
            <a:avLst/>
          </a:prstGeom>
          <a:solidFill>
            <a:srgbClr val="F5D4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786400" y="482400"/>
            <a:ext cx="43200" cy="43200"/>
          </a:xfrm>
          <a:prstGeom prst="ellipse">
            <a:avLst/>
          </a:prstGeom>
          <a:solidFill>
            <a:srgbClr val="F5D4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94400" y="158400"/>
            <a:ext cx="43200" cy="43200"/>
          </a:xfrm>
          <a:prstGeom prst="ellipse">
            <a:avLst/>
          </a:prstGeom>
          <a:solidFill>
            <a:srgbClr val="F5D4CC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894400" y="266400"/>
            <a:ext cx="43200" cy="43200"/>
          </a:xfrm>
          <a:prstGeom prst="ellipse">
            <a:avLst/>
          </a:prstGeom>
          <a:solidFill>
            <a:srgbClr val="F5D4CC">
              <a:alpha val="57999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894400" y="374400"/>
            <a:ext cx="43200" cy="43200"/>
          </a:xfrm>
          <a:prstGeom prst="ellipse">
            <a:avLst/>
          </a:prstGeom>
          <a:solidFill>
            <a:srgbClr val="F5D4CC">
              <a:alpha val="4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894400" y="482400"/>
            <a:ext cx="43200" cy="43200"/>
          </a:xfrm>
          <a:prstGeom prst="ellipse">
            <a:avLst/>
          </a:prstGeom>
          <a:solidFill>
            <a:srgbClr val="F5D4CC">
              <a:alpha val="3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1663200"/>
            <a:ext cx="3240000" cy="136800"/>
          </a:xfrm>
          <a:prstGeom prst="rect">
            <a:avLst/>
          </a:prstGeom>
          <a:solidFill>
            <a:srgbClr val="F5D4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663200"/>
            <a:ext cx="936000" cy="136800"/>
          </a:xfrm>
          <a:prstGeom prst="rect">
            <a:avLst/>
          </a:prstGeom>
          <a:solidFill>
            <a:srgbClr val="9C554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텍스트"/>
          <p:cNvSpPr txBox="1"/>
          <p:nvPr/>
        </p:nvSpPr>
        <p:spPr>
          <a:xfrm>
            <a:off x="252000" y="2088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D8BCB5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540000"/>
            <a:ext cx="2016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252000" y="828000"/>
            <a:ext cx="2016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5D4CC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252000" y="11088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D4CC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396000" y="11088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2777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D4CC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396000" y="12777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4466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5D4CC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396000" y="14466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33" name="Oval 32"/>
          <p:cNvSpPr/>
          <p:nvPr/>
        </p:nvSpPr>
        <p:spPr>
          <a:xfrm>
            <a:off x="2779200" y="1231200"/>
            <a:ext cx="74880" cy="74880"/>
          </a:xfrm>
          <a:prstGeom prst="ellipse">
            <a:avLst/>
          </a:prstGeom>
          <a:noFill/>
          <a:ln w="1728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2905920" y="1231200"/>
            <a:ext cx="74880" cy="74880"/>
          </a:xfrm>
          <a:prstGeom prst="ellipse">
            <a:avLst/>
          </a:prstGeom>
          <a:noFill/>
          <a:ln w="17280">
            <a:solidFill>
              <a:srgbClr val="F5D4CC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5" name="Connector 34"/>
          <p:cNvCxnSpPr/>
          <p:nvPr/>
        </p:nvCxnSpPr>
        <p:spPr>
          <a:xfrm flipV="1">
            <a:off x="2839680" y="1067040"/>
            <a:ext cx="109440" cy="172800"/>
          </a:xfrm>
          <a:prstGeom prst="line">
            <a:avLst/>
          </a:prstGeom>
          <a:ln w="20160">
            <a:solidFill>
              <a:srgbClr val="9C5544"/>
            </a:solidFill>
          </a:ln>
        </p:spPr>
      </p:cxnSp>
      <p:cxnSp>
        <p:nvCxnSpPr>
          <p:cNvPr id="36" name="Connector 35"/>
          <p:cNvCxnSpPr/>
          <p:nvPr/>
        </p:nvCxnSpPr>
        <p:spPr>
          <a:xfrm flipH="1" flipV="1">
            <a:off x="2810880" y="1067040"/>
            <a:ext cx="109440" cy="172800"/>
          </a:xfrm>
          <a:prstGeom prst="line">
            <a:avLst/>
          </a:prstGeom>
          <a:ln w="20160">
            <a:solidFill>
              <a:srgbClr val="F5D4C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B231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5600" y="1137600"/>
            <a:ext cx="411840" cy="411840"/>
          </a:xfrm>
          <a:prstGeom prst="ellipse">
            <a:avLst/>
          </a:prstGeom>
          <a:noFill/>
          <a:ln w="95040">
            <a:solidFill>
              <a:srgbClr val="C5786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762560" y="1137600"/>
            <a:ext cx="411840" cy="411840"/>
          </a:xfrm>
          <a:prstGeom prst="ellipse">
            <a:avLst/>
          </a:prstGeom>
          <a:noFill/>
          <a:ln w="95040">
            <a:solidFill>
              <a:srgbClr val="C5786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398240" y="234720"/>
            <a:ext cx="601920" cy="950400"/>
          </a:xfrm>
          <a:prstGeom prst="line">
            <a:avLst/>
          </a:prstGeom>
          <a:ln w="110880">
            <a:solidFill>
              <a:srgbClr val="75463A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1239840" y="234720"/>
            <a:ext cx="601920" cy="950400"/>
          </a:xfrm>
          <a:prstGeom prst="line">
            <a:avLst/>
          </a:prstGeom>
          <a:ln w="110880">
            <a:solidFill>
              <a:srgbClr val="C57865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5B2315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맑은 고딕"/>
                <a:ea typeface="맑은 고딕"/>
              </a:rPr>
              <a:t>곱게 빛나는 손끝을 응원합니다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C578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C6B2AD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