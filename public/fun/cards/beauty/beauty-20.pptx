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144000"/>
            <a:ext cx="201600" cy="21600"/>
          </a:xfrm>
          <a:prstGeom prst="rect">
            <a:avLst/>
          </a:pr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736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홍석진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16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304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051200"/>
            <a:ext cx="2736000" cy="0"/>
          </a:xfrm>
          <a:prstGeom prst="line">
            <a:avLst/>
          </a:prstGeom>
          <a:ln w="576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1232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00000" y="11016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274400"/>
            <a:ext cx="2736000" cy="0"/>
          </a:xfrm>
          <a:prstGeom prst="line">
            <a:avLst/>
          </a:prstGeom>
          <a:ln w="576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3464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00000" y="13248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497600"/>
            <a:ext cx="2736000" cy="0"/>
          </a:xfrm>
          <a:prstGeom prst="line">
            <a:avLst/>
          </a:prstGeom>
          <a:ln w="576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00000" y="15480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720800"/>
            <a:ext cx="2736000" cy="0"/>
          </a:xfrm>
          <a:prstGeom prst="line">
            <a:avLst/>
          </a:prstGeom>
          <a:ln w="576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  <a:ln w="720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04000"/>
            <a:ext cx="1728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곱게 빛나는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손끝을 응원합니다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" y="1296000"/>
            <a:ext cx="144000" cy="18000"/>
          </a:xfrm>
          <a:prstGeom prst="rect">
            <a:avLst/>
          </a:prstGeom>
          <a:solidFill>
            <a:srgbClr val="6C82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1404000"/>
            <a:ext cx="165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