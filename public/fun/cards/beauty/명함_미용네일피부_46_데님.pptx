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3E5C76">
                    <a:alpha val="95000"/>
                  </a:srgbClr>
                </a:solidFill>
                <a:latin typeface="맑은 고딕"/>
                <a:ea typeface="맑은 고딕"/>
              </a:rPr>
              <a:t>원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4171D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66B73"/>
                </a:solidFill>
                <a:latin typeface="맑은 고딕"/>
                <a:ea typeface="맑은 고딕"/>
              </a:rPr>
              <a:t>속눈썹 디자이너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C27B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20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피부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20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2040000" y="684000"/>
            <a:ext cx="84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40000" y="676800"/>
            <a:ext cx="0" cy="230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속눈썹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