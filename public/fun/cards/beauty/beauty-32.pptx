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360000" y="2016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94676B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585440" y="504000"/>
            <a:ext cx="69120" cy="99360"/>
          </a:xfrm>
          <a:prstGeom prst="roundRect">
            <a:avLst>
              <a:gd name="adj" fmla="val 9375"/>
            </a:avLst>
          </a:prstGeom>
          <a:solidFill>
            <a:srgbClr val="AE29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94080" y="456480"/>
            <a:ext cx="51840" cy="51840"/>
          </a:xfrm>
          <a:prstGeom prst="rect">
            <a:avLst/>
          </a:prstGeom>
          <a:solidFill>
            <a:srgbClr val="F5CC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594080" y="413280"/>
            <a:ext cx="51840" cy="43200"/>
          </a:xfrm>
          <a:custGeom>
            <a:avLst/>
            <a:gdLst/>
            <a:ahLst/>
            <a:cxnLst/>
            <a:rect l="l" t="t" r="r" b="b"/>
            <a:pathLst>
              <a:path w="51840" h="43200">
                <a:moveTo>
                  <a:pt x="0" y="43200"/>
                </a:moveTo>
                <a:lnTo>
                  <a:pt x="51840" y="43200"/>
                </a:lnTo>
                <a:lnTo>
                  <a:pt x="51840" y="0"/>
                </a:lnTo>
                <a:lnTo>
                  <a:pt x="0" y="21600"/>
                </a:lnTo>
                <a:close/>
              </a:path>
            </a:pathLst>
          </a:custGeom>
          <a:solidFill>
            <a:srgbClr val="F5CC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5B151B"/>
                </a:solidFill>
                <a:latin typeface="맑은 고딕"/>
                <a:ea typeface="맑은 고딕"/>
              </a:rPr>
              <a:t>구민아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0512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AE2934"/>
                </a:solidFill>
                <a:latin typeface="맑은 고딕"/>
                <a:ea typeface="맑은 고딕"/>
              </a:rPr>
              <a:t>원장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1512000" y="1245600"/>
            <a:ext cx="216000" cy="10800"/>
          </a:xfrm>
          <a:prstGeom prst="rect">
            <a:avLst/>
          </a:prstGeom>
          <a:solidFill>
            <a:srgbClr val="AE29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5B151B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94676B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AE29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5B151B"/>
                </a:solidFill>
                <a:latin typeface="맑은 고딕"/>
                <a:ea typeface="맑은 고딕"/>
              </a:rPr>
              <a:t>머리결에도 마음결에도 정성을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AE2934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AE29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94676B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91200" y="324000"/>
            <a:ext cx="57600" cy="82800"/>
          </a:xfrm>
          <a:prstGeom prst="roundRect">
            <a:avLst>
              <a:gd name="adj" fmla="val 9375"/>
            </a:avLst>
          </a:prstGeom>
          <a:solidFill>
            <a:srgbClr val="AE29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98400" y="284400"/>
            <a:ext cx="43200" cy="43200"/>
          </a:xfrm>
          <a:prstGeom prst="rect">
            <a:avLst/>
          </a:prstGeom>
          <a:solidFill>
            <a:srgbClr val="F5CC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598400" y="248400"/>
            <a:ext cx="43200" cy="36000"/>
          </a:xfrm>
          <a:custGeom>
            <a:avLst/>
            <a:gdLst/>
            <a:ahLst/>
            <a:cxnLst/>
            <a:rect l="l" t="t" r="r" b="b"/>
            <a:pathLst>
              <a:path w="43200" h="36000">
                <a:moveTo>
                  <a:pt x="0" y="36000"/>
                </a:moveTo>
                <a:lnTo>
                  <a:pt x="43200" y="36000"/>
                </a:lnTo>
                <a:lnTo>
                  <a:pt x="43200" y="0"/>
                </a:lnTo>
                <a:lnTo>
                  <a:pt x="0" y="18000"/>
                </a:lnTo>
                <a:close/>
              </a:path>
            </a:pathLst>
          </a:custGeom>
          <a:solidFill>
            <a:srgbClr val="F5CC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