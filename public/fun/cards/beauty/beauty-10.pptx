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EB4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ACCD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FACCD4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ACCD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ACCD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ACCD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31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3172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정성껏 다듬는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한 가닥 한 가닥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31728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