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5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75B3B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75B3B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75B3B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75B3B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75B3B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75B3B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75B3B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75B3B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75B3B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75B3B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75B3B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75B3B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75B3B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75B3B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75B3B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75B3B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75B3B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75B3BF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75B3BF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75B3BF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75B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466F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2C3C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8C6CF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C6C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C6C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C6C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799360" y="1067040"/>
            <a:ext cx="161280" cy="184320"/>
          </a:xfrm>
          <a:prstGeom prst="ellipse">
            <a:avLst/>
          </a:prstGeom>
          <a:noFill/>
          <a:ln w="23040">
            <a:solidFill>
              <a:srgbClr val="75B3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825280" y="1092960"/>
            <a:ext cx="109440" cy="132480"/>
          </a:xfrm>
          <a:prstGeom prst="ellipse">
            <a:avLst/>
          </a:prstGeom>
          <a:solidFill>
            <a:srgbClr val="466F7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65600" y="1245600"/>
            <a:ext cx="28800" cy="86400"/>
          </a:xfrm>
          <a:prstGeom prst="roundRect">
            <a:avLst>
              <a:gd name="adj" fmla="val 50000"/>
            </a:avLst>
          </a:prstGeom>
          <a:solidFill>
            <a:srgbClr val="75B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448" y="171072"/>
            <a:ext cx="88704" cy="101376"/>
          </a:xfrm>
          <a:prstGeom prst="ellipse">
            <a:avLst/>
          </a:prstGeom>
          <a:noFill/>
          <a:ln w="12672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704" y="185328"/>
            <a:ext cx="60192" cy="72864"/>
          </a:xfrm>
          <a:prstGeom prst="ellipse">
            <a:avLst/>
          </a:prstGeom>
          <a:solidFill>
            <a:srgbClr val="80808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880" y="269280"/>
            <a:ext cx="15840" cy="47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바탕"/>
                <a:ea typeface="바탕"/>
              </a:rPr>
              <a:t>정성껏 다듬는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바탕"/>
                <a:ea typeface="바탕"/>
              </a:rPr>
              <a:t>한 가닥 한 가닥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F7A7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F95A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F7A7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