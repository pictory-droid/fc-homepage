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19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EB4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ACCD4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F0758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ACCD4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F075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ACCD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ACCD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ACCD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E6193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72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6193C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CE8EC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CE8EC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CE8EC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3172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3172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