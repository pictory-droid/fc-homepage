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4A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FC5C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CFC5C0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BCAEA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FC5C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BC8B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BC8B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