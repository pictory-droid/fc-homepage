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4A3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BCAEA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CFC5C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CFC5C0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BCAEA6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CFC5C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BC8B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메이크업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BC8B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