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BF7F0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BF7F0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BF7F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C89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C89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00C89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