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160000" y="576000"/>
            <a:ext cx="720000" cy="1224000"/>
          </a:xfrm>
          <a:prstGeom prst="rect">
            <a:avLst/>
          </a:prstGeom>
          <a:solidFill>
            <a:srgbClr val="3F63A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2160000" y="216000"/>
            <a:ext cx="720000" cy="360000"/>
          </a:xfrm>
          <a:custGeom>
            <a:avLst/>
            <a:gdLst/>
            <a:ahLst/>
            <a:cxnLst/>
            <a:rect l="l" t="t" r="r" b="b"/>
            <a:pathLst>
              <a:path w="720000" h="360000">
                <a:moveTo>
                  <a:pt x="0" y="360000"/>
                </a:moveTo>
                <a:lnTo>
                  <a:pt x="3080" y="313011"/>
                </a:lnTo>
                <a:lnTo>
                  <a:pt x="12267" y="266825"/>
                </a:lnTo>
                <a:lnTo>
                  <a:pt x="27403" y="222234"/>
                </a:lnTo>
                <a:lnTo>
                  <a:pt x="48231" y="180000"/>
                </a:lnTo>
                <a:lnTo>
                  <a:pt x="74393" y="140846"/>
                </a:lnTo>
                <a:lnTo>
                  <a:pt x="105442" y="105442"/>
                </a:lnTo>
                <a:lnTo>
                  <a:pt x="140846" y="74393"/>
                </a:lnTo>
                <a:lnTo>
                  <a:pt x="180000" y="48231"/>
                </a:lnTo>
                <a:lnTo>
                  <a:pt x="222234" y="27403"/>
                </a:lnTo>
                <a:lnTo>
                  <a:pt x="266825" y="12267"/>
                </a:lnTo>
                <a:lnTo>
                  <a:pt x="313011" y="3080"/>
                </a:lnTo>
                <a:lnTo>
                  <a:pt x="360000" y="0"/>
                </a:lnTo>
                <a:lnTo>
                  <a:pt x="406989" y="3080"/>
                </a:lnTo>
                <a:lnTo>
                  <a:pt x="453175" y="12267"/>
                </a:lnTo>
                <a:lnTo>
                  <a:pt x="497766" y="27403"/>
                </a:lnTo>
                <a:lnTo>
                  <a:pt x="540000" y="48231"/>
                </a:lnTo>
                <a:lnTo>
                  <a:pt x="579154" y="74393"/>
                </a:lnTo>
                <a:lnTo>
                  <a:pt x="614558" y="105442"/>
                </a:lnTo>
                <a:lnTo>
                  <a:pt x="645607" y="140846"/>
                </a:lnTo>
                <a:lnTo>
                  <a:pt x="671769" y="180000"/>
                </a:lnTo>
                <a:lnTo>
                  <a:pt x="692597" y="222234"/>
                </a:lnTo>
                <a:lnTo>
                  <a:pt x="707733" y="266825"/>
                </a:lnTo>
                <a:lnTo>
                  <a:pt x="716920" y="313011"/>
                </a:lnTo>
                <a:lnTo>
                  <a:pt x="720000" y="360000"/>
                </a:lnTo>
                <a:close/>
              </a:path>
            </a:pathLst>
          </a:custGeom>
          <a:solidFill>
            <a:srgbClr val="3F63A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2462400" y="1044000"/>
            <a:ext cx="115200" cy="165600"/>
          </a:xfrm>
          <a:prstGeom prst="roundRect">
            <a:avLst>
              <a:gd name="adj" fmla="val 9375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476800" y="964800"/>
            <a:ext cx="86400" cy="86400"/>
          </a:xfrm>
          <a:prstGeom prst="rect">
            <a:avLst/>
          </a:prstGeom>
          <a:solidFill>
            <a:srgbClr val="9FB1D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Freeform 5"/>
          <p:cNvSpPr/>
          <p:nvPr/>
        </p:nvSpPr>
        <p:spPr>
          <a:xfrm>
            <a:off x="2476800" y="892800"/>
            <a:ext cx="86400" cy="72000"/>
          </a:xfrm>
          <a:custGeom>
            <a:avLst/>
            <a:gdLst/>
            <a:ahLst/>
            <a:cxnLst/>
            <a:rect l="l" t="t" r="r" b="b"/>
            <a:pathLst>
              <a:path w="86400" h="72000">
                <a:moveTo>
                  <a:pt x="0" y="72000"/>
                </a:moveTo>
                <a:lnTo>
                  <a:pt x="86400" y="72000"/>
                </a:lnTo>
                <a:lnTo>
                  <a:pt x="86400" y="0"/>
                </a:lnTo>
                <a:lnTo>
                  <a:pt x="0" y="36000"/>
                </a:lnTo>
                <a:close/>
              </a:path>
            </a:pathLst>
          </a:custGeom>
          <a:solidFill>
            <a:srgbClr val="9FB1D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텍스트"/>
          <p:cNvSpPr txBox="1"/>
          <p:nvPr/>
        </p:nvSpPr>
        <p:spPr>
          <a:xfrm>
            <a:off x="252000" y="2520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B08A38"/>
                </a:solidFill>
                <a:latin typeface="맑은 고딕"/>
                <a:ea typeface="맑은 고딕"/>
              </a:rPr>
              <a:t>샵 이름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252000" y="6336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1B2230"/>
                </a:solidFill>
                <a:latin typeface="맑은 고딕"/>
                <a:ea typeface="맑은 고딕"/>
              </a:rPr>
              <a:t>지OO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252000" y="8856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5F6672"/>
                </a:solidFill>
                <a:latin typeface="맑은 고딕"/>
                <a:ea typeface="맑은 고딕"/>
              </a:rPr>
              <a:t>네일 아티스트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252000" y="1144800"/>
            <a:ext cx="1260000" cy="0"/>
          </a:xfrm>
          <a:prstGeom prst="line">
            <a:avLst/>
          </a:prstGeom>
          <a:ln w="3600">
            <a:solidFill>
              <a:srgbClr val="E6E3DC"/>
            </a:solidFill>
          </a:ln>
        </p:spPr>
      </p:cxnSp>
      <p:sp>
        <p:nvSpPr>
          <p:cNvPr id="11" name="텍스트"/>
          <p:cNvSpPr txBox="1"/>
          <p:nvPr/>
        </p:nvSpPr>
        <p:spPr>
          <a:xfrm>
            <a:off x="252000" y="12276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5F6672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554400" y="1216800"/>
            <a:ext cx="1080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B2230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252000" y="13500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5F6672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554400" y="1339200"/>
            <a:ext cx="1080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B2230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252000" y="14724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5F6672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554400" y="1461600"/>
            <a:ext cx="1080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B2230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D8BE8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텍스트"/>
          <p:cNvSpPr txBox="1"/>
          <p:nvPr/>
        </p:nvSpPr>
        <p:spPr>
          <a:xfrm>
            <a:off x="252000" y="201600"/>
            <a:ext cx="1512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3F63A8"/>
                </a:solidFill>
                <a:latin typeface="맑은 고딕"/>
                <a:ea typeface="맑은 고딕"/>
              </a:rPr>
              <a:t>시술 안내</a:t>
            </a:r>
          </a:p>
        </p:txBody>
      </p:sp>
      <p:sp>
        <p:nvSpPr>
          <p:cNvPr id="3" name="텍스트"/>
          <p:cNvSpPr txBox="1"/>
          <p:nvPr/>
        </p:nvSpPr>
        <p:spPr>
          <a:xfrm>
            <a:off x="252000" y="388800"/>
            <a:ext cx="576000" cy="129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27"/>
              </a:lnSpc>
            </a:pPr>
            <a:r>
              <a:rPr sz="640" b="1" spc="120">
                <a:solidFill>
                  <a:srgbClr val="635D50"/>
                </a:solidFill>
                <a:latin typeface="맑은 고딕"/>
                <a:ea typeface="맑은 고딕"/>
              </a:rPr>
              <a:t>01</a:t>
            </a:r>
          </a:p>
        </p:txBody>
      </p:sp>
      <p:sp>
        <p:nvSpPr>
          <p:cNvPr id="4" name="Rectangle 3"/>
          <p:cNvSpPr/>
          <p:nvPr/>
        </p:nvSpPr>
        <p:spPr>
          <a:xfrm>
            <a:off x="252000" y="554400"/>
            <a:ext cx="144000" cy="14400"/>
          </a:xfrm>
          <a:prstGeom prst="rect">
            <a:avLst/>
          </a:prstGeom>
          <a:solidFill>
            <a:srgbClr val="635D5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텍스트"/>
          <p:cNvSpPr txBox="1"/>
          <p:nvPr/>
        </p:nvSpPr>
        <p:spPr>
          <a:xfrm>
            <a:off x="252000" y="626400"/>
            <a:ext cx="1296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1B2230"/>
                </a:solidFill>
                <a:latin typeface="맑은 고딕"/>
                <a:ea typeface="맑은 고딕"/>
              </a:rPr>
              <a:t>젤 케어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1656000" y="388800"/>
            <a:ext cx="576000" cy="129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27"/>
              </a:lnSpc>
            </a:pPr>
            <a:r>
              <a:rPr sz="640" b="1" spc="120">
                <a:solidFill>
                  <a:srgbClr val="3F63A8"/>
                </a:solidFill>
                <a:latin typeface="맑은 고딕"/>
                <a:ea typeface="맑은 고딕"/>
              </a:rPr>
              <a:t>02</a:t>
            </a:r>
          </a:p>
        </p:txBody>
      </p:sp>
      <p:sp>
        <p:nvSpPr>
          <p:cNvPr id="7" name="Rectangle 6"/>
          <p:cNvSpPr/>
          <p:nvPr/>
        </p:nvSpPr>
        <p:spPr>
          <a:xfrm>
            <a:off x="1656000" y="554400"/>
            <a:ext cx="144000" cy="14400"/>
          </a:xfrm>
          <a:prstGeom prst="rect">
            <a:avLst/>
          </a:prstGeom>
          <a:solidFill>
            <a:srgbClr val="3F63A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텍스트"/>
          <p:cNvSpPr txBox="1"/>
          <p:nvPr/>
        </p:nvSpPr>
        <p:spPr>
          <a:xfrm>
            <a:off x="1656000" y="626400"/>
            <a:ext cx="1296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1B2230"/>
                </a:solidFill>
                <a:latin typeface="맑은 고딕"/>
                <a:ea typeface="맑은 고딕"/>
              </a:rPr>
              <a:t>피부 관리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252000" y="928800"/>
            <a:ext cx="576000" cy="129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27"/>
              </a:lnSpc>
            </a:pPr>
            <a:r>
              <a:rPr sz="640" b="1" spc="120">
                <a:solidFill>
                  <a:srgbClr val="3F63A8"/>
                </a:solidFill>
                <a:latin typeface="맑은 고딕"/>
                <a:ea typeface="맑은 고딕"/>
              </a:rPr>
              <a:t>03</a:t>
            </a:r>
          </a:p>
        </p:txBody>
      </p:sp>
      <p:sp>
        <p:nvSpPr>
          <p:cNvPr id="10" name="Rectangle 9"/>
          <p:cNvSpPr/>
          <p:nvPr/>
        </p:nvSpPr>
        <p:spPr>
          <a:xfrm>
            <a:off x="252000" y="1094400"/>
            <a:ext cx="144000" cy="14400"/>
          </a:xfrm>
          <a:prstGeom prst="rect">
            <a:avLst/>
          </a:prstGeom>
          <a:solidFill>
            <a:srgbClr val="3F63A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텍스트"/>
          <p:cNvSpPr txBox="1"/>
          <p:nvPr/>
        </p:nvSpPr>
        <p:spPr>
          <a:xfrm>
            <a:off x="252000" y="1166400"/>
            <a:ext cx="1296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1B2230"/>
                </a:solidFill>
                <a:latin typeface="맑은 고딕"/>
                <a:ea typeface="맑은 고딕"/>
              </a:rPr>
              <a:t>두피 케어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1656000" y="928800"/>
            <a:ext cx="576000" cy="129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27"/>
              </a:lnSpc>
            </a:pPr>
            <a:r>
              <a:rPr sz="640" b="1" spc="120">
                <a:solidFill>
                  <a:srgbClr val="635D50"/>
                </a:solidFill>
                <a:latin typeface="맑은 고딕"/>
                <a:ea typeface="맑은 고딕"/>
              </a:rPr>
              <a:t>04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656000" y="1094400"/>
            <a:ext cx="144000" cy="14400"/>
          </a:xfrm>
          <a:prstGeom prst="rect">
            <a:avLst/>
          </a:prstGeom>
          <a:solidFill>
            <a:srgbClr val="635D5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텍스트"/>
          <p:cNvSpPr txBox="1"/>
          <p:nvPr/>
        </p:nvSpPr>
        <p:spPr>
          <a:xfrm>
            <a:off x="1656000" y="1166400"/>
            <a:ext cx="1296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1B2230"/>
                </a:solidFill>
                <a:latin typeface="맑은 고딕"/>
                <a:ea typeface="맑은 고딕"/>
              </a:rPr>
              <a:t>예약제 운영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252000" y="1526400"/>
            <a:ext cx="2736000" cy="1104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41"/>
              </a:lnSpc>
            </a:pPr>
            <a:r>
              <a:rPr sz="580" b="0">
                <a:solidFill>
                  <a:srgbClr val="54514A"/>
                </a:solidFill>
                <a:latin typeface="맑은 고딕"/>
                <a:ea typeface="맑은 고딕"/>
              </a:rPr>
              <a:t>예약제 운영   ·   www.example.com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네일 아티스트 명함 서식</dc:title>
  <dc:subject>편집용 명함 서식</dc:subject>
  <dc:creator>반딧불이의 곳간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