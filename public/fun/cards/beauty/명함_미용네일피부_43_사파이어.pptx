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62400" y="1044000"/>
            <a:ext cx="115200" cy="165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6800" y="964800"/>
            <a:ext cx="86400" cy="86400"/>
          </a:xfrm>
          <a:prstGeom prst="rect">
            <a:avLst/>
          </a:prstGeom>
          <a:solidFill>
            <a:srgbClr val="9FB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476800" y="892800"/>
            <a:ext cx="86400" cy="72000"/>
          </a:xfrm>
          <a:custGeom>
            <a:avLst/>
            <a:gdLst/>
            <a:ahLst/>
            <a:cxnLst/>
            <a:rect l="l" t="t" r="r" b="b"/>
            <a:pathLst>
              <a:path w="86400" h="72000">
                <a:moveTo>
                  <a:pt x="0" y="72000"/>
                </a:moveTo>
                <a:lnTo>
                  <a:pt x="86400" y="72000"/>
                </a:lnTo>
                <a:lnTo>
                  <a:pt x="86400" y="0"/>
                </a:lnTo>
                <a:lnTo>
                  <a:pt x="0" y="36000"/>
                </a:lnTo>
                <a:close/>
              </a:path>
            </a:pathLst>
          </a:custGeom>
          <a:solidFill>
            <a:srgbClr val="9FB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08A3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35D5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F63A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F63A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635D5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4514A"/>
                </a:solidFill>
                <a:latin typeface="맑은 고딕"/>
                <a:ea typeface="맑은 고딕"/>
              </a:rPr>
              <a:t>예약제 운영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