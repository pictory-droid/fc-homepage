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720000"/>
          </a:xfrm>
          <a:prstGeom prst="rect">
            <a:avLst/>
          </a:pr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23040" y="411840"/>
            <a:ext cx="89856" cy="89856"/>
          </a:xfrm>
          <a:prstGeom prst="ellipse">
            <a:avLst/>
          </a:prstGeom>
          <a:noFill/>
          <a:ln w="2073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875104" y="411840"/>
            <a:ext cx="89856" cy="89856"/>
          </a:xfrm>
          <a:prstGeom prst="ellipse">
            <a:avLst/>
          </a:prstGeom>
          <a:noFill/>
          <a:ln w="2073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2795616" y="214848"/>
            <a:ext cx="131328" cy="207360"/>
          </a:xfrm>
          <a:prstGeom prst="line">
            <a:avLst/>
          </a:prstGeom>
          <a:ln w="24192">
            <a:solidFill>
              <a:srgbClr val="737373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2761056" y="214848"/>
            <a:ext cx="131328" cy="207360"/>
          </a:xfrm>
          <a:prstGeom prst="line">
            <a:avLst/>
          </a:prstGeom>
          <a:ln w="24192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30400" y="187200"/>
            <a:ext cx="2160000" cy="305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2"/>
              </a:lnSpc>
            </a:pPr>
            <a:r>
              <a:rPr sz="1850" b="1" spc="50">
                <a:solidFill>
                  <a:srgbClr val="FFFFFF"/>
                </a:solidFill>
                <a:latin typeface="맑은 고딕"/>
                <a:ea typeface="맑은 고딕"/>
              </a:rPr>
              <a:t>표세진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0400" y="475200"/>
            <a:ext cx="216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네일 아티스트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0400" y="8352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856A6E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0400" y="10152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D3443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74400" y="1015200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43192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0400" y="11841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D3443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74400" y="1184111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43192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0400" y="13530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D3443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74400" y="1353022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43192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016000" y="576000"/>
            <a:ext cx="1224000" cy="1224000"/>
          </a:xfrm>
          <a:custGeom>
            <a:avLst/>
            <a:gdLst/>
            <a:ahLst/>
            <a:cxnLst/>
            <a:rect l="l" t="t" r="r" b="b"/>
            <a:pathLst>
              <a:path w="1224000" h="1224000">
                <a:moveTo>
                  <a:pt x="1224000" y="1224000"/>
                </a:moveTo>
                <a:lnTo>
                  <a:pt x="0" y="1224000"/>
                </a:lnTo>
                <a:lnTo>
                  <a:pt x="7696" y="1086955"/>
                </a:lnTo>
                <a:lnTo>
                  <a:pt x="30688" y="951634"/>
                </a:lnTo>
                <a:lnTo>
                  <a:pt x="68687" y="819738"/>
                </a:lnTo>
                <a:lnTo>
                  <a:pt x="121214" y="692926"/>
                </a:lnTo>
                <a:lnTo>
                  <a:pt x="187610" y="572793"/>
                </a:lnTo>
                <a:lnTo>
                  <a:pt x="267038" y="460848"/>
                </a:lnTo>
                <a:lnTo>
                  <a:pt x="358501" y="358501"/>
                </a:lnTo>
                <a:lnTo>
                  <a:pt x="460848" y="267038"/>
                </a:lnTo>
                <a:lnTo>
                  <a:pt x="572793" y="187610"/>
                </a:lnTo>
                <a:lnTo>
                  <a:pt x="692926" y="121214"/>
                </a:lnTo>
                <a:lnTo>
                  <a:pt x="819738" y="68687"/>
                </a:lnTo>
                <a:lnTo>
                  <a:pt x="951634" y="30688"/>
                </a:lnTo>
                <a:lnTo>
                  <a:pt x="1086955" y="7696"/>
                </a:lnTo>
                <a:lnTo>
                  <a:pt x="1224000" y="0"/>
                </a:lnTo>
                <a:close/>
              </a:path>
            </a:pathLst>
          </a:custGeom>
          <a:solidFill>
            <a:srgbClr val="8D34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520000" y="1080000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720000" h="720000">
                <a:moveTo>
                  <a:pt x="720000" y="720000"/>
                </a:moveTo>
                <a:lnTo>
                  <a:pt x="0" y="720000"/>
                </a:lnTo>
                <a:lnTo>
                  <a:pt x="4527" y="639386"/>
                </a:lnTo>
                <a:lnTo>
                  <a:pt x="18052" y="559785"/>
                </a:lnTo>
                <a:lnTo>
                  <a:pt x="40404" y="482199"/>
                </a:lnTo>
                <a:lnTo>
                  <a:pt x="71302" y="407604"/>
                </a:lnTo>
                <a:lnTo>
                  <a:pt x="110359" y="336937"/>
                </a:lnTo>
                <a:lnTo>
                  <a:pt x="157081" y="271087"/>
                </a:lnTo>
                <a:lnTo>
                  <a:pt x="210883" y="210883"/>
                </a:lnTo>
                <a:lnTo>
                  <a:pt x="271087" y="157081"/>
                </a:lnTo>
                <a:lnTo>
                  <a:pt x="336937" y="110359"/>
                </a:lnTo>
                <a:lnTo>
                  <a:pt x="407604" y="71302"/>
                </a:lnTo>
                <a:lnTo>
                  <a:pt x="482199" y="40404"/>
                </a:lnTo>
                <a:lnTo>
                  <a:pt x="559785" y="18052"/>
                </a:lnTo>
                <a:lnTo>
                  <a:pt x="639386" y="4527"/>
                </a:lnTo>
                <a:lnTo>
                  <a:pt x="720000" y="0"/>
                </a:lnTo>
                <a:close/>
              </a:path>
            </a:pathLst>
          </a:custGeom>
          <a:solidFill>
            <a:srgbClr val="F4DF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91800" y="1513800"/>
            <a:ext cx="65520" cy="65520"/>
          </a:xfrm>
          <a:prstGeom prst="ellipse">
            <a:avLst/>
          </a:prstGeom>
          <a:noFill/>
          <a:ln w="151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902680" y="1513800"/>
            <a:ext cx="65520" cy="65520"/>
          </a:xfrm>
          <a:prstGeom prst="ellipse">
            <a:avLst/>
          </a:prstGeom>
          <a:noFill/>
          <a:ln w="151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2844720" y="1370160"/>
            <a:ext cx="95760" cy="151200"/>
          </a:xfrm>
          <a:prstGeom prst="line">
            <a:avLst/>
          </a:prstGeom>
          <a:ln w="17640">
            <a:solidFill>
              <a:srgbClr val="808080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2819520" y="1370160"/>
            <a:ext cx="95760" cy="151200"/>
          </a:xfrm>
          <a:prstGeom prst="line">
            <a:avLst/>
          </a:prstGeom>
          <a:ln w="17640">
            <a:solidFill>
              <a:srgbClr val="FFFFF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324000"/>
            <a:ext cx="194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431920"/>
                </a:solidFill>
                <a:latin typeface="맑은 고딕"/>
                <a:ea typeface="맑은 고딕"/>
              </a:rPr>
              <a:t>예쁨은 꾸준한 관심에서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476000"/>
            <a:ext cx="144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83646A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네일 아티스트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