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C9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C9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C9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C9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C9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C9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C9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C9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C9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C9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C9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C9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C9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C9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C9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8887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3D5AF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8887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2F72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2F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2F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2F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22F72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222F7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222F72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222F72"/>
                </a:solidFill>
                <a:latin typeface="맑은 고딕"/>
                <a:ea typeface="맑은 고딕"/>
              </a:rPr>
              <a:t>예약제 운영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