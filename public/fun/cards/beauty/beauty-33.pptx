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007655" cy="180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00765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222F72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C9D1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22F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22F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22F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예쁨은 꾸준한 관심에서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