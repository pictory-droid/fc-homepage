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5477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FFFFFF"/>
                </a:solidFill>
                <a:latin typeface="맑은 고딕"/>
                <a:ea typeface="맑은 고딕"/>
              </a:rPr>
              <a:t>엄OO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피부 관리사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A7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A7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A7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BFC7D2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2F7E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840" y="701280"/>
            <a:ext cx="112320" cy="19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4320000">
            <a:off x="618446" y="772921"/>
            <a:ext cx="112320" cy="19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8640000">
            <a:off x="580782" y="888839"/>
            <a:ext cx="112320" cy="19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2960000">
            <a:off x="458898" y="888839"/>
            <a:ext cx="112320" cy="19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17280000">
            <a:off x="421234" y="772921"/>
            <a:ext cx="112320" cy="19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8480" y="852480"/>
            <a:ext cx="95040" cy="95040"/>
          </a:xfrm>
          <a:prstGeom prst="ellipse">
            <a:avLst/>
          </a:prstGeom>
          <a:solidFill>
            <a:srgbClr val="97BE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B7FA8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3A9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젤 케어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3A9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예약제 운영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피부 관리사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