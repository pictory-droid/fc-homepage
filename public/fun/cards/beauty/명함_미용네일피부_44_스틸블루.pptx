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840" y="701280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618446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580782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458898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421234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8480" y="852480"/>
            <a:ext cx="95040" cy="95040"/>
          </a:xfrm>
          <a:prstGeom prst="ellipse">
            <a:avLst/>
          </a:prstGeom>
          <a:solidFill>
            <a:srgbClr val="97BE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B7FA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예약제 운영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