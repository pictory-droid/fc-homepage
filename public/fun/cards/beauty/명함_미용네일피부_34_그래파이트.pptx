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5F69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A5663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E9F0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E9F0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E9F0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6E9F0"/>
          </a:solidFill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일대일 예약제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