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6463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DC4B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DDC4BD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D0AC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DDC4BD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염색  ·  피부 관리  ·  왁싱  ·  메이크업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AF726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AF726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