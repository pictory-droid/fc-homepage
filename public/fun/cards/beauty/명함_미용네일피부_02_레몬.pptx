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6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FFE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464316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464316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464316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464316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464316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464316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464316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464316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464316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464316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464316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464316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464316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464316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464316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464316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464316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464316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464316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464316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464316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464316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464316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464316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464316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464316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샵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4316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A0920B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이서준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64316"/>
                </a:solidFill>
                <a:latin typeface="맑은 고딕"/>
                <a:ea typeface="맑은 고딕"/>
              </a:rPr>
              <a:t>원장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A0920B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431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431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431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C6411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C6411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염색  ·  피부 관리  ·  왁싱  ·  메이크업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화–일 10:00 – 20:00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