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FED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93600" y="93600"/>
            <a:ext cx="3052800" cy="1612800"/>
          </a:xfrm>
          <a:prstGeom prst="rect">
            <a:avLst/>
          </a:prstGeom>
          <a:noFill/>
          <a:ln w="3600">
            <a:solidFill>
              <a:srgbClr val="D9D5CD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52000" y="252000"/>
            <a:ext cx="79200" cy="79200"/>
          </a:xfrm>
          <a:prstGeom prst="rect">
            <a:avLst/>
          </a:prstGeom>
          <a:solidFill>
            <a:srgbClr val="A8733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396000" y="2592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686459"/>
                </a:solidFill>
                <a:latin typeface="맑은 고딕"/>
                <a:ea typeface="맑은 고딕"/>
              </a:rPr>
              <a:t>샵 이름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252000" y="446400"/>
            <a:ext cx="2736000" cy="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6" name="텍스트"/>
          <p:cNvSpPr txBox="1"/>
          <p:nvPr/>
        </p:nvSpPr>
        <p:spPr>
          <a:xfrm>
            <a:off x="252000" y="9648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4171D"/>
                </a:solidFill>
                <a:latin typeface="맑은 고딕"/>
                <a:ea typeface="맑은 고딕"/>
              </a:rPr>
              <a:t>안OO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2168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686459"/>
                </a:solidFill>
                <a:latin typeface="맑은 고딕"/>
                <a:ea typeface="맑은 고딕"/>
              </a:rPr>
              <a:t>바버 · 대표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800000" y="943200"/>
            <a:ext cx="0" cy="604800"/>
          </a:xfrm>
          <a:prstGeom prst="line">
            <a:avLst/>
          </a:prstGeom>
          <a:ln w="3600">
            <a:solidFill>
              <a:srgbClr val="D9D5CD"/>
            </a:solidFill>
          </a:ln>
        </p:spPr>
      </p:cxnSp>
      <p:sp>
        <p:nvSpPr>
          <p:cNvPr id="9" name="텍스트"/>
          <p:cNvSpPr txBox="1"/>
          <p:nvPr/>
        </p:nvSpPr>
        <p:spPr>
          <a:xfrm>
            <a:off x="1944000" y="1033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246400" y="1022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944000" y="1177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246400" y="1166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1944000" y="1321200"/>
            <a:ext cx="3024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86459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246400" y="1310400"/>
            <a:ext cx="9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14171D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12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24000" cy="1800000"/>
          </a:xfrm>
          <a:prstGeom prst="rect">
            <a:avLst/>
          </a:prstGeom>
          <a:solidFill>
            <a:srgbClr val="74767B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16000" y="252000"/>
            <a:ext cx="864000" cy="12192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27"/>
              </a:lnSpc>
            </a:pPr>
            <a:r>
              <a:rPr sz="640" b="1" spc="140">
                <a:solidFill>
                  <a:srgbClr val="FFFFFF"/>
                </a:solidFill>
                <a:latin typeface="맑은 고딕"/>
                <a:ea typeface="맑은 고딕"/>
              </a:rPr>
              <a:t>시술 안내</a:t>
            </a:r>
          </a:p>
        </p:txBody>
      </p:sp>
      <p:sp>
        <p:nvSpPr>
          <p:cNvPr id="4" name="Oval 3"/>
          <p:cNvSpPr/>
          <p:nvPr/>
        </p:nvSpPr>
        <p:spPr>
          <a:xfrm>
            <a:off x="473400" y="1103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47640" y="1103400"/>
            <a:ext cx="102960" cy="102960"/>
          </a:xfrm>
          <a:prstGeom prst="ellipse">
            <a:avLst/>
          </a:prstGeom>
          <a:noFill/>
          <a:ln w="23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V="1">
            <a:off x="556560" y="877680"/>
            <a:ext cx="150480" cy="237600"/>
          </a:xfrm>
          <a:prstGeom prst="line">
            <a:avLst/>
          </a:prstGeom>
          <a:ln w="27720">
            <a:solidFill>
              <a:srgbClr val="BABBBD"/>
            </a:solidFill>
          </a:ln>
        </p:spPr>
      </p:cxnSp>
      <p:cxnSp>
        <p:nvCxnSpPr>
          <p:cNvPr id="7" name="Connector 6"/>
          <p:cNvCxnSpPr/>
          <p:nvPr/>
        </p:nvCxnSpPr>
        <p:spPr>
          <a:xfrm flipH="1" flipV="1">
            <a:off x="516960" y="877680"/>
            <a:ext cx="150480" cy="237600"/>
          </a:xfrm>
          <a:prstGeom prst="line">
            <a:avLst/>
          </a:prstGeom>
          <a:ln w="27720">
            <a:solidFill>
              <a:srgbClr val="FFFFFF"/>
            </a:solidFill>
          </a:ln>
        </p:spPr>
      </p:cxnSp>
      <p:sp>
        <p:nvSpPr>
          <p:cNvPr id="8" name="텍스트"/>
          <p:cNvSpPr txBox="1"/>
          <p:nvPr/>
        </p:nvSpPr>
        <p:spPr>
          <a:xfrm>
            <a:off x="216000" y="1512000"/>
            <a:ext cx="864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60">
                <a:solidFill>
                  <a:srgbClr val="FFFFFF">
                    <a:alpha val="80000"/>
                  </a:srgbClr>
                </a:solidFill>
                <a:latin typeface="맑은 고딕"/>
                <a:ea typeface="맑은 고딕"/>
              </a:rPr>
              <a:t>샵 이름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1440000" y="324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젤 케어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440000" y="547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1440000" y="576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메이크업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440000" y="799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1440000" y="828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두피 케어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440000" y="1051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5" name="텍스트"/>
          <p:cNvSpPr txBox="1"/>
          <p:nvPr/>
        </p:nvSpPr>
        <p:spPr>
          <a:xfrm>
            <a:off x="1440000" y="1080000"/>
            <a:ext cx="1584000" cy="21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02"/>
              </a:lnSpc>
            </a:pPr>
            <a:r>
              <a:rPr sz="760" b="1">
                <a:solidFill>
                  <a:srgbClr val="FFFFFF"/>
                </a:solidFill>
                <a:latin typeface="맑은 고딕"/>
                <a:ea typeface="맑은 고딕"/>
              </a:rPr>
              <a:t>예약제 운영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1440000" y="1303200"/>
            <a:ext cx="1584000" cy="0"/>
          </a:xfrm>
          <a:prstGeom prst="line">
            <a:avLst/>
          </a:prstGeom>
          <a:ln w="3600">
            <a:solidFill>
              <a:srgbClr val="2A2D34"/>
            </a:solidFill>
          </a:ln>
        </p:spPr>
      </p:cxnSp>
      <p:sp>
        <p:nvSpPr>
          <p:cNvPr id="17" name="텍스트"/>
          <p:cNvSpPr txBox="1"/>
          <p:nvPr/>
        </p:nvSpPr>
        <p:spPr>
          <a:xfrm>
            <a:off x="1440000" y="1512000"/>
            <a:ext cx="1584000" cy="11049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41"/>
              </a:lnSpc>
            </a:pPr>
            <a:r>
              <a:rPr sz="580" b="0">
                <a:solidFill>
                  <a:srgbClr val="A7ABB4"/>
                </a:solidFill>
                <a:latin typeface="맑은 고딕"/>
                <a:ea typeface="맑은 고딕"/>
              </a:rPr>
              <a:t>평일 10:00 – 21:00   ·   @아이디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바버 · 대표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