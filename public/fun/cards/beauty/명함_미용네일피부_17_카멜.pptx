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A873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안OO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바버 · 대표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943200"/>
            <a:ext cx="0" cy="6048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944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46400" y="1022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944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46400" y="1166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46400" y="1310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7476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FFFFFF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4" name="Oval 3"/>
          <p:cNvSpPr/>
          <p:nvPr/>
        </p:nvSpPr>
        <p:spPr>
          <a:xfrm>
            <a:off x="473400" y="1103400"/>
            <a:ext cx="102960" cy="102960"/>
          </a:xfrm>
          <a:prstGeom prst="ellipse">
            <a:avLst/>
          </a:prstGeom>
          <a:noFill/>
          <a:ln w="23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7640" y="1103400"/>
            <a:ext cx="102960" cy="102960"/>
          </a:xfrm>
          <a:prstGeom prst="ellipse">
            <a:avLst/>
          </a:prstGeom>
          <a:noFill/>
          <a:ln w="23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556560" y="877680"/>
            <a:ext cx="150480" cy="237600"/>
          </a:xfrm>
          <a:prstGeom prst="line">
            <a:avLst/>
          </a:prstGeom>
          <a:ln w="27720">
            <a:solidFill>
              <a:srgbClr val="BABBBD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516960" y="877680"/>
            <a:ext cx="150480" cy="237600"/>
          </a:xfrm>
          <a:prstGeom prst="line">
            <a:avLst/>
          </a:prstGeom>
          <a:ln w="27720">
            <a:solidFill>
              <a:srgbClr val="FFFFF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젤 케어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메이크업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두피 케어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440000" y="1080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40000" y="1303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10:00 – 21:00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바버 ·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