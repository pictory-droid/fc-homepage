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1B2230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D9F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원장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B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09600" y="237600"/>
            <a:ext cx="172800" cy="172800"/>
          </a:xfrm>
          <a:prstGeom prst="ellipse">
            <a:avLst/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400" y="289800"/>
            <a:ext cx="25200" cy="2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58788" y="342281"/>
            <a:ext cx="74424" cy="21319"/>
          </a:xfrm>
          <a:custGeom>
            <a:avLst/>
            <a:gdLst/>
            <a:ahLst/>
            <a:cxnLst/>
            <a:rect l="l" t="t" r="r" b="b"/>
            <a:pathLst>
              <a:path w="74424" h="21319">
                <a:moveTo>
                  <a:pt x="74424" y="0"/>
                </a:moveTo>
                <a:lnTo>
                  <a:pt x="68629" y="8643"/>
                </a:lnTo>
                <a:lnTo>
                  <a:pt x="59926" y="15460"/>
                </a:lnTo>
                <a:lnTo>
                  <a:pt x="49120" y="19819"/>
                </a:lnTo>
                <a:lnTo>
                  <a:pt x="37212" y="21319"/>
                </a:lnTo>
                <a:lnTo>
                  <a:pt x="25304" y="19819"/>
                </a:lnTo>
                <a:lnTo>
                  <a:pt x="14498" y="15460"/>
                </a:lnTo>
                <a:lnTo>
                  <a:pt x="5795" y="8643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576000" y="2952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87C96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" y="612000"/>
            <a:ext cx="811458" cy="2088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612000"/>
            <a:ext cx="811458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28258" y="612000"/>
            <a:ext cx="550090" cy="208800"/>
          </a:xfrm>
          <a:prstGeom prst="roundRect">
            <a:avLst>
              <a:gd name="adj" fmla="val 50000"/>
            </a:avLst>
          </a:prstGeom>
          <a:solidFill>
            <a:srgbClr val="528DA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128258" y="612000"/>
            <a:ext cx="550090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남성 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3148" y="612000"/>
            <a:ext cx="724335" cy="208800"/>
          </a:xfrm>
          <a:prstGeom prst="roundRect">
            <a:avLst>
              <a:gd name="adj" fmla="val 50000"/>
            </a:avLst>
          </a:prstGeom>
          <a:solidFill>
            <a:srgbClr val="22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743148" y="612000"/>
            <a:ext cx="724335" cy="20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40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879"/>
                </a:solidFill>
                <a:latin typeface="맑은 고딕"/>
                <a:ea typeface="맑은 고딕"/>
              </a:rPr>
              <a:t>예약제 운영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