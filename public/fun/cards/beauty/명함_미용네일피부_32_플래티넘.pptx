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D9F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D9F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1B2230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D9F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D9FB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05C55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05C55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87C96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528DA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879"/>
                </a:solidFill>
                <a:latin typeface="맑은 고딕"/>
                <a:ea typeface="맑은 고딕"/>
              </a:rPr>
              <a:t>예약제 운영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