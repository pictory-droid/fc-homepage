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D2DB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53400" y="851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27640" y="851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2536560" y="625680"/>
            <a:ext cx="150480" cy="237600"/>
          </a:xfrm>
          <a:prstGeom prst="line">
            <a:avLst/>
          </a:prstGeom>
          <a:ln w="27720">
            <a:solidFill>
              <a:srgbClr val="ACB2C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496960" y="625680"/>
            <a:ext cx="150480" cy="237600"/>
          </a:xfrm>
          <a:prstGeom prst="line">
            <a:avLst/>
          </a:prstGeom>
          <a:ln w="2772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22345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A922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A922F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방문 전 예약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