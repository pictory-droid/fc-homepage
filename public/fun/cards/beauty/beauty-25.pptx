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C8E0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86B5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3A2918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7B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A291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3B91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C8E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1800" y="1513800"/>
            <a:ext cx="65520" cy="6552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02680" y="1513800"/>
            <a:ext cx="65520" cy="6552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844720" y="1370160"/>
            <a:ext cx="95760" cy="151200"/>
          </a:xfrm>
          <a:prstGeom prst="line">
            <a:avLst/>
          </a:prstGeom>
          <a:ln w="17640">
            <a:solidFill>
              <a:srgbClr val="737373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819520" y="1370160"/>
            <a:ext cx="95760" cy="151200"/>
          </a:xfrm>
          <a:prstGeom prst="line">
            <a:avLst/>
          </a:prstGeom>
          <a:ln w="1764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A2918"/>
                </a:solidFill>
                <a:latin typeface="맑은 고딕"/>
                <a:ea typeface="맑은 고딕"/>
              </a:rPr>
              <a:t>나다움을 더하는 한 끗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86B5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