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E5E3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E5E34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1F4D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E5E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E5E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E5E34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80DF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나다움을 더하는 한 끗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