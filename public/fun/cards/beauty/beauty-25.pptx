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1F4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E5E34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1F4D1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E5E34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1F4D1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E5E3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E5E3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E5E3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