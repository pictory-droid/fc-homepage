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9D7F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9D7F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젤 케어  ·  메이크업  ·  웨딩 · 촬영  ·  예약제 운영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