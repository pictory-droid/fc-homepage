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7C7066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3" name="Oval 2"/>
          <p:cNvSpPr/>
          <p:nvPr/>
        </p:nvSpPr>
        <p:spPr>
          <a:xfrm>
            <a:off x="1591920" y="404640"/>
            <a:ext cx="56160" cy="95040"/>
          </a:xfrm>
          <a:prstGeom prst="ellipse">
            <a:avLst/>
          </a:prstGeom>
          <a:solidFill>
            <a:srgbClr val="418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4320000">
            <a:off x="1641223" y="440461"/>
            <a:ext cx="56160" cy="95040"/>
          </a:xfrm>
          <a:prstGeom prst="ellipse">
            <a:avLst/>
          </a:prstGeom>
          <a:solidFill>
            <a:srgbClr val="418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8640000">
            <a:off x="1622391" y="498419"/>
            <a:ext cx="56160" cy="95040"/>
          </a:xfrm>
          <a:prstGeom prst="ellipse">
            <a:avLst/>
          </a:prstGeom>
          <a:solidFill>
            <a:srgbClr val="418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2960000">
            <a:off x="1561449" y="498419"/>
            <a:ext cx="56160" cy="95040"/>
          </a:xfrm>
          <a:prstGeom prst="ellipse">
            <a:avLst/>
          </a:prstGeom>
          <a:solidFill>
            <a:srgbClr val="418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7280000">
            <a:off x="1542617" y="440461"/>
            <a:ext cx="56160" cy="95040"/>
          </a:xfrm>
          <a:prstGeom prst="ellipse">
            <a:avLst/>
          </a:prstGeom>
          <a:solidFill>
            <a:srgbClr val="418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96240" y="480240"/>
            <a:ext cx="47520" cy="47520"/>
          </a:xfrm>
          <a:prstGeom prst="ellipse">
            <a:avLst/>
          </a:prstGeom>
          <a:solidFill>
            <a:srgbClr val="CAD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37261A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3A7D76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418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37261A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7C706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3D2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EDDED4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EDDED4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EDDED4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EDDED4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EDDED4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EDDED4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EDDED4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EDDED4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EDDED4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EDDED4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EDDED4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EDDED4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EDDED4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EDDED4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EDDED4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EDDED4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EDDED4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5A3D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자연스러운 아름다움을 지켜요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C5BBB4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