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80000"/>
            <a:ext cx="720000" cy="1440000"/>
          </a:xfrm>
          <a:custGeom>
            <a:avLst/>
            <a:gdLst/>
            <a:ahLst/>
            <a:cxnLst/>
            <a:rect l="l" t="t" r="r" b="b"/>
            <a:pathLst>
              <a:path w="720000" h="1440000">
                <a:moveTo>
                  <a:pt x="0" y="0"/>
                </a:moveTo>
                <a:lnTo>
                  <a:pt x="75260" y="3944"/>
                </a:lnTo>
                <a:lnTo>
                  <a:pt x="149696" y="15734"/>
                </a:lnTo>
                <a:lnTo>
                  <a:pt x="222492" y="35239"/>
                </a:lnTo>
                <a:lnTo>
                  <a:pt x="292850" y="62247"/>
                </a:lnTo>
                <a:lnTo>
                  <a:pt x="360000" y="96462"/>
                </a:lnTo>
                <a:lnTo>
                  <a:pt x="423205" y="137508"/>
                </a:lnTo>
                <a:lnTo>
                  <a:pt x="481774" y="184936"/>
                </a:lnTo>
                <a:lnTo>
                  <a:pt x="535064" y="238226"/>
                </a:lnTo>
                <a:lnTo>
                  <a:pt x="582492" y="296795"/>
                </a:lnTo>
                <a:lnTo>
                  <a:pt x="623538" y="360000"/>
                </a:lnTo>
                <a:lnTo>
                  <a:pt x="657753" y="427150"/>
                </a:lnTo>
                <a:lnTo>
                  <a:pt x="684761" y="497508"/>
                </a:lnTo>
                <a:lnTo>
                  <a:pt x="704266" y="570304"/>
                </a:lnTo>
                <a:lnTo>
                  <a:pt x="716056" y="644740"/>
                </a:lnTo>
                <a:lnTo>
                  <a:pt x="720000" y="720000"/>
                </a:lnTo>
                <a:lnTo>
                  <a:pt x="716056" y="795260"/>
                </a:lnTo>
                <a:lnTo>
                  <a:pt x="704266" y="869696"/>
                </a:lnTo>
                <a:lnTo>
                  <a:pt x="684761" y="942492"/>
                </a:lnTo>
                <a:lnTo>
                  <a:pt x="657753" y="1012850"/>
                </a:lnTo>
                <a:lnTo>
                  <a:pt x="623538" y="1080000"/>
                </a:lnTo>
                <a:lnTo>
                  <a:pt x="582492" y="1143205"/>
                </a:lnTo>
                <a:lnTo>
                  <a:pt x="535064" y="1201774"/>
                </a:lnTo>
                <a:lnTo>
                  <a:pt x="481774" y="1255064"/>
                </a:lnTo>
                <a:lnTo>
                  <a:pt x="423205" y="1302492"/>
                </a:lnTo>
                <a:lnTo>
                  <a:pt x="360000" y="1343538"/>
                </a:lnTo>
                <a:lnTo>
                  <a:pt x="292850" y="1377753"/>
                </a:lnTo>
                <a:lnTo>
                  <a:pt x="222492" y="1404761"/>
                </a:lnTo>
                <a:lnTo>
                  <a:pt x="149696" y="1424266"/>
                </a:lnTo>
                <a:lnTo>
                  <a:pt x="75260" y="1436056"/>
                </a:lnTo>
                <a:lnTo>
                  <a:pt x="0" y="1440000"/>
                </a:lnTo>
                <a:close/>
              </a:path>
            </a:pathLst>
          </a:custGeom>
          <a:solidFill>
            <a:srgbClr val="0A47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6000" y="540000"/>
            <a:ext cx="54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350"/>
              </a:lnSpc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배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1116000" y="223200"/>
            <a:ext cx="187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116000" y="540000"/>
            <a:ext cx="1872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배준서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943200"/>
            <a:ext cx="1872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원장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6000" y="1195200"/>
            <a:ext cx="144000" cy="18000"/>
          </a:xfrm>
          <a:prstGeom prst="rect">
            <a:avLst/>
          </a:prstGeom>
          <a:solidFill>
            <a:srgbClr val="0A47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116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447200" y="13176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16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447200" y="1447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447200" y="15768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7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080000" cy="1080000"/>
          </a:xfrm>
          <a:custGeom>
            <a:avLst/>
            <a:gdLst/>
            <a:ahLst/>
            <a:cxnLst/>
            <a:rect l="l" t="t" r="r" b="b"/>
            <a:pathLst>
              <a:path w="1080000" h="1080000">
                <a:moveTo>
                  <a:pt x="0" y="0"/>
                </a:moveTo>
                <a:lnTo>
                  <a:pt x="1080000" y="0"/>
                </a:lnTo>
                <a:lnTo>
                  <a:pt x="1077688" y="70635"/>
                </a:lnTo>
                <a:lnTo>
                  <a:pt x="1070760" y="140968"/>
                </a:lnTo>
                <a:lnTo>
                  <a:pt x="1059248" y="210698"/>
                </a:lnTo>
                <a:lnTo>
                  <a:pt x="1043200" y="279525"/>
                </a:lnTo>
                <a:lnTo>
                  <a:pt x="1022685" y="347155"/>
                </a:lnTo>
                <a:lnTo>
                  <a:pt x="997790" y="413298"/>
                </a:lnTo>
                <a:lnTo>
                  <a:pt x="968623" y="477672"/>
                </a:lnTo>
                <a:lnTo>
                  <a:pt x="935307" y="540000"/>
                </a:lnTo>
                <a:lnTo>
                  <a:pt x="897987" y="600016"/>
                </a:lnTo>
                <a:lnTo>
                  <a:pt x="856822" y="657462"/>
                </a:lnTo>
                <a:lnTo>
                  <a:pt x="811987" y="712093"/>
                </a:lnTo>
                <a:lnTo>
                  <a:pt x="763675" y="763675"/>
                </a:lnTo>
                <a:lnTo>
                  <a:pt x="712093" y="811987"/>
                </a:lnTo>
                <a:lnTo>
                  <a:pt x="657462" y="856822"/>
                </a:lnTo>
                <a:lnTo>
                  <a:pt x="600016" y="897987"/>
                </a:lnTo>
                <a:lnTo>
                  <a:pt x="540000" y="935307"/>
                </a:lnTo>
                <a:lnTo>
                  <a:pt x="477672" y="968623"/>
                </a:lnTo>
                <a:lnTo>
                  <a:pt x="413298" y="997790"/>
                </a:lnTo>
                <a:lnTo>
                  <a:pt x="347155" y="1022685"/>
                </a:lnTo>
                <a:lnTo>
                  <a:pt x="279525" y="1043200"/>
                </a:lnTo>
                <a:lnTo>
                  <a:pt x="210698" y="1059248"/>
                </a:lnTo>
                <a:lnTo>
                  <a:pt x="140968" y="1070760"/>
                </a:lnTo>
                <a:lnTo>
                  <a:pt x="70635" y="1077688"/>
                </a:lnTo>
                <a:lnTo>
                  <a:pt x="0" y="108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684000" cy="684000"/>
          </a:xfrm>
          <a:custGeom>
            <a:avLst/>
            <a:gdLst/>
            <a:ahLst/>
            <a:cxnLst/>
            <a:rect l="l" t="t" r="r" b="b"/>
            <a:pathLst>
              <a:path w="684000" h="684000">
                <a:moveTo>
                  <a:pt x="0" y="0"/>
                </a:moveTo>
                <a:lnTo>
                  <a:pt x="684000" y="0"/>
                </a:lnTo>
                <a:lnTo>
                  <a:pt x="682536" y="44736"/>
                </a:lnTo>
                <a:lnTo>
                  <a:pt x="678148" y="89280"/>
                </a:lnTo>
                <a:lnTo>
                  <a:pt x="670857" y="133442"/>
                </a:lnTo>
                <a:lnTo>
                  <a:pt x="660693" y="177032"/>
                </a:lnTo>
                <a:lnTo>
                  <a:pt x="647700" y="219865"/>
                </a:lnTo>
                <a:lnTo>
                  <a:pt x="631934" y="261755"/>
                </a:lnTo>
                <a:lnTo>
                  <a:pt x="613461" y="302525"/>
                </a:lnTo>
                <a:lnTo>
                  <a:pt x="592361" y="342000"/>
                </a:lnTo>
                <a:lnTo>
                  <a:pt x="568725" y="380010"/>
                </a:lnTo>
                <a:lnTo>
                  <a:pt x="542654" y="416393"/>
                </a:lnTo>
                <a:lnTo>
                  <a:pt x="514258" y="450993"/>
                </a:lnTo>
                <a:lnTo>
                  <a:pt x="483661" y="483661"/>
                </a:lnTo>
                <a:lnTo>
                  <a:pt x="450993" y="514258"/>
                </a:lnTo>
                <a:lnTo>
                  <a:pt x="416393" y="542654"/>
                </a:lnTo>
                <a:lnTo>
                  <a:pt x="380010" y="568725"/>
                </a:lnTo>
                <a:lnTo>
                  <a:pt x="342000" y="592361"/>
                </a:lnTo>
                <a:lnTo>
                  <a:pt x="302525" y="613461"/>
                </a:lnTo>
                <a:lnTo>
                  <a:pt x="261755" y="631934"/>
                </a:lnTo>
                <a:lnTo>
                  <a:pt x="219865" y="647700"/>
                </a:lnTo>
                <a:lnTo>
                  <a:pt x="177032" y="660693"/>
                </a:lnTo>
                <a:lnTo>
                  <a:pt x="133442" y="670857"/>
                </a:lnTo>
                <a:lnTo>
                  <a:pt x="89280" y="678148"/>
                </a:lnTo>
                <a:lnTo>
                  <a:pt x="44736" y="682536"/>
                </a:lnTo>
                <a:lnTo>
                  <a:pt x="0" y="684000"/>
                </a:lnTo>
                <a:close/>
              </a:path>
            </a:pathLst>
          </a:custGeom>
          <a:solidFill>
            <a:srgbClr val="3B6C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1188000" y="1044000"/>
            <a:ext cx="180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자연스러운</a:t>
            </a:r>
          </a:p>
          <a:p>
            <a:pPr algn="r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아름다움을 지켜요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188000" y="1526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00">
                <a:solidFill>
                  <a:srgbClr val="C9D7F3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