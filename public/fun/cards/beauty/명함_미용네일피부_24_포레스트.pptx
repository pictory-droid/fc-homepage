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3E8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9D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3E6D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3E6D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3E6D5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3E6D5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