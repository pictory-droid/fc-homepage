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BF7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한결같은 솜씨로 보답합니다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