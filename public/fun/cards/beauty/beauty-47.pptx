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0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BD42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F5DE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895E7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285B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B43F9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285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1285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95E7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81696" y="1490544"/>
            <a:ext cx="76608" cy="87552"/>
          </a:xfrm>
          <a:prstGeom prst="ellipse">
            <a:avLst/>
          </a:prstGeom>
          <a:noFill/>
          <a:ln w="10944">
            <a:solidFill>
              <a:srgbClr val="BD42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4008" y="1502856"/>
            <a:ext cx="51984" cy="62928"/>
          </a:xfrm>
          <a:prstGeom prst="ellipse">
            <a:avLst/>
          </a:prstGeom>
          <a:solidFill>
            <a:srgbClr val="F5DEEE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13160" y="1575360"/>
            <a:ext cx="13680" cy="41040"/>
          </a:xfrm>
          <a:prstGeom prst="roundRect">
            <a:avLst>
              <a:gd name="adj" fmla="val 50000"/>
            </a:avLst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4C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71285B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89607A"/>
                </a:solidFill>
                <a:latin typeface="바탕"/>
                <a:ea typeface="바탕"/>
              </a:rPr>
              <a:t>한결같은 솜씨로 보답합니다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4C91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9607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4C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81280" y="295920"/>
            <a:ext cx="181440" cy="207360"/>
          </a:xfrm>
          <a:prstGeom prst="ellipse">
            <a:avLst/>
          </a:prstGeom>
          <a:noFill/>
          <a:ln w="25920">
            <a:solidFill>
              <a:srgbClr val="4C91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10440" y="325080"/>
            <a:ext cx="123120" cy="149040"/>
          </a:xfrm>
          <a:prstGeom prst="ellipse">
            <a:avLst/>
          </a:prstGeom>
          <a:solidFill>
            <a:srgbClr val="CDE0C8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55800" y="496800"/>
            <a:ext cx="32400" cy="97200"/>
          </a:xfrm>
          <a:prstGeom prst="roundRect">
            <a:avLst>
              <a:gd name="adj" fmla="val 50000"/>
            </a:avLst>
          </a:prstGeom>
          <a:solidFill>
            <a:srgbClr val="4C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