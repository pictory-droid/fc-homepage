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2E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58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CBE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FCBE4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BE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FFCB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BE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FFCB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BE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커트  ·  젤 케어  ·  왁싱  ·  예약제 운영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