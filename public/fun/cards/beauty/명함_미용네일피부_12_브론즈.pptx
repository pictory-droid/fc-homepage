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8E4A6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E4A6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BA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E5E3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615C6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250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250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29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250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47529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15639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5250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515639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2505C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5E3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