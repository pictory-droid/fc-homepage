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CE6E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CE6E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CE6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E4A6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8050A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15C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050A7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커트  ·  펌  ·  왁싱  ·  두피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