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송현우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4A3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736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커트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남성 컷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평일 10:00 – 21:00   |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