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A28A68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윤OO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에스테틱 원장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34F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C7B0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A1798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C7B0B5"/>
                </a:solidFill>
                <a:latin typeface="바탕"/>
                <a:ea typeface="바탕"/>
              </a:rPr>
              <a:t>시술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C7B0B5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FFFFFF"/>
                </a:solidFill>
                <a:latin typeface="바탕"/>
                <a:ea typeface="바탕"/>
              </a:rPr>
              <a:t>젤 케어  ·  속눈썹  ·  왁싱  ·  두피 케어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C7B0B5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D7C7CA"/>
                </a:solidFill>
                <a:latin typeface="바탕"/>
                <a:ea typeface="바탕"/>
              </a:rPr>
              <a:t>화–일 10:00 – 20:00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D7C7CA"/>
                </a:solidFill>
                <a:latin typeface="바탕"/>
                <a:ea typeface="바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에스테틱 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