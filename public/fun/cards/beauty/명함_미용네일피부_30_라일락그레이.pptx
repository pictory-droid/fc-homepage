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8A7B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두피 케어 매니저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8A7BA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8A7BA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54452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C8EA8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C8EA8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54452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54452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