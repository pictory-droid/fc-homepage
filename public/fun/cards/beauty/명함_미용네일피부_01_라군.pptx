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6B6B2F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2E8B8B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2E8B8B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2E8B8B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1E4347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859904" cy="158400"/>
          </a:xfrm>
          <a:prstGeom prst="roundRect">
            <a:avLst>
              <a:gd name="adj" fmla="val 50000"/>
            </a:avLst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8599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B062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3600">
            <a:solidFill>
              <a:srgbClr val="FFFFFF">
                <a:alpha val="5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88000" y="2808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88000" y="46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00" y="6696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88000" y="6912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염색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88000" y="8928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88000" y="9144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속눈썹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8000" y="11160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88000" y="11376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8000" y="1339200"/>
            <a:ext cx="1728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268000" y="468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68000" y="576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화–일 10:00 – 20:00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68000" y="9000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268000" y="10080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880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FFFFF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