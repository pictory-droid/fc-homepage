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6B6B2F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2E8B8B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2E8B8B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2E8B8B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1E4347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김OO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859904" cy="158400"/>
          </a:xfrm>
          <a:prstGeom prst="roundRect">
            <a:avLst>
              <a:gd name="adj" fmla="val 50000"/>
            </a:avLst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859904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헤어 디자이너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염색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속눈썹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화–일 10:00 – 20:00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헤어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