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E2F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2E9B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부드러운 손길로 다가갑니다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