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F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9072" y="201024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877956" y="258337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847825" y="351071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750319" y="351071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720188" y="258337"/>
            <a:ext cx="89856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5984" y="321984"/>
            <a:ext cx="76032" cy="76032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85B6A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74E6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74E6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74E6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4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73200" y="374400"/>
            <a:ext cx="93600" cy="1584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55371" y="434101"/>
            <a:ext cx="93600" cy="1584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3985" y="530699"/>
            <a:ext cx="93600" cy="1584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22415" y="530699"/>
            <a:ext cx="93600" cy="1584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491029" y="434101"/>
            <a:ext cx="93600" cy="1584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0400" y="500400"/>
            <a:ext cx="79200" cy="7920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95959"/>
                </a:solidFill>
                <a:latin typeface="맑은 고딕"/>
                <a:ea typeface="맑은 고딕"/>
              </a:rPr>
              <a:t>부드러운 손길로 다가갑니다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595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