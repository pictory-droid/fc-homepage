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6A7C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09120" y="900000"/>
            <a:ext cx="149760" cy="2152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27840" y="797040"/>
            <a:ext cx="112320" cy="112320"/>
          </a:xfrm>
          <a:prstGeom prst="rect">
            <a:avLst/>
          </a:prstGeom>
          <a:solidFill>
            <a:srgbClr val="B4BE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427840" y="703440"/>
            <a:ext cx="112320" cy="93600"/>
          </a:xfrm>
          <a:custGeom>
            <a:avLst/>
            <a:gdLst/>
            <a:ahLst/>
            <a:cxnLst/>
            <a:rect l="l" t="t" r="r" b="b"/>
            <a:pathLst>
              <a:path w="112320" h="93600">
                <a:moveTo>
                  <a:pt x="0" y="93600"/>
                </a:moveTo>
                <a:lnTo>
                  <a:pt x="112320" y="93600"/>
                </a:lnTo>
                <a:lnTo>
                  <a:pt x="112320" y="0"/>
                </a:lnTo>
                <a:lnTo>
                  <a:pt x="0" y="46800"/>
                </a:lnTo>
                <a:close/>
              </a:path>
            </a:pathLst>
          </a:custGeom>
          <a:solidFill>
            <a:srgbClr val="B4BE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58AB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9C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A4D2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288723" cy="208800"/>
          </a:xfrm>
          <a:prstGeom prst="roundRect">
            <a:avLst>
              <a:gd name="adj" fmla="val 50000"/>
            </a:avLst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28872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523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445B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05523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168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046168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48180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445B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748180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9475B"/>
                </a:solidFill>
                <a:latin typeface="맑은 고딕"/>
                <a:ea typeface="맑은 고딕"/>
              </a:rPr>
              <a:t>예약제 운영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