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6EAC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77408" y="1364112"/>
            <a:ext cx="149184" cy="170496"/>
          </a:xfrm>
          <a:prstGeom prst="ellipse">
            <a:avLst/>
          </a:prstGeom>
          <a:noFill/>
          <a:ln w="21312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1384" y="1388088"/>
            <a:ext cx="101232" cy="122544"/>
          </a:xfrm>
          <a:prstGeom prst="ellipse">
            <a:avLst/>
          </a:prstGeom>
          <a:solidFill>
            <a:srgbClr val="8080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38680" y="1529280"/>
            <a:ext cx="26640" cy="7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A705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44212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E701F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E701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E701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E701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448" y="171072"/>
            <a:ext cx="88704" cy="101376"/>
          </a:xfrm>
          <a:prstGeom prst="ellipse">
            <a:avLst/>
          </a:prstGeom>
          <a:noFill/>
          <a:ln w="12672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704" y="185328"/>
            <a:ext cx="60192" cy="72864"/>
          </a:xfrm>
          <a:prstGeom prst="ellipse">
            <a:avLst/>
          </a:prstGeom>
          <a:solidFill>
            <a:srgbClr val="8080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880" y="269280"/>
            <a:ext cx="15840" cy="47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바탕"/>
                <a:ea typeface="바탕"/>
              </a:rPr>
              <a:t>소중한 날의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바탕"/>
                <a:ea typeface="바탕"/>
              </a:rPr>
              <a:t>얼굴을 책임집니다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96E51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A7842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96E5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