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1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80000"/>
            <a:ext cx="720000" cy="1440000"/>
          </a:xfrm>
          <a:custGeom>
            <a:avLst/>
            <a:gdLst/>
            <a:ahLst/>
            <a:cxnLst/>
            <a:rect l="l" t="t" r="r" b="b"/>
            <a:pathLst>
              <a:path w="720000" h="1440000">
                <a:moveTo>
                  <a:pt x="0" y="0"/>
                </a:moveTo>
                <a:lnTo>
                  <a:pt x="75260" y="3944"/>
                </a:lnTo>
                <a:lnTo>
                  <a:pt x="149696" y="15734"/>
                </a:lnTo>
                <a:lnTo>
                  <a:pt x="222492" y="35239"/>
                </a:lnTo>
                <a:lnTo>
                  <a:pt x="292850" y="62247"/>
                </a:lnTo>
                <a:lnTo>
                  <a:pt x="360000" y="96462"/>
                </a:lnTo>
                <a:lnTo>
                  <a:pt x="423205" y="137508"/>
                </a:lnTo>
                <a:lnTo>
                  <a:pt x="481774" y="184936"/>
                </a:lnTo>
                <a:lnTo>
                  <a:pt x="535064" y="238226"/>
                </a:lnTo>
                <a:lnTo>
                  <a:pt x="582492" y="296795"/>
                </a:lnTo>
                <a:lnTo>
                  <a:pt x="623538" y="360000"/>
                </a:lnTo>
                <a:lnTo>
                  <a:pt x="657753" y="427150"/>
                </a:lnTo>
                <a:lnTo>
                  <a:pt x="684761" y="497508"/>
                </a:lnTo>
                <a:lnTo>
                  <a:pt x="704266" y="570304"/>
                </a:lnTo>
                <a:lnTo>
                  <a:pt x="716056" y="644740"/>
                </a:lnTo>
                <a:lnTo>
                  <a:pt x="720000" y="720000"/>
                </a:lnTo>
                <a:lnTo>
                  <a:pt x="716056" y="795260"/>
                </a:lnTo>
                <a:lnTo>
                  <a:pt x="704266" y="869696"/>
                </a:lnTo>
                <a:lnTo>
                  <a:pt x="684761" y="942492"/>
                </a:lnTo>
                <a:lnTo>
                  <a:pt x="657753" y="1012850"/>
                </a:lnTo>
                <a:lnTo>
                  <a:pt x="623538" y="1080000"/>
                </a:lnTo>
                <a:lnTo>
                  <a:pt x="582492" y="1143205"/>
                </a:lnTo>
                <a:lnTo>
                  <a:pt x="535064" y="1201774"/>
                </a:lnTo>
                <a:lnTo>
                  <a:pt x="481774" y="1255064"/>
                </a:lnTo>
                <a:lnTo>
                  <a:pt x="423205" y="1302492"/>
                </a:lnTo>
                <a:lnTo>
                  <a:pt x="360000" y="1343538"/>
                </a:lnTo>
                <a:lnTo>
                  <a:pt x="292850" y="1377753"/>
                </a:lnTo>
                <a:lnTo>
                  <a:pt x="222492" y="1404761"/>
                </a:lnTo>
                <a:lnTo>
                  <a:pt x="149696" y="1424266"/>
                </a:lnTo>
                <a:lnTo>
                  <a:pt x="75260" y="1436056"/>
                </a:lnTo>
                <a:lnTo>
                  <a:pt x="0" y="1440000"/>
                </a:lnTo>
                <a:close/>
              </a:path>
            </a:pathLst>
          </a:custGeom>
          <a:solidFill>
            <a:srgbClr val="007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6000" y="540000"/>
            <a:ext cx="54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350"/>
              </a:lnSpc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맹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1116000" y="223200"/>
            <a:ext cx="187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0B3A72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116000" y="540000"/>
            <a:ext cx="1872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맹우빈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943200"/>
            <a:ext cx="1872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0B3A72"/>
                </a:solidFill>
                <a:latin typeface="맑은 고딕"/>
                <a:ea typeface="맑은 고딕"/>
              </a:rPr>
              <a:t>피부 관리사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6000" y="1195200"/>
            <a:ext cx="144000" cy="180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116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0B3A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447200" y="13176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16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0B3A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447200" y="1447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0B3A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447200" y="15768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1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640" y="9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640" y="20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640" y="31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640" y="42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640" y="53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640" y="63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640" y="74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640" y="85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640" y="96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640" y="107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640" y="117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640" y="128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640" y="139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640" y="150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640" y="161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640" y="171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6640" y="9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6640" y="20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06640" y="31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06640" y="42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6640" y="53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06640" y="63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06640" y="74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06640" y="85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06640" y="96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06640" y="107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06640" y="117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06640" y="128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06640" y="139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06640" y="150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06640" y="161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06640" y="171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14640" y="9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14640" y="20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14640" y="31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14640" y="42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14640" y="53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14640" y="63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14640" y="74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14640" y="85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14640" y="96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14640" y="107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14640" y="117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14640" y="128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14640" y="139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14640" y="150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14640" y="161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14640" y="171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22640" y="9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2640" y="20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22640" y="31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22640" y="42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22640" y="53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22640" y="63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22640" y="74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22640" y="85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22640" y="96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22640" y="107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22640" y="117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22640" y="128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22640" y="139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22640" y="150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22640" y="161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22640" y="171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30640" y="9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30640" y="20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30640" y="31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30640" y="42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0640" y="53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30640" y="63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30640" y="74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30640" y="85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30640" y="96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30640" y="107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30640" y="117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30640" y="128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30640" y="139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30640" y="150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30640" y="161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30640" y="171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38640" y="9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38640" y="20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38640" y="31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38640" y="42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38640" y="53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38640" y="63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638640" y="74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38640" y="85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38640" y="96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38640" y="107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38640" y="117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38640" y="128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38640" y="139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38640" y="150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38640" y="161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38640" y="171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46640" y="9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46640" y="20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46640" y="31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746640" y="42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46640" y="53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46640" y="63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46640" y="74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46640" y="85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46640" y="96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46640" y="107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46640" y="117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746640" y="128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46640" y="139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46640" y="150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46640" y="161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46640" y="171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54640" y="9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54640" y="20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54640" y="31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54640" y="42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854640" y="53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54640" y="63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54640" y="74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854640" y="85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854640" y="96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54640" y="107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854640" y="117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854640" y="128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854640" y="139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54640" y="150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854640" y="161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854640" y="171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962640" y="9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962640" y="20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962640" y="31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962640" y="42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962640" y="53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62640" y="63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62640" y="74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962640" y="85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962640" y="96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962640" y="107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962640" y="117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962640" y="128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962640" y="139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962640" y="150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962640" y="161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962640" y="171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070640" y="9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070640" y="20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070640" y="31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070640" y="42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070640" y="53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1070640" y="63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070640" y="74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070640" y="85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070640" y="96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070640" y="107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070640" y="117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070640" y="128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070640" y="139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70640" y="150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70640" y="161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070640" y="171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178640" y="9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178640" y="20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178640" y="31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178640" y="42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178640" y="53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178640" y="63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178640" y="74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78640" y="85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178640" y="96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178640" y="107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178640" y="117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178640" y="128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178640" y="139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178640" y="150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178640" y="161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178640" y="171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286640" y="9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286640" y="20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286640" y="31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286640" y="42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286640" y="53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286640" y="63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286640" y="74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286640" y="85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286640" y="96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286640" y="107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286640" y="117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1286640" y="128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286640" y="139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1286640" y="150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1286640" y="161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286640" y="171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394640" y="9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394640" y="20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394640" y="31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394640" y="42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394640" y="53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1394640" y="63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394640" y="74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394640" y="85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394640" y="96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394640" y="107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394640" y="117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394640" y="128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394640" y="139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394640" y="150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1394640" y="161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394640" y="171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502640" y="9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502640" y="20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502640" y="31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502640" y="42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1502640" y="53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1502640" y="63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1502640" y="74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1502640" y="85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1502640" y="96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502640" y="107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502640" y="117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502640" y="128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502640" y="139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502640" y="150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02640" y="161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502640" y="171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610640" y="9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610640" y="20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610640" y="31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610640" y="42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610640" y="53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610640" y="63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610640" y="74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610640" y="85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610640" y="96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610640" y="107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610640" y="117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610640" y="128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610640" y="139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610640" y="150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610640" y="161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610640" y="171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718640" y="9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718640" y="20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718640" y="31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718640" y="42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718640" y="53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718640" y="63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718640" y="74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718640" y="85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718640" y="96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718640" y="107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718640" y="117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718640" y="128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718640" y="139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718640" y="150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718640" y="161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718640" y="171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826640" y="9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826640" y="20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826640" y="31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826640" y="42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826640" y="53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826640" y="63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826640" y="74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826640" y="85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826640" y="96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1826640" y="107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1826640" y="117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826640" y="128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826640" y="139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826640" y="150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826640" y="161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1826640" y="171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1934640" y="9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934640" y="20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934640" y="31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934640" y="42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934640" y="53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934640" y="63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934640" y="74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934640" y="85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934640" y="96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934640" y="107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934640" y="117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934640" y="128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934640" y="139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934640" y="150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1934640" y="161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1934640" y="171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2042640" y="9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2042640" y="20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2042640" y="31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2042640" y="42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2042640" y="53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2042640" y="63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2042640" y="74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2042640" y="85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2042640" y="96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2042640" y="107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2042640" y="117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2042640" y="128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2042640" y="139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2042640" y="150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2042640" y="161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2042640" y="171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2150640" y="9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2150640" y="20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2150640" y="31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2150640" y="42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2150640" y="53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2150640" y="63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2150640" y="74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2150640" y="85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2150640" y="96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2150640" y="107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2150640" y="117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2150640" y="128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2150640" y="139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150640" y="150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2150640" y="161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2150640" y="171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2258640" y="9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2258640" y="20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2258640" y="31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2258640" y="42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2258640" y="53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2258640" y="63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2258640" y="74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2258640" y="85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2258640" y="96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2258640" y="107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2258640" y="117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2258640" y="128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2258640" y="139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2258640" y="150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2258640" y="161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2258640" y="171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2366640" y="9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2366640" y="20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2366640" y="31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2366640" y="42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2366640" y="53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2366640" y="63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366640" y="74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2366640" y="85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2366640" y="96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2366640" y="107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2366640" y="117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2366640" y="128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2366640" y="139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2366640" y="150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2366640" y="161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2366640" y="171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2474640" y="9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2474640" y="20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2474640" y="31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2474640" y="42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2474640" y="53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2474640" y="63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2474640" y="74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2474640" y="85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2474640" y="96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2474640" y="107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2474640" y="117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2474640" y="128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2474640" y="139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2474640" y="150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2474640" y="161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2474640" y="171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2582640" y="9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2582640" y="20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2582640" y="31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2582640" y="42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2582640" y="53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2582640" y="63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2582640" y="74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2582640" y="85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2582640" y="96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2582640" y="107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2582640" y="117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2582640" y="128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2582640" y="139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2582640" y="150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2582640" y="161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2582640" y="171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2690640" y="9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2690640" y="20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2690640" y="31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2690640" y="42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2690640" y="53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2690640" y="63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2690640" y="74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2690640" y="85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2690640" y="96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2690640" y="107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2690640" y="117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2690640" y="128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2690640" y="139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2690640" y="150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2690640" y="161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2690640" y="171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2798640" y="9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2798640" y="20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2798640" y="31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2798640" y="42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2798640" y="53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2798640" y="63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2798640" y="74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2798640" y="85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2798640" y="96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2798640" y="107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2798640" y="117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2798640" y="128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2798640" y="139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2798640" y="150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2798640" y="161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2798640" y="171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2906640" y="9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2906640" y="20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2906640" y="31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2906640" y="42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2906640" y="53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2906640" y="63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2906640" y="74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2906640" y="85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2906640" y="96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2906640" y="107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2906640" y="117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2906640" y="128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2906640" y="139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2906640" y="150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2906640" y="161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2906640" y="171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3014640" y="9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3014640" y="20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3014640" y="31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3014640" y="42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3014640" y="53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3014640" y="63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3014640" y="74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3014640" y="85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3014640" y="96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3014640" y="107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3014640" y="117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3014640" y="128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3014640" y="139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3014640" y="150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3014640" y="161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3014640" y="171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3122640" y="9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3122640" y="20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3122640" y="31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3122640" y="42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3122640" y="53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3122640" y="63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3122640" y="74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3122640" y="85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3122640" y="96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3122640" y="107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3122640" y="117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3122640" y="128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3122640" y="139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3122640" y="150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3122640" y="161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3122640" y="171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3230640" y="9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3230640" y="20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3230640" y="31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3230640" y="42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3230640" y="53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3230640" y="63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3230640" y="74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3230640" y="85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3230640" y="96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3230640" y="107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3230640" y="117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3230640" y="1286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3230640" y="1394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3230640" y="1502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3230640" y="1610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3230640" y="1718640"/>
            <a:ext cx="18720" cy="18720"/>
          </a:xfrm>
          <a:prstGeom prst="ellipse">
            <a:avLst/>
          </a:prstGeom>
          <a:solidFill>
            <a:srgbClr val="B8D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396000" y="468000"/>
            <a:ext cx="2448000" cy="864000"/>
          </a:xfrm>
          <a:prstGeom prst="rect">
            <a:avLst/>
          </a:prstGeom>
          <a:solidFill>
            <a:srgbClr val="E6F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3" name="텍스트"/>
          <p:cNvSpPr txBox="1"/>
          <p:nvPr/>
        </p:nvSpPr>
        <p:spPr>
          <a:xfrm>
            <a:off x="540000" y="576000"/>
            <a:ext cx="2160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12151C"/>
                </a:solidFill>
                <a:latin typeface="맑은 고딕"/>
                <a:ea typeface="맑은 고딕"/>
              </a:rPr>
              <a:t>소중한 날의 얼굴을 책임집니다</a:t>
            </a:r>
          </a:p>
        </p:txBody>
      </p:sp>
      <p:sp>
        <p:nvSpPr>
          <p:cNvPr id="484" name="텍스트"/>
          <p:cNvSpPr txBox="1"/>
          <p:nvPr/>
        </p:nvSpPr>
        <p:spPr>
          <a:xfrm>
            <a:off x="540000" y="1144800"/>
            <a:ext cx="216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300">
                <a:solidFill>
                  <a:srgbClr val="0B3A72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피부 관리사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