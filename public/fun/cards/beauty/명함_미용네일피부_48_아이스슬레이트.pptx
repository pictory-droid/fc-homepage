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6173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방OO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에스테틱 원장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BFA2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14171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14171D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14171D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시술 안내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커트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네일 아트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속눈썹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메이크업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A7ABB4"/>
                </a:solidFill>
                <a:latin typeface="맑은 고딕"/>
                <a:ea typeface="맑은 고딕"/>
              </a:rPr>
              <a:t>평일 10:00 – 21:00   |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에스테틱 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