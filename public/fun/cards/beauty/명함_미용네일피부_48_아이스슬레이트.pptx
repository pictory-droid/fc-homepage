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6173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BFA2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4171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4171D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커트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평일 10:00 – 21:00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