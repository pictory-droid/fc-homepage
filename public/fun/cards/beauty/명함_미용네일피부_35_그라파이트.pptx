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6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8BCB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9BBA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8BCB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9BBA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8BCB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9BBA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8BCB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9BBA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8BCB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9BBA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1CFD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A8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B9BB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A8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6C8E8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1CFD0"/>
                </a:solidFill>
                <a:latin typeface="맑은 고딕"/>
                <a:ea typeface="맑은 고딕"/>
              </a:rPr>
              <a:t>평일 10:00 – 21:00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