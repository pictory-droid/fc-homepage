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A166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A166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394000" y="1098000"/>
            <a:ext cx="93600" cy="93600"/>
          </a:xfrm>
          <a:prstGeom prst="ellipse">
            <a:avLst/>
          </a:prstGeom>
          <a:noFill/>
          <a:ln w="21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552400" y="1098000"/>
            <a:ext cx="93600" cy="93600"/>
          </a:xfrm>
          <a:prstGeom prst="ellipse">
            <a:avLst/>
          </a:prstGeom>
          <a:noFill/>
          <a:ln w="21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2469600" y="892800"/>
            <a:ext cx="136800" cy="216000"/>
          </a:xfrm>
          <a:prstGeom prst="line">
            <a:avLst/>
          </a:prstGeom>
          <a:ln w="25200">
            <a:solidFill>
              <a:srgbClr val="D0B28E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2433600" y="892800"/>
            <a:ext cx="136800" cy="216000"/>
          </a:xfrm>
          <a:prstGeom prst="line">
            <a:avLst/>
          </a:prstGeom>
          <a:ln w="25200">
            <a:solidFill>
              <a:srgbClr val="FFFFF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63D1F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서OO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63D1F"/>
                </a:solidFill>
                <a:latin typeface="맑은 고딕"/>
                <a:ea typeface="맑은 고딕"/>
              </a:rPr>
              <a:t>네일 아티스트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EDAC1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63D1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63D1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63D1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펌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속눈썹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네일 아티스트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