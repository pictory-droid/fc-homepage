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D567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좋은 기분을 함께 완성합니다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