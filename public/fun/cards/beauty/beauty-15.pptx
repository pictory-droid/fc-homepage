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D4E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AD6A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595959"/>
                </a:solidFill>
                <a:latin typeface="바탕"/>
                <a:ea typeface="바탕"/>
              </a:rPr>
              <a:t>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F1E6EC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FFFFFF"/>
                </a:solidFill>
                <a:latin typeface="바탕"/>
                <a:ea typeface="바탕"/>
              </a:rPr>
              <a:t>권다은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5E5EC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EED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5E5EC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5E5EC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5E5EC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7B3759"/>
                </a:solidFill>
                <a:latin typeface="바탕"/>
                <a:ea typeface="바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866073"/>
                </a:solidFill>
                <a:latin typeface="맑은 고딕"/>
                <a:ea typeface="맑은 고딕"/>
              </a:rPr>
              <a:t>좋은 기분을 함께 완성합니다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B86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866073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81280" y="295920"/>
            <a:ext cx="181440" cy="207360"/>
          </a:xfrm>
          <a:prstGeom prst="ellipse">
            <a:avLst/>
          </a:prstGeom>
          <a:noFill/>
          <a:ln w="25920">
            <a:solidFill>
              <a:srgbClr val="B861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10440" y="325080"/>
            <a:ext cx="123120" cy="149040"/>
          </a:xfrm>
          <a:prstGeom prst="ellipse">
            <a:avLst/>
          </a:prstGeom>
          <a:solidFill>
            <a:srgbClr val="F3E0E9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55800" y="496800"/>
            <a:ext cx="32400" cy="97200"/>
          </a:xfrm>
          <a:prstGeom prst="roundRect">
            <a:avLst>
              <a:gd name="adj" fmla="val 50000"/>
            </a:avLst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