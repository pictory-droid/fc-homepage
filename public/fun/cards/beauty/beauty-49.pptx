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12B7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B7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392D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2392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2392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2392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4733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2392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724733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392D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392D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2392D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