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9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96000" y="0"/>
            <a:ext cx="1044000" cy="1800000"/>
          </a:xfrm>
          <a:prstGeom prst="rect">
            <a:avLst/>
          </a:prstGeom>
          <a:solidFill>
            <a:srgbClr val="3A88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541600" y="795600"/>
            <a:ext cx="131040" cy="131040"/>
          </a:xfrm>
          <a:prstGeom prst="ellipse">
            <a:avLst/>
          </a:prstGeom>
          <a:noFill/>
          <a:ln w="3024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63360" y="795600"/>
            <a:ext cx="131040" cy="131040"/>
          </a:xfrm>
          <a:prstGeom prst="ellipse">
            <a:avLst/>
          </a:prstGeom>
          <a:noFill/>
          <a:ln w="3024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 flipV="1">
            <a:off x="2647440" y="508320"/>
            <a:ext cx="191520" cy="302400"/>
          </a:xfrm>
          <a:prstGeom prst="line">
            <a:avLst/>
          </a:prstGeom>
          <a:ln w="35280">
            <a:solidFill>
              <a:srgbClr val="808080"/>
            </a:solidFill>
          </a:ln>
        </p:spPr>
      </p:cxnSp>
      <p:cxnSp>
        <p:nvCxnSpPr>
          <p:cNvPr id="6" name="Connector 5"/>
          <p:cNvCxnSpPr/>
          <p:nvPr/>
        </p:nvCxnSpPr>
        <p:spPr>
          <a:xfrm flipH="1" flipV="1">
            <a:off x="2597040" y="508320"/>
            <a:ext cx="191520" cy="302400"/>
          </a:xfrm>
          <a:prstGeom prst="line">
            <a:avLst/>
          </a:prstGeom>
          <a:ln w="35280">
            <a:solidFill>
              <a:srgbClr val="FFFFF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268000" y="1224000"/>
            <a:ext cx="90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60"/>
              </a:lnSpc>
            </a:pPr>
            <a:r>
              <a:rPr sz="800" b="1" spc="150">
                <a:solidFill>
                  <a:srgbClr val="FFFFFF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16000" y="331200"/>
            <a:ext cx="1872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1C401C"/>
                </a:solidFill>
                <a:latin typeface="맑은 고딕"/>
                <a:ea typeface="맑은 고딕"/>
              </a:rPr>
              <a:t>목태양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16000" y="619200"/>
            <a:ext cx="1872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347A34"/>
                </a:solidFill>
                <a:latin typeface="맑은 고딕"/>
                <a:ea typeface="맑은 고딕"/>
              </a:rPr>
              <a:t>왁싱 전문가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6000" y="828000"/>
            <a:ext cx="201600" cy="14400"/>
          </a:xfrm>
          <a:prstGeom prst="rect">
            <a:avLst/>
          </a:prstGeom>
          <a:solidFill>
            <a:srgbClr val="3A88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16000" y="1008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347A34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10080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C40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16000" y="1176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347A34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360000" y="11769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C40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16000" y="1345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347A34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3458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C40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016000" y="576000"/>
            <a:ext cx="1224000" cy="1224000"/>
          </a:xfrm>
          <a:custGeom>
            <a:avLst/>
            <a:gdLst/>
            <a:ahLst/>
            <a:cxnLst/>
            <a:rect l="l" t="t" r="r" b="b"/>
            <a:pathLst>
              <a:path w="1224000" h="1224000">
                <a:moveTo>
                  <a:pt x="1224000" y="1224000"/>
                </a:moveTo>
                <a:lnTo>
                  <a:pt x="0" y="1224000"/>
                </a:lnTo>
                <a:lnTo>
                  <a:pt x="7696" y="1086955"/>
                </a:lnTo>
                <a:lnTo>
                  <a:pt x="30688" y="951634"/>
                </a:lnTo>
                <a:lnTo>
                  <a:pt x="68687" y="819738"/>
                </a:lnTo>
                <a:lnTo>
                  <a:pt x="121214" y="692926"/>
                </a:lnTo>
                <a:lnTo>
                  <a:pt x="187610" y="572793"/>
                </a:lnTo>
                <a:lnTo>
                  <a:pt x="267038" y="460848"/>
                </a:lnTo>
                <a:lnTo>
                  <a:pt x="358501" y="358501"/>
                </a:lnTo>
                <a:lnTo>
                  <a:pt x="460848" y="267038"/>
                </a:lnTo>
                <a:lnTo>
                  <a:pt x="572793" y="187610"/>
                </a:lnTo>
                <a:lnTo>
                  <a:pt x="692926" y="121214"/>
                </a:lnTo>
                <a:lnTo>
                  <a:pt x="819738" y="68687"/>
                </a:lnTo>
                <a:lnTo>
                  <a:pt x="951634" y="30688"/>
                </a:lnTo>
                <a:lnTo>
                  <a:pt x="1086955" y="7696"/>
                </a:lnTo>
                <a:lnTo>
                  <a:pt x="1224000" y="0"/>
                </a:lnTo>
                <a:close/>
              </a:path>
            </a:pathLst>
          </a:custGeom>
          <a:solidFill>
            <a:srgbClr val="663D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520000" y="1080000"/>
            <a:ext cx="720000" cy="720000"/>
          </a:xfrm>
          <a:custGeom>
            <a:avLst/>
            <a:gdLst/>
            <a:ahLst/>
            <a:cxnLst/>
            <a:rect l="l" t="t" r="r" b="b"/>
            <a:pathLst>
              <a:path w="720000" h="720000">
                <a:moveTo>
                  <a:pt x="720000" y="720000"/>
                </a:moveTo>
                <a:lnTo>
                  <a:pt x="0" y="720000"/>
                </a:lnTo>
                <a:lnTo>
                  <a:pt x="4527" y="639386"/>
                </a:lnTo>
                <a:lnTo>
                  <a:pt x="18052" y="559785"/>
                </a:lnTo>
                <a:lnTo>
                  <a:pt x="40404" y="482199"/>
                </a:lnTo>
                <a:lnTo>
                  <a:pt x="71302" y="407604"/>
                </a:lnTo>
                <a:lnTo>
                  <a:pt x="110359" y="336937"/>
                </a:lnTo>
                <a:lnTo>
                  <a:pt x="157081" y="271087"/>
                </a:lnTo>
                <a:lnTo>
                  <a:pt x="210883" y="210883"/>
                </a:lnTo>
                <a:lnTo>
                  <a:pt x="271087" y="157081"/>
                </a:lnTo>
                <a:lnTo>
                  <a:pt x="336937" y="110359"/>
                </a:lnTo>
                <a:lnTo>
                  <a:pt x="407604" y="71302"/>
                </a:lnTo>
                <a:lnTo>
                  <a:pt x="482199" y="40404"/>
                </a:lnTo>
                <a:lnTo>
                  <a:pt x="559785" y="18052"/>
                </a:lnTo>
                <a:lnTo>
                  <a:pt x="639386" y="4527"/>
                </a:lnTo>
                <a:lnTo>
                  <a:pt x="720000" y="0"/>
                </a:lnTo>
                <a:close/>
              </a:path>
            </a:pathLst>
          </a:custGeom>
          <a:solidFill>
            <a:srgbClr val="D4C9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91800" y="1513800"/>
            <a:ext cx="65520" cy="65520"/>
          </a:xfrm>
          <a:prstGeom prst="ellipse">
            <a:avLst/>
          </a:prstGeom>
          <a:noFill/>
          <a:ln w="151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902680" y="1513800"/>
            <a:ext cx="65520" cy="65520"/>
          </a:xfrm>
          <a:prstGeom prst="ellipse">
            <a:avLst/>
          </a:prstGeom>
          <a:noFill/>
          <a:ln w="151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 flipV="1">
            <a:off x="2844720" y="1370160"/>
            <a:ext cx="95760" cy="151200"/>
          </a:xfrm>
          <a:prstGeom prst="line">
            <a:avLst/>
          </a:prstGeom>
          <a:ln w="17640">
            <a:solidFill>
              <a:srgbClr val="666666"/>
            </a:solidFill>
          </a:ln>
        </p:spPr>
      </p:cxnSp>
      <p:cxnSp>
        <p:nvCxnSpPr>
          <p:cNvPr id="7" name="Connector 6"/>
          <p:cNvCxnSpPr/>
          <p:nvPr/>
        </p:nvCxnSpPr>
        <p:spPr>
          <a:xfrm flipH="1" flipV="1">
            <a:off x="2819520" y="1370160"/>
            <a:ext cx="95760" cy="151200"/>
          </a:xfrm>
          <a:prstGeom prst="line">
            <a:avLst/>
          </a:prstGeom>
          <a:ln w="17640">
            <a:solidFill>
              <a:srgbClr val="FFFFFF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324000"/>
            <a:ext cx="1944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1C401C"/>
                </a:solidFill>
                <a:latin typeface="맑은 고딕"/>
                <a:ea typeface="맑은 고딕"/>
              </a:rPr>
              <a:t>기분 좋은 변화를</a:t>
            </a:r>
          </a:p>
          <a:p>
            <a:pPr algn="l">
              <a:lnSpc>
                <a:spcPts val="1739"/>
              </a:lnSpc>
            </a:pPr>
            <a:r>
              <a:rPr sz="1200" b="1">
                <a:solidFill>
                  <a:srgbClr val="1C401C"/>
                </a:solidFill>
                <a:latin typeface="맑은 고딕"/>
                <a:ea typeface="맑은 고딕"/>
              </a:rPr>
              <a:t>약속드려요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476000"/>
            <a:ext cx="144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5F735D"/>
                </a:solidFill>
                <a:latin typeface="맑은 고딕"/>
                <a:ea typeface="맑은 고딕"/>
              </a:rPr>
              <a:t>샵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왁싱 전문가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