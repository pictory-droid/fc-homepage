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906A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FFFFFF"/>
                </a:solidFill>
                <a:latin typeface="맑은 고딕"/>
                <a:ea typeface="맑은 고딕"/>
              </a:rPr>
              <a:t>신OO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피부 관리사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E5A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CBCADA"/>
                </a:solidFill>
                <a:latin typeface="맑은 고딕"/>
                <a:ea typeface="맑은 고딕"/>
              </a:rPr>
              <a:t>시술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FFFFF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7B5CB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커트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8582A8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7B5CB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클리닉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8582A8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7B5CB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속눈썹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8582A8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7B5CB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8582A8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CBCADA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CBCADA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피부 관리사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