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906A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BCADA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7B5C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8582A8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7B5C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8582A8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7B5C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8582A8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7B5C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8582A8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CBCADA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BCADA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