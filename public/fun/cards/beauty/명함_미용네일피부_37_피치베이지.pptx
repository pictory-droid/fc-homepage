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F7E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20200" y="970200"/>
            <a:ext cx="121680" cy="121680"/>
          </a:xfrm>
          <a:prstGeom prst="ellipse">
            <a:avLst/>
          </a:prstGeom>
          <a:noFill/>
          <a:ln w="2808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6120" y="970200"/>
            <a:ext cx="121680" cy="121680"/>
          </a:xfrm>
          <a:prstGeom prst="ellipse">
            <a:avLst/>
          </a:prstGeom>
          <a:noFill/>
          <a:ln w="2808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418480" y="703440"/>
            <a:ext cx="177840" cy="280800"/>
          </a:xfrm>
          <a:prstGeom prst="line">
            <a:avLst/>
          </a:prstGeom>
          <a:ln w="32760">
            <a:solidFill>
              <a:srgbClr val="826C6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371680" y="703440"/>
            <a:ext cx="177840" cy="280800"/>
          </a:xfrm>
          <a:prstGeom prst="line">
            <a:avLst/>
          </a:prstGeom>
          <a:ln w="32760">
            <a:solidFill>
              <a:srgbClr val="1B223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5554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55D2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3F63A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169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169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718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169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2718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169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978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55D29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