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4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CEC1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CEC1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CEC1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6E6C7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6E6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6E6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58C91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C5C67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6E6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5C6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5C6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5C6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86A78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일대일 예약제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86A78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