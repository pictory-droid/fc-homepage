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4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CEC1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CEC1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CEC1C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6E6C7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6E6C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6E6C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58C91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전OO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C5C67"/>
                </a:solidFill>
                <a:latin typeface="맑은 고딕"/>
                <a:ea typeface="맑은 고딕"/>
              </a:rPr>
              <a:t>헤어 디자이너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6E6C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C5C67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C5C67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C5C67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C86A78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3A9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펌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젤 케어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웨딩 · 촬영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남성 컷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일대일 예약제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INSTAGRAM  @아이디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C86A78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헤어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