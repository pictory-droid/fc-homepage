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C8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463C1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463C1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463C1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463C1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463C16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463C1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463C1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463C16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2151C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463C16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12151C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463C16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463C1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5911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C591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C5911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C5911"/>
                </a:solidFill>
                <a:latin typeface="맑은 고딕"/>
                <a:ea typeface="맑은 고딕"/>
              </a:rPr>
              <a:t>예약제 운영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