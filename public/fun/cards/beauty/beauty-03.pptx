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66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99072" y="201024"/>
            <a:ext cx="89856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4320000">
            <a:off x="2877956" y="258337"/>
            <a:ext cx="89856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8640000">
            <a:off x="2847825" y="351071"/>
            <a:ext cx="89856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2960000">
            <a:off x="2750319" y="351071"/>
            <a:ext cx="89856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7280000">
            <a:off x="2720188" y="258337"/>
            <a:ext cx="89856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5984" y="321984"/>
            <a:ext cx="76032" cy="7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ADBBB1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5AE86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5AE86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5AE8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73200" y="374400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4320000">
            <a:off x="1655371" y="434101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8640000">
            <a:off x="1623985" y="530699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2960000">
            <a:off x="1522415" y="530699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7280000">
            <a:off x="1491029" y="434101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0400" y="500400"/>
            <a:ext cx="79200" cy="79200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거울 앞의 자신감을 선물합니다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