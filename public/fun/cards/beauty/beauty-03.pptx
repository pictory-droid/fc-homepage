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C8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208800"/>
            <a:ext cx="57600" cy="576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박지우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784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0">
                <a:solidFill>
                  <a:srgbClr val="463C16"/>
                </a:solidFill>
                <a:latin typeface="맑은 고딕"/>
                <a:ea typeface="맑은 고딕"/>
              </a:rPr>
              <a:t>네일 아티스트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137600"/>
            <a:ext cx="180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672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      name@example.com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256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463C16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576800"/>
            <a:ext cx="2520000" cy="104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97"/>
              </a:lnSpc>
            </a:pPr>
            <a:r>
              <a:rPr sz="550" b="1" spc="300">
                <a:solidFill>
                  <a:srgbClr val="463C16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거울 앞의 자신감을 선물합니다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12151C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네일 아티스트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