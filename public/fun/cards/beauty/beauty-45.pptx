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00B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00B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00B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00B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00B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1066505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00B8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1066505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메이크업 아티스트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도아린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00B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염색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클리닉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3A9B5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피부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00B8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메이크업 아티스트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