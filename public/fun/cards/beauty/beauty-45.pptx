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E8F4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3725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2F481E"/>
                </a:solidFill>
                <a:latin typeface="바탕"/>
                <a:ea typeface="바탕"/>
              </a:rPr>
              <a:t>도아린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517B32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5F91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17B32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17B32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517B32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F481E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7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5600" y="900000"/>
            <a:ext cx="172800" cy="248400"/>
          </a:xfrm>
          <a:prstGeom prst="roundRect">
            <a:avLst>
              <a:gd name="adj" fmla="val 9375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7200" y="781200"/>
            <a:ext cx="129600" cy="1296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47200" y="673200"/>
            <a:ext cx="129600" cy="108000"/>
          </a:xfrm>
          <a:custGeom>
            <a:avLst/>
            <a:gdLst/>
            <a:ahLst/>
            <a:cxnLst/>
            <a:rect l="l" t="t" r="r" b="b"/>
            <a:pathLst>
              <a:path w="129600" h="108000">
                <a:moveTo>
                  <a:pt x="0" y="108000"/>
                </a:moveTo>
                <a:lnTo>
                  <a:pt x="129600" y="108000"/>
                </a:lnTo>
                <a:lnTo>
                  <a:pt x="129600" y="0"/>
                </a:lnTo>
                <a:lnTo>
                  <a:pt x="0" y="54000"/>
                </a:lnTo>
                <a:close/>
              </a:path>
            </a:pathLst>
          </a:custGeom>
          <a:solidFill>
            <a:srgbClr val="E0E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당신이 웃으면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저도 행복합니다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FE6DB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