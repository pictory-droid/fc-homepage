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0D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6E3B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6253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62535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53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6C8D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53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6C8D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6253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예약제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