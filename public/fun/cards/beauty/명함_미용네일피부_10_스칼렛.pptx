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19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EB4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ACCD4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F0758A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ACCD4"/>
                </a:solidFill>
                <a:latin typeface="맑은 고딕"/>
                <a:ea typeface="맑은 고딕"/>
              </a:rPr>
              <a:t>두피 케어 매니저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F075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ACCD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ACCD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ACCD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8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E6193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3172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E6193C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CE8EC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CE8EC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CE8EC"/>
          </a:solidFill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F8BFC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1728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3172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31728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두피 케어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