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96000"/>
            <a:ext cx="3240000" cy="504000"/>
          </a:xfrm>
          <a:prstGeom prst="rect">
            <a:avLst/>
          </a:prstGeom>
          <a:solidFill>
            <a:srgbClr val="DED8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3240000" cy="14400"/>
          </a:xfrm>
          <a:prstGeom prst="rect">
            <a:avLst/>
          </a:prstGeom>
          <a:solidFill>
            <a:srgbClr val="6D52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E7FC2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허OO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373259"/>
                </a:solidFill>
                <a:latin typeface="맑은 고딕"/>
                <a:ea typeface="맑은 고딕"/>
              </a:rPr>
              <a:t>에스테틱 원장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732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512000"/>
            <a:ext cx="900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72800" y="1411200"/>
            <a:ext cx="0" cy="201600"/>
          </a:xfrm>
          <a:prstGeom prst="line">
            <a:avLst/>
          </a:prstGeom>
          <a:ln w="3600">
            <a:solidFill>
              <a:srgbClr val="CDC4E1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732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52000" y="1512000"/>
            <a:ext cx="1008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80800" y="1411200"/>
            <a:ext cx="0" cy="201600"/>
          </a:xfrm>
          <a:prstGeom prst="line">
            <a:avLst/>
          </a:prstGeom>
          <a:ln w="3600">
            <a:solidFill>
              <a:srgbClr val="CDC4E1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732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60000" y="15120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4D9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D52A8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6376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BCC1D4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펌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BCC1D4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속눈썹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BCC1D4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왁싱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BCC1D4"/>
            </a:solidFill>
          </a:ln>
        </p:spPr>
      </p:cxnSp>
      <p:sp>
        <p:nvSpPr>
          <p:cNvPr id="11" name="Rectangle 10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616878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616878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616878"/>
                </a:solidFill>
                <a:latin typeface="맑은 고딕"/>
                <a:ea typeface="맑은 고딕"/>
              </a:rPr>
              <a:t>일대일 예약제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에스테틱 원장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