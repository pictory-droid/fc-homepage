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차OO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FFFFFF"/>
                </a:solidFill>
                <a:latin typeface="맑은 고딕"/>
                <a:ea typeface="맑은 고딕"/>
              </a:rPr>
              <a:t>속눈썹 디자이너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864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속눈썹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피부 관리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10728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9" name="Oval 8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FFFFFF"/>
                </a:solidFill>
                <a:latin typeface="맑은 고딕"/>
                <a:ea typeface="맑은 고딕"/>
              </a:rPr>
              <a:t>평일 10:00 – 21:00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속눈썹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