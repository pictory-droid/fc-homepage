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D904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90429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D9042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2430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430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54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54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01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6401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