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733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AC85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7254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87040" y="429840"/>
            <a:ext cx="89856" cy="89856"/>
          </a:xfrm>
          <a:prstGeom prst="ellipse">
            <a:avLst/>
          </a:prstGeom>
          <a:noFill/>
          <a:ln w="20736">
            <a:solidFill>
              <a:srgbClr val="AC8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39104" y="429840"/>
            <a:ext cx="89856" cy="89856"/>
          </a:xfrm>
          <a:prstGeom prst="ellipse">
            <a:avLst/>
          </a:prstGeom>
          <a:noFill/>
          <a:ln w="20736">
            <a:solidFill>
              <a:srgbClr val="AC85C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759616" y="232848"/>
            <a:ext cx="131328" cy="207360"/>
          </a:xfrm>
          <a:prstGeom prst="line">
            <a:avLst/>
          </a:prstGeom>
          <a:ln w="24192">
            <a:solidFill>
              <a:srgbClr val="725488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725056" y="232848"/>
            <a:ext cx="131328" cy="207360"/>
          </a:xfrm>
          <a:prstGeom prst="line">
            <a:avLst/>
          </a:prstGeom>
          <a:ln w="24192">
            <a:solidFill>
              <a:srgbClr val="AC85C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4B8CD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1A4D6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AC85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1A4D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1A4D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1A4D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DD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737373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573371"/>
                </a:solidFill>
                <a:latin typeface="맑은 고딕"/>
                <a:ea typeface="맑은 고딕"/>
              </a:rPr>
              <a:t>당신의 아름다움을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573371"/>
                </a:solidFill>
                <a:latin typeface="맑은 고딕"/>
                <a:ea typeface="맑은 고딕"/>
              </a:rPr>
              <a:t>존중합니다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686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