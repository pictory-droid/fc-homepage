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E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33422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김하늘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334220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6B9027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33422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33422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334220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C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A6E22E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당신의 아름다움을 존중합니다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E6F7C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4A6323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