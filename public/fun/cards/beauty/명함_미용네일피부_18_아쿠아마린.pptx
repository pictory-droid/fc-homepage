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6CC4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CDEBEA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75961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CDEBEA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59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59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759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1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37E7B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2A3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A908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A908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2A3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방문 전 예약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