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CC4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A2A3C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CDEBEA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75961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CDEBEA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596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596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7596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1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37E7B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7A2A3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3A908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3A90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3A908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3A90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7A2A3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470"/>
                </a:solidFill>
                <a:latin typeface="맑은 고딕"/>
                <a:ea typeface="맑은 고딕"/>
              </a:rPr>
              <a:t>방문 전 예약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