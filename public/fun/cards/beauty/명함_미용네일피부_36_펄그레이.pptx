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D4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5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647B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647B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D4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AAB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7DDE8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