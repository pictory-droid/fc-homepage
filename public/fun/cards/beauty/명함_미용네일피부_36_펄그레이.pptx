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B4A82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차OO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D4D8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1B2230"/>
                </a:solidFill>
                <a:latin typeface="맑은 고딕"/>
                <a:ea typeface="맑은 고딕"/>
              </a:rPr>
              <a:t>속눈썹 디자이너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05C5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659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647B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647B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클리닉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속눈썹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피부 관리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10728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9" name="Oval 8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D4D8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AAB7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FFFFFF"/>
                </a:solidFill>
                <a:latin typeface="맑은 고딕"/>
                <a:ea typeface="맑은 고딕"/>
              </a:rPr>
              <a:t>방문 전 예약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D7DDE8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속눈썹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