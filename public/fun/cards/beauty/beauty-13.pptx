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서나연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네일 아티스트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내 얼굴에 어울리는 단 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12151C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네일 아티스트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