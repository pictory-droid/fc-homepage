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DCDFE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FF8F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샵 이름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서나연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네일 아티스트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72000" y="943200"/>
            <a:ext cx="0" cy="6048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016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318400" y="1022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18400" y="1166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18400" y="1310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FF8F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펌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네일 아트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속눈썹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072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두피 케어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2168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A3A9B5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A3A9B5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A3A9B5"/>
                </a:solidFill>
                <a:latin typeface="맑은 고딕"/>
                <a:ea typeface="맑은 고딕"/>
              </a:rPr>
              <a:t>화–일 10:00 – 20:00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네일 아티스트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