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976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720000"/>
          </a:xfrm>
          <a:prstGeom prst="rect">
            <a:avLst/>
          </a:prstGeom>
          <a:solidFill>
            <a:srgbClr val="DCEE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88704" y="360000"/>
            <a:ext cx="110592" cy="158976"/>
          </a:xfrm>
          <a:prstGeom prst="roundRect">
            <a:avLst>
              <a:gd name="adj" fmla="val 9375"/>
            </a:avLst>
          </a:prstGeom>
          <a:solidFill>
            <a:srgbClr val="6666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802528" y="283968"/>
            <a:ext cx="82944" cy="82944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2802528" y="214848"/>
            <a:ext cx="82944" cy="69120"/>
          </a:xfrm>
          <a:custGeom>
            <a:avLst/>
            <a:gdLst/>
            <a:ahLst/>
            <a:cxnLst/>
            <a:rect l="l" t="t" r="r" b="b"/>
            <a:pathLst>
              <a:path w="82944" h="69120">
                <a:moveTo>
                  <a:pt x="0" y="69120"/>
                </a:moveTo>
                <a:lnTo>
                  <a:pt x="82944" y="69120"/>
                </a:lnTo>
                <a:lnTo>
                  <a:pt x="82944" y="0"/>
                </a:lnTo>
                <a:lnTo>
                  <a:pt x="0" y="34560"/>
                </a:lnTo>
                <a:close/>
              </a:path>
            </a:pathLst>
          </a:custGeom>
          <a:solidFill>
            <a:srgbClr val="E8E8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30400" y="187200"/>
            <a:ext cx="2160000" cy="305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82"/>
              </a:lnSpc>
            </a:pPr>
            <a:r>
              <a:rPr sz="1850" b="1" spc="50">
                <a:solidFill>
                  <a:srgbClr val="666666"/>
                </a:solidFill>
                <a:latin typeface="맑은 고딕"/>
                <a:ea typeface="맑은 고딕"/>
              </a:rPr>
              <a:t>서나연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30400" y="475200"/>
            <a:ext cx="216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666666"/>
                </a:solidFill>
                <a:latin typeface="맑은 고딕"/>
                <a:ea typeface="맑은 고딕"/>
              </a:rPr>
              <a:t>네일 아티스트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30400" y="835200"/>
            <a:ext cx="180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E9EEE6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30400" y="10152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E1F1DA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74400" y="1015200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30400" y="11841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E1F1DA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74400" y="1184111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30400" y="13530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E1F1DA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74400" y="1353022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9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24000" cy="1800000"/>
          </a:xfrm>
          <a:prstGeom prst="rect">
            <a:avLst/>
          </a:prstGeom>
          <a:solidFill>
            <a:srgbClr val="5D9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25600" y="900000"/>
            <a:ext cx="172800" cy="248400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7200" y="781200"/>
            <a:ext cx="129600" cy="129600"/>
          </a:xfrm>
          <a:prstGeom prst="rect">
            <a:avLst/>
          </a:prstGeom>
          <a:solidFill>
            <a:srgbClr val="8080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547200" y="673200"/>
            <a:ext cx="129600" cy="108000"/>
          </a:xfrm>
          <a:custGeom>
            <a:avLst/>
            <a:gdLst/>
            <a:ahLst/>
            <a:cxnLst/>
            <a:rect l="l" t="t" r="r" b="b"/>
            <a:pathLst>
              <a:path w="129600" h="108000">
                <a:moveTo>
                  <a:pt x="0" y="108000"/>
                </a:moveTo>
                <a:lnTo>
                  <a:pt x="129600" y="108000"/>
                </a:lnTo>
                <a:lnTo>
                  <a:pt x="129600" y="0"/>
                </a:lnTo>
                <a:lnTo>
                  <a:pt x="0" y="54000"/>
                </a:lnTo>
                <a:close/>
              </a:path>
            </a:pathLst>
          </a:custGeom>
          <a:solidFill>
            <a:srgbClr val="8080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1440000" y="432000"/>
            <a:ext cx="1584000" cy="79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67"/>
              </a:lnSpc>
            </a:pPr>
            <a:r>
              <a:rPr sz="1150" b="1">
                <a:solidFill>
                  <a:srgbClr val="314F22"/>
                </a:solidFill>
                <a:latin typeface="맑은 고딕"/>
                <a:ea typeface="맑은 고딕"/>
              </a:rPr>
              <a:t>내 얼굴에</a:t>
            </a:r>
          </a:p>
          <a:p>
            <a:pPr algn="l">
              <a:lnSpc>
                <a:spcPts val="1667"/>
              </a:lnSpc>
            </a:pPr>
            <a:r>
              <a:rPr sz="1150" b="1">
                <a:solidFill>
                  <a:srgbClr val="314F22"/>
                </a:solidFill>
                <a:latin typeface="맑은 고딕"/>
                <a:ea typeface="맑은 고딕"/>
              </a:rPr>
              <a:t>어울리는 단 하나</a:t>
            </a:r>
          </a:p>
        </p:txBody>
      </p:sp>
      <p:sp>
        <p:nvSpPr>
          <p:cNvPr id="7" name="Rectangle 6"/>
          <p:cNvSpPr/>
          <p:nvPr/>
        </p:nvSpPr>
        <p:spPr>
          <a:xfrm>
            <a:off x="1440000" y="1317600"/>
            <a:ext cx="180000" cy="10800"/>
          </a:xfrm>
          <a:prstGeom prst="rect">
            <a:avLst/>
          </a:prstGeom>
          <a:solidFill>
            <a:srgbClr val="5D9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440000" y="1418400"/>
            <a:ext cx="1584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63755A"/>
                </a:solidFill>
                <a:latin typeface="맑은 고딕"/>
                <a:ea typeface="맑은 고딕"/>
              </a:rPr>
              <a:t>샵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네일 아티스트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