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CCC8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92525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92525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CCC8C6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9252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9252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9252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9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B9C5C0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9CADA6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597569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9CADA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597569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9CADA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597569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9CADA6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597569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B9C5C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B9C5C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