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B8C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6A4A3A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ADF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435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4357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ADFE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8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98BB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528C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98BBBD"/>
                </a:solidFill>
                <a:latin typeface="바탕"/>
                <a:ea typeface="바탕"/>
              </a:rPr>
              <a:t>시술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98BBB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펌  ·  네일 아트  ·  두피 케어  ·  남성 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98BBB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B6CFD0"/>
                </a:solidFill>
                <a:latin typeface="바탕"/>
                <a:ea typeface="바탕"/>
              </a:rPr>
              <a:t>예약제 운영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B6CFD0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