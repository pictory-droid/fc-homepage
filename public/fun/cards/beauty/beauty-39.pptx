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76880" y="508320"/>
            <a:ext cx="282240" cy="322560"/>
          </a:xfrm>
          <a:prstGeom prst="ellipse">
            <a:avLst/>
          </a:prstGeom>
          <a:noFill/>
          <a:ln w="40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22240" y="553680"/>
            <a:ext cx="191520" cy="231840"/>
          </a:xfrm>
          <a:prstGeom prst="ellipse">
            <a:avLst/>
          </a:prstGeom>
          <a:solidFill>
            <a:srgbClr val="737373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692800" y="820800"/>
            <a:ext cx="50400" cy="151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91938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9295B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9295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193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9295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193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9295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193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1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191938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65657C"/>
                </a:solidFill>
                <a:latin typeface="맑은 고딕"/>
                <a:ea typeface="맑은 고딕"/>
              </a:rPr>
              <a:t>취향을 닮은 스타일을 찾아요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5657C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81280" y="295920"/>
            <a:ext cx="181440" cy="207360"/>
          </a:xfrm>
          <a:prstGeom prst="ellipse">
            <a:avLst/>
          </a:prstGeom>
          <a:noFill/>
          <a:ln w="25920">
            <a:solidFill>
              <a:srgbClr val="2929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10440" y="325080"/>
            <a:ext cx="123120" cy="149040"/>
          </a:xfrm>
          <a:prstGeom prst="ellipse">
            <a:avLst/>
          </a:prstGeom>
          <a:solidFill>
            <a:srgbClr val="E0E0F3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55800" y="496800"/>
            <a:ext cx="32400" cy="97200"/>
          </a:xfrm>
          <a:prstGeom prst="roundRect">
            <a:avLst>
              <a:gd name="adj" fmla="val 50000"/>
            </a:avLst>
          </a:pr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