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D904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90429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D9042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2430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2430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5433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5433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81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0081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401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6401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