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D90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곽도하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D90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취향을 닮은 스타일을 찾아요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