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49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B9C5C0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강OO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4362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FFFFFF"/>
                </a:solidFill>
                <a:latin typeface="맑은 고딕"/>
                <a:ea typeface="맑은 고딕"/>
              </a:rPr>
              <a:t>속눈썹 디자이너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B9C5C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7A2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7A2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61232" y="898848"/>
            <a:ext cx="193536" cy="221184"/>
          </a:xfrm>
          <a:prstGeom prst="ellipse">
            <a:avLst/>
          </a:prstGeom>
          <a:noFill/>
          <a:ln w="2764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92336" y="929952"/>
            <a:ext cx="131328" cy="158976"/>
          </a:xfrm>
          <a:prstGeom prst="ellipse">
            <a:avLst/>
          </a:prstGeom>
          <a:solidFill>
            <a:srgbClr val="BC909B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0720" y="1113120"/>
            <a:ext cx="34560" cy="103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8" name="Oval 7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7A2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네일 아트</a:t>
            </a:r>
          </a:p>
        </p:txBody>
      </p:sp>
      <p:sp>
        <p:nvSpPr>
          <p:cNvPr id="10" name="Oval 9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속눈썹</a:t>
            </a:r>
          </a:p>
        </p:txBody>
      </p:sp>
      <p:sp>
        <p:nvSpPr>
          <p:cNvPr id="12" name="Oval 11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7A2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피부 관리</a:t>
            </a:r>
          </a:p>
        </p:txBody>
      </p:sp>
      <p:sp>
        <p:nvSpPr>
          <p:cNvPr id="14" name="Oval 13"/>
          <p:cNvSpPr/>
          <p:nvPr/>
        </p:nvSpPr>
        <p:spPr>
          <a:xfrm>
            <a:off x="1191600" y="1159200"/>
            <a:ext cx="43200" cy="43200"/>
          </a:xfrm>
          <a:prstGeom prst="ellipse">
            <a:avLst/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29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왁싱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86459"/>
                </a:solidFill>
                <a:latin typeface="맑은 고딕"/>
                <a:ea typeface="맑은 고딕"/>
              </a:rPr>
              <a:t>평일 10:00 – 21:00  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속눈썹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