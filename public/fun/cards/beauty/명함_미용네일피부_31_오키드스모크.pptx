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2345E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B388B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B388B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B388B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859904" cy="1584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8599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707B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707B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704" y="1044000"/>
            <a:ext cx="110592" cy="15897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528" y="967968"/>
            <a:ext cx="82944" cy="82944"/>
          </a:xfrm>
          <a:prstGeom prst="rect">
            <a:avLst/>
          </a:prstGeom>
          <a:solidFill>
            <a:srgbClr val="B8BD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16528" y="898848"/>
            <a:ext cx="82944" cy="69120"/>
          </a:xfrm>
          <a:custGeom>
            <a:avLst/>
            <a:gdLst/>
            <a:ahLst/>
            <a:cxnLst/>
            <a:rect l="l" t="t" r="r" b="b"/>
            <a:pathLst>
              <a:path w="82944" h="69120">
                <a:moveTo>
                  <a:pt x="0" y="69120"/>
                </a:moveTo>
                <a:lnTo>
                  <a:pt x="82944" y="69120"/>
                </a:lnTo>
                <a:lnTo>
                  <a:pt x="82944" y="0"/>
                </a:lnTo>
                <a:lnTo>
                  <a:pt x="0" y="34560"/>
                </a:lnTo>
                <a:close/>
              </a:path>
            </a:pathLst>
          </a:custGeom>
          <a:solidFill>
            <a:srgbClr val="B8BD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3D3E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D5B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D5B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ADDE4"/>
                </a:solidFill>
                <a:latin typeface="맑은 고딕"/>
                <a:ea typeface="맑은 고딕"/>
              </a:rPr>
              <a:t>예약제 운영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