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22345E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B388B8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B388B8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B388B8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5F6672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심OO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859904" cy="158400"/>
          </a:xfrm>
          <a:prstGeom prst="roundRect">
            <a:avLst>
              <a:gd name="adj" fmla="val 50000"/>
            </a:avLst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859904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헤어 디자이너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9668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707B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707B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704" y="1044000"/>
            <a:ext cx="110592" cy="15897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6528" y="967968"/>
            <a:ext cx="82944" cy="82944"/>
          </a:xfrm>
          <a:prstGeom prst="rect">
            <a:avLst/>
          </a:prstGeom>
          <a:solidFill>
            <a:srgbClr val="B8BD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16528" y="898848"/>
            <a:ext cx="82944" cy="69120"/>
          </a:xfrm>
          <a:custGeom>
            <a:avLst/>
            <a:gdLst/>
            <a:ahLst/>
            <a:cxnLst/>
            <a:rect l="l" t="t" r="r" b="b"/>
            <a:pathLst>
              <a:path w="82944" h="69120">
                <a:moveTo>
                  <a:pt x="0" y="69120"/>
                </a:moveTo>
                <a:lnTo>
                  <a:pt x="82944" y="69120"/>
                </a:lnTo>
                <a:lnTo>
                  <a:pt x="82944" y="0"/>
                </a:lnTo>
                <a:lnTo>
                  <a:pt x="0" y="34560"/>
                </a:lnTo>
                <a:close/>
              </a:path>
            </a:pathLst>
          </a:custGeom>
          <a:solidFill>
            <a:srgbClr val="B8BD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3D3E4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8" name="Oval 7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A7AE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10" name="Oval 9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D5BD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12" name="Oval 11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A7AE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피부 관리</a:t>
            </a:r>
          </a:p>
        </p:txBody>
      </p:sp>
      <p:sp>
        <p:nvSpPr>
          <p:cNvPr id="14" name="Oval 13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D5BD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왁싱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848EA5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ADDE4"/>
                </a:solidFill>
                <a:latin typeface="맑은 고딕"/>
                <a:ea typeface="맑은 고딕"/>
              </a:rPr>
              <a:t>예약제 운영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헤어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