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CAEB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E0CE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1B2230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E6751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AC959D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배OO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04C58"/>
                </a:solidFill>
                <a:latin typeface="맑은 고딕"/>
                <a:ea typeface="맑은 고딕"/>
              </a:rPr>
              <a:t>속눈썹 디자이너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AC959D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04C58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04C58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04C58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2871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젤 케어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두피 케어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남성 컷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속눈썹 디자이너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