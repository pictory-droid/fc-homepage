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E0C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E6751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AC959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04C58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AC959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4C5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4C5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4C5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