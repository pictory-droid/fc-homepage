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2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F67D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998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998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장서연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BC9CB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F67D82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BC9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BC9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BC9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F67D82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F67D82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E9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1B23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2430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1B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430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54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1B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54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1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1B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081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01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61B2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6401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FBC2C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1B2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1B2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1B23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