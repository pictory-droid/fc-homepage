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2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F67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F67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F67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F67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F67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F67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F67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F67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F67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F67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F67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F67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F67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F67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F67D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998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998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BC9CB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F67D82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BC9C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BC9C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BC9C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F67D82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F67D82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9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1B23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2430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61B2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2430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5433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61B2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5433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81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61B2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0081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두피 케어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40100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61B2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640100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FBC2C5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1B2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1B23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1B23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