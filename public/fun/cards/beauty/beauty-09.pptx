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2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30400"/>
            <a:ext cx="899704" cy="18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30400"/>
            <a:ext cx="899704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왁싱 전문가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688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79"/>
              </a:lnSpc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</a:rPr>
              <a:t>장서연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93600"/>
            <a:ext cx="2160000" cy="1524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0">
                <a:solidFill>
                  <a:srgbClr val="FBC9CB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209600"/>
            <a:ext cx="2736000" cy="0"/>
          </a:xfrm>
          <a:prstGeom prst="line">
            <a:avLst/>
          </a:prstGeom>
          <a:ln w="5760">
            <a:solidFill>
              <a:srgbClr val="F67D82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299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FBC9CB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888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292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FBC9CB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184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58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FBC9CB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480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E9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1200" y="295200"/>
            <a:ext cx="417600" cy="417600"/>
          </a:xfrm>
          <a:prstGeom prst="ellipse">
            <a:avLst/>
          </a:prstGeom>
          <a:solidFill>
            <a:srgbClr val="F026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368000" y="324000"/>
            <a:ext cx="504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769"/>
              </a:lnSpc>
            </a:pPr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샵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20800"/>
            <a:ext cx="2520000" cy="1619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 spc="200">
                <a:solidFill>
                  <a:srgbClr val="12151C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051200"/>
            <a:ext cx="180000" cy="14400"/>
          </a:xfrm>
          <a:prstGeom prst="rect">
            <a:avLst/>
          </a:prstGeom>
          <a:solidFill>
            <a:srgbClr val="F026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40000" y="11880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61B23"/>
                </a:solidFill>
                <a:latin typeface="맑은 고딕"/>
                <a:ea typeface="맑은 고딕"/>
              </a:rPr>
              <a:t>가꾸는 만큼 빛나는 하루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왁싱 전문가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