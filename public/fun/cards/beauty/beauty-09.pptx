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3D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619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41600" y="795600"/>
            <a:ext cx="131040" cy="13104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63360" y="795600"/>
            <a:ext cx="131040" cy="131040"/>
          </a:xfrm>
          <a:prstGeom prst="ellipse">
            <a:avLst/>
          </a:prstGeom>
          <a:noFill/>
          <a:ln w="302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647440" y="508320"/>
            <a:ext cx="191520" cy="30240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597040" y="508320"/>
            <a:ext cx="191520" cy="302400"/>
          </a:xfrm>
          <a:prstGeom prst="line">
            <a:avLst/>
          </a:prstGeom>
          <a:ln w="3528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1A99C"/>
                </a:solidFill>
                <a:latin typeface="맑은 고딕"/>
                <a:ea typeface="맑은 고딕"/>
              </a:rPr>
              <a:t>왁싱 전문가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619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1A99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9180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02680" y="1513800"/>
            <a:ext cx="65520" cy="65520"/>
          </a:xfrm>
          <a:prstGeom prst="ellipse">
            <a:avLst/>
          </a:prstGeom>
          <a:noFill/>
          <a:ln w="151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2844720" y="1370160"/>
            <a:ext cx="95760" cy="151200"/>
          </a:xfrm>
          <a:prstGeom prst="line">
            <a:avLst/>
          </a:prstGeom>
          <a:ln w="17640">
            <a:solidFill>
              <a:srgbClr val="808080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2819520" y="1370160"/>
            <a:ext cx="95760" cy="151200"/>
          </a:xfrm>
          <a:prstGeom prst="line">
            <a:avLst/>
          </a:prstGeom>
          <a:ln w="1764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43D30"/>
                </a:solidFill>
                <a:latin typeface="맑은 고딕"/>
                <a:ea typeface="맑은 고딕"/>
              </a:rPr>
              <a:t>가꾸는 만큼 빛나는 하루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17B72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왁싱 전문가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