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BB933C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BB933C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BB933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BB933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BB933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BB933C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BB933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BB933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05C55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605C55"/>
                </a:solidFill>
                <a:latin typeface="맑은 고딕"/>
                <a:ea typeface="맑은 고딕"/>
              </a:rPr>
              <a:t>두피 케어 매니저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BB933C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05C5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5E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5580B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A88436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5580B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A88436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5580B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A88436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5580B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A88436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5580B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A88436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95752F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5580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염색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A884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5580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A884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BDC7D4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26A77"/>
                </a:solidFill>
                <a:latin typeface="맑은 고딕"/>
                <a:ea typeface="맑은 고딕"/>
              </a:rPr>
              <a:t>일대일 예약제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케어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