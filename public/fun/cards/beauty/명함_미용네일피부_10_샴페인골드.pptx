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B933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B933C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B933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B933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B933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B933C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B933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B933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05C55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05C55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BB933C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580B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A8843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5580B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A8843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5580B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A8843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5580B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A8843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5580B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A8843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5752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558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A884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558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A884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일대일 예약제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