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B06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F3423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E9D3C4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송OO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F3423"/>
                </a:solidFill>
                <a:latin typeface="맑은 고딕"/>
                <a:ea typeface="맑은 고딕"/>
              </a:rPr>
              <a:t>에스테틱 원장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E9D3C4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F342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F342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F342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C40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1C2C4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A7A9AD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커트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656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8692A5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56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두피 케어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8692A5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남성 컷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656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A7A9AD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656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C1C2C4"/>
                </a:solidFill>
                <a:latin typeface="맑은 고딕"/>
                <a:ea typeface="맑은 고딕"/>
              </a:rPr>
              <a:t>평일 10:00 – 21:00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에스테틱 원장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