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D9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6E4A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CCC1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CCC1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CCC1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CCC1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CCC1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CCC1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6E4A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CCC1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CCC1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6E4A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CCC1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CCC1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6E4A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CCC1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CCC1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6E4A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CCC1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CCC1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CCC1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1066505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6E4A7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1066505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B2230"/>
                </a:solidFill>
                <a:latin typeface="맑은 고딕"/>
                <a:ea typeface="맑은 고딕"/>
              </a:rPr>
              <a:t>메이크업 아티스트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손OO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8368B9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CCC1D0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9687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9687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9687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CCC1D0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CCC1D0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A38FCB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E4A72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A38FCB"/>
          </a:solidFill>
          <a:ln w="5760">
            <a:solidFill>
              <a:srgbClr val="A38F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네일 아트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F8F7FB"/>
          </a:solidFill>
          <a:ln w="5760">
            <a:solidFill>
              <a:srgbClr val="A38F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속눈썹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F8F7FB"/>
          </a:solidFill>
          <a:ln w="5760">
            <a:solidFill>
              <a:srgbClr val="A38F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왁싱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F8F7FB"/>
          </a:solidFill>
          <a:ln w="5760">
            <a:solidFill>
              <a:srgbClr val="A38F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ECE8F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6566C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6566C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56566C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56566C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메이크업 아티스트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