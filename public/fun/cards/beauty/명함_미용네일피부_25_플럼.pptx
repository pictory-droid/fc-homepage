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CC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6E4A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368B9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CC1D0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CC1D0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CC1D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A38FC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A38FCB"/>
          </a:solidFill>
          <a:ln w="5760">
            <a:solidFill>
              <a:srgbClr val="A38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8F7FB"/>
          </a:solidFill>
          <a:ln w="5760">
            <a:solidFill>
              <a:srgbClr val="A38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8F7FB"/>
          </a:solidFill>
          <a:ln w="5760">
            <a:solidFill>
              <a:srgbClr val="A38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8F7FB"/>
          </a:solidFill>
          <a:ln w="5760">
            <a:solidFill>
              <a:srgbClr val="A38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CE8F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566C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566C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56566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56566C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