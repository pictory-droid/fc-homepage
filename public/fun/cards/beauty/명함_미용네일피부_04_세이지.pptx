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078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B8892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1C2BE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B76E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1C2BE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