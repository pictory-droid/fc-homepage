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6078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B8892B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040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D4A9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1C2BE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B76E6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1C2BE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1C2BE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E1C2BE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