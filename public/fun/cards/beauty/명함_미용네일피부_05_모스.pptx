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18646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B7FA8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B7FA8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