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3240000" cy="1800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255600" y="255600"/>
            <a:ext cx="50400" cy="50400"/>
          </a:xfrm>
          <a:prstGeom prst="ellipse">
            <a:avLst/>
          </a:prstGeom>
          <a:solidFill>
            <a:srgbClr val="6B8F6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텍스트"/>
          <p:cNvSpPr txBox="1"/>
          <p:nvPr/>
        </p:nvSpPr>
        <p:spPr>
          <a:xfrm>
            <a:off x="1548000" y="237600"/>
            <a:ext cx="1440000" cy="10287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783"/>
              </a:lnSpc>
            </a:pPr>
            <a:r>
              <a:rPr sz="540" b="1" spc="240">
                <a:solidFill>
                  <a:srgbClr val="5F6672"/>
                </a:solidFill>
                <a:latin typeface="맑은 고딕"/>
                <a:ea typeface="맑은 고딕"/>
              </a:rPr>
              <a:t>샵 이름</a:t>
            </a:r>
          </a:p>
        </p:txBody>
      </p:sp>
      <p:sp>
        <p:nvSpPr>
          <p:cNvPr id="4" name="텍스트"/>
          <p:cNvSpPr txBox="1"/>
          <p:nvPr/>
        </p:nvSpPr>
        <p:spPr>
          <a:xfrm>
            <a:off x="252000" y="1267200"/>
            <a:ext cx="1440000" cy="158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77"/>
              </a:lnSpc>
            </a:pPr>
            <a:r>
              <a:rPr sz="950" b="1" spc="80">
                <a:solidFill>
                  <a:srgbClr val="1B2230"/>
                </a:solidFill>
                <a:latin typeface="맑은 고딕"/>
                <a:ea typeface="맑은 고딕"/>
              </a:rPr>
              <a:t>정OO</a:t>
            </a:r>
          </a:p>
        </p:txBody>
      </p:sp>
      <p:sp>
        <p:nvSpPr>
          <p:cNvPr id="5" name="텍스트"/>
          <p:cNvSpPr txBox="1"/>
          <p:nvPr/>
        </p:nvSpPr>
        <p:spPr>
          <a:xfrm>
            <a:off x="252000" y="1447200"/>
            <a:ext cx="1440000" cy="11049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841"/>
              </a:lnSpc>
            </a:pPr>
            <a:r>
              <a:rPr sz="580" b="0">
                <a:solidFill>
                  <a:srgbClr val="5F6672"/>
                </a:solidFill>
                <a:latin typeface="맑은 고딕"/>
                <a:ea typeface="맑은 고딕"/>
              </a:rPr>
              <a:t>메이크업 아티스트</a:t>
            </a:r>
          </a:p>
        </p:txBody>
      </p:sp>
      <p:sp>
        <p:nvSpPr>
          <p:cNvPr id="6" name="텍스트"/>
          <p:cNvSpPr txBox="1"/>
          <p:nvPr/>
        </p:nvSpPr>
        <p:spPr>
          <a:xfrm>
            <a:off x="1548000" y="1260000"/>
            <a:ext cx="1440000" cy="11049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841"/>
              </a:lnSpc>
            </a:pPr>
            <a:r>
              <a:rPr sz="580" b="0">
                <a:solidFill>
                  <a:srgbClr val="1B2230"/>
                </a:solidFill>
                <a:latin typeface="맑은 고딕"/>
                <a:ea typeface="맑은 고딕"/>
              </a:rPr>
              <a:t>010-1234-5678</a:t>
            </a:r>
          </a:p>
        </p:txBody>
      </p:sp>
      <p:sp>
        <p:nvSpPr>
          <p:cNvPr id="7" name="텍스트"/>
          <p:cNvSpPr txBox="1"/>
          <p:nvPr/>
        </p:nvSpPr>
        <p:spPr>
          <a:xfrm>
            <a:off x="1548000" y="1375200"/>
            <a:ext cx="1440000" cy="11049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841"/>
              </a:lnSpc>
            </a:pPr>
            <a:r>
              <a:rPr sz="580" b="0">
                <a:solidFill>
                  <a:srgbClr val="1B2230"/>
                </a:solidFill>
                <a:latin typeface="맑은 고딕"/>
                <a:ea typeface="맑은 고딕"/>
              </a:rPr>
              <a:t>name@example.com</a:t>
            </a:r>
          </a:p>
        </p:txBody>
      </p:sp>
      <p:sp>
        <p:nvSpPr>
          <p:cNvPr id="8" name="텍스트"/>
          <p:cNvSpPr txBox="1"/>
          <p:nvPr/>
        </p:nvSpPr>
        <p:spPr>
          <a:xfrm>
            <a:off x="1548000" y="1490400"/>
            <a:ext cx="1440000" cy="11049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841"/>
              </a:lnSpc>
            </a:pPr>
            <a:r>
              <a:rPr sz="580" b="0">
                <a:solidFill>
                  <a:srgbClr val="5F6672"/>
                </a:solidFill>
                <a:latin typeface="맑은 고딕"/>
                <a:ea typeface="맑은 고딕"/>
              </a:rPr>
              <a:t>주소를 입력해 주세요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D7E0E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50400" cy="1800000"/>
          </a:xfrm>
          <a:prstGeom prst="rect">
            <a:avLst/>
          </a:prstGeom>
          <a:solidFill>
            <a:srgbClr val="5B7FA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텍스트"/>
          <p:cNvSpPr txBox="1"/>
          <p:nvPr/>
        </p:nvSpPr>
        <p:spPr>
          <a:xfrm>
            <a:off x="252000" y="208800"/>
            <a:ext cx="1512000" cy="9906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754"/>
              </a:lnSpc>
            </a:pPr>
            <a:r>
              <a:rPr sz="520" b="1" spc="240">
                <a:solidFill>
                  <a:srgbClr val="418646"/>
                </a:solidFill>
                <a:latin typeface="맑은 고딕"/>
                <a:ea typeface="맑은 고딕"/>
              </a:rPr>
              <a:t>시술 안내</a:t>
            </a:r>
          </a:p>
        </p:txBody>
      </p:sp>
      <p:sp>
        <p:nvSpPr>
          <p:cNvPr id="4" name="텍스트"/>
          <p:cNvSpPr txBox="1"/>
          <p:nvPr/>
        </p:nvSpPr>
        <p:spPr>
          <a:xfrm>
            <a:off x="252000" y="360000"/>
            <a:ext cx="2016000" cy="280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030"/>
              </a:lnSpc>
            </a:pPr>
            <a:r>
              <a:rPr sz="1400" b="1">
                <a:solidFill>
                  <a:srgbClr val="1B2230"/>
                </a:solidFill>
                <a:latin typeface="맑은 고딕"/>
                <a:ea typeface="맑은 고딕"/>
              </a:rPr>
              <a:t>커트</a:t>
            </a:r>
          </a:p>
        </p:txBody>
      </p:sp>
      <p:sp>
        <p:nvSpPr>
          <p:cNvPr id="5" name="텍스트"/>
          <p:cNvSpPr txBox="1"/>
          <p:nvPr/>
        </p:nvSpPr>
        <p:spPr>
          <a:xfrm>
            <a:off x="252000" y="655200"/>
            <a:ext cx="2016000" cy="280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030"/>
              </a:lnSpc>
            </a:pPr>
            <a:r>
              <a:rPr sz="1400" b="1">
                <a:solidFill>
                  <a:srgbClr val="5B7FA8"/>
                </a:solidFill>
                <a:latin typeface="맑은 고딕"/>
                <a:ea typeface="맑은 고딕"/>
              </a:rPr>
              <a:t>염색</a:t>
            </a:r>
          </a:p>
        </p:txBody>
      </p:sp>
      <p:sp>
        <p:nvSpPr>
          <p:cNvPr id="6" name="텍스트"/>
          <p:cNvSpPr txBox="1"/>
          <p:nvPr/>
        </p:nvSpPr>
        <p:spPr>
          <a:xfrm>
            <a:off x="252000" y="950400"/>
            <a:ext cx="2016000" cy="280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030"/>
              </a:lnSpc>
            </a:pPr>
            <a:r>
              <a:rPr sz="1400" b="1">
                <a:solidFill>
                  <a:srgbClr val="1B2230"/>
                </a:solidFill>
                <a:latin typeface="맑은 고딕"/>
                <a:ea typeface="맑은 고딕"/>
              </a:rPr>
              <a:t>왁싱</a:t>
            </a:r>
          </a:p>
        </p:txBody>
      </p:sp>
      <p:sp>
        <p:nvSpPr>
          <p:cNvPr id="7" name="텍스트"/>
          <p:cNvSpPr txBox="1"/>
          <p:nvPr/>
        </p:nvSpPr>
        <p:spPr>
          <a:xfrm>
            <a:off x="252000" y="1245600"/>
            <a:ext cx="2016000" cy="280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030"/>
              </a:lnSpc>
            </a:pPr>
            <a:r>
              <a:rPr sz="1400" b="1">
                <a:solidFill>
                  <a:srgbClr val="5B7FA8"/>
                </a:solidFill>
                <a:latin typeface="맑은 고딕"/>
                <a:ea typeface="맑은 고딕"/>
              </a:rPr>
              <a:t>남성 컷</a:t>
            </a:r>
          </a:p>
        </p:txBody>
      </p:sp>
      <p:sp>
        <p:nvSpPr>
          <p:cNvPr id="8" name="텍스트"/>
          <p:cNvSpPr txBox="1"/>
          <p:nvPr/>
        </p:nvSpPr>
        <p:spPr>
          <a:xfrm>
            <a:off x="2376000" y="1368000"/>
            <a:ext cx="720000" cy="10668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811"/>
              </a:lnSpc>
            </a:pPr>
            <a:r>
              <a:rPr sz="560" b="0">
                <a:solidFill>
                  <a:srgbClr val="626A77"/>
                </a:solidFill>
                <a:latin typeface="맑은 고딕"/>
                <a:ea typeface="맑은 고딕"/>
              </a:rPr>
              <a:t>방문 전 예약</a:t>
            </a:r>
          </a:p>
        </p:txBody>
      </p:sp>
      <p:sp>
        <p:nvSpPr>
          <p:cNvPr id="9" name="텍스트"/>
          <p:cNvSpPr txBox="1"/>
          <p:nvPr/>
        </p:nvSpPr>
        <p:spPr>
          <a:xfrm>
            <a:off x="2376000" y="1497600"/>
            <a:ext cx="720000" cy="10668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811"/>
              </a:lnSpc>
            </a:pPr>
            <a:r>
              <a:rPr sz="560" b="0">
                <a:solidFill>
                  <a:srgbClr val="626A77"/>
                </a:solidFill>
                <a:latin typeface="맑은 고딕"/>
                <a:ea typeface="맑은 고딕"/>
              </a:rPr>
              <a:t>@아이디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메이크업 아티스트 명함 서식</dc:title>
  <dc:subject>편집용 명함 서식</dc:subject>
  <dc:creator>반딧불이의 곳간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