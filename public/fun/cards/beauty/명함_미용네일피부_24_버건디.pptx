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66B73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6BBC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989F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6BB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6BB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6BB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525D7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BBC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BBC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B6BBC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