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봉기태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원장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1F5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3A6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네일 아트  ·  왁싱  ·  두피 케어  ·  웨딩 · 촬영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10:00 – 21:00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