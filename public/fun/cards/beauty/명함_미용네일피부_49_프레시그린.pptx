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목태양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왁싱 전문가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B7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392D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12392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47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12392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147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6667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12392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46667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24733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12392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724733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남성 컷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12764B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392D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392D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12392D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왁싱 전문가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