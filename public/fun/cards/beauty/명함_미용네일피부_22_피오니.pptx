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6C4C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1D3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E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C6581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1C9C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1C9C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1C9C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1C9C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1C9C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E5F68"/>
                </a:solidFill>
                <a:latin typeface="맑은 고딕"/>
                <a:ea typeface="맑은 고딕"/>
              </a:rPr>
              <a:t>일대일 예약제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5E5F68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