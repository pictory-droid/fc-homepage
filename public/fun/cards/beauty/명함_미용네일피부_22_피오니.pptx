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CE6C4C"/>
                </a:solidFill>
                <a:latin typeface="맑은 고딕"/>
                <a:ea typeface="맑은 고딕"/>
              </a:rPr>
              <a:t>샵 이름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고OO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05C55"/>
                </a:solidFill>
                <a:latin typeface="맑은 고딕"/>
                <a:ea typeface="맑은 고딕"/>
              </a:rPr>
              <a:t>원장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10368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605C55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39200"/>
            <a:ext cx="3240000" cy="460800"/>
          </a:xfrm>
          <a:prstGeom prst="rect">
            <a:avLst/>
          </a:prstGeom>
          <a:solidFill>
            <a:srgbClr val="F1D3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14760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B2230">
                    <a:alpha val="70000"/>
                  </a:srgbClr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576800"/>
            <a:ext cx="9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88000" y="1476000"/>
            <a:ext cx="108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B2230">
                    <a:alpha val="70000"/>
                  </a:srgbClr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88000" y="1576800"/>
            <a:ext cx="108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08800" y="1468800"/>
            <a:ext cx="0" cy="208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E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CC6581"/>
                </a:solidFill>
                <a:latin typeface="맑은 고딕"/>
                <a:ea typeface="맑은 고딕"/>
              </a:rPr>
              <a:t>시술 안내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D1C9C9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1B2230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475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B2230"/>
                </a:solidFill>
                <a:latin typeface="맑은 고딕"/>
                <a:ea typeface="맑은 고딕"/>
              </a:rPr>
              <a:t>젤 케어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91200"/>
            <a:ext cx="1296000" cy="0"/>
          </a:xfrm>
          <a:prstGeom prst="line">
            <a:avLst/>
          </a:prstGeom>
          <a:ln w="3600">
            <a:solidFill>
              <a:srgbClr val="D1C9C9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656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1B2230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879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B2230"/>
                </a:solidFill>
                <a:latin typeface="맑은 고딕"/>
                <a:ea typeface="맑은 고딕"/>
              </a:rPr>
              <a:t>메이크업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6000" y="691200"/>
            <a:ext cx="1296000" cy="0"/>
          </a:xfrm>
          <a:prstGeom prst="line">
            <a:avLst/>
          </a:prstGeom>
          <a:ln w="3600">
            <a:solidFill>
              <a:srgbClr val="D1C9C9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1B2230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475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B2230"/>
                </a:solidFill>
                <a:latin typeface="맑은 고딕"/>
                <a:ea typeface="맑은 고딕"/>
              </a:rPr>
              <a:t>웨딩 · 촬영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036800"/>
            <a:ext cx="1296000" cy="0"/>
          </a:xfrm>
          <a:prstGeom prst="line">
            <a:avLst/>
          </a:prstGeom>
          <a:ln w="3600">
            <a:solidFill>
              <a:srgbClr val="D1C9C9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1656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1B2230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879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B2230"/>
                </a:solidFill>
                <a:latin typeface="맑은 고딕"/>
                <a:ea typeface="맑은 고딕"/>
              </a:rPr>
              <a:t>예약제 운영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56000" y="1036800"/>
            <a:ext cx="1296000" cy="0"/>
          </a:xfrm>
          <a:prstGeom prst="line">
            <a:avLst/>
          </a:prstGeom>
          <a:ln w="3600">
            <a:solidFill>
              <a:srgbClr val="D1C9C9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252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5E5F68"/>
                </a:solidFill>
                <a:latin typeface="맑은 고딕"/>
                <a:ea typeface="맑은 고딕"/>
              </a:rPr>
              <a:t>일대일 예약제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69"/>
              </a:lnSpc>
            </a:pPr>
            <a:r>
              <a:rPr sz="600" b="0">
                <a:solidFill>
                  <a:srgbClr val="5E5F68"/>
                </a:solidFill>
                <a:latin typeface="맑은 고딕"/>
                <a:ea typeface="맑은 고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원장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