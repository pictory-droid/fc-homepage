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04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76E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76E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76E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D4A9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1C2BE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1C2BE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1C2B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1C2B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1C2B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