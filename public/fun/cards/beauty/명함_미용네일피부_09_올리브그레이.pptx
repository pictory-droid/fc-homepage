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278800" y="154800"/>
            <a:ext cx="50400" cy="50400"/>
          </a:xfrm>
          <a:prstGeom prst="ellipse">
            <a:avLst/>
          </a:prstGeom>
          <a:solidFill>
            <a:srgbClr val="7F84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287800" y="34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287800" y="52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278800" y="694800"/>
            <a:ext cx="50400" cy="50400"/>
          </a:xfrm>
          <a:prstGeom prst="ellipse">
            <a:avLst/>
          </a:prstGeom>
          <a:solidFill>
            <a:srgbClr val="7F84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278800" y="874800"/>
            <a:ext cx="50400" cy="50400"/>
          </a:xfrm>
          <a:prstGeom prst="ellipse">
            <a:avLst/>
          </a:prstGeom>
          <a:solidFill>
            <a:srgbClr val="9E836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287800" y="106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278800" y="1234800"/>
            <a:ext cx="50400" cy="50400"/>
          </a:xfrm>
          <a:prstGeom prst="ellipse">
            <a:avLst/>
          </a:prstGeom>
          <a:solidFill>
            <a:srgbClr val="7F84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87800" y="142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278800" y="1594800"/>
            <a:ext cx="50400" cy="50400"/>
          </a:xfrm>
          <a:prstGeom prst="ellipse">
            <a:avLst/>
          </a:prstGeom>
          <a:solidFill>
            <a:srgbClr val="9E836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446200" y="16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446200" y="34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437200" y="514800"/>
            <a:ext cx="50400" cy="50400"/>
          </a:xfrm>
          <a:prstGeom prst="ellipse">
            <a:avLst/>
          </a:prstGeom>
          <a:solidFill>
            <a:srgbClr val="7F84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446200" y="70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446200" y="88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437200" y="1054800"/>
            <a:ext cx="50400" cy="50400"/>
          </a:xfrm>
          <a:prstGeom prst="ellipse">
            <a:avLst/>
          </a:prstGeom>
          <a:solidFill>
            <a:srgbClr val="7F84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437200" y="1234800"/>
            <a:ext cx="50400" cy="50400"/>
          </a:xfrm>
          <a:prstGeom prst="ellipse">
            <a:avLst/>
          </a:prstGeom>
          <a:solidFill>
            <a:srgbClr val="9E836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446200" y="142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437200" y="1594800"/>
            <a:ext cx="50400" cy="50400"/>
          </a:xfrm>
          <a:prstGeom prst="ellipse">
            <a:avLst/>
          </a:prstGeom>
          <a:solidFill>
            <a:srgbClr val="7F84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595600" y="154800"/>
            <a:ext cx="50400" cy="50400"/>
          </a:xfrm>
          <a:prstGeom prst="ellipse">
            <a:avLst/>
          </a:prstGeom>
          <a:solidFill>
            <a:srgbClr val="9E836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595600" y="334800"/>
            <a:ext cx="50400" cy="50400"/>
          </a:xfrm>
          <a:prstGeom prst="ellipse">
            <a:avLst/>
          </a:prstGeom>
          <a:solidFill>
            <a:srgbClr val="7F84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604600" y="52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604600" y="70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595600" y="874800"/>
            <a:ext cx="50400" cy="50400"/>
          </a:xfrm>
          <a:prstGeom prst="ellipse">
            <a:avLst/>
          </a:prstGeom>
          <a:solidFill>
            <a:srgbClr val="7F84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604600" y="106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604600" y="124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595600" y="1414800"/>
            <a:ext cx="50400" cy="50400"/>
          </a:xfrm>
          <a:prstGeom prst="ellipse">
            <a:avLst/>
          </a:prstGeom>
          <a:solidFill>
            <a:srgbClr val="7F84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595600" y="1594800"/>
            <a:ext cx="50400" cy="50400"/>
          </a:xfrm>
          <a:prstGeom prst="ellipse">
            <a:avLst/>
          </a:prstGeom>
          <a:solidFill>
            <a:srgbClr val="9E836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754000" y="154800"/>
            <a:ext cx="50400" cy="50400"/>
          </a:xfrm>
          <a:prstGeom prst="ellipse">
            <a:avLst/>
          </a:prstGeom>
          <a:solidFill>
            <a:srgbClr val="7F84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763000" y="34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754000" y="514800"/>
            <a:ext cx="50400" cy="50400"/>
          </a:xfrm>
          <a:prstGeom prst="ellipse">
            <a:avLst/>
          </a:prstGeom>
          <a:solidFill>
            <a:srgbClr val="9E836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754000" y="694800"/>
            <a:ext cx="50400" cy="50400"/>
          </a:xfrm>
          <a:prstGeom prst="ellipse">
            <a:avLst/>
          </a:prstGeom>
          <a:solidFill>
            <a:srgbClr val="7F84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763000" y="88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763000" y="106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754000" y="1234800"/>
            <a:ext cx="50400" cy="50400"/>
          </a:xfrm>
          <a:prstGeom prst="ellipse">
            <a:avLst/>
          </a:prstGeom>
          <a:solidFill>
            <a:srgbClr val="7F84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763000" y="142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2763000" y="160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2912400" y="154800"/>
            <a:ext cx="50400" cy="50400"/>
          </a:xfrm>
          <a:prstGeom prst="ellipse">
            <a:avLst/>
          </a:prstGeom>
          <a:solidFill>
            <a:srgbClr val="9E836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921400" y="34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912400" y="514800"/>
            <a:ext cx="50400" cy="50400"/>
          </a:xfrm>
          <a:prstGeom prst="ellipse">
            <a:avLst/>
          </a:prstGeom>
          <a:solidFill>
            <a:srgbClr val="7F84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2921400" y="70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2912400" y="874800"/>
            <a:ext cx="50400" cy="50400"/>
          </a:xfrm>
          <a:prstGeom prst="ellipse">
            <a:avLst/>
          </a:prstGeom>
          <a:solidFill>
            <a:srgbClr val="9E836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2912400" y="1054800"/>
            <a:ext cx="50400" cy="50400"/>
          </a:xfrm>
          <a:prstGeom prst="ellipse">
            <a:avLst/>
          </a:prstGeom>
          <a:solidFill>
            <a:srgbClr val="7F84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2921400" y="124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2921400" y="142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2912400" y="1594800"/>
            <a:ext cx="50400" cy="50400"/>
          </a:xfrm>
          <a:prstGeom prst="ellipse">
            <a:avLst/>
          </a:prstGeom>
          <a:solidFill>
            <a:srgbClr val="7F84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079800" y="16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3070800" y="334800"/>
            <a:ext cx="50400" cy="50400"/>
          </a:xfrm>
          <a:prstGeom prst="ellipse">
            <a:avLst/>
          </a:prstGeom>
          <a:solidFill>
            <a:srgbClr val="7F84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3070800" y="514800"/>
            <a:ext cx="50400" cy="50400"/>
          </a:xfrm>
          <a:prstGeom prst="ellipse">
            <a:avLst/>
          </a:prstGeom>
          <a:solidFill>
            <a:srgbClr val="9E836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3079800" y="70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3070800" y="874800"/>
            <a:ext cx="50400" cy="50400"/>
          </a:xfrm>
          <a:prstGeom prst="ellipse">
            <a:avLst/>
          </a:prstGeom>
          <a:solidFill>
            <a:srgbClr val="7F84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3079800" y="106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3070800" y="1234800"/>
            <a:ext cx="50400" cy="50400"/>
          </a:xfrm>
          <a:prstGeom prst="ellipse">
            <a:avLst/>
          </a:prstGeom>
          <a:solidFill>
            <a:srgbClr val="9E836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3070800" y="1414800"/>
            <a:ext cx="50400" cy="50400"/>
          </a:xfrm>
          <a:prstGeom prst="ellipse">
            <a:avLst/>
          </a:prstGeom>
          <a:solidFill>
            <a:srgbClr val="7F84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079800" y="160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86459"/>
                </a:solidFill>
                <a:latin typeface="맑은 고딕"/>
                <a:ea typeface="맑은 고딕"/>
              </a:rPr>
              <a:t>샵 이름</a:t>
            </a:r>
          </a:p>
        </p:txBody>
      </p:sp>
      <p:sp>
        <p:nvSpPr>
          <p:cNvPr id="57" name="텍스트"/>
          <p:cNvSpPr txBox="1"/>
          <p:nvPr/>
        </p:nvSpPr>
        <p:spPr>
          <a:xfrm>
            <a:off x="252000" y="61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장OO</a:t>
            </a:r>
          </a:p>
        </p:txBody>
      </p:sp>
      <p:sp>
        <p:nvSpPr>
          <p:cNvPr id="58" name="텍스트"/>
          <p:cNvSpPr txBox="1"/>
          <p:nvPr/>
        </p:nvSpPr>
        <p:spPr>
          <a:xfrm>
            <a:off x="252000" y="86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86459"/>
                </a:solidFill>
                <a:latin typeface="맑은 고딕"/>
                <a:ea typeface="맑은 고딕"/>
              </a:rPr>
              <a:t>왁싱 전문가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252000" y="1123200"/>
            <a:ext cx="16200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60" name="텍스트"/>
          <p:cNvSpPr txBox="1"/>
          <p:nvPr/>
        </p:nvSpPr>
        <p:spPr>
          <a:xfrm>
            <a:off x="252000" y="1206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61" name="텍스트"/>
          <p:cNvSpPr txBox="1"/>
          <p:nvPr/>
        </p:nvSpPr>
        <p:spPr>
          <a:xfrm>
            <a:off x="554400" y="11952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62" name="텍스트"/>
          <p:cNvSpPr txBox="1"/>
          <p:nvPr/>
        </p:nvSpPr>
        <p:spPr>
          <a:xfrm>
            <a:off x="252000" y="13284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63" name="텍스트"/>
          <p:cNvSpPr txBox="1"/>
          <p:nvPr/>
        </p:nvSpPr>
        <p:spPr>
          <a:xfrm>
            <a:off x="5544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64" name="텍스트"/>
          <p:cNvSpPr txBox="1"/>
          <p:nvPr/>
        </p:nvSpPr>
        <p:spPr>
          <a:xfrm>
            <a:off x="252000" y="14508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65" name="텍스트"/>
          <p:cNvSpPr txBox="1"/>
          <p:nvPr/>
        </p:nvSpPr>
        <p:spPr>
          <a:xfrm>
            <a:off x="554400" y="14400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16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7ABB4"/>
                </a:solidFill>
                <a:latin typeface="맑은 고딕"/>
                <a:ea typeface="맑은 고딕"/>
              </a:rPr>
              <a:t>시술 안내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2000" y="396000"/>
            <a:ext cx="1296000" cy="381600"/>
          </a:xfrm>
          <a:prstGeom prst="roundRect">
            <a:avLst>
              <a:gd name="adj" fmla="val 16981"/>
            </a:avLst>
          </a:prstGeom>
          <a:solidFill>
            <a:srgbClr val="282A2D"/>
          </a:solidFill>
          <a:ln w="3600">
            <a:solidFill>
              <a:srgbClr val="2A2D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45600" y="558000"/>
            <a:ext cx="57600" cy="57600"/>
          </a:xfrm>
          <a:prstGeom prst="ellipse">
            <a:avLst/>
          </a:prstGeom>
          <a:solidFill>
            <a:srgbClr val="C98B9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468000" y="396000"/>
            <a:ext cx="1044000" cy="38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56000" y="396000"/>
            <a:ext cx="1296000" cy="381600"/>
          </a:xfrm>
          <a:prstGeom prst="roundRect">
            <a:avLst>
              <a:gd name="adj" fmla="val 16981"/>
            </a:avLst>
          </a:prstGeom>
          <a:solidFill>
            <a:srgbClr val="282A2D"/>
          </a:solidFill>
          <a:ln w="3600">
            <a:solidFill>
              <a:srgbClr val="2A2D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749600" y="558000"/>
            <a:ext cx="57600" cy="57600"/>
          </a:xfrm>
          <a:prstGeom prst="ellipse">
            <a:avLst/>
          </a:prstGeom>
          <a:solidFill>
            <a:srgbClr val="7B8C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1872000" y="396000"/>
            <a:ext cx="1044000" cy="38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클리닉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2000" y="864000"/>
            <a:ext cx="1296000" cy="381600"/>
          </a:xfrm>
          <a:prstGeom prst="roundRect">
            <a:avLst>
              <a:gd name="adj" fmla="val 16981"/>
            </a:avLst>
          </a:prstGeom>
          <a:solidFill>
            <a:srgbClr val="282A2D"/>
          </a:solidFill>
          <a:ln w="3600">
            <a:solidFill>
              <a:srgbClr val="2A2D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45600" y="1026000"/>
            <a:ext cx="57600" cy="57600"/>
          </a:xfrm>
          <a:prstGeom prst="ellipse">
            <a:avLst/>
          </a:prstGeom>
          <a:solidFill>
            <a:srgbClr val="7B8C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468000" y="864000"/>
            <a:ext cx="1044000" cy="38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두피 케어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56000" y="864000"/>
            <a:ext cx="1296000" cy="381600"/>
          </a:xfrm>
          <a:prstGeom prst="roundRect">
            <a:avLst>
              <a:gd name="adj" fmla="val 16981"/>
            </a:avLst>
          </a:prstGeom>
          <a:solidFill>
            <a:srgbClr val="282A2D"/>
          </a:solidFill>
          <a:ln w="3600">
            <a:solidFill>
              <a:srgbClr val="2A2D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749600" y="1026000"/>
            <a:ext cx="57600" cy="57600"/>
          </a:xfrm>
          <a:prstGeom prst="ellipse">
            <a:avLst/>
          </a:prstGeom>
          <a:solidFill>
            <a:srgbClr val="C98B9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1872000" y="864000"/>
            <a:ext cx="1044000" cy="38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예약제 운영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76000"/>
            <a:ext cx="273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A7ABB4"/>
                </a:solidFill>
                <a:latin typeface="맑은 고딕"/>
                <a:ea typeface="맑은 고딕"/>
              </a:rPr>
              <a:t>예약제 운영   ·   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왁싱 전문가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