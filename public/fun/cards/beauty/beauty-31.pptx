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E8E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9B7BFF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C72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C72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C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C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C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9B7BFF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고민은 덜고 자신감은 더하고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E3DA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463C72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