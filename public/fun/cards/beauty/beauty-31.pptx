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5600" cy="1800000"/>
          </a:xfrm>
          <a:prstGeom prst="rec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5600" y="0"/>
            <a:ext cx="36000" cy="1800000"/>
          </a:xfrm>
          <a:prstGeom prst="rec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11232" y="232848"/>
            <a:ext cx="193536" cy="221184"/>
          </a:xfrm>
          <a:prstGeom prst="ellipse">
            <a:avLst/>
          </a:prstGeom>
          <a:noFill/>
          <a:ln w="27648">
            <a:solidFill>
              <a:srgbClr val="7D45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2336" y="263952"/>
            <a:ext cx="131328" cy="158976"/>
          </a:xfrm>
          <a:prstGeom prst="ellipse">
            <a:avLst/>
          </a:prstGeom>
          <a:solidFill>
            <a:srgbClr val="EFD9D1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90720" y="447120"/>
            <a:ext cx="34560" cy="103680"/>
          </a:xfrm>
          <a:prstGeom prst="roundRect">
            <a:avLst>
              <a:gd name="adj" fmla="val 50000"/>
            </a:avLst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96000" y="223200"/>
            <a:ext cx="2016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06E68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540000"/>
            <a:ext cx="216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3B2017"/>
                </a:solidFill>
                <a:latin typeface="바탕"/>
                <a:ea typeface="바탕"/>
              </a:rPr>
              <a:t>차예준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96000" y="835200"/>
            <a:ext cx="2160000" cy="1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7D4531"/>
                </a:solidFill>
                <a:latin typeface="맑은 고딕"/>
                <a:ea typeface="맑은 고딕"/>
              </a:rPr>
              <a:t>헤어 디자이너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1051200"/>
            <a:ext cx="230400" cy="14400"/>
          </a:xfrm>
          <a:prstGeom prst="rec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396000" y="118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D453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40000" y="11880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B2017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35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D453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40000" y="13569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B2017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52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D453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40000" y="15258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3B2017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3B2017"/>
                </a:solidFill>
                <a:latin typeface="바탕"/>
                <a:ea typeface="바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806E68"/>
                </a:solidFill>
                <a:latin typeface="맑은 고딕"/>
                <a:ea typeface="맑은 고딕"/>
              </a:rPr>
              <a:t>고민은 덜고 자신감은 더하고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806E68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81280" y="295920"/>
            <a:ext cx="181440" cy="207360"/>
          </a:xfrm>
          <a:prstGeom prst="ellipse">
            <a:avLst/>
          </a:prstGeom>
          <a:noFill/>
          <a:ln w="25920">
            <a:solidFill>
              <a:srgbClr val="7D45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10440" y="325080"/>
            <a:ext cx="123120" cy="149040"/>
          </a:xfrm>
          <a:prstGeom prst="ellipse">
            <a:avLst/>
          </a:prstGeom>
          <a:solidFill>
            <a:srgbClr val="EFD9D1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55800" y="496800"/>
            <a:ext cx="32400" cy="97200"/>
          </a:xfrm>
          <a:prstGeom prst="roundRect">
            <a:avLst>
              <a:gd name="adj" fmla="val 50000"/>
            </a:avLst>
          </a:prstGeom>
          <a:solidFill>
            <a:srgbClr val="7D45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헤어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