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0B1B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0B1B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0B1B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0B1B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0B1B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888704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0B1B4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888704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12151C"/>
                </a:solidFill>
                <a:latin typeface="맑은 고딕"/>
                <a:ea typeface="맑은 고딕"/>
              </a:rPr>
              <a:t>헤어 디자이너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문가영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샵 이름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3C49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FFFFFF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펌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젤 케어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웨딩 · 촬영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남성 컷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FFFFFF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헤어 디자이너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