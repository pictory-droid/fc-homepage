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7981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1012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53400" y="851400"/>
            <a:ext cx="102960" cy="102960"/>
          </a:xfrm>
          <a:prstGeom prst="ellipse">
            <a:avLst/>
          </a:prstGeom>
          <a:noFill/>
          <a:ln w="23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27640" y="851400"/>
            <a:ext cx="102960" cy="102960"/>
          </a:xfrm>
          <a:prstGeom prst="ellipse">
            <a:avLst/>
          </a:prstGeom>
          <a:noFill/>
          <a:ln w="23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2536560" y="625680"/>
            <a:ext cx="150480" cy="237600"/>
          </a:xfrm>
          <a:prstGeom prst="line">
            <a:avLst/>
          </a:prstGeom>
          <a:ln w="27720">
            <a:solidFill>
              <a:srgbClr val="BCC0C9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2496960" y="625680"/>
            <a:ext cx="150480" cy="237600"/>
          </a:xfrm>
          <a:prstGeom prst="line">
            <a:avLst/>
          </a:prstGeom>
          <a:ln w="2772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헤어 디자이너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민OO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798193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6B6B2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6B6B2F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6B6B2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6B6B2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6B6B2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6B6B2F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6B6B2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6B6B2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6B6B2F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염색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두피 케어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평일 10:00 – 21:00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헤어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