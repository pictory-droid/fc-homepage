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7981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1012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53400" y="851400"/>
            <a:ext cx="102960" cy="10296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27640" y="851400"/>
            <a:ext cx="102960" cy="10296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536560" y="625680"/>
            <a:ext cx="150480" cy="237600"/>
          </a:xfrm>
          <a:prstGeom prst="line">
            <a:avLst/>
          </a:prstGeom>
          <a:ln w="27720">
            <a:solidFill>
              <a:srgbClr val="BCC0C9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496960" y="625680"/>
            <a:ext cx="150480" cy="237600"/>
          </a:xfrm>
          <a:prstGeom prst="line">
            <a:avLst/>
          </a:prstGeom>
          <a:ln w="2772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민OO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9819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6B6B2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10:00 – 21:00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