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339200"/>
            <a:ext cx="3240000" cy="460800"/>
          </a:xfrm>
          <a:prstGeom prst="rect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828520" y="249840"/>
            <a:ext cx="102960" cy="174240"/>
          </a:xfrm>
          <a:prstGeom prst="ellipse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 rot="4320000">
            <a:off x="2918908" y="315511"/>
            <a:ext cx="102960" cy="174240"/>
          </a:xfrm>
          <a:prstGeom prst="ellipse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 rot="8640000">
            <a:off x="2884383" y="421769"/>
            <a:ext cx="102960" cy="174240"/>
          </a:xfrm>
          <a:prstGeom prst="ellipse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 rot="12960000">
            <a:off x="2772657" y="421769"/>
            <a:ext cx="102960" cy="174240"/>
          </a:xfrm>
          <a:prstGeom prst="ellipse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 rot="17280000">
            <a:off x="2738132" y="315511"/>
            <a:ext cx="102960" cy="174240"/>
          </a:xfrm>
          <a:prstGeom prst="ellipse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836440" y="388440"/>
            <a:ext cx="87120" cy="87120"/>
          </a:xfrm>
          <a:prstGeom prst="ellipse">
            <a:avLst/>
          </a:prstGeom>
          <a:solidFill>
            <a:srgbClr val="E0EB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216000" y="230400"/>
            <a:ext cx="2160000" cy="3136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55"/>
              </a:lnSpc>
            </a:pPr>
            <a:r>
              <a:rPr sz="1900" b="1" spc="50">
                <a:solidFill>
                  <a:srgbClr val="29465B"/>
                </a:solidFill>
                <a:latin typeface="맑은 고딕"/>
                <a:ea typeface="맑은 고딕"/>
              </a:rPr>
              <a:t>예진우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16000" y="525600"/>
            <a:ext cx="2160000" cy="1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sz="850" b="1">
                <a:solidFill>
                  <a:srgbClr val="427092"/>
                </a:solidFill>
                <a:latin typeface="맑은 고딕"/>
                <a:ea typeface="맑은 고딕"/>
              </a:rPr>
              <a:t>속눈썹 디자이너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16000" y="770400"/>
            <a:ext cx="2160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50">
                <a:solidFill>
                  <a:srgbClr val="5E6F7C"/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16000" y="1432800"/>
            <a:ext cx="1224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T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1432800"/>
            <a:ext cx="1368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16000" y="1576800"/>
            <a:ext cx="1224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E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360000" y="1576800"/>
            <a:ext cx="1368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1800000" y="1432800"/>
            <a:ext cx="1224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944000" y="1432800"/>
            <a:ext cx="1188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93600"/>
            <a:ext cx="3240000" cy="0"/>
          </a:xfrm>
          <a:prstGeom prst="line">
            <a:avLst/>
          </a:prstGeom>
          <a:ln w="7200">
            <a:solidFill>
              <a:srgbClr val="8D3F46">
                <a:alpha val="30000"/>
              </a:srgbClr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0" y="201600"/>
            <a:ext cx="3240000" cy="0"/>
          </a:xfrm>
          <a:prstGeom prst="line">
            <a:avLst/>
          </a:prstGeom>
          <a:ln w="7200">
            <a:solidFill>
              <a:srgbClr val="8D3F46">
                <a:alpha val="30000"/>
              </a:srgbClr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0" y="309600"/>
            <a:ext cx="3240000" cy="0"/>
          </a:xfrm>
          <a:prstGeom prst="line">
            <a:avLst/>
          </a:prstGeom>
          <a:ln w="7200">
            <a:solidFill>
              <a:srgbClr val="8D3F46">
                <a:alpha val="30000"/>
              </a:srgbClr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0" y="417600"/>
            <a:ext cx="3240000" cy="0"/>
          </a:xfrm>
          <a:prstGeom prst="line">
            <a:avLst/>
          </a:prstGeom>
          <a:ln w="7200">
            <a:solidFill>
              <a:srgbClr val="8D3F46">
                <a:alpha val="30000"/>
              </a:srgbClr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0" y="525600"/>
            <a:ext cx="3240000" cy="0"/>
          </a:xfrm>
          <a:prstGeom prst="line">
            <a:avLst/>
          </a:prstGeom>
          <a:ln w="7200">
            <a:solidFill>
              <a:srgbClr val="8D3F46">
                <a:alpha val="30000"/>
              </a:srgbClr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0" y="633600"/>
            <a:ext cx="3240000" cy="0"/>
          </a:xfrm>
          <a:prstGeom prst="line">
            <a:avLst/>
          </a:prstGeom>
          <a:ln w="7200">
            <a:solidFill>
              <a:srgbClr val="8D3F46">
                <a:alpha val="30000"/>
              </a:srgbClr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0" y="741600"/>
            <a:ext cx="3240000" cy="0"/>
          </a:xfrm>
          <a:prstGeom prst="line">
            <a:avLst/>
          </a:prstGeom>
          <a:ln w="7200">
            <a:solidFill>
              <a:srgbClr val="8D3F46">
                <a:alpha val="30000"/>
              </a:srgbClr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0" y="849600"/>
            <a:ext cx="3240000" cy="0"/>
          </a:xfrm>
          <a:prstGeom prst="line">
            <a:avLst/>
          </a:prstGeom>
          <a:ln w="7200">
            <a:solidFill>
              <a:srgbClr val="8D3F46">
                <a:alpha val="30000"/>
              </a:srgbClr>
            </a:solidFill>
          </a:ln>
        </p:spPr>
      </p:cxnSp>
      <p:cxnSp>
        <p:nvCxnSpPr>
          <p:cNvPr id="10" name="Connector 9"/>
          <p:cNvCxnSpPr/>
          <p:nvPr/>
        </p:nvCxnSpPr>
        <p:spPr>
          <a:xfrm>
            <a:off x="0" y="957600"/>
            <a:ext cx="3240000" cy="0"/>
          </a:xfrm>
          <a:prstGeom prst="line">
            <a:avLst/>
          </a:prstGeom>
          <a:ln w="7200">
            <a:solidFill>
              <a:srgbClr val="8D3F46">
                <a:alpha val="30000"/>
              </a:srgbClr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0" y="1065600"/>
            <a:ext cx="3240000" cy="0"/>
          </a:xfrm>
          <a:prstGeom prst="line">
            <a:avLst/>
          </a:prstGeom>
          <a:ln w="7200">
            <a:solidFill>
              <a:srgbClr val="8D3F46">
                <a:alpha val="30000"/>
              </a:srgbClr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0" y="1173600"/>
            <a:ext cx="3240000" cy="0"/>
          </a:xfrm>
          <a:prstGeom prst="line">
            <a:avLst/>
          </a:prstGeom>
          <a:ln w="7200">
            <a:solidFill>
              <a:srgbClr val="8D3F46">
                <a:alpha val="30000"/>
              </a:srgbClr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0" y="1281600"/>
            <a:ext cx="3240000" cy="0"/>
          </a:xfrm>
          <a:prstGeom prst="line">
            <a:avLst/>
          </a:prstGeom>
          <a:ln w="7200">
            <a:solidFill>
              <a:srgbClr val="8D3F46">
                <a:alpha val="30000"/>
              </a:srgbClr>
            </a:solidFill>
          </a:ln>
        </p:spPr>
      </p:cxnSp>
      <p:cxnSp>
        <p:nvCxnSpPr>
          <p:cNvPr id="14" name="Connector 13"/>
          <p:cNvCxnSpPr/>
          <p:nvPr/>
        </p:nvCxnSpPr>
        <p:spPr>
          <a:xfrm>
            <a:off x="0" y="1389600"/>
            <a:ext cx="3240000" cy="0"/>
          </a:xfrm>
          <a:prstGeom prst="line">
            <a:avLst/>
          </a:prstGeom>
          <a:ln w="7200">
            <a:solidFill>
              <a:srgbClr val="8D3F46">
                <a:alpha val="30000"/>
              </a:srgbClr>
            </a:solidFill>
          </a:ln>
        </p:spPr>
      </p:cxnSp>
      <p:cxnSp>
        <p:nvCxnSpPr>
          <p:cNvPr id="15" name="Connector 14"/>
          <p:cNvCxnSpPr/>
          <p:nvPr/>
        </p:nvCxnSpPr>
        <p:spPr>
          <a:xfrm>
            <a:off x="0" y="1497600"/>
            <a:ext cx="3240000" cy="0"/>
          </a:xfrm>
          <a:prstGeom prst="line">
            <a:avLst/>
          </a:prstGeom>
          <a:ln w="7200">
            <a:solidFill>
              <a:srgbClr val="8D3F46">
                <a:alpha val="30000"/>
              </a:srgbClr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0" y="1605600"/>
            <a:ext cx="3240000" cy="0"/>
          </a:xfrm>
          <a:prstGeom prst="line">
            <a:avLst/>
          </a:prstGeom>
          <a:ln w="7200">
            <a:solidFill>
              <a:srgbClr val="8D3F46">
                <a:alpha val="30000"/>
              </a:srgbClr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0" y="1713600"/>
            <a:ext cx="3240000" cy="0"/>
          </a:xfrm>
          <a:prstGeom prst="line">
            <a:avLst/>
          </a:prstGeom>
          <a:ln w="7200">
            <a:solidFill>
              <a:srgbClr val="8D3F46">
                <a:alpha val="30000"/>
              </a:srgbClr>
            </a:solidFill>
          </a:ln>
        </p:spPr>
      </p:cxnSp>
      <p:cxnSp>
        <p:nvCxnSpPr>
          <p:cNvPr id="18" name="Connector 17"/>
          <p:cNvCxnSpPr/>
          <p:nvPr/>
        </p:nvCxnSpPr>
        <p:spPr>
          <a:xfrm>
            <a:off x="0" y="1821600"/>
            <a:ext cx="3240000" cy="0"/>
          </a:xfrm>
          <a:prstGeom prst="line">
            <a:avLst/>
          </a:prstGeom>
          <a:ln w="7200">
            <a:solidFill>
              <a:srgbClr val="8D3F46">
                <a:alpha val="30000"/>
              </a:srgbClr>
            </a:solidFill>
          </a:ln>
        </p:spPr>
      </p:cxnSp>
      <p:sp>
        <p:nvSpPr>
          <p:cNvPr id="19" name="Rectangle 18"/>
          <p:cNvSpPr/>
          <p:nvPr/>
        </p:nvSpPr>
        <p:spPr>
          <a:xfrm>
            <a:off x="468000" y="468000"/>
            <a:ext cx="2304000" cy="864000"/>
          </a:xfrm>
          <a:prstGeom prst="rect">
            <a:avLst/>
          </a:prstGeom>
          <a:solidFill>
            <a:srgbClr val="FBF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68000" y="468000"/>
            <a:ext cx="2304000" cy="864000"/>
          </a:xfrm>
          <a:prstGeom prst="rect">
            <a:avLst/>
          </a:prstGeom>
          <a:noFill/>
          <a:ln w="9000">
            <a:solidFill>
              <a:srgbClr val="8D3F4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텍스트"/>
          <p:cNvSpPr txBox="1"/>
          <p:nvPr/>
        </p:nvSpPr>
        <p:spPr>
          <a:xfrm>
            <a:off x="576000" y="540000"/>
            <a:ext cx="2088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667"/>
              </a:lnSpc>
            </a:pPr>
            <a:r>
              <a:rPr sz="1150" b="1">
                <a:solidFill>
                  <a:srgbClr val="29465B"/>
                </a:solidFill>
                <a:latin typeface="바탕"/>
                <a:ea typeface="바탕"/>
              </a:rPr>
              <a:t>새로운 나를 만나는 곳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360000" y="14688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 spc="300">
                <a:solidFill>
                  <a:srgbClr val="61707A"/>
                </a:solidFill>
                <a:latin typeface="맑은 고딕"/>
                <a:ea typeface="맑은 고딕"/>
              </a:rPr>
              <a:t>샵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속눈썹 디자이너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