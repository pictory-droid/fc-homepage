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새로운 나를 만나는 곳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