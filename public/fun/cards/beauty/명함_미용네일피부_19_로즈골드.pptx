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76E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76E7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76E7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A9BA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AD3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6880" y="900000"/>
            <a:ext cx="138240" cy="19872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4160" y="804960"/>
            <a:ext cx="103680" cy="103680"/>
          </a:xfrm>
          <a:prstGeom prst="rect">
            <a:avLst/>
          </a:prstGeom>
          <a:solidFill>
            <a:srgbClr val="97BE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24160" y="718560"/>
            <a:ext cx="103680" cy="86400"/>
          </a:xfrm>
          <a:custGeom>
            <a:avLst/>
            <a:gdLst/>
            <a:ahLst/>
            <a:cxnLst/>
            <a:rect l="l" t="t" r="r" b="b"/>
            <a:pathLst>
              <a:path w="103680" h="86400">
                <a:moveTo>
                  <a:pt x="0" y="86400"/>
                </a:moveTo>
                <a:lnTo>
                  <a:pt x="103680" y="86400"/>
                </a:lnTo>
                <a:lnTo>
                  <a:pt x="103680" y="0"/>
                </a:lnTo>
                <a:lnTo>
                  <a:pt x="0" y="43200"/>
                </a:lnTo>
                <a:close/>
              </a:path>
            </a:pathLst>
          </a:custGeom>
          <a:solidFill>
            <a:srgbClr val="97BE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697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3690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F79"/>
                </a:solidFill>
                <a:latin typeface="맑은 고딕"/>
                <a:ea typeface="맑은 고딕"/>
              </a:rPr>
              <a:t>예약제 운영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