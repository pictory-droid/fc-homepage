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B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23395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1F5F6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23395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1F5F6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23395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1F5F6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23395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1F5F6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23395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1F5F6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A2435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진OO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A2435"/>
                </a:solidFill>
                <a:latin typeface="맑은 고딕"/>
                <a:ea typeface="맑은 고딕"/>
              </a:rPr>
              <a:t>원장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C1C8D1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A243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A243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A243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Oval 3"/>
          <p:cNvSpPr/>
          <p:nvPr/>
        </p:nvSpPr>
        <p:spPr>
          <a:xfrm>
            <a:off x="501120" y="877680"/>
            <a:ext cx="221760" cy="253440"/>
          </a:xfrm>
          <a:prstGeom prst="ellipse">
            <a:avLst/>
          </a:prstGeom>
          <a:noFill/>
          <a:ln w="3168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36760" y="913320"/>
            <a:ext cx="150480" cy="182160"/>
          </a:xfrm>
          <a:prstGeom prst="ellipse">
            <a:avLst/>
          </a:prstGeom>
          <a:solidFill>
            <a:srgbClr val="BFC2B2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2200" y="1123200"/>
            <a:ext cx="39600" cy="11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네일 아트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왁싱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10:00 – 21:00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