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3395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1F5F6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23395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1F5F6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23395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1F5F6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23395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1F5F6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23395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1F5F6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A243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A243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A24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A24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A24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501120" y="877680"/>
            <a:ext cx="221760" cy="253440"/>
          </a:xfrm>
          <a:prstGeom prst="ellipse">
            <a:avLst/>
          </a:prstGeom>
          <a:noFill/>
          <a:ln w="316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60" y="913320"/>
            <a:ext cx="150480" cy="182160"/>
          </a:xfrm>
          <a:prstGeom prst="ellipse">
            <a:avLst/>
          </a:prstGeom>
          <a:solidFill>
            <a:srgbClr val="BFC2B2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2200" y="1123200"/>
            <a:ext cx="39600" cy="11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21:00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