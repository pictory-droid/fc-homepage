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1E9E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1E9EB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1E9E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53A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0E35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E353A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0E353A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