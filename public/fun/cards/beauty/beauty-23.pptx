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D1E9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류하은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네일 아티스트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A6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거울을 보는 일이 즐거워지도록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33B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네일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