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720000"/>
          </a:xfrm>
          <a:prstGeom prst="rect">
            <a:avLst/>
          </a:prstGeom>
          <a:solidFill>
            <a:srgbClr val="47857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747232" y="214848"/>
            <a:ext cx="193536" cy="221184"/>
          </a:xfrm>
          <a:prstGeom prst="ellipse">
            <a:avLst/>
          </a:prstGeom>
          <a:noFill/>
          <a:ln w="27648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778336" y="245952"/>
            <a:ext cx="131328" cy="158976"/>
          </a:xfrm>
          <a:prstGeom prst="ellipse">
            <a:avLst/>
          </a:prstGeom>
          <a:solidFill>
            <a:srgbClr val="737373">
              <a:alpha val="3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826720" y="429120"/>
            <a:ext cx="34560" cy="1036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30400" y="187200"/>
            <a:ext cx="2160000" cy="305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82"/>
              </a:lnSpc>
            </a:pPr>
            <a:r>
              <a:rPr sz="1850" b="1" spc="50">
                <a:solidFill>
                  <a:srgbClr val="FFFFFF"/>
                </a:solidFill>
                <a:latin typeface="바탕"/>
                <a:ea typeface="바탕"/>
              </a:rPr>
              <a:t>류하은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30400" y="475200"/>
            <a:ext cx="2160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FFFFFF"/>
                </a:solidFill>
                <a:latin typeface="맑은 고딕"/>
                <a:ea typeface="맑은 고딕"/>
              </a:rPr>
              <a:t>네일 아티스트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30400" y="835200"/>
            <a:ext cx="180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7C6E67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30400" y="10152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40786C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374400" y="1015200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422D24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30400" y="11841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40786C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74400" y="1184111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422D24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30400" y="13530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40786C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374400" y="1353022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422D24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7463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800" cy="1800000"/>
          </a:xfrm>
          <a:prstGeom prst="rect">
            <a:avLst/>
          </a:prstGeom>
          <a:solidFill>
            <a:srgbClr val="EBDC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432000"/>
            <a:ext cx="2016000" cy="2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65"/>
              </a:lnSpc>
            </a:pPr>
            <a:r>
              <a:rPr sz="1700" b="1">
                <a:solidFill>
                  <a:srgbClr val="FFFFFF"/>
                </a:solidFill>
                <a:latin typeface="바탕"/>
                <a:ea typeface="바탕"/>
              </a:rPr>
              <a:t>샵 이름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878400"/>
            <a:ext cx="2016000" cy="5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0">
                <a:solidFill>
                  <a:srgbClr val="CABEB9"/>
                </a:solidFill>
                <a:latin typeface="바탕"/>
                <a:ea typeface="바탕"/>
              </a:rPr>
              <a:t>거울을 보는 일이 즐거워지도록</a:t>
            </a:r>
          </a:p>
        </p:txBody>
      </p:sp>
      <p:sp>
        <p:nvSpPr>
          <p:cNvPr id="5" name="Rectangle 4"/>
          <p:cNvSpPr/>
          <p:nvPr/>
        </p:nvSpPr>
        <p:spPr>
          <a:xfrm>
            <a:off x="2520000" y="1080000"/>
            <a:ext cx="504000" cy="504000"/>
          </a:xfrm>
          <a:prstGeom prst="rect">
            <a:avLst/>
          </a:prstGeom>
          <a:noFill/>
          <a:ln w="9000">
            <a:solidFill>
              <a:srgbClr val="EBDCD6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0" y="1080000"/>
            <a:ext cx="504000" cy="50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CABEB9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7" name="Rectangle 6"/>
          <p:cNvSpPr/>
          <p:nvPr/>
        </p:nvSpPr>
        <p:spPr>
          <a:xfrm>
            <a:off x="252000" y="763200"/>
            <a:ext cx="201600" cy="14400"/>
          </a:xfrm>
          <a:prstGeom prst="rect">
            <a:avLst/>
          </a:prstGeom>
          <a:solidFill>
            <a:srgbClr val="EBDC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681280" y="295920"/>
            <a:ext cx="181440" cy="207360"/>
          </a:xfrm>
          <a:prstGeom prst="ellipse">
            <a:avLst/>
          </a:prstGeom>
          <a:noFill/>
          <a:ln w="25920">
            <a:solidFill>
              <a:srgbClr val="EBDCD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10440" y="325080"/>
            <a:ext cx="123120" cy="149040"/>
          </a:xfrm>
          <a:prstGeom prst="ellipse">
            <a:avLst/>
          </a:prstGeom>
          <a:solidFill>
            <a:srgbClr val="7F6457">
              <a:alpha val="3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755800" y="496800"/>
            <a:ext cx="32400" cy="97200"/>
          </a:xfrm>
          <a:prstGeom prst="roundRect">
            <a:avLst>
              <a:gd name="adj" fmla="val 50000"/>
            </a:avLst>
          </a:prstGeom>
          <a:solidFill>
            <a:srgbClr val="EBDC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네일 아티스트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