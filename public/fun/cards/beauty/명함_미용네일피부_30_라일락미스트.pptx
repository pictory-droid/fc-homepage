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86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4B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866C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56677"/>
                </a:solidFill>
                <a:latin typeface="바탕"/>
                <a:ea typeface="바탕"/>
              </a:rPr>
              <a:t>두피 케어 매니저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866CB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866CBB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5667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27AC1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7C8CC8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7C8CC8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C4664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C4664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