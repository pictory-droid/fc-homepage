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DCDF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7A2C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바버 · 대표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7A2C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시술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85BF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젤 케어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85BF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메이크업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85BF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두피 케어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985BF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평일 10:00 – 21:00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A3A9B5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바버 · 대표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