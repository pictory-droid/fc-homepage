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075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10800">
            <a:solidFill>
              <a:srgbClr val="F7E8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4000" y="144000"/>
            <a:ext cx="2952000" cy="1512000"/>
          </a:xfrm>
          <a:prstGeom prst="rect">
            <a:avLst/>
          </a:prstGeom>
          <a:noFill/>
          <a:ln w="5400">
            <a:solidFill>
              <a:srgbClr val="AF8B4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400">
                <a:solidFill>
                  <a:srgbClr val="FFFFFF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60000" y="468000"/>
            <a:ext cx="252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맑은 고딕"/>
                <a:ea typeface="맑은 고딕"/>
              </a:rPr>
              <a:t>안예린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784800"/>
            <a:ext cx="252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>
                <a:solidFill>
                  <a:srgbClr val="FFFFFF"/>
                </a:solidFill>
                <a:latin typeface="맑은 고딕"/>
                <a:ea typeface="맑은 고딕"/>
              </a:rPr>
              <a:t>바버 · 대표</a:t>
            </a:r>
          </a:p>
        </p:txBody>
      </p:sp>
      <p:sp>
        <p:nvSpPr>
          <p:cNvPr id="7" name="Rectangle 6"/>
          <p:cNvSpPr/>
          <p:nvPr/>
        </p:nvSpPr>
        <p:spPr>
          <a:xfrm>
            <a:off x="1530000" y="993600"/>
            <a:ext cx="180000" cy="10800"/>
          </a:xfrm>
          <a:prstGeom prst="rect">
            <a:avLst/>
          </a:prstGeom>
          <a:solidFill>
            <a:srgbClr val="F7E8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10872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2096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332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11" name="Oval 10"/>
          <p:cNvSpPr/>
          <p:nvPr/>
        </p:nvSpPr>
        <p:spPr>
          <a:xfrm>
            <a:off x="1572120" y="1568520"/>
            <a:ext cx="35568" cy="35568"/>
          </a:xfrm>
          <a:prstGeom prst="ellipse">
            <a:avLst/>
          </a:prstGeom>
          <a:noFill/>
          <a:ln w="8208">
            <a:solidFill>
              <a:srgbClr val="F7E8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32312" y="1568520"/>
            <a:ext cx="35568" cy="35568"/>
          </a:xfrm>
          <a:prstGeom prst="ellipse">
            <a:avLst/>
          </a:prstGeom>
          <a:noFill/>
          <a:ln w="8208">
            <a:solidFill>
              <a:srgbClr val="F7E8C9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 flipV="1">
            <a:off x="1600848" y="1490544"/>
            <a:ext cx="51984" cy="82080"/>
          </a:xfrm>
          <a:prstGeom prst="line">
            <a:avLst/>
          </a:prstGeom>
          <a:ln w="9576">
            <a:solidFill>
              <a:srgbClr val="AF8B40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 flipV="1">
            <a:off x="1587168" y="1490544"/>
            <a:ext cx="51984" cy="82080"/>
          </a:xfrm>
          <a:prstGeom prst="line">
            <a:avLst/>
          </a:prstGeom>
          <a:ln w="9576">
            <a:solidFill>
              <a:srgbClr val="F7E8C9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152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016000" y="576000"/>
            <a:ext cx="1224000" cy="1224000"/>
          </a:xfrm>
          <a:custGeom>
            <a:avLst/>
            <a:gdLst/>
            <a:ahLst/>
            <a:cxnLst/>
            <a:rect l="l" t="t" r="r" b="b"/>
            <a:pathLst>
              <a:path w="1224000" h="1224000">
                <a:moveTo>
                  <a:pt x="1224000" y="1224000"/>
                </a:moveTo>
                <a:lnTo>
                  <a:pt x="0" y="1224000"/>
                </a:lnTo>
                <a:lnTo>
                  <a:pt x="7696" y="1086955"/>
                </a:lnTo>
                <a:lnTo>
                  <a:pt x="30688" y="951634"/>
                </a:lnTo>
                <a:lnTo>
                  <a:pt x="68687" y="819738"/>
                </a:lnTo>
                <a:lnTo>
                  <a:pt x="121214" y="692926"/>
                </a:lnTo>
                <a:lnTo>
                  <a:pt x="187610" y="572793"/>
                </a:lnTo>
                <a:lnTo>
                  <a:pt x="267038" y="460848"/>
                </a:lnTo>
                <a:lnTo>
                  <a:pt x="358501" y="358501"/>
                </a:lnTo>
                <a:lnTo>
                  <a:pt x="460848" y="267038"/>
                </a:lnTo>
                <a:lnTo>
                  <a:pt x="572793" y="187610"/>
                </a:lnTo>
                <a:lnTo>
                  <a:pt x="692926" y="121214"/>
                </a:lnTo>
                <a:lnTo>
                  <a:pt x="819738" y="68687"/>
                </a:lnTo>
                <a:lnTo>
                  <a:pt x="951634" y="30688"/>
                </a:lnTo>
                <a:lnTo>
                  <a:pt x="1086955" y="7696"/>
                </a:lnTo>
                <a:lnTo>
                  <a:pt x="1224000" y="0"/>
                </a:lnTo>
                <a:close/>
              </a:path>
            </a:pathLst>
          </a:custGeom>
          <a:solidFill>
            <a:srgbClr val="D7B0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0" y="720000"/>
                </a:lnTo>
                <a:lnTo>
                  <a:pt x="4527" y="639386"/>
                </a:lnTo>
                <a:lnTo>
                  <a:pt x="18052" y="559785"/>
                </a:lnTo>
                <a:lnTo>
                  <a:pt x="40404" y="482199"/>
                </a:lnTo>
                <a:lnTo>
                  <a:pt x="71302" y="407604"/>
                </a:lnTo>
                <a:lnTo>
                  <a:pt x="110359" y="336937"/>
                </a:lnTo>
                <a:lnTo>
                  <a:pt x="157081" y="271087"/>
                </a:lnTo>
                <a:lnTo>
                  <a:pt x="210883" y="210883"/>
                </a:lnTo>
                <a:lnTo>
                  <a:pt x="271087" y="157081"/>
                </a:lnTo>
                <a:lnTo>
                  <a:pt x="336937" y="110359"/>
                </a:lnTo>
                <a:lnTo>
                  <a:pt x="407604" y="71302"/>
                </a:lnTo>
                <a:lnTo>
                  <a:pt x="482199" y="40404"/>
                </a:lnTo>
                <a:lnTo>
                  <a:pt x="559785" y="18052"/>
                </a:lnTo>
                <a:lnTo>
                  <a:pt x="639386" y="4527"/>
                </a:lnTo>
                <a:lnTo>
                  <a:pt x="720000" y="0"/>
                </a:lnTo>
                <a:close/>
              </a:path>
            </a:pathLst>
          </a:custGeom>
          <a:solidFill>
            <a:srgbClr val="886E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91800" y="1513800"/>
            <a:ext cx="65520" cy="65520"/>
          </a:xfrm>
          <a:prstGeom prst="ellipse">
            <a:avLst/>
          </a:prstGeom>
          <a:noFill/>
          <a:ln w="15120">
            <a:solidFill>
              <a:srgbClr val="40404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902680" y="1513800"/>
            <a:ext cx="65520" cy="65520"/>
          </a:xfrm>
          <a:prstGeom prst="ellipse">
            <a:avLst/>
          </a:prstGeom>
          <a:noFill/>
          <a:ln w="15120">
            <a:solidFill>
              <a:srgbClr val="40404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V="1">
            <a:off x="2844720" y="1370160"/>
            <a:ext cx="95760" cy="151200"/>
          </a:xfrm>
          <a:prstGeom prst="line">
            <a:avLst/>
          </a:prstGeom>
          <a:ln w="17640">
            <a:solidFill>
              <a:srgbClr val="CFCFCF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 flipV="1">
            <a:off x="2819520" y="1370160"/>
            <a:ext cx="95760" cy="151200"/>
          </a:xfrm>
          <a:prstGeom prst="line">
            <a:avLst/>
          </a:prstGeom>
          <a:ln w="17640">
            <a:solidFill>
              <a:srgbClr val="404040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324000"/>
            <a:ext cx="1944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바탕"/>
                <a:ea typeface="바탕"/>
              </a:rPr>
              <a:t>작은 디테일이 큰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바탕"/>
                <a:ea typeface="바탕"/>
              </a:rPr>
              <a:t>차이를 만듭니다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476000"/>
            <a:ext cx="144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D7CEBD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바버 ·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