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7A2C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7A2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7A2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안예린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바버 · 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7A2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985BF7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젤 케어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985BF7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메이크업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985BF7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985BF7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평일 10:00 – 21:00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바버 ·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