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7A2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E2D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985B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작은 디테일이 큰</a:t>
            </a:r>
          </a:p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차이를 만듭니다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