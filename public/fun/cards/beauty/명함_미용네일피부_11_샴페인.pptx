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28640" y="792000"/>
            <a:ext cx="126720" cy="182160"/>
          </a:xfrm>
          <a:prstGeom prst="roundRect">
            <a:avLst>
              <a:gd name="adj" fmla="val 9375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44480" y="704880"/>
            <a:ext cx="95040" cy="95040"/>
          </a:xfrm>
          <a:prstGeom prst="rect">
            <a:avLst/>
          </a:prstGeom>
          <a:solidFill>
            <a:srgbClr val="837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544480" y="625680"/>
            <a:ext cx="95040" cy="79200"/>
          </a:xfrm>
          <a:custGeom>
            <a:avLst/>
            <a:gdLst/>
            <a:ahLst/>
            <a:cxnLst/>
            <a:rect l="l" t="t" r="r" b="b"/>
            <a:pathLst>
              <a:path w="95040" h="79200">
                <a:moveTo>
                  <a:pt x="0" y="79200"/>
                </a:moveTo>
                <a:lnTo>
                  <a:pt x="95040" y="79200"/>
                </a:lnTo>
                <a:lnTo>
                  <a:pt x="95040" y="0"/>
                </a:lnTo>
                <a:lnTo>
                  <a:pt x="0" y="39600"/>
                </a:lnTo>
                <a:close/>
              </a:path>
            </a:pathLst>
          </a:custGeom>
          <a:solidFill>
            <a:srgbClr val="837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C29831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A582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26A77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