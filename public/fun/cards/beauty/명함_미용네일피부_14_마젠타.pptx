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E516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커트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속눈썹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E5169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화–일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