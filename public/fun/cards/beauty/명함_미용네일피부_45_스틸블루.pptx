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60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ACB7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4CCD6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C4CCD6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94BD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4CCD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4CCD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4CCD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54323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B683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DDEC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5432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DDEC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5432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염색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DDEC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5432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DDEC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5432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EDDEC4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956C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