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4F8796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9CF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79A0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B9CFD5"/>
                </a:solidFill>
                <a:latin typeface="바탕"/>
                <a:ea typeface="바탕"/>
              </a:rPr>
              <a:t>시술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B9CFD5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젤 케어  ·  속눈썹  ·  왁싱  ·  두피 케어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B9CFD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7E3E6"/>
                </a:solidFill>
                <a:latin typeface="바탕"/>
                <a:ea typeface="바탕"/>
              </a:rPr>
              <a:t>예약제 운영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7E3E6"/>
                </a:solidFill>
                <a:latin typeface="바탕"/>
                <a:ea typeface="바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