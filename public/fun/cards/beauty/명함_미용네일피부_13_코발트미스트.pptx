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4B73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4B73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94000" y="1098000"/>
            <a:ext cx="93600" cy="93600"/>
          </a:xfrm>
          <a:prstGeom prst="ellipse">
            <a:avLst/>
          </a:prstGeom>
          <a:noFill/>
          <a:ln w="21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52400" y="1098000"/>
            <a:ext cx="93600" cy="93600"/>
          </a:xfrm>
          <a:prstGeom prst="ellipse">
            <a:avLst/>
          </a:prstGeom>
          <a:noFill/>
          <a:ln w="21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2469600" y="892800"/>
            <a:ext cx="136800" cy="216000"/>
          </a:xfrm>
          <a:prstGeom prst="line">
            <a:avLst/>
          </a:prstGeom>
          <a:ln w="25200">
            <a:solidFill>
              <a:srgbClr val="A5B9DF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433600" y="892800"/>
            <a:ext cx="136800" cy="216000"/>
          </a:xfrm>
          <a:prstGeom prst="line">
            <a:avLst/>
          </a:prstGeom>
          <a:ln w="25200">
            <a:solidFill>
              <a:srgbClr val="FFFF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6B54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24363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C8D4EC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436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436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436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B9D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A7FC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B9D5CE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7075"/>
                </a:solidFill>
                <a:latin typeface="맑은 고딕"/>
                <a:ea typeface="맑은 고딕"/>
              </a:rPr>
              <a:t>예약제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