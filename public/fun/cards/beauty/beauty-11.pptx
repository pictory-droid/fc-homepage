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5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4E70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63072" y="219024"/>
            <a:ext cx="89856" cy="152064"/>
          </a:xfrm>
          <a:prstGeom prst="ellips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2841956" y="276337"/>
            <a:ext cx="89856" cy="152064"/>
          </a:xfrm>
          <a:prstGeom prst="ellips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2811825" y="369071"/>
            <a:ext cx="89856" cy="152064"/>
          </a:xfrm>
          <a:prstGeom prst="ellips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2714319" y="369071"/>
            <a:ext cx="89856" cy="152064"/>
          </a:xfrm>
          <a:prstGeom prst="ellips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2684188" y="276337"/>
            <a:ext cx="89856" cy="152064"/>
          </a:xfrm>
          <a:prstGeom prst="ellipse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69984" y="339984"/>
            <a:ext cx="76032" cy="76032"/>
          </a:xfrm>
          <a:prstGeom prst="ellipse">
            <a:avLst/>
          </a:prstGeom>
          <a:solidFill>
            <a:srgbClr val="4E70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5C4B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5ECE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D5E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5ECE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5ECE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5ECE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73200" y="374400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55371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398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2241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491029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0400" y="500400"/>
            <a:ext cx="79200" cy="79200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예뻐지는 시간, 행복해지는 시간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