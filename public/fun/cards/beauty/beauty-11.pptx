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CEDA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FF89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FCEDA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