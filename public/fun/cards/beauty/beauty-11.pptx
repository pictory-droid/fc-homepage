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3B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62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FFCEDA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FFCEDA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FFCED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FFCED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FFCED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FF3B6B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예뻐지는 시간, 행복해지는 시간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