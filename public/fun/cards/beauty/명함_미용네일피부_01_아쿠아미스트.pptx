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3F63A8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50A6A8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50A6A8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50A6A8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50A6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415A64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859904" cy="158400"/>
          </a:xfrm>
          <a:prstGeom prst="roundRect">
            <a:avLst>
              <a:gd name="adj" fmla="val 50000"/>
            </a:avLst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859904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50A6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50A6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50A6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C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염색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