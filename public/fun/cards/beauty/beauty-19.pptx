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6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2480" y="488160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2767520" y="571741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2723579" y="706979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2581381" y="706979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2537440" y="571741"/>
            <a:ext cx="131040" cy="22176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2560" y="664560"/>
            <a:ext cx="110880" cy="11088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66666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0E9DD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E9D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E9D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E9D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47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8A1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73200" y="374400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1655371" y="434101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1623985" y="530699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1522415" y="530699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1491029" y="434101"/>
            <a:ext cx="936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80400" y="500400"/>
            <a:ext cx="79200" cy="7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자신을 아끼는 첫걸음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