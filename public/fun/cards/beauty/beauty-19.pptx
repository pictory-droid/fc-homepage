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5B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5B5B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5B5BFF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전보라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왁싱 전문가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6F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67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630067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67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092767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젤 케어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01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6401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왁싱 전문가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