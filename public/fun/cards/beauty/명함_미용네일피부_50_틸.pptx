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4C90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EEAF4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1E3E4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E3E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E3E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E3E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9E8FC9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7949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9E8FC9"/>
          </a:solidFill>
          <a:ln w="5760">
            <a:solidFill>
              <a:srgbClr val="9E8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9E8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9E8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05C5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05C5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