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7E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4C90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EEEAF4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65A0A2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현OO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1E3E4"/>
                </a:solidFill>
                <a:latin typeface="맑은 고딕"/>
                <a:ea typeface="맑은 고딕"/>
              </a:rPr>
              <a:t>두피 케어 매니저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E3E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65A0A2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E3E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65A0A2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E3E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9E8FC9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79499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9E8FC9"/>
          </a:solidFill>
          <a:ln w="5760">
            <a:solidFill>
              <a:srgbClr val="9E8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7F4EE"/>
          </a:solidFill>
          <a:ln w="5760">
            <a:solidFill>
              <a:srgbClr val="9E8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속눈썹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7F4EE"/>
          </a:solidFill>
          <a:ln w="5760">
            <a:solidFill>
              <a:srgbClr val="9E8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메이크업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05C5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05C55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두피 케어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