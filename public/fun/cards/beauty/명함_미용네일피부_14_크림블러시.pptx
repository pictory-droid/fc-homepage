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F9EE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C7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9D482B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46616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커트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78A9AD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46616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78A9AD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46616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78A9AD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46616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78A9AD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3D535E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3D535E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