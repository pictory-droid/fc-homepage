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D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5E6B7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5E6B7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5E6B7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5E6B7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5E6B7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6B7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6979"/>
                </a:solidFill>
                <a:latin typeface="맑은 고딕"/>
                <a:ea typeface="맑은 고딕"/>
              </a:rPr>
              <a:t>방문 전 예약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