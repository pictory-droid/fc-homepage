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55600" y="255600"/>
            <a:ext cx="50400" cy="50400"/>
          </a:xfrm>
          <a:prstGeom prst="ellipse">
            <a:avLst/>
          </a:prstGeom>
          <a:solidFill>
            <a:srgbClr val="5E6B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1548000" y="237600"/>
            <a:ext cx="1440000" cy="1028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783"/>
              </a:lnSpc>
            </a:pPr>
            <a:r>
              <a:rPr sz="540" b="1" spc="240">
                <a:solidFill>
                  <a:srgbClr val="605C55"/>
                </a:solidFill>
                <a:latin typeface="맑은 고딕"/>
                <a:ea typeface="맑은 고딕"/>
              </a:rPr>
              <a:t>샵 이름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1267200"/>
            <a:ext cx="1440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 spc="80">
                <a:solidFill>
                  <a:srgbClr val="1B2230"/>
                </a:solidFill>
                <a:latin typeface="맑은 고딕"/>
                <a:ea typeface="맑은 고딕"/>
              </a:rPr>
              <a:t>성OO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1447200"/>
            <a:ext cx="144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605C55"/>
                </a:solidFill>
                <a:latin typeface="맑은 고딕"/>
                <a:ea typeface="맑은 고딕"/>
              </a:rPr>
              <a:t>메이크업 아티스트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1548000" y="1260000"/>
            <a:ext cx="144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41"/>
              </a:lnSpc>
            </a:pPr>
            <a:r>
              <a:rPr sz="58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1548000" y="1375200"/>
            <a:ext cx="144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41"/>
              </a:lnSpc>
            </a:pPr>
            <a:r>
              <a:rPr sz="58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1548000" y="1490400"/>
            <a:ext cx="144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41"/>
              </a:lnSpc>
            </a:pPr>
            <a:r>
              <a:rPr sz="580" b="0">
                <a:solidFill>
                  <a:srgbClr val="605C55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1DC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400" cy="1800000"/>
          </a:xfrm>
          <a:prstGeom prst="rect">
            <a:avLst/>
          </a:prstGeom>
          <a:solidFill>
            <a:srgbClr val="2B4A82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1200" y="0"/>
            <a:ext cx="36000" cy="1800000"/>
          </a:xfrm>
          <a:prstGeom prst="rect">
            <a:avLst/>
          </a:prstGeom>
          <a:solidFill>
            <a:srgbClr val="5E6B7C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2400" y="0"/>
            <a:ext cx="36000" cy="1800000"/>
          </a:xfrm>
          <a:prstGeom prst="rect">
            <a:avLst/>
          </a:prstGeom>
          <a:solidFill>
            <a:srgbClr val="2B4A82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3600" y="0"/>
            <a:ext cx="50400" cy="1800000"/>
          </a:xfrm>
          <a:prstGeom prst="rect">
            <a:avLst/>
          </a:prstGeom>
          <a:solidFill>
            <a:srgbClr val="5E6B7C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44800" y="0"/>
            <a:ext cx="36000" cy="1800000"/>
          </a:xfrm>
          <a:prstGeom prst="rect">
            <a:avLst/>
          </a:prstGeom>
          <a:solidFill>
            <a:srgbClr val="2B4A82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06000" y="0"/>
            <a:ext cx="36000" cy="1800000"/>
          </a:xfrm>
          <a:prstGeom prst="rect">
            <a:avLst/>
          </a:prstGeom>
          <a:solidFill>
            <a:srgbClr val="5E6B7C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7200" y="0"/>
            <a:ext cx="50400" cy="1800000"/>
          </a:xfrm>
          <a:prstGeom prst="rect">
            <a:avLst/>
          </a:prstGeom>
          <a:solidFill>
            <a:srgbClr val="2B4A82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8400" y="0"/>
            <a:ext cx="36000" cy="1800000"/>
          </a:xfrm>
          <a:prstGeom prst="rect">
            <a:avLst/>
          </a:prstGeom>
          <a:solidFill>
            <a:srgbClr val="5E6B7C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89600" y="0"/>
            <a:ext cx="36000" cy="1800000"/>
          </a:xfrm>
          <a:prstGeom prst="rect">
            <a:avLst/>
          </a:prstGeom>
          <a:solidFill>
            <a:srgbClr val="2B4A82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50800" y="0"/>
            <a:ext cx="50400" cy="1800000"/>
          </a:xfrm>
          <a:prstGeom prst="rect">
            <a:avLst/>
          </a:prstGeom>
          <a:solidFill>
            <a:srgbClr val="5E6B7C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828000" y="2520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5E6B7C"/>
                </a:solidFill>
                <a:latin typeface="맑은 고딕"/>
                <a:ea typeface="맑은 고딕"/>
              </a:rPr>
              <a:t>시술 안내</a:t>
            </a:r>
          </a:p>
        </p:txBody>
      </p:sp>
      <p:sp>
        <p:nvSpPr>
          <p:cNvPr id="13" name="Oval 12"/>
          <p:cNvSpPr/>
          <p:nvPr/>
        </p:nvSpPr>
        <p:spPr>
          <a:xfrm>
            <a:off x="831600" y="489600"/>
            <a:ext cx="43200" cy="43200"/>
          </a:xfrm>
          <a:prstGeom prst="ellipse">
            <a:avLst/>
          </a:prstGeom>
          <a:solidFill>
            <a:srgbClr val="2B4A8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텍스트"/>
          <p:cNvSpPr txBox="1"/>
          <p:nvPr/>
        </p:nvSpPr>
        <p:spPr>
          <a:xfrm>
            <a:off x="936000" y="4320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클리닉</a:t>
            </a:r>
          </a:p>
        </p:txBody>
      </p:sp>
      <p:sp>
        <p:nvSpPr>
          <p:cNvPr id="15" name="Oval 14"/>
          <p:cNvSpPr/>
          <p:nvPr/>
        </p:nvSpPr>
        <p:spPr>
          <a:xfrm>
            <a:off x="831600" y="712800"/>
            <a:ext cx="43200" cy="43200"/>
          </a:xfrm>
          <a:prstGeom prst="ellipse">
            <a:avLst/>
          </a:prstGeom>
          <a:solidFill>
            <a:srgbClr val="5E6B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텍스트"/>
          <p:cNvSpPr txBox="1"/>
          <p:nvPr/>
        </p:nvSpPr>
        <p:spPr>
          <a:xfrm>
            <a:off x="936000" y="6552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왁싱</a:t>
            </a:r>
          </a:p>
        </p:txBody>
      </p:sp>
      <p:sp>
        <p:nvSpPr>
          <p:cNvPr id="17" name="Oval 16"/>
          <p:cNvSpPr/>
          <p:nvPr/>
        </p:nvSpPr>
        <p:spPr>
          <a:xfrm>
            <a:off x="831600" y="936000"/>
            <a:ext cx="43200" cy="43200"/>
          </a:xfrm>
          <a:prstGeom prst="ellipse">
            <a:avLst/>
          </a:prstGeom>
          <a:solidFill>
            <a:srgbClr val="2B4A8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텍스트"/>
          <p:cNvSpPr txBox="1"/>
          <p:nvPr/>
        </p:nvSpPr>
        <p:spPr>
          <a:xfrm>
            <a:off x="936000" y="8784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예약제 운영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28000" y="1440000"/>
            <a:ext cx="2160000" cy="0"/>
          </a:xfrm>
          <a:prstGeom prst="line">
            <a:avLst/>
          </a:prstGeom>
          <a:ln w="3600">
            <a:solidFill>
              <a:srgbClr val="B9C4D7"/>
            </a:solidFill>
          </a:ln>
        </p:spPr>
      </p:cxnSp>
      <p:sp>
        <p:nvSpPr>
          <p:cNvPr id="20" name="텍스트"/>
          <p:cNvSpPr txBox="1"/>
          <p:nvPr/>
        </p:nvSpPr>
        <p:spPr>
          <a:xfrm>
            <a:off x="828000" y="1512000"/>
            <a:ext cx="216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606979"/>
                </a:solidFill>
                <a:latin typeface="맑은 고딕"/>
                <a:ea typeface="맑은 고딕"/>
              </a:rPr>
              <a:t>방문 전 예약     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메이크업 아티스트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