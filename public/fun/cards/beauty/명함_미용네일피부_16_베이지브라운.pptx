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826C51">
                    <a:alpha val="95000"/>
                  </a:srgbClr>
                </a:solidFill>
                <a:latin typeface="맑은 고딕"/>
                <a:ea typeface="맑은 고딕"/>
              </a:rPr>
              <a:t>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617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2B8C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9CCD5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B2B8C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9CCD5"/>
                </a:solidFill>
                <a:latin typeface="맑은 고딕"/>
                <a:ea typeface="맑은 고딕"/>
              </a:rPr>
              <a:t>예약제 운영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