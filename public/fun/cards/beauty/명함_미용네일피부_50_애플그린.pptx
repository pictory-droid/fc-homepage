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진보미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두피 케어 매니저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D96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12151C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F402C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12151C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4CD964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속눈썹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4CD964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358B47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402C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402C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1F402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1F402C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두피 케어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