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FC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96000"/>
            <a:ext cx="3240000" cy="504000"/>
          </a:xfrm>
          <a:prstGeom prst="rect">
            <a:avLst/>
          </a:prstGeom>
          <a:solidFill>
            <a:srgbClr val="C6F8E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96000"/>
            <a:ext cx="3240000" cy="14400"/>
          </a:xfrm>
          <a:prstGeom prst="rect">
            <a:avLst/>
          </a:prstGeom>
          <a:solidFill>
            <a:srgbClr val="00E0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0B6250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선은호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0B6250"/>
                </a:solidFill>
                <a:latin typeface="맑은 고딕"/>
                <a:ea typeface="맑은 고딕"/>
              </a:rPr>
              <a:t>속눈썹 디자이너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0B625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512000"/>
            <a:ext cx="900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72800" y="1411200"/>
            <a:ext cx="0" cy="201600"/>
          </a:xfrm>
          <a:prstGeom prst="line">
            <a:avLst/>
          </a:prstGeom>
          <a:ln w="3600">
            <a:solidFill>
              <a:srgbClr val="B8F6E6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0B625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52000" y="1512000"/>
            <a:ext cx="1008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080800" y="1411200"/>
            <a:ext cx="0" cy="201600"/>
          </a:xfrm>
          <a:prstGeom prst="line">
            <a:avLst/>
          </a:prstGeom>
          <a:ln w="3600">
            <a:solidFill>
              <a:srgbClr val="B8F6E6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0B625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60000" y="15120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FCF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B8F6E6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B8F6E6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B8F6E6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B8F6E6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B8F6E6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B8F6E6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B8F6E6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B8F6E6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31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0B6250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00E0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클리닉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99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속눈썹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90000" y="676800"/>
            <a:ext cx="0" cy="230400"/>
          </a:xfrm>
          <a:prstGeom prst="line">
            <a:avLst/>
          </a:prstGeom>
          <a:ln w="3600">
            <a:solidFill>
              <a:srgbClr val="B8F6E6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162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피부 관리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676800"/>
            <a:ext cx="0" cy="230400"/>
          </a:xfrm>
          <a:prstGeom prst="line">
            <a:avLst/>
          </a:prstGeom>
          <a:ln w="3600">
            <a:solidFill>
              <a:srgbClr val="B8F6E6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225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예약제 운영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250000" y="676800"/>
            <a:ext cx="0" cy="230400"/>
          </a:xfrm>
          <a:prstGeom prst="line">
            <a:avLst/>
          </a:prstGeom>
          <a:ln w="3600">
            <a:solidFill>
              <a:srgbClr val="B8F6E6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360000" y="1159200"/>
            <a:ext cx="2520000" cy="0"/>
          </a:xfrm>
          <a:prstGeom prst="line">
            <a:avLst/>
          </a:prstGeom>
          <a:ln w="3600">
            <a:solidFill>
              <a:srgbClr val="B8F6E6"/>
            </a:solidFill>
          </a:ln>
        </p:spPr>
      </p:cxnSp>
      <p:sp>
        <p:nvSpPr>
          <p:cNvPr id="20" name="텍스트"/>
          <p:cNvSpPr txBox="1"/>
          <p:nvPr/>
        </p:nvSpPr>
        <p:spPr>
          <a:xfrm>
            <a:off x="360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평일 10:00 – 21:00</a:t>
            </a:r>
          </a:p>
        </p:txBody>
      </p:sp>
      <p:sp>
        <p:nvSpPr>
          <p:cNvPr id="21" name="텍스트"/>
          <p:cNvSpPr txBox="1"/>
          <p:nvPr/>
        </p:nvSpPr>
        <p:spPr>
          <a:xfrm>
            <a:off x="1656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KAKAO  @채널아이디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360000" y="15264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0B6250"/>
                </a:solidFill>
                <a:latin typeface="맑은 고딕"/>
                <a:ea typeface="맑은 고딕"/>
              </a:rPr>
              <a:t>샵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속눈썹 디자이너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