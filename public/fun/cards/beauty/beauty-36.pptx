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C6F8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625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B6250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다녀가신 뒤 기분이 좋도록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0B625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