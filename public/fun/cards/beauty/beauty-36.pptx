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C6F8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625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6250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C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B625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B625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