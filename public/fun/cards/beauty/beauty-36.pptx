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741400" y="491400"/>
            <a:ext cx="102960" cy="102960"/>
          </a:xfrm>
          <a:prstGeom prst="ellipse">
            <a:avLst/>
          </a:prstGeom>
          <a:noFill/>
          <a:ln w="23760">
            <a:solidFill>
              <a:srgbClr val="4974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915640" y="491400"/>
            <a:ext cx="102960" cy="102960"/>
          </a:xfrm>
          <a:prstGeom prst="ellipse">
            <a:avLst/>
          </a:prstGeom>
          <a:noFill/>
          <a:ln w="23760">
            <a:solidFill>
              <a:srgbClr val="497483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824560" y="265680"/>
            <a:ext cx="150480" cy="237600"/>
          </a:xfrm>
          <a:prstGeom prst="line">
            <a:avLst/>
          </a:prstGeom>
          <a:ln w="27720">
            <a:solidFill>
              <a:srgbClr val="D6E5EA"/>
            </a:solidFill>
          </a:ln>
        </p:spPr>
      </p:cxnSp>
      <p:cxnSp>
        <p:nvCxnSpPr>
          <p:cNvPr id="6" name="Connector 5"/>
          <p:cNvCxnSpPr/>
          <p:nvPr/>
        </p:nvCxnSpPr>
        <p:spPr>
          <a:xfrm flipH="1" flipV="1">
            <a:off x="2784960" y="265680"/>
            <a:ext cx="150480" cy="237600"/>
          </a:xfrm>
          <a:prstGeom prst="line">
            <a:avLst/>
          </a:prstGeom>
          <a:ln w="27720">
            <a:solidFill>
              <a:srgbClr val="497483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16000" y="2304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253A41"/>
                </a:solidFill>
                <a:latin typeface="맑은 고딕"/>
                <a:ea typeface="맑은 고딕"/>
              </a:rPr>
              <a:t>선은호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6000" y="5256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497483"/>
                </a:solidFill>
                <a:latin typeface="맑은 고딕"/>
                <a:ea typeface="맑은 고딕"/>
              </a:rPr>
              <a:t>속눈썹 디자이너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16000" y="770400"/>
            <a:ext cx="216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6B797D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6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1432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6000" y="1576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1576800"/>
            <a:ext cx="136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00000" y="1432800"/>
            <a:ext cx="1224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944000" y="1432800"/>
            <a:ext cx="1188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5600" y="1137600"/>
            <a:ext cx="411840" cy="411840"/>
          </a:xfrm>
          <a:prstGeom prst="ellipse">
            <a:avLst/>
          </a:prstGeom>
          <a:noFill/>
          <a:ln w="95040">
            <a:solidFill>
              <a:srgbClr val="49748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762560" y="1137600"/>
            <a:ext cx="411840" cy="411840"/>
          </a:xfrm>
          <a:prstGeom prst="ellipse">
            <a:avLst/>
          </a:prstGeom>
          <a:noFill/>
          <a:ln w="95040">
            <a:solidFill>
              <a:srgbClr val="497483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1398240" y="234720"/>
            <a:ext cx="601920" cy="950400"/>
          </a:xfrm>
          <a:prstGeom prst="line">
            <a:avLst/>
          </a:prstGeom>
          <a:ln w="110880">
            <a:solidFill>
              <a:srgbClr val="E2EDF0"/>
            </a:solidFill>
          </a:ln>
        </p:spPr>
      </p:cxnSp>
      <p:cxnSp>
        <p:nvCxnSpPr>
          <p:cNvPr id="5" name="Connector 4"/>
          <p:cNvCxnSpPr/>
          <p:nvPr/>
        </p:nvCxnSpPr>
        <p:spPr>
          <a:xfrm flipH="1" flipV="1">
            <a:off x="1239840" y="234720"/>
            <a:ext cx="601920" cy="950400"/>
          </a:xfrm>
          <a:prstGeom prst="line">
            <a:avLst/>
          </a:prstGeom>
          <a:ln w="110880">
            <a:solidFill>
              <a:srgbClr val="497483"/>
            </a:solidFill>
          </a:ln>
        </p:spPr>
      </p:cxnSp>
      <p:sp>
        <p:nvSpPr>
          <p:cNvPr id="6" name="Rectangle 5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2F6F8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53A41"/>
                </a:solidFill>
                <a:latin typeface="바탕"/>
                <a:ea typeface="바탕"/>
              </a:rPr>
              <a:t>다녀가신 뒤 기분이 좋도록</a:t>
            </a:r>
          </a:p>
        </p:txBody>
      </p:sp>
      <p:sp>
        <p:nvSpPr>
          <p:cNvPr id="8" name="Rectangle 7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4974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27074"/>
                </a:solidFill>
                <a:latin typeface="맑은 고딕"/>
                <a:ea typeface="맑은 고딕"/>
              </a:rPr>
              <a:t>샵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속눈썹 디자이너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