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088000" y="129600"/>
            <a:ext cx="1008000" cy="1540800"/>
          </a:xfrm>
          <a:prstGeom prst="roundRect">
            <a:avLst>
              <a:gd name="adj" fmla="val 10714"/>
            </a:avLst>
          </a:prstGeom>
          <a:solidFill>
            <a:srgbClr val="906B2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530800" y="241200"/>
            <a:ext cx="122400" cy="122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02000" y="212400"/>
            <a:ext cx="180000" cy="180000"/>
          </a:xfrm>
          <a:prstGeom prst="ellipse">
            <a:avLst/>
          </a:prstGeom>
          <a:noFill/>
          <a:ln w="504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528640" y="792000"/>
            <a:ext cx="126720" cy="18216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44480" y="704880"/>
            <a:ext cx="95040" cy="95040"/>
          </a:xfrm>
          <a:prstGeom prst="rect">
            <a:avLst/>
          </a:prstGeom>
          <a:solidFill>
            <a:srgbClr val="C8B59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2544480" y="625680"/>
            <a:ext cx="95040" cy="79200"/>
          </a:xfrm>
          <a:custGeom>
            <a:avLst/>
            <a:gdLst/>
            <a:ahLst/>
            <a:cxnLst/>
            <a:rect l="l" t="t" r="r" b="b"/>
            <a:pathLst>
              <a:path w="95040" h="79200">
                <a:moveTo>
                  <a:pt x="0" y="79200"/>
                </a:moveTo>
                <a:lnTo>
                  <a:pt x="95040" y="79200"/>
                </a:lnTo>
                <a:lnTo>
                  <a:pt x="95040" y="0"/>
                </a:lnTo>
                <a:lnTo>
                  <a:pt x="0" y="39600"/>
                </a:lnTo>
                <a:close/>
              </a:path>
            </a:pathLst>
          </a:custGeom>
          <a:solidFill>
            <a:srgbClr val="C8B59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088000" y="1188000"/>
            <a:ext cx="1008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 spc="100">
                <a:solidFill>
                  <a:srgbClr val="FFFFFF"/>
                </a:solidFill>
                <a:latin typeface="맑은 고딕"/>
                <a:ea typeface="맑은 고딕"/>
              </a:rPr>
              <a:t>헤어 디자이너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088000" y="1382400"/>
            <a:ext cx="1008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0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432000"/>
            <a:ext cx="1584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4171D"/>
                </a:solidFill>
                <a:latin typeface="맑은 고딕"/>
                <a:ea typeface="맑은 고딕"/>
              </a:rPr>
              <a:t>한OO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2000" y="770400"/>
            <a:ext cx="936000" cy="0"/>
          </a:xfrm>
          <a:prstGeom prst="line">
            <a:avLst/>
          </a:prstGeom>
          <a:ln w="7920">
            <a:solidFill>
              <a:srgbClr val="B8892B"/>
            </a:solidFill>
          </a:ln>
        </p:spPr>
      </p:cxnSp>
      <p:sp>
        <p:nvSpPr>
          <p:cNvPr id="12" name="텍스트"/>
          <p:cNvSpPr txBox="1"/>
          <p:nvPr/>
        </p:nvSpPr>
        <p:spPr>
          <a:xfrm>
            <a:off x="252000" y="918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54400" y="907200"/>
            <a:ext cx="100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062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54400" y="1051200"/>
            <a:ext cx="100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52000" y="1206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554400" y="1195200"/>
            <a:ext cx="100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2000" y="216000"/>
            <a:ext cx="1944000" cy="1080000"/>
          </a:xfrm>
          <a:prstGeom prst="roundRect">
            <a:avLst>
              <a:gd name="adj" fmla="val 12000"/>
            </a:avLst>
          </a:prstGeom>
          <a:solidFill>
            <a:srgbClr val="9671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540000" y="1288800"/>
            <a:ext cx="216000" cy="223200"/>
          </a:xfrm>
          <a:custGeom>
            <a:avLst/>
            <a:gdLst/>
            <a:ahLst/>
            <a:cxnLst/>
            <a:rect l="l" t="t" r="r" b="b"/>
            <a:pathLst>
              <a:path w="216000" h="223200">
                <a:moveTo>
                  <a:pt x="0" y="0"/>
                </a:moveTo>
                <a:lnTo>
                  <a:pt x="216000" y="0"/>
                </a:lnTo>
                <a:lnTo>
                  <a:pt x="36000" y="223200"/>
                </a:lnTo>
                <a:close/>
              </a:path>
            </a:pathLst>
          </a:custGeom>
          <a:solidFill>
            <a:srgbClr val="9671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302400"/>
            <a:ext cx="165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FFFFFF">
                    <a:alpha val="80000"/>
                  </a:srgbClr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396000" y="4680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네일 아트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396000" y="6696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피부 관리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396000" y="8712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메이크업</a:t>
            </a:r>
          </a:p>
        </p:txBody>
      </p:sp>
      <p:sp>
        <p:nvSpPr>
          <p:cNvPr id="8" name="Oval 7"/>
          <p:cNvSpPr/>
          <p:nvPr/>
        </p:nvSpPr>
        <p:spPr>
          <a:xfrm>
            <a:off x="2433600" y="381600"/>
            <a:ext cx="100800" cy="100800"/>
          </a:xfrm>
          <a:prstGeom prst="ellipse">
            <a:avLst/>
          </a:prstGeom>
          <a:solidFill>
            <a:srgbClr val="63666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 rot="1080000">
            <a:off x="2664000" y="324000"/>
            <a:ext cx="144000" cy="144000"/>
          </a:xfrm>
          <a:prstGeom prst="roundRect">
            <a:avLst>
              <a:gd name="adj" fmla="val 15000"/>
            </a:avLst>
          </a:prstGeom>
          <a:solidFill>
            <a:srgbClr val="9671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2376000" y="1080000"/>
            <a:ext cx="684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FFFFFF"/>
                </a:solidFill>
                <a:latin typeface="맑은 고딕"/>
                <a:ea typeface="맑은 고딕"/>
              </a:rPr>
              <a:t>평일 10:00 – 21:00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376000" y="1209600"/>
            <a:ext cx="684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A7ABB4"/>
                </a:solidFill>
                <a:latin typeface="맑은 고딕"/>
                <a:ea typeface="맑은 고딕"/>
              </a:rPr>
              <a:t>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헤어 디자이너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