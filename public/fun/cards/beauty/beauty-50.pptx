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1F402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F402C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다시 찾고 싶은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사람이 되겠습니다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F402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