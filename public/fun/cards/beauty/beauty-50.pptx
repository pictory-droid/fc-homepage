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CC334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CC334D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CC334D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CC334D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CC334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CC334D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CC334D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CC334D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CC334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CC334D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CC334D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CC334D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CC334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CC334D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CC334D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CC334D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CC334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CC334D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CC334D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CC334D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F7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965E6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7A1F2E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C334D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C334D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A1F2E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C334D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A1F2E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C334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A1F2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Oval 32"/>
          <p:cNvSpPr/>
          <p:nvPr/>
        </p:nvSpPr>
        <p:spPr>
          <a:xfrm>
            <a:off x="2799360" y="1067040"/>
            <a:ext cx="161280" cy="184320"/>
          </a:xfrm>
          <a:prstGeom prst="ellipse">
            <a:avLst/>
          </a:prstGeom>
          <a:noFill/>
          <a:ln w="2304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25280" y="1092960"/>
            <a:ext cx="109440" cy="132480"/>
          </a:xfrm>
          <a:prstGeom prst="ellipse">
            <a:avLst/>
          </a:prstGeom>
          <a:solidFill>
            <a:srgbClr val="F7DCE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65600" y="1245600"/>
            <a:ext cx="28800" cy="86400"/>
          </a:xfrm>
          <a:prstGeom prst="roundRect">
            <a:avLst>
              <a:gd name="adj" fmla="val 50000"/>
            </a:avLst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448" y="171072"/>
            <a:ext cx="88704" cy="101376"/>
          </a:xfrm>
          <a:prstGeom prst="ellipse">
            <a:avLst/>
          </a:prstGeom>
          <a:noFill/>
          <a:ln w="126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704" y="185328"/>
            <a:ext cx="60192" cy="72864"/>
          </a:xfrm>
          <a:prstGeom prst="ellipse">
            <a:avLst/>
          </a:prstGeom>
          <a:solidFill>
            <a:srgbClr val="73737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880" y="269280"/>
            <a:ext cx="15840" cy="47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7A1F2E"/>
                </a:solidFill>
                <a:latin typeface="맑은 고딕"/>
                <a:ea typeface="맑은 고딕"/>
              </a:rPr>
              <a:t>다시 찾고 싶은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7A1F2E"/>
                </a:solidFill>
                <a:latin typeface="맑은 고딕"/>
                <a:ea typeface="맑은 고딕"/>
              </a:rPr>
              <a:t>사람이 되겠습니다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96606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3B915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966068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