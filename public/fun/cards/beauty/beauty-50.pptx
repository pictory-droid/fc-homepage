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4CD96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12151C"/>
                </a:solidFill>
                <a:latin typeface="맑은 고딕"/>
                <a:ea typeface="맑은 고딕"/>
              </a:rPr>
              <a:t>샵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샵 이름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진보미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두피 케어 매니저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CD964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446400"/>
          </a:xfrm>
          <a:prstGeom prst="line">
            <a:avLst/>
          </a:prstGeom>
          <a:ln w="5760">
            <a:solidFill>
              <a:srgbClr val="12151C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F402C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12151C"/>
          </a:solidFill>
          <a:ln w="576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네일 아트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4CD964"/>
          </a:solidFill>
          <a:ln w="576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속눈썹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4CD964"/>
          </a:solidFill>
          <a:ln w="576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메이크업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358B47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F402C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화–일 10:00 – 20:00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F402C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1F402C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1F402C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두피 케어 매니저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