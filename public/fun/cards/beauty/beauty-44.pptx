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FAF6D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58760" y="1515960"/>
            <a:ext cx="69264" cy="69264"/>
          </a:xfrm>
          <a:prstGeom prst="ellipse">
            <a:avLst/>
          </a:prstGeom>
          <a:noFill/>
          <a:ln w="15984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75976" y="1515960"/>
            <a:ext cx="69264" cy="69264"/>
          </a:xfrm>
          <a:prstGeom prst="ellipse">
            <a:avLst/>
          </a:prstGeom>
          <a:noFill/>
          <a:ln w="15984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2914704" y="1364112"/>
            <a:ext cx="101232" cy="159840"/>
          </a:xfrm>
          <a:prstGeom prst="line">
            <a:avLst/>
          </a:prstGeom>
          <a:ln w="18648">
            <a:solidFill>
              <a:srgbClr val="8C8C8C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888064" y="1364112"/>
            <a:ext cx="101232" cy="159840"/>
          </a:xfrm>
          <a:prstGeom prst="line">
            <a:avLst/>
          </a:prstGeom>
          <a:ln w="18648">
            <a:solidFill>
              <a:srgbClr val="FFFF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9724A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605610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17315"/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1731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0561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1731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0561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1731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0561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08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5600" y="1137600"/>
            <a:ext cx="411840" cy="411840"/>
          </a:xfrm>
          <a:prstGeom prst="ellipse">
            <a:avLst/>
          </a:prstGeom>
          <a:noFill/>
          <a:ln w="95040">
            <a:solidFill>
              <a:srgbClr val="F8F2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762560" y="1137600"/>
            <a:ext cx="411840" cy="411840"/>
          </a:xfrm>
          <a:prstGeom prst="ellipse">
            <a:avLst/>
          </a:prstGeom>
          <a:noFill/>
          <a:ln w="95040">
            <a:solidFill>
              <a:srgbClr val="F8F2C9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1398240" y="234720"/>
            <a:ext cx="601920" cy="950400"/>
          </a:xfrm>
          <a:prstGeom prst="line">
            <a:avLst/>
          </a:prstGeom>
          <a:ln w="110880">
            <a:solidFill>
              <a:srgbClr val="A2953D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1239840" y="234720"/>
            <a:ext cx="601920" cy="950400"/>
          </a:xfrm>
          <a:prstGeom prst="line">
            <a:avLst/>
          </a:prstGeom>
          <a:ln w="110880">
            <a:solidFill>
              <a:srgbClr val="F8F2C9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90811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지친 하루 끝의 작은 호사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F8F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