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0E11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지친 하루 끝의 작은 호사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