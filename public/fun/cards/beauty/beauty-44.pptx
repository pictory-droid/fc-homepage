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4CC3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4CC3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젤 케어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4CC3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