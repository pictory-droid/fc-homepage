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97D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97D8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97D8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4733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724733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