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980000" y="396000"/>
            <a:ext cx="1008000" cy="1008000"/>
          </a:xfrm>
          <a:prstGeom prst="ellipse">
            <a:avLst/>
          </a:prstGeom>
          <a:solidFill>
            <a:srgbClr val="5D7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64800" y="280800"/>
            <a:ext cx="1238400" cy="1238400"/>
          </a:xfrm>
          <a:prstGeom prst="ellipse">
            <a:avLst/>
          </a:prstGeom>
          <a:noFill/>
          <a:ln w="4320">
            <a:solidFill>
              <a:srgbClr val="D9D5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409120" y="900000"/>
            <a:ext cx="149760" cy="21528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427840" y="797040"/>
            <a:ext cx="112320" cy="112320"/>
          </a:xfrm>
          <a:prstGeom prst="rect">
            <a:avLst/>
          </a:prstGeom>
          <a:solidFill>
            <a:srgbClr val="AEB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2427840" y="703440"/>
            <a:ext cx="112320" cy="93600"/>
          </a:xfrm>
          <a:custGeom>
            <a:avLst/>
            <a:gdLst/>
            <a:ahLst/>
            <a:cxnLst/>
            <a:rect l="l" t="t" r="r" b="b"/>
            <a:pathLst>
              <a:path w="112320" h="93600">
                <a:moveTo>
                  <a:pt x="0" y="93600"/>
                </a:moveTo>
                <a:lnTo>
                  <a:pt x="112320" y="93600"/>
                </a:lnTo>
                <a:lnTo>
                  <a:pt x="112320" y="0"/>
                </a:lnTo>
                <a:lnTo>
                  <a:pt x="0" y="46800"/>
                </a:lnTo>
                <a:close/>
              </a:path>
            </a:pathLst>
          </a:custGeom>
          <a:solidFill>
            <a:srgbClr val="AEB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조OO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바버 · 대표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09600" y="237600"/>
            <a:ext cx="172800" cy="172800"/>
          </a:xfrm>
          <a:prstGeom prst="ellipse">
            <a:avLst/>
          </a:prstGeom>
          <a:solidFill>
            <a:srgbClr val="9E6B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7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9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58788" y="342281"/>
            <a:ext cx="74424" cy="21319"/>
          </a:xfrm>
          <a:custGeom>
            <a:avLst/>
            <a:gdLst/>
            <a:ahLst/>
            <a:cxnLst/>
            <a:rect l="l" t="t" r="r" b="b"/>
            <a:pathLst>
              <a:path w="74424" h="21319">
                <a:moveTo>
                  <a:pt x="74424" y="0"/>
                </a:moveTo>
                <a:lnTo>
                  <a:pt x="68629" y="8643"/>
                </a:lnTo>
                <a:lnTo>
                  <a:pt x="59926" y="15460"/>
                </a:lnTo>
                <a:lnTo>
                  <a:pt x="49120" y="19819"/>
                </a:lnTo>
                <a:lnTo>
                  <a:pt x="37212" y="21319"/>
                </a:lnTo>
                <a:lnTo>
                  <a:pt x="25304" y="19819"/>
                </a:lnTo>
                <a:lnTo>
                  <a:pt x="14498" y="15460"/>
                </a:lnTo>
                <a:lnTo>
                  <a:pt x="5795" y="8643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76000" y="2952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" y="612000"/>
            <a:ext cx="288723" cy="208800"/>
          </a:xfrm>
          <a:prstGeom prst="roundRect">
            <a:avLst>
              <a:gd name="adj" fmla="val 50000"/>
            </a:avLst>
          </a:prstGeom>
          <a:solidFill>
            <a:srgbClr val="9E6B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612000"/>
            <a:ext cx="28872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5523" y="612000"/>
            <a:ext cx="375845" cy="208800"/>
          </a:xfrm>
          <a:prstGeom prst="roundRect">
            <a:avLst>
              <a:gd name="adj" fmla="val 50000"/>
            </a:avLst>
          </a:prstGeom>
          <a:solidFill>
            <a:srgbClr val="66629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605523" y="612000"/>
            <a:ext cx="375845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염색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168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9E6B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046168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네일 아트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48180" y="612000"/>
            <a:ext cx="462968" cy="208800"/>
          </a:xfrm>
          <a:prstGeom prst="roundRect">
            <a:avLst>
              <a:gd name="adj" fmla="val 50000"/>
            </a:avLst>
          </a:prstGeom>
          <a:solidFill>
            <a:srgbClr val="66629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748180" y="612000"/>
            <a:ext cx="462968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속눈썹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0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화–일 10:00 – 20:00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바버 ·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