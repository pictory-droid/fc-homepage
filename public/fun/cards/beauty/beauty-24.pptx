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C8E0D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09376" y="1476000"/>
            <a:ext cx="85248" cy="122544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0032" y="1417392"/>
            <a:ext cx="63936" cy="63936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920032" y="1364112"/>
            <a:ext cx="63936" cy="53280"/>
          </a:xfrm>
          <a:custGeom>
            <a:avLst/>
            <a:gdLst/>
            <a:ahLst/>
            <a:cxnLst/>
            <a:rect l="l" t="t" r="r" b="b"/>
            <a:pathLst>
              <a:path w="63936" h="53280">
                <a:moveTo>
                  <a:pt x="0" y="53280"/>
                </a:moveTo>
                <a:lnTo>
                  <a:pt x="63936" y="53280"/>
                </a:lnTo>
                <a:lnTo>
                  <a:pt x="63936" y="0"/>
                </a:lnTo>
                <a:lnTo>
                  <a:pt x="0" y="2664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3676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4D2019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327B60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60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D2019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60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D2019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6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D201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32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한 번의 시술에도 진심을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F1D4D0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CFB7B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200" y="324000"/>
            <a:ext cx="57600" cy="82800"/>
          </a:xfrm>
          <a:prstGeom prst="roundRect">
            <a:avLst>
              <a:gd name="adj" fmla="val 9375"/>
            </a:avLst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98400" y="284400"/>
            <a:ext cx="43200" cy="43200"/>
          </a:xfrm>
          <a:prstGeom prst="rect">
            <a:avLst/>
          </a:prstGeom>
          <a:solidFill>
            <a:srgbClr val="8D5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598400" y="248400"/>
            <a:ext cx="43200" cy="36000"/>
          </a:xfrm>
          <a:custGeom>
            <a:avLst/>
            <a:gdLst/>
            <a:ahLst/>
            <a:cxnLst/>
            <a:rect l="l" t="t" r="r" b="b"/>
            <a:pathLst>
              <a:path w="43200" h="36000">
                <a:moveTo>
                  <a:pt x="0" y="36000"/>
                </a:moveTo>
                <a:lnTo>
                  <a:pt x="43200" y="36000"/>
                </a:lnTo>
                <a:lnTo>
                  <a:pt x="4320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5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