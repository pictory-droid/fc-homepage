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6FC4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한 번의 시술에도 진심을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C3E6D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