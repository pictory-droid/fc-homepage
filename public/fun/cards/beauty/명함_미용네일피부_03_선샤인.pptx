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8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463C16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463C16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12151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63C16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463C1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5911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C59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5911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C5911"/>
                </a:solidFill>
                <a:latin typeface="맑은 고딕"/>
                <a:ea typeface="맑은 고딕"/>
              </a:rPr>
              <a:t>예약제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