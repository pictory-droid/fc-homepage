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E4DBF7"/>
                </a:solidFill>
                <a:latin typeface="맑은 고딕"/>
                <a:ea typeface="맑은 고딕"/>
              </a:rPr>
              <a:t>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985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취향을 먼저 듣겠습니다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A3A9B5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