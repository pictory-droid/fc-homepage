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49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16640" y="432000"/>
            <a:ext cx="126720" cy="182160"/>
          </a:xfrm>
          <a:prstGeom prst="roundRect">
            <a:avLst>
              <a:gd name="adj" fmla="val 9375"/>
            </a:avLst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32480" y="344880"/>
            <a:ext cx="95040" cy="95040"/>
          </a:xfrm>
          <a:prstGeom prst="rect">
            <a:avLst/>
          </a:prstGeom>
          <a:solidFill>
            <a:srgbClr val="B46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32480" y="265680"/>
            <a:ext cx="95040" cy="79200"/>
          </a:xfrm>
          <a:custGeom>
            <a:avLst/>
            <a:gdLst/>
            <a:ahLst/>
            <a:cxnLst/>
            <a:rect l="l" t="t" r="r" b="b"/>
            <a:pathLst>
              <a:path w="95040" h="79200">
                <a:moveTo>
                  <a:pt x="0" y="79200"/>
                </a:moveTo>
                <a:lnTo>
                  <a:pt x="95040" y="79200"/>
                </a:lnTo>
                <a:lnTo>
                  <a:pt x="95040" y="0"/>
                </a:lnTo>
                <a:lnTo>
                  <a:pt x="0" y="39600"/>
                </a:lnTo>
                <a:close/>
              </a:path>
            </a:pathLst>
          </a:custGeom>
          <a:solidFill>
            <a:srgbClr val="B46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8E8F2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4E9F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C15C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85326A"/>
                </a:solidFill>
                <a:latin typeface="바탕"/>
                <a:ea typeface="바탕"/>
              </a:rPr>
              <a:t>취향을 먼저 듣겠습니다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C15CA0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B5D7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24000"/>
            <a:ext cx="57600" cy="82800"/>
          </a:xfrm>
          <a:prstGeom prst="roundRect">
            <a:avLst>
              <a:gd name="adj" fmla="val 9375"/>
            </a:avLst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8400" y="284400"/>
            <a:ext cx="43200" cy="43200"/>
          </a:xfrm>
          <a:prstGeom prst="rect">
            <a:avLst/>
          </a:prstGeom>
          <a:solidFill>
            <a:srgbClr val="F4DF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598400" y="248400"/>
            <a:ext cx="43200" cy="36000"/>
          </a:xfrm>
          <a:custGeom>
            <a:avLst/>
            <a:gdLst/>
            <a:ahLst/>
            <a:cxnLst/>
            <a:rect l="l" t="t" r="r" b="b"/>
            <a:pathLst>
              <a:path w="43200" h="36000">
                <a:moveTo>
                  <a:pt x="0" y="36000"/>
                </a:moveTo>
                <a:lnTo>
                  <a:pt x="43200" y="36000"/>
                </a:lnTo>
                <a:lnTo>
                  <a:pt x="43200" y="0"/>
                </a:lnTo>
                <a:lnTo>
                  <a:pt x="0" y="18000"/>
                </a:lnTo>
                <a:close/>
              </a:path>
            </a:pathLst>
          </a:custGeom>
          <a:solidFill>
            <a:srgbClr val="F4DF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