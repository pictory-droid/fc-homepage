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황주원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속눈썹 디자이너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985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염색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네일 아트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KAKAO  @채널아이디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속눈썹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