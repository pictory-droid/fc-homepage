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69120" y="265680"/>
            <a:ext cx="221760" cy="253440"/>
          </a:xfrm>
          <a:prstGeom prst="ellipse">
            <a:avLst/>
          </a:prstGeom>
          <a:noFill/>
          <a:ln w="31680">
            <a:solidFill>
              <a:srgbClr val="7A52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04760" y="301320"/>
            <a:ext cx="150480" cy="182160"/>
          </a:xfrm>
          <a:prstGeom prst="ellipse">
            <a:avLst/>
          </a:prstGeom>
          <a:solidFill>
            <a:srgbClr val="DACFD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60200" y="511200"/>
            <a:ext cx="39600" cy="118800"/>
          </a:xfrm>
          <a:prstGeom prst="roundRect">
            <a:avLst>
              <a:gd name="adj" fmla="val 50000"/>
            </a:avLst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14149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A5258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C747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448" y="171072"/>
            <a:ext cx="88704" cy="101376"/>
          </a:xfrm>
          <a:prstGeom prst="ellipse">
            <a:avLst/>
          </a:prstGeom>
          <a:noFill/>
          <a:ln w="12672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704" y="185328"/>
            <a:ext cx="60192" cy="72864"/>
          </a:xfrm>
          <a:prstGeom prst="ellipse">
            <a:avLst/>
          </a:prstGeom>
          <a:solidFill>
            <a:srgbClr val="73737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880" y="269280"/>
            <a:ext cx="15840" cy="47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14149"/>
                </a:solidFill>
                <a:latin typeface="맑은 고딕"/>
                <a:ea typeface="맑은 고딕"/>
              </a:rPr>
              <a:t>마음까지 가벼워지는 시간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C747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7A525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747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