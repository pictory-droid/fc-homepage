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FF9E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2151C"/>
                </a:solidFill>
                <a:latin typeface="맑은 고딕"/>
                <a:ea typeface="맑은 고딕"/>
              </a:rPr>
              <a:t>샵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C493A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노승민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C493A"/>
                </a:solidFill>
                <a:latin typeface="맑은 고딕"/>
                <a:ea typeface="맑은 고딕"/>
              </a:rPr>
              <a:t>속눈썹 디자이너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493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493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493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9E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펌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젤 케어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두피 케어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남성 컷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화–일 10:00 – 20:00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  blog.example.com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속눈썹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