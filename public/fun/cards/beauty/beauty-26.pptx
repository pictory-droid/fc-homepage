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493A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493A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9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9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49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마음까지 가벼워지는 시간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