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E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1F7A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F7A8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07079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1F7A8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8673BC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0707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7A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4733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724733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