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686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16000" y="0"/>
            <a:ext cx="1224000" cy="756000"/>
          </a:xfrm>
          <a:prstGeom prst="rect">
            <a:avLst/>
          </a:prstGeom>
          <a:solidFill>
            <a:srgbClr val="3B7D8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2016000" y="0"/>
            <a:ext cx="64800" cy="64800"/>
          </a:xfrm>
          <a:prstGeom prst="line">
            <a:avLst/>
          </a:prstGeom>
          <a:ln w="3600">
            <a:solidFill>
              <a:srgbClr val="B6CFD0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2016000" y="0"/>
            <a:ext cx="129600" cy="129600"/>
          </a:xfrm>
          <a:prstGeom prst="line">
            <a:avLst/>
          </a:prstGeom>
          <a:ln w="3600">
            <a:solidFill>
              <a:srgbClr val="B6CFD0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2016000" y="0"/>
            <a:ext cx="194400" cy="194400"/>
          </a:xfrm>
          <a:prstGeom prst="line">
            <a:avLst/>
          </a:prstGeom>
          <a:ln w="3600">
            <a:solidFill>
              <a:srgbClr val="B6CFD0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2016000" y="0"/>
            <a:ext cx="259200" cy="259200"/>
          </a:xfrm>
          <a:prstGeom prst="line">
            <a:avLst/>
          </a:prstGeom>
          <a:ln w="3600">
            <a:solidFill>
              <a:srgbClr val="B6CFD0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2016000" y="0"/>
            <a:ext cx="324000" cy="324000"/>
          </a:xfrm>
          <a:prstGeom prst="line">
            <a:avLst/>
          </a:prstGeom>
          <a:ln w="3600">
            <a:solidFill>
              <a:srgbClr val="B6CFD0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2016000" y="0"/>
            <a:ext cx="388800" cy="388800"/>
          </a:xfrm>
          <a:prstGeom prst="line">
            <a:avLst/>
          </a:prstGeom>
          <a:ln w="3600">
            <a:solidFill>
              <a:srgbClr val="B6CFD0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2016000" y="0"/>
            <a:ext cx="453600" cy="453600"/>
          </a:xfrm>
          <a:prstGeom prst="line">
            <a:avLst/>
          </a:prstGeom>
          <a:ln w="3600">
            <a:solidFill>
              <a:srgbClr val="B6CFD0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2016000" y="0"/>
            <a:ext cx="518400" cy="518400"/>
          </a:xfrm>
          <a:prstGeom prst="line">
            <a:avLst/>
          </a:prstGeom>
          <a:ln w="3600">
            <a:solidFill>
              <a:srgbClr val="B6CFD0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2016000" y="0"/>
            <a:ext cx="583200" cy="583200"/>
          </a:xfrm>
          <a:prstGeom prst="line">
            <a:avLst/>
          </a:prstGeom>
          <a:ln w="3600">
            <a:solidFill>
              <a:srgbClr val="B6CFD0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2016000" y="0"/>
            <a:ext cx="648000" cy="648000"/>
          </a:xfrm>
          <a:prstGeom prst="line">
            <a:avLst/>
          </a:prstGeom>
          <a:ln w="3600">
            <a:solidFill>
              <a:srgbClr val="B6CFD0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2016000" y="0"/>
            <a:ext cx="712800" cy="712800"/>
          </a:xfrm>
          <a:prstGeom prst="line">
            <a:avLst/>
          </a:prstGeom>
          <a:ln w="3600">
            <a:solidFill>
              <a:srgbClr val="B6CFD0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037600" y="0"/>
            <a:ext cx="756000" cy="756000"/>
          </a:xfrm>
          <a:prstGeom prst="line">
            <a:avLst/>
          </a:prstGeom>
          <a:ln w="3600">
            <a:solidFill>
              <a:srgbClr val="B6CFD0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2102400" y="0"/>
            <a:ext cx="756000" cy="756000"/>
          </a:xfrm>
          <a:prstGeom prst="line">
            <a:avLst/>
          </a:prstGeom>
          <a:ln w="3600">
            <a:solidFill>
              <a:srgbClr val="B6CFD0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167200" y="0"/>
            <a:ext cx="756000" cy="756000"/>
          </a:xfrm>
          <a:prstGeom prst="line">
            <a:avLst/>
          </a:prstGeom>
          <a:ln w="3600">
            <a:solidFill>
              <a:srgbClr val="B6CFD0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232000" y="0"/>
            <a:ext cx="756000" cy="756000"/>
          </a:xfrm>
          <a:prstGeom prst="line">
            <a:avLst/>
          </a:prstGeom>
          <a:ln w="3600">
            <a:solidFill>
              <a:srgbClr val="B6CFD0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296800" y="0"/>
            <a:ext cx="756000" cy="756000"/>
          </a:xfrm>
          <a:prstGeom prst="line">
            <a:avLst/>
          </a:prstGeom>
          <a:ln w="3600">
            <a:solidFill>
              <a:srgbClr val="B6CFD0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361600" y="0"/>
            <a:ext cx="756000" cy="756000"/>
          </a:xfrm>
          <a:prstGeom prst="line">
            <a:avLst/>
          </a:prstGeom>
          <a:ln w="3600">
            <a:solidFill>
              <a:srgbClr val="B6CFD0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2426400" y="0"/>
            <a:ext cx="756000" cy="756000"/>
          </a:xfrm>
          <a:prstGeom prst="line">
            <a:avLst/>
          </a:prstGeom>
          <a:ln w="3600">
            <a:solidFill>
              <a:srgbClr val="B6CFD0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2491200" y="7200"/>
            <a:ext cx="748800" cy="748800"/>
          </a:xfrm>
          <a:prstGeom prst="line">
            <a:avLst/>
          </a:prstGeom>
          <a:ln w="3600">
            <a:solidFill>
              <a:srgbClr val="B6CFD0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2556000" y="72000"/>
            <a:ext cx="684000" cy="684000"/>
          </a:xfrm>
          <a:prstGeom prst="line">
            <a:avLst/>
          </a:prstGeom>
          <a:ln w="3600">
            <a:solidFill>
              <a:srgbClr val="B6CFD0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2620800" y="136800"/>
            <a:ext cx="619200" cy="619200"/>
          </a:xfrm>
          <a:prstGeom prst="line">
            <a:avLst/>
          </a:prstGeom>
          <a:ln w="3600">
            <a:solidFill>
              <a:srgbClr val="B6CFD0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2685600" y="201600"/>
            <a:ext cx="554400" cy="554400"/>
          </a:xfrm>
          <a:prstGeom prst="line">
            <a:avLst/>
          </a:prstGeom>
          <a:ln w="3600">
            <a:solidFill>
              <a:srgbClr val="B6CFD0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2750400" y="266400"/>
            <a:ext cx="489600" cy="489600"/>
          </a:xfrm>
          <a:prstGeom prst="line">
            <a:avLst/>
          </a:prstGeom>
          <a:ln w="3600">
            <a:solidFill>
              <a:srgbClr val="B6CFD0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2815200" y="331200"/>
            <a:ext cx="424800" cy="424800"/>
          </a:xfrm>
          <a:prstGeom prst="line">
            <a:avLst/>
          </a:prstGeom>
          <a:ln w="3600">
            <a:solidFill>
              <a:srgbClr val="B6CFD0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2880000" y="396000"/>
            <a:ext cx="360000" cy="360000"/>
          </a:xfrm>
          <a:prstGeom prst="line">
            <a:avLst/>
          </a:prstGeom>
          <a:ln w="3600">
            <a:solidFill>
              <a:srgbClr val="B6CFD0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2944800" y="460800"/>
            <a:ext cx="295200" cy="295200"/>
          </a:xfrm>
          <a:prstGeom prst="line">
            <a:avLst/>
          </a:prstGeom>
          <a:ln w="3600">
            <a:solidFill>
              <a:srgbClr val="B6CFD0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3009600" y="525600"/>
            <a:ext cx="230400" cy="230400"/>
          </a:xfrm>
          <a:prstGeom prst="line">
            <a:avLst/>
          </a:prstGeom>
          <a:ln w="3600">
            <a:solidFill>
              <a:srgbClr val="B6CFD0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3074400" y="590400"/>
            <a:ext cx="165600" cy="165600"/>
          </a:xfrm>
          <a:prstGeom prst="line">
            <a:avLst/>
          </a:prstGeom>
          <a:ln w="3600">
            <a:solidFill>
              <a:srgbClr val="B6CFD0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3139200" y="655200"/>
            <a:ext cx="100800" cy="100800"/>
          </a:xfrm>
          <a:prstGeom prst="line">
            <a:avLst/>
          </a:prstGeom>
          <a:ln w="3600">
            <a:solidFill>
              <a:srgbClr val="B6CFD0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3204000" y="720000"/>
            <a:ext cx="36000" cy="36000"/>
          </a:xfrm>
          <a:prstGeom prst="line">
            <a:avLst/>
          </a:prstGeom>
          <a:ln w="3600">
            <a:solidFill>
              <a:srgbClr val="B6CFD0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B6CFD0"/>
                </a:solidFill>
                <a:latin typeface="맑은 고딕"/>
                <a:ea typeface="맑은 고딕"/>
              </a:rPr>
              <a:t>샵 이름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252000" y="374400"/>
            <a:ext cx="1548000" cy="0"/>
          </a:xfrm>
          <a:prstGeom prst="line">
            <a:avLst/>
          </a:prstGeom>
          <a:ln w="3600">
            <a:solidFill>
              <a:srgbClr val="528C8F"/>
            </a:solidFill>
          </a:ln>
        </p:spPr>
      </p:cxnSp>
      <p:sp>
        <p:nvSpPr>
          <p:cNvPr id="35" name="텍스트"/>
          <p:cNvSpPr txBox="1"/>
          <p:nvPr/>
        </p:nvSpPr>
        <p:spPr>
          <a:xfrm>
            <a:off x="252000" y="676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현OO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252000" y="928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B6CFD0"/>
                </a:solidFill>
                <a:latin typeface="맑은 고딕"/>
                <a:ea typeface="맑은 고딕"/>
              </a:rPr>
              <a:t>두피 케어 매니저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252000" y="1339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B6CFD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252000" y="14400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72800" y="1339200"/>
            <a:ext cx="0" cy="201600"/>
          </a:xfrm>
          <a:prstGeom prst="line">
            <a:avLst/>
          </a:prstGeom>
          <a:ln w="3600">
            <a:solidFill>
              <a:srgbClr val="528C8F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152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B6CFD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152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2044800" y="1339200"/>
            <a:ext cx="0" cy="201600"/>
          </a:xfrm>
          <a:prstGeom prst="line">
            <a:avLst/>
          </a:prstGeom>
          <a:ln w="3600">
            <a:solidFill>
              <a:srgbClr val="528C8F"/>
            </a:solidFill>
          </a:ln>
        </p:spPr>
      </p:cxnSp>
      <p:sp>
        <p:nvSpPr>
          <p:cNvPr id="43" name="텍스트"/>
          <p:cNvSpPr txBox="1"/>
          <p:nvPr/>
        </p:nvSpPr>
        <p:spPr>
          <a:xfrm>
            <a:off x="2124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B6CFD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4" name="텍스트"/>
          <p:cNvSpPr txBox="1"/>
          <p:nvPr/>
        </p:nvSpPr>
        <p:spPr>
          <a:xfrm>
            <a:off x="2124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96000" y="360000"/>
            <a:ext cx="0" cy="446400"/>
          </a:xfrm>
          <a:prstGeom prst="line">
            <a:avLst/>
          </a:prstGeom>
          <a:ln w="5760">
            <a:solidFill>
              <a:srgbClr val="A8733C"/>
            </a:solidFill>
          </a:ln>
        </p:spPr>
      </p:cxnSp>
      <p:sp>
        <p:nvSpPr>
          <p:cNvPr id="3" name="텍스트"/>
          <p:cNvSpPr txBox="1"/>
          <p:nvPr/>
        </p:nvSpPr>
        <p:spPr>
          <a:xfrm>
            <a:off x="252000" y="1872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86459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4" name="Oval 3"/>
          <p:cNvSpPr/>
          <p:nvPr/>
        </p:nvSpPr>
        <p:spPr>
          <a:xfrm>
            <a:off x="367200" y="374400"/>
            <a:ext cx="57600" cy="57600"/>
          </a:xfrm>
          <a:prstGeom prst="ellipse">
            <a:avLst/>
          </a:prstGeom>
          <a:solidFill>
            <a:srgbClr val="A8733C"/>
          </a:solidFill>
          <a:ln w="5760">
            <a:solidFill>
              <a:srgbClr val="A8733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540000" y="3312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네일 아트</a:t>
            </a:r>
          </a:p>
        </p:txBody>
      </p:sp>
      <p:sp>
        <p:nvSpPr>
          <p:cNvPr id="6" name="Oval 5"/>
          <p:cNvSpPr/>
          <p:nvPr/>
        </p:nvSpPr>
        <p:spPr>
          <a:xfrm>
            <a:off x="367200" y="597600"/>
            <a:ext cx="57600" cy="57600"/>
          </a:xfrm>
          <a:prstGeom prst="ellipse">
            <a:avLst/>
          </a:prstGeom>
          <a:solidFill>
            <a:srgbClr val="EFEDE8"/>
          </a:solidFill>
          <a:ln w="5760">
            <a:solidFill>
              <a:srgbClr val="A8733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540000" y="5544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속눈썹</a:t>
            </a:r>
          </a:p>
        </p:txBody>
      </p:sp>
      <p:sp>
        <p:nvSpPr>
          <p:cNvPr id="8" name="Oval 7"/>
          <p:cNvSpPr/>
          <p:nvPr/>
        </p:nvSpPr>
        <p:spPr>
          <a:xfrm>
            <a:off x="367200" y="820800"/>
            <a:ext cx="57600" cy="57600"/>
          </a:xfrm>
          <a:prstGeom prst="ellipse">
            <a:avLst/>
          </a:prstGeom>
          <a:solidFill>
            <a:srgbClr val="EFEDE8"/>
          </a:solidFill>
          <a:ln w="5760">
            <a:solidFill>
              <a:srgbClr val="A8733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540000" y="7776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메이크업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232000" y="345600"/>
            <a:ext cx="0" cy="116640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376000" y="396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76000" y="5112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화–일 10:00 – 20:00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376000" y="8352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9504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  <a:ln w="4320">
            <a:solidFill>
              <a:srgbClr val="686459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텍스트"/>
          <p:cNvSpPr txBox="1"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725"/>
              </a:lnSpc>
            </a:pPr>
            <a:r>
              <a:rPr sz="500" b="1">
                <a:solidFill>
                  <a:srgbClr val="686459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두피 케어 매니저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