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8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3B7D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B6CFD0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6CFD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528C8F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B6CFD0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6CFD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528C8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6CFD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528C8F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6CFD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A8733C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A8733C"/>
          </a:solidFill>
          <a:ln w="5760">
            <a:solidFill>
              <a:srgbClr val="A873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EFEDE8"/>
          </a:solidFill>
          <a:ln w="5760">
            <a:solidFill>
              <a:srgbClr val="A873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EFEDE8"/>
          </a:solidFill>
          <a:ln w="5760">
            <a:solidFill>
              <a:srgbClr val="A873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8645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86459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