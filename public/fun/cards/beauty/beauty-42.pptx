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나를 사랑하는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가장 쉬운 방법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