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7A6C4C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Oval 2"/>
          <p:cNvSpPr/>
          <p:nvPr/>
        </p:nvSpPr>
        <p:spPr>
          <a:xfrm>
            <a:off x="1559520" y="413280"/>
            <a:ext cx="120960" cy="138240"/>
          </a:xfrm>
          <a:prstGeom prst="ellipse">
            <a:avLst/>
          </a:prstGeom>
          <a:noFill/>
          <a:ln w="1728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78960" y="432720"/>
            <a:ext cx="82080" cy="99360"/>
          </a:xfrm>
          <a:prstGeom prst="ellipse">
            <a:avLst/>
          </a:prstGeom>
          <a:solidFill>
            <a:srgbClr val="F8F0DB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09200" y="547200"/>
            <a:ext cx="21600" cy="64800"/>
          </a:xfrm>
          <a:prstGeom prst="roundRect">
            <a:avLst>
              <a:gd name="adj" fmla="val 50000"/>
            </a:avLst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74591B"/>
                </a:solidFill>
                <a:latin typeface="바탕"/>
                <a:ea typeface="바탕"/>
              </a:rPr>
              <a:t>봉기태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8B6B21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4591B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A6C4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7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448" y="171072"/>
            <a:ext cx="88704" cy="101376"/>
          </a:xfrm>
          <a:prstGeom prst="ellipse">
            <a:avLst/>
          </a:prstGeom>
          <a:noFill/>
          <a:ln w="12672">
            <a:solidFill>
              <a:srgbClr val="6666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704" y="185328"/>
            <a:ext cx="60192" cy="72864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880" y="269280"/>
            <a:ext cx="15840" cy="4752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나를 사랑하는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가장 쉬운 방법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F5E9C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