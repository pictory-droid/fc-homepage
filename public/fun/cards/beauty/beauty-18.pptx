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25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F5EEE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Oval 3"/>
          <p:cNvSpPr/>
          <p:nvPr/>
        </p:nvSpPr>
        <p:spPr>
          <a:xfrm>
            <a:off x="329472" y="440208"/>
            <a:ext cx="133056" cy="152064"/>
          </a:xfrm>
          <a:prstGeom prst="ellipse">
            <a:avLst/>
          </a:prstGeom>
          <a:noFill/>
          <a:ln w="19008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0856" y="461592"/>
            <a:ext cx="90288" cy="109296"/>
          </a:xfrm>
          <a:prstGeom prst="ellipse">
            <a:avLst/>
          </a:prstGeom>
          <a:solidFill>
            <a:srgbClr val="B1743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120" y="587520"/>
            <a:ext cx="23760" cy="71280"/>
          </a:xfrm>
          <a:prstGeom prst="roundRect">
            <a:avLst>
              <a:gd name="adj" fmla="val 50000"/>
            </a:avLst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BECDF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BECD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BECD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BECD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23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D99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448" y="171072"/>
            <a:ext cx="88704" cy="101376"/>
          </a:xfrm>
          <a:prstGeom prst="ellipse">
            <a:avLst/>
          </a:prstGeom>
          <a:noFill/>
          <a:ln w="12672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704" y="185328"/>
            <a:ext cx="60192" cy="72864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880" y="269280"/>
            <a:ext cx="15840" cy="47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피부에도 쉼표가 필요해요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EBCA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D9985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EBCA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