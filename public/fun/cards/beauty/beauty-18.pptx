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피부에도 쉼표가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필요해요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