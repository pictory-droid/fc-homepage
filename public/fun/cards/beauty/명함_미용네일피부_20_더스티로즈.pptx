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D6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EAD5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E8265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D0BFC4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홍OO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A6671"/>
                </a:solidFill>
                <a:latin typeface="맑은 고딕"/>
                <a:ea typeface="맑은 고딕"/>
              </a:rPr>
              <a:t>두피 케어 매니저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A667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D0BFC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A667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D0BFC4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A667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F7B89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F6672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클리닉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F6672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메이크업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F6672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F6672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A8D5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B2230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두피 케어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