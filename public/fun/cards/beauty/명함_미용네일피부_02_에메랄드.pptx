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82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5F6672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F6672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BFD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46516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136C57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36C57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염색  ·  피부 관리  ·  왁싱  ·  메이크업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