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E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431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4316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43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43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43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F9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머리를 만지는 일은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마음을 만지는 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6411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