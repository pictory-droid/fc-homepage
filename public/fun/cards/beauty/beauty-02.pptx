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E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464316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4316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A0920B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4316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A0920B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3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3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43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6411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6411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염색  ·  피부 관리  ·  왁싱  ·  메이크업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