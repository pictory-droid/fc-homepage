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5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C2C7BA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Oval 2"/>
          <p:cNvSpPr/>
          <p:nvPr/>
        </p:nvSpPr>
        <p:spPr>
          <a:xfrm>
            <a:off x="1559520" y="413280"/>
            <a:ext cx="120960" cy="138240"/>
          </a:xfrm>
          <a:prstGeom prst="ellipse">
            <a:avLst/>
          </a:prstGeom>
          <a:noFill/>
          <a:ln w="17280">
            <a:solidFill>
              <a:srgbClr val="A4B58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78960" y="432720"/>
            <a:ext cx="82080" cy="99360"/>
          </a:xfrm>
          <a:prstGeom prst="ellipse">
            <a:avLst/>
          </a:prstGeom>
          <a:solidFill>
            <a:srgbClr val="66714F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09200" y="547200"/>
            <a:ext cx="21600" cy="64800"/>
          </a:xfrm>
          <a:prstGeom prst="roundRect">
            <a:avLst>
              <a:gd name="adj" fmla="val 50000"/>
            </a:avLst>
          </a:prstGeom>
          <a:solidFill>
            <a:srgbClr val="A4B5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BFCBA7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A4B5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C2C7B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448" y="171072"/>
            <a:ext cx="88704" cy="101376"/>
          </a:xfrm>
          <a:prstGeom prst="ellipse">
            <a:avLst/>
          </a:prstGeom>
          <a:noFill/>
          <a:ln w="126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704" y="185328"/>
            <a:ext cx="60192" cy="72864"/>
          </a:xfrm>
          <a:prstGeom prst="ellipse">
            <a:avLst/>
          </a:prstGeom>
          <a:solidFill>
            <a:srgbClr val="737373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880" y="269280"/>
            <a:ext cx="15840" cy="47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49562E"/>
                </a:solidFill>
                <a:latin typeface="맑은 고딕"/>
                <a:ea typeface="맑은 고딕"/>
              </a:rPr>
              <a:t>머리를 만지는 일은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49562E"/>
                </a:solidFill>
                <a:latin typeface="맑은 고딕"/>
                <a:ea typeface="맑은 고딕"/>
              </a:rPr>
              <a:t>마음을 만지는 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C725C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47528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C725C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