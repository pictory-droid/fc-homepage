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1C2F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31C2F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예약제 운영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