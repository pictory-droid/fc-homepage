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10800">
            <a:solidFill>
              <a:srgbClr val="29653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4000" y="144000"/>
            <a:ext cx="2952000" cy="1512000"/>
          </a:xfrm>
          <a:prstGeom prst="rect">
            <a:avLst/>
          </a:prstGeom>
          <a:noFill/>
          <a:ln w="5400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400">
                <a:solidFill>
                  <a:srgbClr val="64796A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60000" y="468000"/>
            <a:ext cx="252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sz="1900" b="1" spc="50">
                <a:solidFill>
                  <a:srgbClr val="183A23"/>
                </a:solidFill>
                <a:latin typeface="바탕"/>
                <a:ea typeface="바탕"/>
              </a:rPr>
              <a:t>방지민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84800"/>
            <a:ext cx="252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>
                <a:solidFill>
                  <a:srgbClr val="29653D"/>
                </a:solidFill>
                <a:latin typeface="맑은 고딕"/>
                <a:ea typeface="맑은 고딕"/>
              </a:rPr>
              <a:t>바버 · 대표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530000" y="993600"/>
            <a:ext cx="180000" cy="10800"/>
          </a:xfrm>
          <a:prstGeom prst="rect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10872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0">
                <a:solidFill>
                  <a:srgbClr val="183A23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2096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0">
                <a:solidFill>
                  <a:srgbClr val="183A23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332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64796A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98112" y="1548000"/>
            <a:ext cx="43776" cy="62928"/>
          </a:xfrm>
          <a:prstGeom prst="roundRect">
            <a:avLst>
              <a:gd name="adj" fmla="val 9375"/>
            </a:avLst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3584" y="1517904"/>
            <a:ext cx="32832" cy="32832"/>
          </a:xfrm>
          <a:prstGeom prst="rect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03584" y="1490544"/>
            <a:ext cx="32832" cy="27360"/>
          </a:xfrm>
          <a:custGeom>
            <a:avLst/>
            <a:gdLst/>
            <a:ahLst/>
            <a:cxnLst/>
            <a:rect l="l" t="t" r="r" b="b"/>
            <a:pathLst>
              <a:path w="32832" h="27360">
                <a:moveTo>
                  <a:pt x="0" y="27360"/>
                </a:moveTo>
                <a:lnTo>
                  <a:pt x="32832" y="27360"/>
                </a:lnTo>
                <a:lnTo>
                  <a:pt x="32832" y="0"/>
                </a:lnTo>
                <a:lnTo>
                  <a:pt x="0" y="13680"/>
                </a:lnTo>
                <a:close/>
              </a:path>
            </a:pathLst>
          </a:cu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25600" y="900000"/>
            <a:ext cx="172800" cy="2484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7200" y="781200"/>
            <a:ext cx="129600" cy="1296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547200" y="673200"/>
            <a:ext cx="129600" cy="108000"/>
          </a:xfrm>
          <a:custGeom>
            <a:avLst/>
            <a:gdLst/>
            <a:ahLst/>
            <a:cxnLst/>
            <a:rect l="l" t="t" r="r" b="b"/>
            <a:pathLst>
              <a:path w="129600" h="108000">
                <a:moveTo>
                  <a:pt x="0" y="108000"/>
                </a:moveTo>
                <a:lnTo>
                  <a:pt x="129600" y="108000"/>
                </a:lnTo>
                <a:lnTo>
                  <a:pt x="129600" y="0"/>
                </a:lnTo>
                <a:lnTo>
                  <a:pt x="0" y="5400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1440000" y="432000"/>
            <a:ext cx="1584000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183A23"/>
                </a:solidFill>
                <a:latin typeface="맑은 고딕"/>
                <a:ea typeface="맑은 고딕"/>
              </a:rPr>
              <a:t>꾸밈없는 아름다움을</a:t>
            </a:r>
          </a:p>
          <a:p>
            <a:pPr algn="l">
              <a:lnSpc>
                <a:spcPts val="1667"/>
              </a:lnSpc>
            </a:pPr>
            <a:r>
              <a:rPr sz="1150" b="1">
                <a:solidFill>
                  <a:srgbClr val="183A23"/>
                </a:solidFill>
                <a:latin typeface="맑은 고딕"/>
                <a:ea typeface="맑은 고딕"/>
              </a:rPr>
              <a:t>응원합니다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440000" y="1317600"/>
            <a:ext cx="180000" cy="10800"/>
          </a:xfrm>
          <a:prstGeom prst="rect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440000" y="1418400"/>
            <a:ext cx="158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5F7767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바버 ·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