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방지민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바버 · 대표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시술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D00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염색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D00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네일 아트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D00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웨딩 · 촬영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D00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바버 ·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