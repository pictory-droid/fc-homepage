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방지민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꾸밈없는 아름다움을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응원합니다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