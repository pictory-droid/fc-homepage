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AF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8547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C4C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424C4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61232" y="898848"/>
            <a:ext cx="193536" cy="221184"/>
          </a:xfrm>
          <a:prstGeom prst="ellipse">
            <a:avLst/>
          </a:prstGeom>
          <a:noFill/>
          <a:ln w="2764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2336" y="929952"/>
            <a:ext cx="131328" cy="158976"/>
          </a:xfrm>
          <a:prstGeom prst="ellipse">
            <a:avLst/>
          </a:prstGeom>
          <a:solidFill>
            <a:srgbClr val="AABBCF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720" y="1113120"/>
            <a:ext cx="34560" cy="103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9146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7BA5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7BA5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방문 전 예약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