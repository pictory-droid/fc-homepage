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9A5D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BD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58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E6F5E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1B223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1B223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1B223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일대일 예약제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B5869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