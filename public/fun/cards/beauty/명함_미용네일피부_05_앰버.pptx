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A068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A068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A068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31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318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91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491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491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491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491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