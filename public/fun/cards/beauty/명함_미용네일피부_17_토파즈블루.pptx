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4705A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바버 · 대표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76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3D8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Oval 3"/>
          <p:cNvSpPr/>
          <p:nvPr/>
        </p:nvSpPr>
        <p:spPr>
          <a:xfrm>
            <a:off x="473400" y="1103400"/>
            <a:ext cx="102960" cy="102960"/>
          </a:xfrm>
          <a:prstGeom prst="ellipse">
            <a:avLst/>
          </a:prstGeom>
          <a:noFill/>
          <a:ln w="23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7640" y="1103400"/>
            <a:ext cx="102960" cy="102960"/>
          </a:xfrm>
          <a:prstGeom prst="ellipse">
            <a:avLst/>
          </a:prstGeom>
          <a:noFill/>
          <a:ln w="23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556560" y="877680"/>
            <a:ext cx="150480" cy="237600"/>
          </a:xfrm>
          <a:prstGeom prst="line">
            <a:avLst/>
          </a:prstGeom>
          <a:ln w="27720">
            <a:solidFill>
              <a:srgbClr val="9EC4BB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16960" y="877680"/>
            <a:ext cx="150480" cy="237600"/>
          </a:xfrm>
          <a:prstGeom prst="line">
            <a:avLst/>
          </a:prstGeom>
          <a:ln w="27720">
            <a:solidFill>
              <a:srgbClr val="FFFFF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젤 케어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589A8A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589A8A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589A8A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589A8A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DE1DC"/>
                </a:solidFill>
                <a:latin typeface="맑은 고딕"/>
                <a:ea typeface="맑은 고딕"/>
              </a:rPr>
              <a:t>방문 전 예약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바버 ·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