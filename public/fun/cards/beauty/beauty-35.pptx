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6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5C6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5C66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C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C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C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38DA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오롯이 나를 돌보는 한 시간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