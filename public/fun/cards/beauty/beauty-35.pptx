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87200" y="403200"/>
            <a:ext cx="993600" cy="993600"/>
          </a:xfrm>
          <a:prstGeom prst="ellipse">
            <a:avLst/>
          </a:prstGeom>
          <a:noFill/>
          <a:ln w="14400">
            <a:solidFill>
              <a:srgbClr val="F2E5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59200" y="475200"/>
            <a:ext cx="849600" cy="849600"/>
          </a:xfrm>
          <a:prstGeom prst="ellipse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9200" y="612000"/>
            <a:ext cx="849600" cy="57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6959"/>
              </a:lnSpc>
            </a:pPr>
            <a:r>
              <a:rPr sz="4800" b="1">
                <a:solidFill>
                  <a:srgbClr val="FFFFFF"/>
                </a:solidFill>
                <a:latin typeface="맑은 고딕"/>
                <a:ea typeface="맑은 고딕"/>
              </a:rPr>
              <a:t>탁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332000" y="223200"/>
            <a:ext cx="1728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50">
                <a:solidFill>
                  <a:srgbClr val="807056"/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332000" y="424800"/>
            <a:ext cx="1728000" cy="2971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 spc="50">
                <a:solidFill>
                  <a:srgbClr val="7C5D27"/>
                </a:solidFill>
                <a:latin typeface="맑은 고딕"/>
                <a:ea typeface="맑은 고딕"/>
              </a:rPr>
              <a:t>탁서아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332000" y="705600"/>
            <a:ext cx="1728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1">
                <a:solidFill>
                  <a:srgbClr val="937034"/>
                </a:solidFill>
                <a:latin typeface="맑은 고딕"/>
                <a:ea typeface="맑은 고딕"/>
              </a:rPr>
              <a:t>메이크업 아티스트</a:t>
            </a:r>
          </a:p>
        </p:txBody>
      </p:sp>
      <p:sp>
        <p:nvSpPr>
          <p:cNvPr id="8" name="Rectangle 7"/>
          <p:cNvSpPr/>
          <p:nvPr/>
        </p:nvSpPr>
        <p:spPr>
          <a:xfrm>
            <a:off x="1332000" y="907200"/>
            <a:ext cx="201600" cy="14400"/>
          </a:xfrm>
          <a:prstGeom prst="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332000" y="1051200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937034"/>
                </a:solidFill>
                <a:latin typeface="맑은 고딕"/>
                <a:ea typeface="맑은 고딕"/>
              </a:rPr>
              <a:t>T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476000" y="1051200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7C5D27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332000" y="1220111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937034"/>
                </a:solidFill>
                <a:latin typeface="맑은 고딕"/>
                <a:ea typeface="맑은 고딕"/>
              </a:rPr>
              <a:t>E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76000" y="1220111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7C5D27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332000" y="1389022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937034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76000" y="1389022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7C5D27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C496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73200" y="374400"/>
            <a:ext cx="93600" cy="158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 rot="4320000">
            <a:off x="1655371" y="434101"/>
            <a:ext cx="93600" cy="158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 rot="8640000">
            <a:off x="1623985" y="530699"/>
            <a:ext cx="93600" cy="158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 rot="12960000">
            <a:off x="1522415" y="530699"/>
            <a:ext cx="93600" cy="158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 rot="17280000">
            <a:off x="1491029" y="434101"/>
            <a:ext cx="93600" cy="158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80400" y="500400"/>
            <a:ext cx="79200" cy="79200"/>
          </a:xfrm>
          <a:prstGeom prst="ellipse">
            <a:avLst/>
          </a:prstGeom>
          <a:solidFill>
            <a:srgbClr val="80808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396000" y="835200"/>
            <a:ext cx="2448000" cy="39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667"/>
              </a:lnSpc>
            </a:pPr>
            <a:r>
              <a:rPr sz="1150" b="1">
                <a:solidFill>
                  <a:srgbClr val="FFFFFF"/>
                </a:solidFill>
                <a:latin typeface="바탕"/>
                <a:ea typeface="바탕"/>
              </a:rPr>
              <a:t>오롯이 나를 돌보는 한 시간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360000" y="14760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 spc="300">
                <a:solidFill>
                  <a:srgbClr val="FFFFFF"/>
                </a:solidFill>
                <a:latin typeface="맑은 고딕"/>
                <a:ea typeface="맑은 고딕"/>
              </a:rPr>
              <a:t>샵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메이크업 아티스트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