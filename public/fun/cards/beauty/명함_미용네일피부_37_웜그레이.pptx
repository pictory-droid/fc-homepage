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DAD8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320200" y="970200"/>
            <a:ext cx="121680" cy="121680"/>
          </a:xfrm>
          <a:prstGeom prst="ellipse">
            <a:avLst/>
          </a:prstGeom>
          <a:noFill/>
          <a:ln w="2808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526120" y="970200"/>
            <a:ext cx="121680" cy="121680"/>
          </a:xfrm>
          <a:prstGeom prst="ellipse">
            <a:avLst/>
          </a:prstGeom>
          <a:noFill/>
          <a:ln w="2808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2418480" y="703440"/>
            <a:ext cx="177840" cy="280800"/>
          </a:xfrm>
          <a:prstGeom prst="line">
            <a:avLst/>
          </a:prstGeom>
          <a:ln w="32760">
            <a:solidFill>
              <a:srgbClr val="BCB8B3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2371680" y="703440"/>
            <a:ext cx="177840" cy="280800"/>
          </a:xfrm>
          <a:prstGeom prst="line">
            <a:avLst/>
          </a:prstGeom>
          <a:ln w="32760">
            <a:solidFill>
              <a:srgbClr val="FFFFF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B3A39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주OO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B3A39"/>
                </a:solidFill>
                <a:latin typeface="맑은 고딕"/>
                <a:ea typeface="맑은 고딕"/>
              </a:rPr>
              <a:t>바버 · 대표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DAD8D5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3A3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3A3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3A3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64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7CDC9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화–일 10:00 – 20:00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B0B9B3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31771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C7CD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31771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염색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0110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C7CD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620110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네일 아트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27184" y="943200"/>
            <a:ext cx="715984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C7CD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227184" y="943200"/>
            <a:ext cx="715984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웨딩 · 촬영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93569" y="943200"/>
            <a:ext cx="636329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C7CD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993569" y="943200"/>
            <a:ext cx="636329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C7CDC9"/>
                </a:solidFill>
                <a:latin typeface="맑은 고딕"/>
                <a:ea typeface="맑은 고딕"/>
              </a:rPr>
              <a:t>INSTAGRAM   @아이디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7CDC9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바버 ·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