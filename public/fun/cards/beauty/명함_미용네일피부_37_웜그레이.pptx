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AD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20200" y="970200"/>
            <a:ext cx="121680" cy="121680"/>
          </a:xfrm>
          <a:prstGeom prst="ellipse">
            <a:avLst/>
          </a:prstGeom>
          <a:noFill/>
          <a:ln w="28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26120" y="970200"/>
            <a:ext cx="121680" cy="121680"/>
          </a:xfrm>
          <a:prstGeom prst="ellipse">
            <a:avLst/>
          </a:prstGeom>
          <a:noFill/>
          <a:ln w="28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418480" y="703440"/>
            <a:ext cx="177840" cy="280800"/>
          </a:xfrm>
          <a:prstGeom prst="line">
            <a:avLst/>
          </a:prstGeom>
          <a:ln w="32760">
            <a:solidFill>
              <a:srgbClr val="BCB8B3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371680" y="703440"/>
            <a:ext cx="177840" cy="280800"/>
          </a:xfrm>
          <a:prstGeom prst="line">
            <a:avLst/>
          </a:prstGeom>
          <a:ln w="32760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3A3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3A39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CDC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0B9B3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C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C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7184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C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27184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569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C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93569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7CDC9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CDC9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