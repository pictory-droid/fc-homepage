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03672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0367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3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3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3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50367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50367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웨딩 · 촬영  ·  남성 컷  ·  예약제 운영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