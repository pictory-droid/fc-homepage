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734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6454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9B8A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정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FB8D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B4A7DB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9B8A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4A7D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4A7D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4A7D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5600" y="900000"/>
            <a:ext cx="172800" cy="248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7200" y="781200"/>
            <a:ext cx="129600" cy="12960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47200" y="673200"/>
            <a:ext cx="129600" cy="108000"/>
          </a:xfrm>
          <a:custGeom>
            <a:avLst/>
            <a:gdLst/>
            <a:ahLst/>
            <a:cxnLst/>
            <a:rect l="l" t="t" r="r" b="b"/>
            <a:pathLst>
              <a:path w="129600" h="108000">
                <a:moveTo>
                  <a:pt x="0" y="108000"/>
                </a:moveTo>
                <a:lnTo>
                  <a:pt x="129600" y="108000"/>
                </a:lnTo>
                <a:lnTo>
                  <a:pt x="129600" y="0"/>
                </a:lnTo>
                <a:lnTo>
                  <a:pt x="0" y="5400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47347F"/>
                </a:solidFill>
                <a:latin typeface="바탕"/>
                <a:ea typeface="바탕"/>
              </a:rPr>
              <a:t>오늘의 나를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47347F"/>
                </a:solidFill>
                <a:latin typeface="바탕"/>
                <a:ea typeface="바탕"/>
              </a:rPr>
              <a:t>가장 나답게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2678E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