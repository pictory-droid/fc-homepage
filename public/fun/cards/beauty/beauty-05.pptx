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9F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FFB23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정유진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463318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463318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31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31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46331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5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9F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FFB4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오늘의 나를 가장 나답게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