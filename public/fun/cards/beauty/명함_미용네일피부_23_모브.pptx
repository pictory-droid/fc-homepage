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A978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4B3F5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A9788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9788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3F50"/>
                </a:solidFill>
                <a:latin typeface="맑은 고딕"/>
                <a:ea typeface="맑은 고딕"/>
              </a:rPr>
              <a:t>네일 아티스트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2D1D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3F5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3F5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3F5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1D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6668C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B9D5D0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07076"/>
                </a:solidFill>
                <a:latin typeface="맑은 고딕"/>
                <a:ea typeface="맑은 고딕"/>
              </a:rPr>
              <a:t>방문 전 예약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네일 아티스트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