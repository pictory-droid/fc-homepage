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DEDEDE"/>
                </a:solidFill>
                <a:latin typeface="맑은 고딕"/>
                <a:ea typeface="맑은 고딕"/>
              </a:rPr>
              <a:t>마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향기로운 위로를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건넵니다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