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E36C1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E36C1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E36C1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E36C1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E36C1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E36C1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E36C1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E36C1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E36C1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E36C1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E36C1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E36C1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E36C1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E36C1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E36C1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E36C1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E36C1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E36C1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E36C1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E36C1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FAD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E6A5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884111"/>
                </a:solidFill>
                <a:latin typeface="바탕"/>
                <a:ea typeface="바탕"/>
              </a:rPr>
              <a:t>마시현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B65616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65616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884111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65616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884111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65616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88411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833920" y="1188000"/>
            <a:ext cx="92160" cy="132480"/>
          </a:xfrm>
          <a:prstGeom prst="roundRect">
            <a:avLst>
              <a:gd name="adj" fmla="val 9375"/>
            </a:avLst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845440" y="1124640"/>
            <a:ext cx="69120" cy="69120"/>
          </a:xfrm>
          <a:prstGeom prst="rect">
            <a:avLst/>
          </a:prstGeom>
          <a:solidFill>
            <a:srgbClr val="FAD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2845440" y="1067040"/>
            <a:ext cx="69120" cy="57600"/>
          </a:xfrm>
          <a:custGeom>
            <a:avLst/>
            <a:gdLst/>
            <a:ahLst/>
            <a:cxnLst/>
            <a:rect l="l" t="t" r="r" b="b"/>
            <a:pathLst>
              <a:path w="69120" h="57600">
                <a:moveTo>
                  <a:pt x="0" y="57600"/>
                </a:moveTo>
                <a:lnTo>
                  <a:pt x="69120" y="57600"/>
                </a:lnTo>
                <a:lnTo>
                  <a:pt x="69120" y="0"/>
                </a:lnTo>
                <a:lnTo>
                  <a:pt x="0" y="28800"/>
                </a:lnTo>
                <a:close/>
              </a:path>
            </a:pathLst>
          </a:custGeom>
          <a:solidFill>
            <a:srgbClr val="FAD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E36C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884111"/>
                </a:solidFill>
                <a:latin typeface="바탕"/>
                <a:ea typeface="바탕"/>
              </a:rPr>
              <a:t>향기로운 위로를 건넵니다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E36C1C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8E664B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91200" y="324000"/>
            <a:ext cx="57600" cy="82800"/>
          </a:xfrm>
          <a:prstGeom prst="roundRect">
            <a:avLst>
              <a:gd name="adj" fmla="val 9375"/>
            </a:avLst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98400" y="284400"/>
            <a:ext cx="43200" cy="43200"/>
          </a:xfrm>
          <a:prstGeom prst="rect">
            <a:avLst/>
          </a:prstGeom>
          <a:solidFill>
            <a:srgbClr val="FBE6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598400" y="248400"/>
            <a:ext cx="43200" cy="36000"/>
          </a:xfrm>
          <a:custGeom>
            <a:avLst/>
            <a:gdLst/>
            <a:ahLst/>
            <a:cxnLst/>
            <a:rect l="l" t="t" r="r" b="b"/>
            <a:pathLst>
              <a:path w="43200" h="36000">
                <a:moveTo>
                  <a:pt x="0" y="36000"/>
                </a:moveTo>
                <a:lnTo>
                  <a:pt x="43200" y="36000"/>
                </a:lnTo>
                <a:lnTo>
                  <a:pt x="43200" y="0"/>
                </a:lnTo>
                <a:lnTo>
                  <a:pt x="0" y="18000"/>
                </a:lnTo>
                <a:close/>
              </a:path>
            </a:pathLst>
          </a:custGeom>
          <a:solidFill>
            <a:srgbClr val="FBE6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