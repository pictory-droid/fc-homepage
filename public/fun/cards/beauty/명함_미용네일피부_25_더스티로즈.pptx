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B26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B26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B26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B26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B26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1066505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B26B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1066505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메이크업 아티스트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손OO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B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23395B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A2435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23395B"/>
          </a:solidFill>
          <a:ln w="5760">
            <a:solidFill>
              <a:srgbClr val="23395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E9EBEF"/>
          </a:solidFill>
          <a:ln w="5760">
            <a:solidFill>
              <a:srgbClr val="23395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속눈썹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E9EBEF"/>
          </a:solidFill>
          <a:ln w="5760">
            <a:solidFill>
              <a:srgbClr val="23395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왁싱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E9EBEF"/>
          </a:solidFill>
          <a:ln w="5760">
            <a:solidFill>
              <a:srgbClr val="23395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C1C8D1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A243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A2435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1A243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1A2435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메이크업 아티스트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