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658960" y="239760"/>
            <a:ext cx="24480" cy="24480"/>
          </a:xfrm>
          <a:prstGeom prst="ellipse">
            <a:avLst/>
          </a:prstGeom>
          <a:solidFill>
            <a:srgbClr val="B26B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658960" y="333360"/>
            <a:ext cx="24480" cy="2448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658960" y="426960"/>
            <a:ext cx="24480" cy="2448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658960" y="520560"/>
            <a:ext cx="24480" cy="2448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752560" y="239760"/>
            <a:ext cx="24480" cy="2448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52560" y="333360"/>
            <a:ext cx="24480" cy="2448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752560" y="426960"/>
            <a:ext cx="24480" cy="2448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52560" y="520560"/>
            <a:ext cx="24480" cy="24480"/>
          </a:xfrm>
          <a:prstGeom prst="ellipse">
            <a:avLst/>
          </a:prstGeom>
          <a:solidFill>
            <a:srgbClr val="B26B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846160" y="239760"/>
            <a:ext cx="24480" cy="2448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846160" y="333360"/>
            <a:ext cx="24480" cy="2448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846160" y="426960"/>
            <a:ext cx="24480" cy="24480"/>
          </a:xfrm>
          <a:prstGeom prst="ellipse">
            <a:avLst/>
          </a:prstGeom>
          <a:solidFill>
            <a:srgbClr val="B26B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846160" y="520560"/>
            <a:ext cx="24480" cy="2448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939760" y="239760"/>
            <a:ext cx="24480" cy="2448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39760" y="333360"/>
            <a:ext cx="24480" cy="24480"/>
          </a:xfrm>
          <a:prstGeom prst="ellipse">
            <a:avLst/>
          </a:prstGeom>
          <a:solidFill>
            <a:srgbClr val="B26B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939760" y="426960"/>
            <a:ext cx="24480" cy="2448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939760" y="520560"/>
            <a:ext cx="24480" cy="2448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033360" y="239760"/>
            <a:ext cx="24480" cy="24480"/>
          </a:xfrm>
          <a:prstGeom prst="ellipse">
            <a:avLst/>
          </a:prstGeom>
          <a:solidFill>
            <a:srgbClr val="B26B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033360" y="333360"/>
            <a:ext cx="24480" cy="2448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033360" y="426960"/>
            <a:ext cx="24480" cy="2448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033360" y="520560"/>
            <a:ext cx="24480" cy="2448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52000" y="237600"/>
            <a:ext cx="1066505" cy="165600"/>
          </a:xfrm>
          <a:prstGeom prst="roundRect">
            <a:avLst>
              <a:gd name="adj" fmla="val 50000"/>
            </a:avLst>
          </a:prstGeom>
          <a:noFill/>
          <a:ln w="5760">
            <a:solidFill>
              <a:srgbClr val="B26B7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텍스트"/>
          <p:cNvSpPr txBox="1"/>
          <p:nvPr/>
        </p:nvSpPr>
        <p:spPr>
          <a:xfrm>
            <a:off x="252000" y="237600"/>
            <a:ext cx="1066505" cy="16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56"/>
              </a:lnSpc>
            </a:pPr>
            <a:r>
              <a:rPr sz="660" b="1" spc="80">
                <a:solidFill>
                  <a:srgbClr val="FFFFFF"/>
                </a:solidFill>
                <a:latin typeface="맑은 고딕"/>
                <a:ea typeface="맑은 고딕"/>
              </a:rPr>
              <a:t>메이크업 아티스트</a:t>
            </a:r>
          </a:p>
        </p:txBody>
      </p:sp>
      <p:sp>
        <p:nvSpPr>
          <p:cNvPr id="24" name="텍스트"/>
          <p:cNvSpPr txBox="1"/>
          <p:nvPr/>
        </p:nvSpPr>
        <p:spPr>
          <a:xfrm>
            <a:off x="252000" y="583200"/>
            <a:ext cx="216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손OO</a:t>
            </a:r>
          </a:p>
        </p:txBody>
      </p:sp>
      <p:sp>
        <p:nvSpPr>
          <p:cNvPr id="25" name="텍스트"/>
          <p:cNvSpPr txBox="1"/>
          <p:nvPr/>
        </p:nvSpPr>
        <p:spPr>
          <a:xfrm>
            <a:off x="252000" y="8784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A7ABB4"/>
                </a:solidFill>
                <a:latin typeface="맑은 고딕"/>
                <a:ea typeface="맑은 고딕"/>
              </a:rPr>
              <a:t>샵 이름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252000" y="1144800"/>
            <a:ext cx="2736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27" name="텍스트"/>
          <p:cNvSpPr txBox="1"/>
          <p:nvPr/>
        </p:nvSpPr>
        <p:spPr>
          <a:xfrm>
            <a:off x="252000" y="1242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28" name="텍스트"/>
          <p:cNvSpPr txBox="1"/>
          <p:nvPr/>
        </p:nvSpPr>
        <p:spPr>
          <a:xfrm>
            <a:off x="583200" y="12312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29" name="텍스트"/>
          <p:cNvSpPr txBox="1"/>
          <p:nvPr/>
        </p:nvSpPr>
        <p:spPr>
          <a:xfrm>
            <a:off x="252000" y="1371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30" name="텍스트"/>
          <p:cNvSpPr txBox="1"/>
          <p:nvPr/>
        </p:nvSpPr>
        <p:spPr>
          <a:xfrm>
            <a:off x="583200" y="13608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252000" y="1501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32" name="텍스트"/>
          <p:cNvSpPr txBox="1"/>
          <p:nvPr/>
        </p:nvSpPr>
        <p:spPr>
          <a:xfrm>
            <a:off x="583200" y="14904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2955600" y="1584000"/>
            <a:ext cx="648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2988000" y="1551600"/>
            <a:ext cx="0" cy="648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BE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96000" y="360000"/>
            <a:ext cx="0" cy="648000"/>
          </a:xfrm>
          <a:prstGeom prst="line">
            <a:avLst/>
          </a:prstGeom>
          <a:ln w="5760">
            <a:solidFill>
              <a:srgbClr val="23395B"/>
            </a:solidFill>
          </a:ln>
        </p:spPr>
      </p:cxnSp>
      <p:sp>
        <p:nvSpPr>
          <p:cNvPr id="3" name="텍스트"/>
          <p:cNvSpPr txBox="1"/>
          <p:nvPr/>
        </p:nvSpPr>
        <p:spPr>
          <a:xfrm>
            <a:off x="252000" y="1872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1A2435"/>
                </a:solidFill>
                <a:latin typeface="맑은 고딕"/>
                <a:ea typeface="맑은 고딕"/>
              </a:rPr>
              <a:t>시술 안내</a:t>
            </a:r>
          </a:p>
        </p:txBody>
      </p:sp>
      <p:sp>
        <p:nvSpPr>
          <p:cNvPr id="4" name="Oval 3"/>
          <p:cNvSpPr/>
          <p:nvPr/>
        </p:nvSpPr>
        <p:spPr>
          <a:xfrm>
            <a:off x="367200" y="374400"/>
            <a:ext cx="57600" cy="57600"/>
          </a:xfrm>
          <a:prstGeom prst="ellipse">
            <a:avLst/>
          </a:prstGeom>
          <a:solidFill>
            <a:srgbClr val="23395B"/>
          </a:solidFill>
          <a:ln w="5760">
            <a:solidFill>
              <a:srgbClr val="23395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540000" y="3312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네일 아트</a:t>
            </a:r>
          </a:p>
        </p:txBody>
      </p:sp>
      <p:sp>
        <p:nvSpPr>
          <p:cNvPr id="6" name="Oval 5"/>
          <p:cNvSpPr/>
          <p:nvPr/>
        </p:nvSpPr>
        <p:spPr>
          <a:xfrm>
            <a:off x="367200" y="597600"/>
            <a:ext cx="57600" cy="57600"/>
          </a:xfrm>
          <a:prstGeom prst="ellipse">
            <a:avLst/>
          </a:prstGeom>
          <a:solidFill>
            <a:srgbClr val="E9EBEF"/>
          </a:solidFill>
          <a:ln w="5760">
            <a:solidFill>
              <a:srgbClr val="23395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540000" y="5544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속눈썹</a:t>
            </a:r>
          </a:p>
        </p:txBody>
      </p:sp>
      <p:sp>
        <p:nvSpPr>
          <p:cNvPr id="8" name="Oval 7"/>
          <p:cNvSpPr/>
          <p:nvPr/>
        </p:nvSpPr>
        <p:spPr>
          <a:xfrm>
            <a:off x="367200" y="820800"/>
            <a:ext cx="57600" cy="57600"/>
          </a:xfrm>
          <a:prstGeom prst="ellipse">
            <a:avLst/>
          </a:prstGeom>
          <a:solidFill>
            <a:srgbClr val="E9EBEF"/>
          </a:solidFill>
          <a:ln w="5760">
            <a:solidFill>
              <a:srgbClr val="23395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540000" y="7776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왁싱</a:t>
            </a:r>
          </a:p>
        </p:txBody>
      </p:sp>
      <p:sp>
        <p:nvSpPr>
          <p:cNvPr id="10" name="Oval 9"/>
          <p:cNvSpPr/>
          <p:nvPr/>
        </p:nvSpPr>
        <p:spPr>
          <a:xfrm>
            <a:off x="367200" y="1044000"/>
            <a:ext cx="57600" cy="57600"/>
          </a:xfrm>
          <a:prstGeom prst="ellipse">
            <a:avLst/>
          </a:prstGeom>
          <a:solidFill>
            <a:srgbClr val="E9EBEF"/>
          </a:solidFill>
          <a:ln w="5760">
            <a:solidFill>
              <a:srgbClr val="23395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540000" y="10008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예약제 운영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232000" y="345600"/>
            <a:ext cx="0" cy="1166400"/>
          </a:xfrm>
          <a:prstGeom prst="line">
            <a:avLst/>
          </a:prstGeom>
          <a:ln w="3600">
            <a:solidFill>
              <a:srgbClr val="C1C8D1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376000" y="396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A2435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5112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화–일 10:00 – 20:00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376000" y="8352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A2435"/>
                </a:solidFill>
                <a:latin typeface="맑은 고딕"/>
                <a:ea typeface="맑은 고딕"/>
              </a:rPr>
              <a:t>INSTAGRAM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376000" y="9504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@아이디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  <a:ln w="4320">
            <a:solidFill>
              <a:srgbClr val="1A2435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725"/>
              </a:lnSpc>
            </a:pPr>
            <a:r>
              <a:rPr sz="500" b="1">
                <a:solidFill>
                  <a:srgbClr val="1A2435"/>
                </a:solidFill>
                <a:latin typeface="맑은 고딕"/>
                <a:ea typeface="맑은 고딕"/>
              </a:rPr>
              <a:t>QR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메이크업 아티스트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