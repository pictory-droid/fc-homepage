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9E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DAC1C7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7A2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3B1B27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7A223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7A2237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문OO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B1B27"/>
                </a:solidFill>
                <a:latin typeface="맑은 고딕"/>
                <a:ea typeface="맑은 고딕"/>
              </a:rPr>
              <a:t>네일 아티스트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DAC1C7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1B2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1B2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1B2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927B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커트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클리닉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피부 관리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평일 10:00 – 21:00   |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네일 아티스트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