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3B1B27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223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1B27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1B2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1B2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1B2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10:00 – 21:00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