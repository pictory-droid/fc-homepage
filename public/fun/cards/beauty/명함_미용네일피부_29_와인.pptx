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ABD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ABD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ABD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B51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0142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01429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142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2430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430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54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54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