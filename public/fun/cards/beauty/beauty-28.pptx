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806A5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Oval 3"/>
          <p:cNvSpPr/>
          <p:nvPr/>
        </p:nvSpPr>
        <p:spPr>
          <a:xfrm>
            <a:off x="312840" y="575640"/>
            <a:ext cx="61776" cy="61776"/>
          </a:xfrm>
          <a:prstGeom prst="ellipse">
            <a:avLst/>
          </a:prstGeom>
          <a:noFill/>
          <a:ln w="14256">
            <a:solidFill>
              <a:srgbClr val="3B918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7384" y="575640"/>
            <a:ext cx="61776" cy="61776"/>
          </a:xfrm>
          <a:prstGeom prst="ellipse">
            <a:avLst/>
          </a:prstGeom>
          <a:noFill/>
          <a:ln w="14256">
            <a:solidFill>
              <a:srgbClr val="3B918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362736" y="440208"/>
            <a:ext cx="90288" cy="142560"/>
          </a:xfrm>
          <a:prstGeom prst="line">
            <a:avLst/>
          </a:prstGeom>
          <a:ln w="16632">
            <a:solidFill>
              <a:srgbClr val="C8E0DD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338976" y="440208"/>
            <a:ext cx="90288" cy="142560"/>
          </a:xfrm>
          <a:prstGeom prst="line">
            <a:avLst/>
          </a:prstGeom>
          <a:ln w="16632">
            <a:solidFill>
              <a:srgbClr val="3B918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71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492713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5600" y="1137600"/>
            <a:ext cx="411840" cy="411840"/>
          </a:xfrm>
          <a:prstGeom prst="ellipse">
            <a:avLst/>
          </a:prstGeom>
          <a:noFill/>
          <a:ln w="95040">
            <a:solidFill>
              <a:srgbClr val="3B918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762560" y="1137600"/>
            <a:ext cx="411840" cy="411840"/>
          </a:xfrm>
          <a:prstGeom prst="ellipse">
            <a:avLst/>
          </a:prstGeom>
          <a:noFill/>
          <a:ln w="95040">
            <a:solidFill>
              <a:srgbClr val="3B918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398240" y="234720"/>
            <a:ext cx="601920" cy="950400"/>
          </a:xfrm>
          <a:prstGeom prst="line">
            <a:avLst/>
          </a:prstGeom>
          <a:ln w="110880">
            <a:solidFill>
              <a:srgbClr val="C8E0D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1239840" y="234720"/>
            <a:ext cx="601920" cy="950400"/>
          </a:xfrm>
          <a:prstGeom prst="line">
            <a:avLst/>
          </a:prstGeom>
          <a:ln w="110880">
            <a:solidFill>
              <a:srgbClr val="3B9185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F8F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92713"/>
                </a:solidFill>
                <a:latin typeface="바탕"/>
                <a:ea typeface="바탕"/>
              </a:rPr>
              <a:t>특별한 날을 더 특별하게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06A5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