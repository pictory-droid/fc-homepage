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FACFD7"/>
                </a:solidFill>
                <a:latin typeface="맑은 고딕"/>
                <a:ea typeface="맑은 고딕"/>
              </a:rPr>
              <a:t>유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31C2F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31C2F"/>
                </a:solidFill>
                <a:latin typeface="맑은 고딕"/>
                <a:ea typeface="맑은 고딕"/>
              </a:rPr>
              <a:t>에스테틱 원장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C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C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31C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특별한 날을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더 특별하게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에스테틱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