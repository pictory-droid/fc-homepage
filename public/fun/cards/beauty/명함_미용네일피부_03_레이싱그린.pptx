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1F6B54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5B7FA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26A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26A7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26A77"/>
                </a:solidFill>
                <a:latin typeface="맑은 고딕"/>
                <a:ea typeface="맑은 고딕"/>
              </a:rPr>
              <a:t>일대일 예약제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