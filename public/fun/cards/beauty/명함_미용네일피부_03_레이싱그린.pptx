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764000" y="252000"/>
            <a:ext cx="1224000" cy="1224000"/>
          </a:xfrm>
          <a:prstGeom prst="ellipse">
            <a:avLst/>
          </a:prstGeom>
          <a:solidFill>
            <a:srgbClr val="1F6B54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368800" y="115200"/>
            <a:ext cx="849600" cy="849600"/>
          </a:xfrm>
          <a:prstGeom prst="ellipse">
            <a:avLst/>
          </a:prstGeom>
          <a:solidFill>
            <a:srgbClr val="5B7FA8">
              <a:alpha val="8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98400" y="921600"/>
            <a:ext cx="691200" cy="691200"/>
          </a:xfrm>
          <a:prstGeom prst="ellipse">
            <a:avLst/>
          </a:prstGeom>
          <a:solidFill>
            <a:srgbClr val="1B2230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02000" y="90000"/>
            <a:ext cx="1548000" cy="1548000"/>
          </a:xfrm>
          <a:prstGeom prst="ellipse">
            <a:avLst/>
          </a:prstGeom>
          <a:noFill/>
          <a:ln w="5040">
            <a:solidFill>
              <a:srgbClr val="E2D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80000" y="1476000"/>
            <a:ext cx="72000" cy="72000"/>
          </a:xfrm>
          <a:prstGeom prst="ellipse">
            <a:avLst/>
          </a:prstGeom>
          <a:solidFill>
            <a:srgbClr val="5B7F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5B7FA8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박OO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05C55"/>
                </a:solidFill>
                <a:latin typeface="맑은 고딕"/>
                <a:ea typeface="맑은 고딕"/>
              </a:rPr>
              <a:t>네일 아티스트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80000"/>
            <a:ext cx="1260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17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54400" y="115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299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1288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29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54400" y="14184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7E0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F6B54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5B7F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BFC7D2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속눈썹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BFC7D2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남성 컷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BFC7D2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예약제 운영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BFC7D2"/>
            </a:solidFill>
          </a:ln>
        </p:spPr>
      </p:cxnSp>
      <p:sp>
        <p:nvSpPr>
          <p:cNvPr id="11" name="Rectangle 10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626A77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626A77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626A77"/>
                </a:solidFill>
                <a:latin typeface="맑은 고딕"/>
                <a:ea typeface="맑은 고딕"/>
              </a:rPr>
              <a:t>일대일 예약제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네일 아티스트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