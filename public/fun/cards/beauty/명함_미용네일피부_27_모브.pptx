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5DDDC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5DDDC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5DDD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ECAE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ECAE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커트  ·  펌  ·  왁싱  ·  두피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6580C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6580C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