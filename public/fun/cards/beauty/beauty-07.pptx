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FF88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12151C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46281A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46281A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81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81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81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편안히 쉬었다 가는 시간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C3519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