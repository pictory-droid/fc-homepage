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D9BB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857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D9D3B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6D392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D9BB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9D3B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81696" y="1490544"/>
            <a:ext cx="76608" cy="87552"/>
          </a:xfrm>
          <a:prstGeom prst="ellipse">
            <a:avLst/>
          </a:prstGeom>
          <a:noFill/>
          <a:ln w="10944">
            <a:solidFill>
              <a:srgbClr val="D9BB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4008" y="1502856"/>
            <a:ext cx="51984" cy="62928"/>
          </a:xfrm>
          <a:prstGeom prst="ellipse">
            <a:avLst/>
          </a:prstGeom>
          <a:solidFill>
            <a:srgbClr val="85723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13160" y="1575360"/>
            <a:ext cx="13680" cy="41040"/>
          </a:xfrm>
          <a:prstGeom prst="roundRect">
            <a:avLst>
              <a:gd name="adj" fmla="val 50000"/>
            </a:avLst>
          </a:prstGeom>
          <a:solidFill>
            <a:srgbClr val="D9BB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B7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6E570C"/>
                </a:solidFill>
                <a:latin typeface="바탕"/>
                <a:ea typeface="바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776B45"/>
                </a:solidFill>
                <a:latin typeface="맑은 고딕"/>
                <a:ea typeface="맑은 고딕"/>
              </a:rPr>
              <a:t>편안히 쉬었다 가는 시간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B7A9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76B4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B7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81280" y="295920"/>
            <a:ext cx="181440" cy="207360"/>
          </a:xfrm>
          <a:prstGeom prst="ellipse">
            <a:avLst/>
          </a:prstGeom>
          <a:noFill/>
          <a:ln w="25920">
            <a:solidFill>
              <a:srgbClr val="3B7A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10440" y="325080"/>
            <a:ext cx="123120" cy="149040"/>
          </a:xfrm>
          <a:prstGeom prst="ellipse">
            <a:avLst/>
          </a:prstGeom>
          <a:solidFill>
            <a:srgbClr val="C8DAE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5800" y="496800"/>
            <a:ext cx="32400" cy="97200"/>
          </a:xfrm>
          <a:prstGeom prst="roundRect">
            <a:avLst>
              <a:gd name="adj" fmla="val 50000"/>
            </a:avLst>
          </a:prstGeom>
          <a:solidFill>
            <a:srgbClr val="3B7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