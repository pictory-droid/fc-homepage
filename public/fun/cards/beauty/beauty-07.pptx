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6A13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080000" y="252000"/>
            <a:ext cx="0" cy="1296000"/>
          </a:xfrm>
          <a:prstGeom prst="line">
            <a:avLst/>
          </a:prstGeom>
          <a:ln w="3600">
            <a:solidFill>
              <a:srgbClr val="A04817"/>
            </a:solidFill>
          </a:ln>
        </p:spPr>
      </p:cxnSp>
      <p:sp>
        <p:nvSpPr>
          <p:cNvPr id="3" name="Rectangle 2"/>
          <p:cNvSpPr/>
          <p:nvPr/>
        </p:nvSpPr>
        <p:spPr>
          <a:xfrm>
            <a:off x="1069200" y="252000"/>
            <a:ext cx="21600" cy="2016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75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46281A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5" name="Oval 4"/>
          <p:cNvSpPr/>
          <p:nvPr/>
        </p:nvSpPr>
        <p:spPr>
          <a:xfrm>
            <a:off x="273600" y="734400"/>
            <a:ext cx="244800" cy="244800"/>
          </a:xfrm>
          <a:prstGeom prst="ellipse">
            <a:avLst/>
          </a:prstGeom>
          <a:noFill/>
          <a:ln w="504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734400"/>
            <a:ext cx="288000" cy="25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12151C"/>
                </a:solidFill>
                <a:latin typeface="맑은 고딕"/>
                <a:ea typeface="맑은 고딕"/>
              </a:rPr>
              <a:t>샵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260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조하린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260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46281A"/>
                </a:solidFill>
                <a:latin typeface="맑은 고딕"/>
                <a:ea typeface="맑은 고딕"/>
              </a:rPr>
              <a:t>바버 · 대표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260000" y="943200"/>
            <a:ext cx="1728000" cy="0"/>
          </a:xfrm>
          <a:prstGeom prst="line">
            <a:avLst/>
          </a:prstGeom>
          <a:ln w="3600">
            <a:solidFill>
              <a:srgbClr val="A04817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260000" y="1054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6281A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591200" y="10440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260000" y="1184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6281A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591200" y="11736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260000" y="1314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6281A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591200" y="1303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0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C3519"/>
                </a:solidFill>
                <a:latin typeface="맑은 고딕"/>
                <a:ea typeface="맑은 고딕"/>
              </a:rPr>
              <a:t>시술 안내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FFD5BD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6A13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475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펌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91200"/>
            <a:ext cx="1296000" cy="0"/>
          </a:xfrm>
          <a:prstGeom prst="line">
            <a:avLst/>
          </a:prstGeom>
          <a:ln w="3600">
            <a:solidFill>
              <a:srgbClr val="FFD5BD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1656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6A13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879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염색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56000" y="691200"/>
            <a:ext cx="1296000" cy="0"/>
          </a:xfrm>
          <a:prstGeom prst="line">
            <a:avLst/>
          </a:prstGeom>
          <a:ln w="3600">
            <a:solidFill>
              <a:srgbClr val="FFD5BD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6A13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475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네일 아트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036800"/>
            <a:ext cx="1296000" cy="0"/>
          </a:xfrm>
          <a:prstGeom prst="line">
            <a:avLst/>
          </a:prstGeom>
          <a:ln w="3600">
            <a:solidFill>
              <a:srgbClr val="FFD5BD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1656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6A13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879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속눈썹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656000" y="1036800"/>
            <a:ext cx="1296000" cy="0"/>
          </a:xfrm>
          <a:prstGeom prst="line">
            <a:avLst/>
          </a:prstGeom>
          <a:ln w="3600">
            <a:solidFill>
              <a:srgbClr val="FFD5BD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252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6C3519"/>
                </a:solidFill>
                <a:latin typeface="맑은 고딕"/>
                <a:ea typeface="맑은 고딕"/>
              </a:rPr>
              <a:t>화–일 10:00 – 20:00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620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69"/>
              </a:lnSpc>
            </a:pPr>
            <a:r>
              <a:rPr sz="600" b="0">
                <a:solidFill>
                  <a:srgbClr val="6C3519"/>
                </a:solidFill>
                <a:latin typeface="맑은 고딕"/>
                <a:ea typeface="맑은 고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바버 · 대표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