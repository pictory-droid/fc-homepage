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C93C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C93CE0"/>
                </a:solidFill>
                <a:latin typeface="맑은 고딕"/>
                <a:ea typeface="맑은 고딕"/>
              </a:rPr>
              <a:t>샵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권다은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메이크업 아티스트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C93CE0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6B728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C93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3A9B5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염색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3A9B5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피부 관리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3A9B5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메이크업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3A9B5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남성 컷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C93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FFFFFF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메이크업 아티스트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