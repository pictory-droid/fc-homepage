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1F6BFF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오늘도 정성껏 다듬었습니다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