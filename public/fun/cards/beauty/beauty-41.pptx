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1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5600" cy="1800000"/>
          </a:xfrm>
          <a:prstGeom prst="rect">
            <a:avLst/>
          </a:prstGeom>
          <a:solidFill>
            <a:srgbClr val="B851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5600" y="0"/>
            <a:ext cx="36000" cy="1800000"/>
          </a:xfrm>
          <a:prstGeom prst="rect">
            <a:avLst/>
          </a:prstGeom>
          <a:solidFill>
            <a:srgbClr val="F4E0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87040" y="429840"/>
            <a:ext cx="89856" cy="89856"/>
          </a:xfrm>
          <a:prstGeom prst="ellipse">
            <a:avLst/>
          </a:prstGeom>
          <a:noFill/>
          <a:ln w="20736">
            <a:solidFill>
              <a:srgbClr val="B8517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839104" y="429840"/>
            <a:ext cx="89856" cy="89856"/>
          </a:xfrm>
          <a:prstGeom prst="ellipse">
            <a:avLst/>
          </a:prstGeom>
          <a:noFill/>
          <a:ln w="20736">
            <a:solidFill>
              <a:srgbClr val="B8517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V="1">
            <a:off x="2759616" y="232848"/>
            <a:ext cx="131328" cy="207360"/>
          </a:xfrm>
          <a:prstGeom prst="line">
            <a:avLst/>
          </a:prstGeom>
          <a:ln w="24192">
            <a:solidFill>
              <a:srgbClr val="F4E0E8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 flipV="1">
            <a:off x="2725056" y="232848"/>
            <a:ext cx="131328" cy="207360"/>
          </a:xfrm>
          <a:prstGeom prst="line">
            <a:avLst/>
          </a:prstGeom>
          <a:ln w="24192">
            <a:solidFill>
              <a:srgbClr val="B8517C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96000" y="223200"/>
            <a:ext cx="2016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8B6273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96000" y="5400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742F4C"/>
                </a:solidFill>
                <a:latin typeface="맑은 고딕"/>
                <a:ea typeface="맑은 고딕"/>
              </a:rPr>
              <a:t>나윤서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96000" y="835200"/>
            <a:ext cx="2160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AF4D76"/>
                </a:solidFill>
                <a:latin typeface="맑은 고딕"/>
                <a:ea typeface="맑은 고딕"/>
              </a:rPr>
              <a:t>헤어 디자이너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6000" y="1051200"/>
            <a:ext cx="230400" cy="14400"/>
          </a:xfrm>
          <a:prstGeom prst="rect">
            <a:avLst/>
          </a:prstGeom>
          <a:solidFill>
            <a:srgbClr val="B851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96000" y="118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AF4D76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40000" y="11880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42F4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96000" y="135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AF4D76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40000" y="13569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42F4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96000" y="152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AF4D76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40000" y="15258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42F4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942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576000"/>
            <a:ext cx="1224000" cy="1224000"/>
          </a:xfrm>
          <a:custGeom>
            <a:avLst/>
            <a:gdLst/>
            <a:ahLst/>
            <a:cxnLst/>
            <a:rect l="l" t="t" r="r" b="b"/>
            <a:pathLst>
              <a:path w="1224000" h="1224000">
                <a:moveTo>
                  <a:pt x="1224000" y="1224000"/>
                </a:moveTo>
                <a:lnTo>
                  <a:pt x="0" y="1224000"/>
                </a:lnTo>
                <a:lnTo>
                  <a:pt x="7696" y="1086955"/>
                </a:lnTo>
                <a:lnTo>
                  <a:pt x="30688" y="951634"/>
                </a:lnTo>
                <a:lnTo>
                  <a:pt x="68687" y="819738"/>
                </a:lnTo>
                <a:lnTo>
                  <a:pt x="121214" y="692926"/>
                </a:lnTo>
                <a:lnTo>
                  <a:pt x="187610" y="572793"/>
                </a:lnTo>
                <a:lnTo>
                  <a:pt x="267038" y="460848"/>
                </a:lnTo>
                <a:lnTo>
                  <a:pt x="358501" y="358501"/>
                </a:lnTo>
                <a:lnTo>
                  <a:pt x="460848" y="267038"/>
                </a:lnTo>
                <a:lnTo>
                  <a:pt x="572793" y="187610"/>
                </a:lnTo>
                <a:lnTo>
                  <a:pt x="692926" y="121214"/>
                </a:lnTo>
                <a:lnTo>
                  <a:pt x="819738" y="68687"/>
                </a:lnTo>
                <a:lnTo>
                  <a:pt x="951634" y="30688"/>
                </a:lnTo>
                <a:lnTo>
                  <a:pt x="1086955" y="7696"/>
                </a:lnTo>
                <a:lnTo>
                  <a:pt x="1224000" y="0"/>
                </a:lnTo>
                <a:close/>
              </a:path>
            </a:pathLst>
          </a:custGeom>
          <a:solidFill>
            <a:srgbClr val="EFD2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0" y="720000"/>
                </a:lnTo>
                <a:lnTo>
                  <a:pt x="4527" y="639386"/>
                </a:lnTo>
                <a:lnTo>
                  <a:pt x="18052" y="559785"/>
                </a:lnTo>
                <a:lnTo>
                  <a:pt x="40404" y="482199"/>
                </a:lnTo>
                <a:lnTo>
                  <a:pt x="71302" y="407604"/>
                </a:lnTo>
                <a:lnTo>
                  <a:pt x="110359" y="336937"/>
                </a:lnTo>
                <a:lnTo>
                  <a:pt x="157081" y="271087"/>
                </a:lnTo>
                <a:lnTo>
                  <a:pt x="210883" y="210883"/>
                </a:lnTo>
                <a:lnTo>
                  <a:pt x="271087" y="157081"/>
                </a:lnTo>
                <a:lnTo>
                  <a:pt x="336937" y="110359"/>
                </a:lnTo>
                <a:lnTo>
                  <a:pt x="407604" y="71302"/>
                </a:lnTo>
                <a:lnTo>
                  <a:pt x="482199" y="40404"/>
                </a:lnTo>
                <a:lnTo>
                  <a:pt x="559785" y="18052"/>
                </a:lnTo>
                <a:lnTo>
                  <a:pt x="639386" y="4527"/>
                </a:lnTo>
                <a:lnTo>
                  <a:pt x="720000" y="0"/>
                </a:lnTo>
                <a:close/>
              </a:path>
            </a:pathLst>
          </a:custGeom>
          <a:solidFill>
            <a:srgbClr val="A960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91800" y="1513800"/>
            <a:ext cx="65520" cy="65520"/>
          </a:xfrm>
          <a:prstGeom prst="ellipse">
            <a:avLst/>
          </a:prstGeom>
          <a:noFill/>
          <a:ln w="15120">
            <a:solidFill>
              <a:srgbClr val="59595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902680" y="1513800"/>
            <a:ext cx="65520" cy="65520"/>
          </a:xfrm>
          <a:prstGeom prst="ellipse">
            <a:avLst/>
          </a:prstGeom>
          <a:noFill/>
          <a:ln w="15120">
            <a:solidFill>
              <a:srgbClr val="595959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V="1">
            <a:off x="2844720" y="1370160"/>
            <a:ext cx="95760" cy="151200"/>
          </a:xfrm>
          <a:prstGeom prst="line">
            <a:avLst/>
          </a:prstGeom>
          <a:ln w="17640">
            <a:solidFill>
              <a:srgbClr val="D6D6D6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 flipV="1">
            <a:off x="2819520" y="1370160"/>
            <a:ext cx="95760" cy="151200"/>
          </a:xfrm>
          <a:prstGeom prst="line">
            <a:avLst/>
          </a:prstGeom>
          <a:ln w="17640">
            <a:solidFill>
              <a:srgbClr val="595959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324000"/>
            <a:ext cx="194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바탕"/>
                <a:ea typeface="바탕"/>
              </a:rPr>
              <a:t>오늘도 정성껏 다듬었습니다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476000"/>
            <a:ext cx="144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E9D7DF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헤어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