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C6F4F8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C6F4F8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C6F4F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B5C66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B5C66"/>
                </a:solidFill>
                <a:latin typeface="맑은 고딕"/>
                <a:ea typeface="맑은 고딕"/>
              </a:rPr>
              <a:t>메이크업 아티스트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C6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C6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5C6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0B5C66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0B5C66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클리닉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0B5C6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0B5C6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B8F2F6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00D0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12151C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메이크업 아티스트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