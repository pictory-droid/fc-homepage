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2A47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26E7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7984" y="540000"/>
            <a:ext cx="76032" cy="109296"/>
          </a:xfrm>
          <a:prstGeom prst="roundRect">
            <a:avLst>
              <a:gd name="adj" fmla="val 9375"/>
            </a:avLst>
          </a:prstGeom>
          <a:solidFill>
            <a:srgbClr val="2A47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7488" y="487728"/>
            <a:ext cx="57024" cy="57024"/>
          </a:xfrm>
          <a:prstGeom prst="rect">
            <a:avLst/>
          </a:prstGeom>
          <a:solidFill>
            <a:srgbClr val="DFE8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67488" y="440208"/>
            <a:ext cx="57024" cy="47520"/>
          </a:xfrm>
          <a:custGeom>
            <a:avLst/>
            <a:gdLst/>
            <a:ahLst/>
            <a:cxnLst/>
            <a:rect l="l" t="t" r="r" b="b"/>
            <a:pathLst>
              <a:path w="57024" h="47520">
                <a:moveTo>
                  <a:pt x="0" y="47520"/>
                </a:moveTo>
                <a:lnTo>
                  <a:pt x="57024" y="47520"/>
                </a:lnTo>
                <a:lnTo>
                  <a:pt x="57024" y="0"/>
                </a:lnTo>
                <a:lnTo>
                  <a:pt x="0" y="23760"/>
                </a:lnTo>
                <a:close/>
              </a:path>
            </a:pathLst>
          </a:custGeom>
          <a:solidFill>
            <a:srgbClr val="DFE8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A476F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6263B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14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6263B"/>
                </a:solidFill>
                <a:latin typeface="바탕"/>
                <a:ea typeface="바탕"/>
              </a:rPr>
              <a:t>어떤 모습이든 아름답습니다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1423B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6707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24000"/>
            <a:ext cx="57600" cy="82800"/>
          </a:xfrm>
          <a:prstGeom prst="roundRect">
            <a:avLst>
              <a:gd name="adj" fmla="val 9375"/>
            </a:avLst>
          </a:prstGeom>
          <a:solidFill>
            <a:srgbClr val="914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8400" y="284400"/>
            <a:ext cx="43200" cy="43200"/>
          </a:xfrm>
          <a:prstGeom prst="rect">
            <a:avLst/>
          </a:prstGeom>
          <a:solidFill>
            <a:srgbClr val="E0C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598400" y="248400"/>
            <a:ext cx="43200" cy="36000"/>
          </a:xfrm>
          <a:custGeom>
            <a:avLst/>
            <a:gdLst/>
            <a:ahLst/>
            <a:cxnLst/>
            <a:rect l="l" t="t" r="r" b="b"/>
            <a:pathLst>
              <a:path w="43200" h="36000">
                <a:moveTo>
                  <a:pt x="0" y="36000"/>
                </a:moveTo>
                <a:lnTo>
                  <a:pt x="43200" y="36000"/>
                </a:lnTo>
                <a:lnTo>
                  <a:pt x="43200" y="0"/>
                </a:lnTo>
                <a:lnTo>
                  <a:pt x="0" y="18000"/>
                </a:lnTo>
                <a:close/>
              </a:path>
            </a:pathLst>
          </a:custGeom>
          <a:solidFill>
            <a:srgbClr val="E0C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