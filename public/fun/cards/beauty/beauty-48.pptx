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어떤 모습이든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아름답습니다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