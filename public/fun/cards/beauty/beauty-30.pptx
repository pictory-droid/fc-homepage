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3747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3747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C374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6F8E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6F8E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