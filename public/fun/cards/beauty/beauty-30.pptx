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3B8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3B8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3B8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3B8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3B8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3B8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3B8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3B8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3B8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3B8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3B8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3B8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3B8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3B8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3B8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3B8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3B8B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3B8B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3B8B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3B8B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C8DF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D6B5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B3D15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67B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67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67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67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842560" y="1055520"/>
            <a:ext cx="74880" cy="12672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4320000">
            <a:off x="2908297" y="1103281"/>
            <a:ext cx="74880" cy="12672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8640000">
            <a:off x="2883188" y="1180559"/>
            <a:ext cx="74880" cy="12672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2960000">
            <a:off x="2801932" y="1180559"/>
            <a:ext cx="74880" cy="12672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7280000">
            <a:off x="2776823" y="1103281"/>
            <a:ext cx="74880" cy="12672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48320" y="1156320"/>
            <a:ext cx="63360" cy="63360"/>
          </a:xfrm>
          <a:prstGeom prst="ellipse">
            <a:avLst/>
          </a:prstGeom>
          <a:solidFill>
            <a:srgbClr val="C8DF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3B8B91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3B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5B3D15"/>
                </a:solidFill>
                <a:latin typeface="바탕"/>
                <a:ea typeface="바탕"/>
              </a:rPr>
              <a:t>당신의 하루를 환하게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7D6B53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