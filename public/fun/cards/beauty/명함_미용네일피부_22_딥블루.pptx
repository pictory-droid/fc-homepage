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Freeform 1"/>
          <p:cNvSpPr/>
          <p:nvPr/>
        </p:nvSpPr>
        <p:spPr>
          <a:xfrm>
            <a:off x="0" y="216000"/>
            <a:ext cx="684000" cy="1368000"/>
          </a:xfrm>
          <a:custGeom>
            <a:avLst/>
            <a:gdLst/>
            <a:ahLst/>
            <a:cxnLst/>
            <a:rect l="l" t="t" r="r" b="b"/>
            <a:pathLst>
              <a:path w="684000" h="1368000">
                <a:moveTo>
                  <a:pt x="0" y="0"/>
                </a:moveTo>
                <a:lnTo>
                  <a:pt x="71497" y="3747"/>
                </a:lnTo>
                <a:lnTo>
                  <a:pt x="142212" y="14947"/>
                </a:lnTo>
                <a:lnTo>
                  <a:pt x="211368" y="33477"/>
                </a:lnTo>
                <a:lnTo>
                  <a:pt x="278208" y="59135"/>
                </a:lnTo>
                <a:lnTo>
                  <a:pt x="342000" y="91639"/>
                </a:lnTo>
                <a:lnTo>
                  <a:pt x="402045" y="130632"/>
                </a:lnTo>
                <a:lnTo>
                  <a:pt x="457685" y="175689"/>
                </a:lnTo>
                <a:lnTo>
                  <a:pt x="508311" y="226315"/>
                </a:lnTo>
                <a:lnTo>
                  <a:pt x="553368" y="281955"/>
                </a:lnTo>
                <a:lnTo>
                  <a:pt x="592361" y="342000"/>
                </a:lnTo>
                <a:lnTo>
                  <a:pt x="624865" y="405792"/>
                </a:lnTo>
                <a:lnTo>
                  <a:pt x="650523" y="472632"/>
                </a:lnTo>
                <a:lnTo>
                  <a:pt x="669053" y="541788"/>
                </a:lnTo>
                <a:lnTo>
                  <a:pt x="680253" y="612503"/>
                </a:lnTo>
                <a:lnTo>
                  <a:pt x="684000" y="684000"/>
                </a:lnTo>
                <a:lnTo>
                  <a:pt x="680253" y="755497"/>
                </a:lnTo>
                <a:lnTo>
                  <a:pt x="669053" y="826212"/>
                </a:lnTo>
                <a:lnTo>
                  <a:pt x="650523" y="895368"/>
                </a:lnTo>
                <a:lnTo>
                  <a:pt x="624865" y="962208"/>
                </a:lnTo>
                <a:lnTo>
                  <a:pt x="592361" y="1026000"/>
                </a:lnTo>
                <a:lnTo>
                  <a:pt x="553368" y="1086045"/>
                </a:lnTo>
                <a:lnTo>
                  <a:pt x="508311" y="1141685"/>
                </a:lnTo>
                <a:lnTo>
                  <a:pt x="457685" y="1192311"/>
                </a:lnTo>
                <a:lnTo>
                  <a:pt x="402045" y="1237368"/>
                </a:lnTo>
                <a:lnTo>
                  <a:pt x="342000" y="1276361"/>
                </a:lnTo>
                <a:lnTo>
                  <a:pt x="278208" y="1308865"/>
                </a:lnTo>
                <a:lnTo>
                  <a:pt x="211368" y="1334523"/>
                </a:lnTo>
                <a:lnTo>
                  <a:pt x="142212" y="1353053"/>
                </a:lnTo>
                <a:lnTo>
                  <a:pt x="71497" y="1364253"/>
                </a:lnTo>
                <a:lnTo>
                  <a:pt x="0" y="1368000"/>
                </a:lnTo>
                <a:close/>
              </a:path>
            </a:pathLst>
          </a:custGeom>
          <a:solidFill>
            <a:srgbClr val="0A47C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432000" y="468000"/>
            <a:ext cx="864000" cy="864000"/>
          </a:xfrm>
          <a:prstGeom prst="ellipse">
            <a:avLst/>
          </a:prstGeom>
          <a:noFill/>
          <a:ln w="432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252000" y="648000"/>
            <a:ext cx="504000" cy="504000"/>
          </a:xfrm>
          <a:prstGeom prst="ellipse">
            <a:avLst/>
          </a:prstGeom>
          <a:noFill/>
          <a:ln w="432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텍스트"/>
          <p:cNvSpPr txBox="1"/>
          <p:nvPr/>
        </p:nvSpPr>
        <p:spPr>
          <a:xfrm>
            <a:off x="86400" y="612000"/>
            <a:ext cx="324000" cy="576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450"/>
              </a:lnSpc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</a:rPr>
              <a:t>샵</a:t>
            </a:r>
          </a:p>
        </p:txBody>
      </p:sp>
      <p:sp>
        <p:nvSpPr>
          <p:cNvPr id="6" name="텍스트"/>
          <p:cNvSpPr txBox="1"/>
          <p:nvPr/>
        </p:nvSpPr>
        <p:spPr>
          <a:xfrm>
            <a:off x="1116000" y="252000"/>
            <a:ext cx="187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6B7280"/>
                </a:solidFill>
                <a:latin typeface="맑은 고딕"/>
                <a:ea typeface="맑은 고딕"/>
              </a:rPr>
              <a:t>샵 이름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1116000" y="424800"/>
            <a:ext cx="1872000" cy="0"/>
          </a:xfrm>
          <a:prstGeom prst="line">
            <a:avLst/>
          </a:prstGeom>
          <a:ln w="3600">
            <a:solidFill>
              <a:srgbClr val="DCDFE4"/>
            </a:solidFill>
          </a:ln>
        </p:spPr>
      </p:cxnSp>
      <p:sp>
        <p:nvSpPr>
          <p:cNvPr id="8" name="텍스트"/>
          <p:cNvSpPr txBox="1"/>
          <p:nvPr/>
        </p:nvSpPr>
        <p:spPr>
          <a:xfrm>
            <a:off x="1116000" y="648000"/>
            <a:ext cx="180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spc="120">
                <a:solidFill>
                  <a:srgbClr val="12151C"/>
                </a:solidFill>
                <a:latin typeface="맑은 고딕"/>
                <a:ea typeface="맑은 고딕"/>
              </a:rPr>
              <a:t>배준서</a:t>
            </a:r>
          </a:p>
        </p:txBody>
      </p:sp>
      <p:sp>
        <p:nvSpPr>
          <p:cNvPr id="9" name="텍스트"/>
          <p:cNvSpPr txBox="1"/>
          <p:nvPr/>
        </p:nvSpPr>
        <p:spPr>
          <a:xfrm>
            <a:off x="1116000" y="900000"/>
            <a:ext cx="180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 spc="60">
                <a:solidFill>
                  <a:srgbClr val="6B7280"/>
                </a:solidFill>
                <a:latin typeface="맑은 고딕"/>
                <a:ea typeface="맑은 고딕"/>
              </a:rPr>
              <a:t>원장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1116000" y="1267200"/>
            <a:ext cx="1872000" cy="0"/>
          </a:xfrm>
          <a:prstGeom prst="line">
            <a:avLst/>
          </a:prstGeom>
          <a:ln w="3600">
            <a:solidFill>
              <a:srgbClr val="DCDFE4"/>
            </a:solidFill>
          </a:ln>
        </p:spPr>
      </p:cxnSp>
      <p:sp>
        <p:nvSpPr>
          <p:cNvPr id="11" name="텍스트"/>
          <p:cNvSpPr txBox="1"/>
          <p:nvPr/>
        </p:nvSpPr>
        <p:spPr>
          <a:xfrm>
            <a:off x="1116000" y="1357200"/>
            <a:ext cx="3312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B7280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12" name="텍스트"/>
          <p:cNvSpPr txBox="1"/>
          <p:nvPr/>
        </p:nvSpPr>
        <p:spPr>
          <a:xfrm>
            <a:off x="1447200" y="1346400"/>
            <a:ext cx="1188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12151C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13" name="텍스트"/>
          <p:cNvSpPr txBox="1"/>
          <p:nvPr/>
        </p:nvSpPr>
        <p:spPr>
          <a:xfrm>
            <a:off x="1116000" y="1479600"/>
            <a:ext cx="3312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B7280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1447200" y="1468800"/>
            <a:ext cx="1188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12151C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15" name="텍스트"/>
          <p:cNvSpPr txBox="1"/>
          <p:nvPr/>
        </p:nvSpPr>
        <p:spPr>
          <a:xfrm>
            <a:off x="1116000" y="1602000"/>
            <a:ext cx="3312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B7280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16" name="텍스트"/>
          <p:cNvSpPr txBox="1"/>
          <p:nvPr/>
        </p:nvSpPr>
        <p:spPr>
          <a:xfrm>
            <a:off x="1447200" y="1591200"/>
            <a:ext cx="1188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12151C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47C7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79200" y="108000"/>
            <a:ext cx="57600" cy="0"/>
          </a:xfrm>
          <a:prstGeom prst="line">
            <a:avLst/>
          </a:prstGeom>
          <a:ln w="3600">
            <a:solidFill>
              <a:srgbClr val="C9D7F3"/>
            </a:solidFill>
          </a:ln>
        </p:spPr>
      </p:cxnSp>
      <p:cxnSp>
        <p:nvCxnSpPr>
          <p:cNvPr id="3" name="Connector 2"/>
          <p:cNvCxnSpPr/>
          <p:nvPr/>
        </p:nvCxnSpPr>
        <p:spPr>
          <a:xfrm>
            <a:off x="108000" y="79200"/>
            <a:ext cx="0" cy="57600"/>
          </a:xfrm>
          <a:prstGeom prst="line">
            <a:avLst/>
          </a:prstGeom>
          <a:ln w="3600">
            <a:solidFill>
              <a:srgbClr val="C9D7F3"/>
            </a:solidFill>
          </a:ln>
        </p:spPr>
      </p:cxnSp>
      <p:cxnSp>
        <p:nvCxnSpPr>
          <p:cNvPr id="4" name="Connector 3"/>
          <p:cNvCxnSpPr/>
          <p:nvPr/>
        </p:nvCxnSpPr>
        <p:spPr>
          <a:xfrm>
            <a:off x="3103200" y="108000"/>
            <a:ext cx="57600" cy="0"/>
          </a:xfrm>
          <a:prstGeom prst="line">
            <a:avLst/>
          </a:prstGeom>
          <a:ln w="3600">
            <a:solidFill>
              <a:srgbClr val="C9D7F3"/>
            </a:solidFill>
          </a:ln>
        </p:spPr>
      </p:cxnSp>
      <p:cxnSp>
        <p:nvCxnSpPr>
          <p:cNvPr id="5" name="Connector 4"/>
          <p:cNvCxnSpPr/>
          <p:nvPr/>
        </p:nvCxnSpPr>
        <p:spPr>
          <a:xfrm>
            <a:off x="3132000" y="79200"/>
            <a:ext cx="0" cy="57600"/>
          </a:xfrm>
          <a:prstGeom prst="line">
            <a:avLst/>
          </a:prstGeom>
          <a:ln w="3600">
            <a:solidFill>
              <a:srgbClr val="C9D7F3"/>
            </a:solidFill>
          </a:ln>
        </p:spPr>
      </p:cxnSp>
      <p:cxnSp>
        <p:nvCxnSpPr>
          <p:cNvPr id="6" name="Connector 5"/>
          <p:cNvCxnSpPr/>
          <p:nvPr/>
        </p:nvCxnSpPr>
        <p:spPr>
          <a:xfrm>
            <a:off x="79200" y="1692000"/>
            <a:ext cx="57600" cy="0"/>
          </a:xfrm>
          <a:prstGeom prst="line">
            <a:avLst/>
          </a:prstGeom>
          <a:ln w="3600">
            <a:solidFill>
              <a:srgbClr val="C9D7F3"/>
            </a:solidFill>
          </a:ln>
        </p:spPr>
      </p:cxnSp>
      <p:cxnSp>
        <p:nvCxnSpPr>
          <p:cNvPr id="7" name="Connector 6"/>
          <p:cNvCxnSpPr/>
          <p:nvPr/>
        </p:nvCxnSpPr>
        <p:spPr>
          <a:xfrm>
            <a:off x="108000" y="1663200"/>
            <a:ext cx="0" cy="57600"/>
          </a:xfrm>
          <a:prstGeom prst="line">
            <a:avLst/>
          </a:prstGeom>
          <a:ln w="3600">
            <a:solidFill>
              <a:srgbClr val="C9D7F3"/>
            </a:solidFill>
          </a:ln>
        </p:spPr>
      </p:cxnSp>
      <p:cxnSp>
        <p:nvCxnSpPr>
          <p:cNvPr id="8" name="Connector 7"/>
          <p:cNvCxnSpPr/>
          <p:nvPr/>
        </p:nvCxnSpPr>
        <p:spPr>
          <a:xfrm>
            <a:off x="3103200" y="1692000"/>
            <a:ext cx="57600" cy="0"/>
          </a:xfrm>
          <a:prstGeom prst="line">
            <a:avLst/>
          </a:prstGeom>
          <a:ln w="3600">
            <a:solidFill>
              <a:srgbClr val="C9D7F3"/>
            </a:solidFill>
          </a:ln>
        </p:spPr>
      </p:cxnSp>
      <p:cxnSp>
        <p:nvCxnSpPr>
          <p:cNvPr id="9" name="Connector 8"/>
          <p:cNvCxnSpPr/>
          <p:nvPr/>
        </p:nvCxnSpPr>
        <p:spPr>
          <a:xfrm>
            <a:off x="3132000" y="1663200"/>
            <a:ext cx="0" cy="57600"/>
          </a:xfrm>
          <a:prstGeom prst="line">
            <a:avLst/>
          </a:prstGeom>
          <a:ln w="3600">
            <a:solidFill>
              <a:srgbClr val="C9D7F3"/>
            </a:solidFill>
          </a:ln>
        </p:spPr>
      </p:cxnSp>
      <p:sp>
        <p:nvSpPr>
          <p:cNvPr id="10" name="텍스트"/>
          <p:cNvSpPr txBox="1"/>
          <p:nvPr/>
        </p:nvSpPr>
        <p:spPr>
          <a:xfrm>
            <a:off x="252000" y="288000"/>
            <a:ext cx="252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942"/>
              </a:lnSpc>
            </a:pPr>
            <a:r>
              <a:rPr sz="650" b="1" spc="220">
                <a:solidFill>
                  <a:srgbClr val="C9D7F3"/>
                </a:solidFill>
                <a:latin typeface="맑은 고딕"/>
                <a:ea typeface="맑은 고딕"/>
              </a:rPr>
              <a:t>샵 이름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530000" y="453600"/>
            <a:ext cx="180000" cy="14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텍스트"/>
          <p:cNvSpPr txBox="1"/>
          <p:nvPr/>
        </p:nvSpPr>
        <p:spPr>
          <a:xfrm>
            <a:off x="360000" y="619200"/>
            <a:ext cx="2520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754"/>
              </a:lnSpc>
            </a:pPr>
            <a:r>
              <a:rPr sz="520" b="1" spc="240">
                <a:solidFill>
                  <a:srgbClr val="C9D7F3"/>
                </a:solidFill>
                <a:latin typeface="맑은 고딕"/>
                <a:ea typeface="맑은 고딕"/>
              </a:rPr>
              <a:t>시술 안내</a:t>
            </a:r>
          </a:p>
        </p:txBody>
      </p:sp>
      <p:sp>
        <p:nvSpPr>
          <p:cNvPr id="13" name="텍스트"/>
          <p:cNvSpPr txBox="1"/>
          <p:nvPr/>
        </p:nvSpPr>
        <p:spPr>
          <a:xfrm>
            <a:off x="360000" y="741600"/>
            <a:ext cx="2520000" cy="39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188"/>
              </a:lnSpc>
            </a:pPr>
            <a:r>
              <a:rPr sz="819" b="1">
                <a:solidFill>
                  <a:srgbClr val="FFFFFF"/>
                </a:solidFill>
                <a:latin typeface="맑은 고딕"/>
                <a:ea typeface="맑은 고딕"/>
              </a:rPr>
              <a:t>젤 케어  ·  메이크업  ·  웨딩 · 촬영  ·  예약제 운영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360000" y="1224000"/>
            <a:ext cx="2520000" cy="0"/>
          </a:xfrm>
          <a:prstGeom prst="line">
            <a:avLst/>
          </a:prstGeom>
          <a:ln w="3600">
            <a:solidFill>
              <a:srgbClr val="6C91DD"/>
            </a:solidFill>
          </a:ln>
        </p:spPr>
      </p:cxnSp>
      <p:sp>
        <p:nvSpPr>
          <p:cNvPr id="15" name="텍스트"/>
          <p:cNvSpPr txBox="1"/>
          <p:nvPr/>
        </p:nvSpPr>
        <p:spPr>
          <a:xfrm>
            <a:off x="360000" y="1317600"/>
            <a:ext cx="1224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899"/>
              </a:lnSpc>
            </a:pPr>
            <a:r>
              <a:rPr sz="620" b="0">
                <a:solidFill>
                  <a:srgbClr val="FFFFFF"/>
                </a:solidFill>
                <a:latin typeface="맑은 고딕"/>
                <a:ea typeface="맑은 고딕"/>
              </a:rPr>
              <a:t>예약제 운영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1620000" y="1296000"/>
            <a:ext cx="0" cy="180000"/>
          </a:xfrm>
          <a:prstGeom prst="line">
            <a:avLst/>
          </a:prstGeom>
          <a:ln w="3600">
            <a:solidFill>
              <a:srgbClr val="6C91DD"/>
            </a:solidFill>
          </a:ln>
        </p:spPr>
      </p:cxnSp>
      <p:sp>
        <p:nvSpPr>
          <p:cNvPr id="17" name="텍스트"/>
          <p:cNvSpPr txBox="1"/>
          <p:nvPr/>
        </p:nvSpPr>
        <p:spPr>
          <a:xfrm>
            <a:off x="1656000" y="1317600"/>
            <a:ext cx="1224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899"/>
              </a:lnSpc>
            </a:pPr>
            <a:r>
              <a:rPr sz="620" b="0">
                <a:solidFill>
                  <a:srgbClr val="FFFFFF"/>
                </a:solidFill>
                <a:latin typeface="맑은 고딕"/>
                <a:ea typeface="맑은 고딕"/>
              </a:rPr>
              <a:t>blog.example.com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원장 명함 서식</dc:title>
  <dc:subject>편집용 명함 서식</dc:subject>
  <dc:creator>우체국보험 상담 안내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