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07806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3C37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E3C37"/>
                </a:solidFill>
                <a:latin typeface="맑은 고딕"/>
                <a:ea typeface="맑은 고딕"/>
              </a:rPr>
              <a:t>포토그래퍼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C3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C3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C3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C37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0E3C3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E3C37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0E3C37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