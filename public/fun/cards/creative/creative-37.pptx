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28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CF77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884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CDB4C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방지민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DDA0CB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CF77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CDB4C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Freeform 10"/>
          <p:cNvSpPr/>
          <p:nvPr/>
        </p:nvSpPr>
        <p:spPr>
          <a:xfrm>
            <a:off x="1560152" y="1485072"/>
            <a:ext cx="119696" cy="113838"/>
          </a:xfrm>
          <a:custGeom>
            <a:avLst/>
            <a:gdLst/>
            <a:ahLst/>
            <a:cxnLst/>
            <a:rect l="l" t="t" r="r" b="b"/>
            <a:pathLst>
              <a:path w="119696" h="113838">
                <a:moveTo>
                  <a:pt x="59848" y="0"/>
                </a:moveTo>
                <a:lnTo>
                  <a:pt x="75126" y="41900"/>
                </a:lnTo>
                <a:lnTo>
                  <a:pt x="119696" y="43482"/>
                </a:lnTo>
                <a:lnTo>
                  <a:pt x="84568" y="70960"/>
                </a:lnTo>
                <a:lnTo>
                  <a:pt x="96836" y="113838"/>
                </a:lnTo>
                <a:lnTo>
                  <a:pt x="59848" y="88920"/>
                </a:lnTo>
                <a:lnTo>
                  <a:pt x="22860" y="113838"/>
                </a:lnTo>
                <a:lnTo>
                  <a:pt x="35128" y="70960"/>
                </a:lnTo>
                <a:lnTo>
                  <a:pt x="0" y="43482"/>
                </a:lnTo>
                <a:lnTo>
                  <a:pt x="44570" y="41900"/>
                </a:lnTo>
                <a:close/>
              </a:path>
            </a:pathLst>
          </a:custGeom>
          <a:solidFill>
            <a:srgbClr val="CF77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36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2505" y="374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595959"/>
                </a:solidFill>
                <a:latin typeface="맑은 고딕"/>
                <a:ea typeface="맑은 고딕"/>
              </a:rPr>
              <a:t>여백에도 이야기를 담습니다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5959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