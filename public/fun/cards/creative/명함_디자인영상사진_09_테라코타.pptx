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6463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AF7262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DDC4BD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D0ACA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DC4BD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AF726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DC4B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DC4B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DC4B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