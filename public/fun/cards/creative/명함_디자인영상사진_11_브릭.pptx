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4C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9272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예약 후 방문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