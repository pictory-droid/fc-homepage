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C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4CA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1066505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1066505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4171D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9272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Freeform 3"/>
          <p:cNvSpPr/>
          <p:nvPr/>
        </p:nvSpPr>
        <p:spPr>
          <a:xfrm>
            <a:off x="438756" y="861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예약 후 방문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