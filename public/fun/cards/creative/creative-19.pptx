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F5DE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B5123E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C546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영상이 되어 오래 기억되도록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