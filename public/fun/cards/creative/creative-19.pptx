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6000" y="0"/>
            <a:ext cx="1044000" cy="1800000"/>
          </a:xfrm>
          <a:prstGeom prst="rect">
            <a:avLst/>
          </a:prstGeom>
          <a:solidFill>
            <a:srgbClr val="6991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81920" y="513360"/>
            <a:ext cx="272160" cy="2721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652480" y="780480"/>
            <a:ext cx="131040" cy="80640"/>
          </a:xfrm>
          <a:prstGeom prst="roundRect">
            <a:avLst>
              <a:gd name="adj" fmla="val 18749"/>
            </a:avLst>
          </a:pr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672640" y="876240"/>
            <a:ext cx="90720" cy="45360"/>
          </a:xfrm>
          <a:prstGeom prst="roundRect">
            <a:avLst>
              <a:gd name="adj" fmla="val 33333"/>
            </a:avLst>
          </a:pr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268000" y="1224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 spc="150">
                <a:solidFill>
                  <a:srgbClr val="FFFFFF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331200"/>
            <a:ext cx="1872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3A5E88"/>
                </a:solidFill>
                <a:latin typeface="맑은 고딕"/>
                <a:ea typeface="맑은 고딕"/>
              </a:rPr>
              <a:t>전보라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619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547499"/>
                </a:solidFill>
                <a:latin typeface="맑은 고딕"/>
                <a:ea typeface="맑은 고딕"/>
              </a:rPr>
              <a:t>캘리그라피 작가</a:t>
            </a:r>
          </a:p>
        </p:txBody>
      </p:sp>
      <p:sp>
        <p:nvSpPr>
          <p:cNvPr id="9" name="Rectangle 8"/>
          <p:cNvSpPr/>
          <p:nvPr/>
        </p:nvSpPr>
        <p:spPr>
          <a:xfrm>
            <a:off x="216000" y="828000"/>
            <a:ext cx="201600" cy="14400"/>
          </a:xfrm>
          <a:prstGeom prst="rect">
            <a:avLst/>
          </a:prstGeom>
          <a:solidFill>
            <a:srgbClr val="6991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16000" y="100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47499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1008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A5E88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6000" y="117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47499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1176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A5E88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" y="134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47499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345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A5E88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6991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D3DF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811960" y="1372680"/>
            <a:ext cx="136080" cy="136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847240" y="1506240"/>
            <a:ext cx="65520" cy="40320"/>
          </a:xfrm>
          <a:prstGeom prst="roundRect">
            <a:avLst>
              <a:gd name="adj" fmla="val 18749"/>
            </a:avLst>
          </a:pr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57320" y="1554120"/>
            <a:ext cx="45360" cy="22680"/>
          </a:xfrm>
          <a:prstGeom prst="roundRect">
            <a:avLst>
              <a:gd name="adj" fmla="val 33333"/>
            </a:avLst>
          </a:pr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3A5E88"/>
                </a:solidFill>
                <a:latin typeface="맑은 고딕"/>
                <a:ea typeface="맑은 고딕"/>
              </a:rPr>
              <a:t>영상이 되어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3A5E88"/>
                </a:solidFill>
                <a:latin typeface="맑은 고딕"/>
                <a:ea typeface="맑은 고딕"/>
              </a:rPr>
              <a:t>오래 기억되도록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66788E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캘리그라피 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