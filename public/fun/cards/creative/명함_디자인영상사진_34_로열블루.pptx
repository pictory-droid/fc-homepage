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B88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B88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14171D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B88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B88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행사 촬영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패키지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