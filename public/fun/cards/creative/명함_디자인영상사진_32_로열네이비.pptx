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4B6595">
                    <a:alpha val="95000"/>
                  </a:srgbClr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3763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F6672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C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D4C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B4A82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96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