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2B4A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3763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C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D4C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96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