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F1F4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F1F40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F1F4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F1F4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F1F4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기억에 남는 장면을 만듭니다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