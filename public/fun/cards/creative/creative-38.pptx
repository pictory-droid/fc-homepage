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667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ADB3B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Oval 3"/>
          <p:cNvSpPr/>
          <p:nvPr/>
        </p:nvSpPr>
        <p:spPr>
          <a:xfrm>
            <a:off x="331848" y="442584"/>
            <a:ext cx="128304" cy="128304"/>
          </a:xfrm>
          <a:prstGeom prst="ellipse">
            <a:avLst/>
          </a:prstGeom>
          <a:solidFill>
            <a:srgbClr val="667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112" y="568512"/>
            <a:ext cx="61776" cy="38016"/>
          </a:xfrm>
          <a:prstGeom prst="roundRect">
            <a:avLst>
              <a:gd name="adj" fmla="val 18750"/>
            </a:avLst>
          </a:prstGeom>
          <a:solidFill>
            <a:srgbClr val="3B49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4616" y="613656"/>
            <a:ext cx="42768" cy="21384"/>
          </a:xfrm>
          <a:prstGeom prst="roundRect">
            <a:avLst>
              <a:gd name="adj" fmla="val 33333"/>
            </a:avLst>
          </a:prstGeom>
          <a:solidFill>
            <a:srgbClr val="3B49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D8FA7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8FA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8FA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D8FA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3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4558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4558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1385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기록은 사랑의 또 다른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1B9C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