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33C6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0E392D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0E392D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E392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E392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E392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00B8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기록은 사랑의 또 다른 이름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0E392D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