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C89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07806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0E3C37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078065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방지민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0E3C37"/>
                </a:solidFill>
                <a:latin typeface="맑은 고딕"/>
                <a:ea typeface="맑은 고딕"/>
              </a:rPr>
              <a:t>포토그래퍼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2000" y="943200"/>
            <a:ext cx="0" cy="604800"/>
          </a:xfrm>
          <a:prstGeom prst="line">
            <a:avLst/>
          </a:prstGeom>
          <a:ln w="3600">
            <a:solidFill>
              <a:srgbClr val="078065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16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E3C37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18400" y="1022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E3C37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18400" y="1166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E3C37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18400" y="1310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C89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0E3C37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078065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브랜딩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078065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078065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웹툰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078065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포트폴리오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078065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0E3C37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0E3C37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0E3C37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포토그래퍼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