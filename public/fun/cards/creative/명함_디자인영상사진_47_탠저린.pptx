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A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46281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46281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46281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281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A0481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281A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81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81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281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예약 후 방문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