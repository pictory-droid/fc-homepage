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0E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B26459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26459"/>
          </a:solidFill>
          <a:ln w="576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