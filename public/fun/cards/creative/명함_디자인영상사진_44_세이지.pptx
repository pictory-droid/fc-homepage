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0E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6E8B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B26459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B26459"/>
          </a:solidFill>
          <a:ln w="5760">
            <a:solidFill>
              <a:srgbClr val="B2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B2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B2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B2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