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9DFE8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44000" y="144000"/>
            <a:ext cx="165600" cy="0"/>
          </a:xfrm>
          <a:prstGeom prst="line">
            <a:avLst/>
          </a:prstGeom>
          <a:ln w="7920">
            <a:solidFill>
              <a:srgbClr val="5E7FB1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44000" y="144000"/>
            <a:ext cx="0" cy="165600"/>
          </a:xfrm>
          <a:prstGeom prst="line">
            <a:avLst/>
          </a:prstGeom>
          <a:ln w="7920">
            <a:solidFill>
              <a:srgbClr val="5E7FB1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2930400" y="144000"/>
            <a:ext cx="165600" cy="0"/>
          </a:xfrm>
          <a:prstGeom prst="line">
            <a:avLst/>
          </a:prstGeom>
          <a:ln w="7920">
            <a:solidFill>
              <a:srgbClr val="5E7FB1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096000" y="144000"/>
            <a:ext cx="0" cy="165600"/>
          </a:xfrm>
          <a:prstGeom prst="line">
            <a:avLst/>
          </a:prstGeom>
          <a:ln w="7920">
            <a:solidFill>
              <a:srgbClr val="5E7FB1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144000" y="1656000"/>
            <a:ext cx="165600" cy="0"/>
          </a:xfrm>
          <a:prstGeom prst="line">
            <a:avLst/>
          </a:prstGeom>
          <a:ln w="7920">
            <a:solidFill>
              <a:srgbClr val="5E7FB1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144000" y="1490400"/>
            <a:ext cx="0" cy="165600"/>
          </a:xfrm>
          <a:prstGeom prst="line">
            <a:avLst/>
          </a:prstGeom>
          <a:ln w="7920">
            <a:solidFill>
              <a:srgbClr val="5E7FB1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2930400" y="1656000"/>
            <a:ext cx="165600" cy="0"/>
          </a:xfrm>
          <a:prstGeom prst="line">
            <a:avLst/>
          </a:prstGeom>
          <a:ln w="7920">
            <a:solidFill>
              <a:srgbClr val="5E7FB1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3096000" y="1490400"/>
            <a:ext cx="0" cy="165600"/>
          </a:xfrm>
          <a:prstGeom prst="line">
            <a:avLst/>
          </a:prstGeom>
          <a:ln w="7920">
            <a:solidFill>
              <a:srgbClr val="5E7FB1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024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1" spc="300">
                <a:solidFill>
                  <a:srgbClr val="636A76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360000" y="504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배OO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756000"/>
            <a:ext cx="252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636A76"/>
                </a:solidFill>
                <a:latin typeface="맑은 고딕"/>
                <a:ea typeface="맑은 고딕"/>
              </a:rPr>
              <a:t>모션 그래픽 디자이너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12000" y="993600"/>
            <a:ext cx="216000" cy="0"/>
          </a:xfrm>
          <a:prstGeom prst="line">
            <a:avLst/>
          </a:prstGeom>
          <a:ln w="7200">
            <a:solidFill>
              <a:srgbClr val="5E7FB1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360000" y="1144800"/>
            <a:ext cx="25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60000" y="1274400"/>
            <a:ext cx="25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636A76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09600" y="237600"/>
            <a:ext cx="172800" cy="172800"/>
          </a:xfrm>
          <a:prstGeom prst="ellipse">
            <a:avLst/>
          </a:prstGeom>
          <a:solidFill>
            <a:srgbClr val="2234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47400" y="289800"/>
            <a:ext cx="25200" cy="25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9400" y="289800"/>
            <a:ext cx="25200" cy="25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58788" y="342281"/>
            <a:ext cx="74424" cy="21319"/>
          </a:xfrm>
          <a:custGeom>
            <a:avLst/>
            <a:gdLst/>
            <a:ahLst/>
            <a:cxnLst/>
            <a:rect l="l" t="t" r="r" b="b"/>
            <a:pathLst>
              <a:path w="74424" h="21319">
                <a:moveTo>
                  <a:pt x="74424" y="0"/>
                </a:moveTo>
                <a:lnTo>
                  <a:pt x="68629" y="8643"/>
                </a:lnTo>
                <a:lnTo>
                  <a:pt x="59926" y="15460"/>
                </a:lnTo>
                <a:lnTo>
                  <a:pt x="49120" y="19819"/>
                </a:lnTo>
                <a:lnTo>
                  <a:pt x="37212" y="21319"/>
                </a:lnTo>
                <a:lnTo>
                  <a:pt x="25304" y="19819"/>
                </a:lnTo>
                <a:lnTo>
                  <a:pt x="14498" y="15460"/>
                </a:lnTo>
                <a:lnTo>
                  <a:pt x="5795" y="8643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576000" y="2952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728FBB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2000" y="612000"/>
            <a:ext cx="550090" cy="208800"/>
          </a:xfrm>
          <a:prstGeom prst="roundRect">
            <a:avLst>
              <a:gd name="adj" fmla="val 50000"/>
            </a:avLst>
          </a:prstGeom>
          <a:solidFill>
            <a:srgbClr val="2234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612000"/>
            <a:ext cx="550090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일러스트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6890" y="612000"/>
            <a:ext cx="637213" cy="208800"/>
          </a:xfrm>
          <a:prstGeom prst="roundRect">
            <a:avLst>
              <a:gd name="adj" fmla="val 50000"/>
            </a:avLst>
          </a:prstGeom>
          <a:solidFill>
            <a:srgbClr val="8AA2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866890" y="612000"/>
            <a:ext cx="637213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B2230"/>
                </a:solidFill>
                <a:latin typeface="맑은 고딕"/>
                <a:ea typeface="맑은 고딕"/>
              </a:rPr>
              <a:t>제품 촬영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68903" y="612000"/>
            <a:ext cx="637213" cy="208800"/>
          </a:xfrm>
          <a:prstGeom prst="roundRect">
            <a:avLst>
              <a:gd name="adj" fmla="val 50000"/>
            </a:avLst>
          </a:prstGeom>
          <a:solidFill>
            <a:srgbClr val="2234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568903" y="612000"/>
            <a:ext cx="637213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캘리그라피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4400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5F6672"/>
                </a:solidFill>
                <a:latin typeface="맑은 고딕"/>
                <a:ea typeface="맑은 고딕"/>
              </a:rPr>
              <a:t>메일 · 메시지 문의   ·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모션 그래픽 디자이너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