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E7FB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36A7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36A76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5E7FB1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36A7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28FBB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8AA2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890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6890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메일 · 메시지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