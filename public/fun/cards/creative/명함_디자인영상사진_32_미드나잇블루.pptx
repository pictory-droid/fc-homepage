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23395B">
                    <a:alpha val="95000"/>
                  </a:srgbClr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