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D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82B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BD3D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F77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16F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6CC4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B9490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99B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D3DDEA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99B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D3DDEA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99B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D3DDEA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3D4B61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D4B61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