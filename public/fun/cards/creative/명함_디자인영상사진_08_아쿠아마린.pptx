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3ED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5B82B0"/>
                </a:solidFill>
                <a:latin typeface="맑은 고딕"/>
                <a:ea typeface="맑은 고딕"/>
              </a:rPr>
              <a:t>스튜디오 이름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52000" y="388800"/>
            <a:ext cx="2736000" cy="0"/>
          </a:xfrm>
          <a:prstGeom prst="line">
            <a:avLst/>
          </a:prstGeom>
          <a:ln w="3600">
            <a:solidFill>
              <a:srgbClr val="BBD3D4"/>
            </a:solidFill>
          </a:ln>
        </p:spPr>
      </p:cxnSp>
      <p:sp>
        <p:nvSpPr>
          <p:cNvPr id="4" name="텍스트"/>
          <p:cNvSpPr txBox="1"/>
          <p:nvPr/>
        </p:nvSpPr>
        <p:spPr>
          <a:xfrm>
            <a:off x="252000" y="576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B2230"/>
                </a:solidFill>
                <a:latin typeface="맑은 고딕"/>
                <a:ea typeface="맑은 고딕"/>
              </a:rPr>
              <a:t>윤OO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828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16F77"/>
                </a:solidFill>
                <a:latin typeface="맑은 고딕"/>
                <a:ea typeface="맑은 고딕"/>
              </a:rPr>
              <a:t>에디터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10368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616F77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339200"/>
            <a:ext cx="3240000" cy="460800"/>
          </a:xfrm>
          <a:prstGeom prst="rect">
            <a:avLst/>
          </a:prstGeom>
          <a:solidFill>
            <a:srgbClr val="6CC4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252000" y="1476000"/>
            <a:ext cx="93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B2230">
                    <a:alpha val="70000"/>
                  </a:srgbClr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1576800"/>
            <a:ext cx="936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1188000" y="1476000"/>
            <a:ext cx="108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B2230">
                    <a:alpha val="70000"/>
                  </a:srgbClr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188000" y="1576800"/>
            <a:ext cx="108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108800" y="1468800"/>
            <a:ext cx="0" cy="2088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3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01600"/>
            <a:ext cx="252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54"/>
              </a:lnSpc>
            </a:pPr>
            <a:r>
              <a:rPr sz="520" b="1" spc="240">
                <a:solidFill>
                  <a:srgbClr val="3B9490"/>
                </a:solidFill>
                <a:latin typeface="맑은 고딕"/>
                <a:ea typeface="맑은 고딕"/>
              </a:rPr>
              <a:t>작업 분야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52000" y="360000"/>
            <a:ext cx="2736000" cy="0"/>
          </a:xfrm>
          <a:prstGeom prst="line">
            <a:avLst/>
          </a:prstGeom>
          <a:ln w="4320">
            <a:solidFill>
              <a:srgbClr val="1B2230"/>
            </a:solidFill>
          </a:ln>
        </p:spPr>
      </p:cxnSp>
      <p:sp>
        <p:nvSpPr>
          <p:cNvPr id="4" name="텍스트"/>
          <p:cNvSpPr txBox="1"/>
          <p:nvPr/>
        </p:nvSpPr>
        <p:spPr>
          <a:xfrm>
            <a:off x="252000" y="446400"/>
            <a:ext cx="36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1">
                <a:solidFill>
                  <a:srgbClr val="7A99BF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576000" y="432000"/>
            <a:ext cx="1800000" cy="18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브랜딩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76000" y="640800"/>
            <a:ext cx="2412000" cy="0"/>
          </a:xfrm>
          <a:prstGeom prst="line">
            <a:avLst/>
          </a:prstGeom>
          <a:ln w="3600">
            <a:solidFill>
              <a:srgbClr val="D3DDEA"/>
            </a:solidFill>
            <a:prstDash val="dash"/>
          </a:ln>
        </p:spPr>
      </p:cxnSp>
      <p:sp>
        <p:nvSpPr>
          <p:cNvPr id="7" name="텍스트"/>
          <p:cNvSpPr txBox="1"/>
          <p:nvPr/>
        </p:nvSpPr>
        <p:spPr>
          <a:xfrm>
            <a:off x="252000" y="684000"/>
            <a:ext cx="36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1">
                <a:solidFill>
                  <a:srgbClr val="7A99BF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576000" y="669600"/>
            <a:ext cx="1800000" cy="18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제품 촬영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76000" y="878400"/>
            <a:ext cx="2412000" cy="0"/>
          </a:xfrm>
          <a:prstGeom prst="line">
            <a:avLst/>
          </a:prstGeom>
          <a:ln w="3600">
            <a:solidFill>
              <a:srgbClr val="D3DDEA"/>
            </a:solidFill>
            <a:prstDash val="dash"/>
          </a:ln>
        </p:spPr>
      </p:cxnSp>
      <p:sp>
        <p:nvSpPr>
          <p:cNvPr id="10" name="텍스트"/>
          <p:cNvSpPr txBox="1"/>
          <p:nvPr/>
        </p:nvSpPr>
        <p:spPr>
          <a:xfrm>
            <a:off x="252000" y="921600"/>
            <a:ext cx="36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1">
                <a:solidFill>
                  <a:srgbClr val="7A99BF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576000" y="907200"/>
            <a:ext cx="1800000" cy="18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인물 촬영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576000" y="1116000"/>
            <a:ext cx="2412000" cy="0"/>
          </a:xfrm>
          <a:prstGeom prst="line">
            <a:avLst/>
          </a:prstGeom>
          <a:ln w="3600">
            <a:solidFill>
              <a:srgbClr val="D3DDEA"/>
            </a:solidFill>
            <a:prstDash val="dash"/>
          </a:ln>
        </p:spPr>
      </p:cxnSp>
      <p:sp>
        <p:nvSpPr>
          <p:cNvPr id="13" name="텍스트"/>
          <p:cNvSpPr txBox="1"/>
          <p:nvPr/>
        </p:nvSpPr>
        <p:spPr>
          <a:xfrm>
            <a:off x="252000" y="1526400"/>
            <a:ext cx="1368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11"/>
              </a:lnSpc>
            </a:pPr>
            <a:r>
              <a:rPr sz="560" b="0">
                <a:solidFill>
                  <a:srgbClr val="3D4B61"/>
                </a:solidFill>
                <a:latin typeface="맑은 고딕"/>
                <a:ea typeface="맑은 고딕"/>
              </a:rPr>
              <a:t>메일 · 메시지 문의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1620000" y="1526400"/>
            <a:ext cx="1368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11"/>
              </a:lnSpc>
            </a:pPr>
            <a:r>
              <a:rPr sz="560" b="0">
                <a:solidFill>
                  <a:srgbClr val="3D4B61"/>
                </a:solidFill>
                <a:latin typeface="맑은 고딕"/>
                <a:ea typeface="맑은 고딕"/>
              </a:rPr>
              <a:t>blog.example.com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에디터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