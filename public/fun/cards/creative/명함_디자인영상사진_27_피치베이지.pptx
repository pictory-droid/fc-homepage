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E8B7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CF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18756" y="609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1B2230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백OO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D8855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555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555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555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5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AAB7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7A8DB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AAB7CD"/>
                </a:solidFill>
                <a:latin typeface="바탕"/>
                <a:ea typeface="바탕"/>
              </a:rPr>
              <a:t>작업 분야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AAB7C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브랜딩  ·  영상 편집  ·  인물 촬영  ·  행사 촬영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AAB7C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D7DDE8"/>
                </a:solidFill>
                <a:latin typeface="바탕"/>
                <a:ea typeface="바탕"/>
              </a:rPr>
              <a:t>예약 후 방문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D7DDE8"/>
                </a:solidFill>
                <a:latin typeface="바탕"/>
                <a:ea typeface="바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