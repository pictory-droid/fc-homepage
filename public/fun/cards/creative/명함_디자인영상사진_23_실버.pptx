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9D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980000" y="396000"/>
            <a:ext cx="1008000" cy="1008000"/>
          </a:xfrm>
          <a:prstGeom prst="ellipse">
            <a:avLst/>
          </a:prstGeom>
          <a:solidFill>
            <a:srgbClr val="A9AE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864800" y="280800"/>
            <a:ext cx="1238400" cy="1238400"/>
          </a:xfrm>
          <a:prstGeom prst="ellipse">
            <a:avLst/>
          </a:prstGeom>
          <a:noFill/>
          <a:ln w="4320">
            <a:solidFill>
              <a:srgbClr val="C0C6D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279257" y="684720"/>
            <a:ext cx="409486" cy="389445"/>
          </a:xfrm>
          <a:custGeom>
            <a:avLst/>
            <a:gdLst/>
            <a:ahLst/>
            <a:cxnLst/>
            <a:rect l="l" t="t" r="r" b="b"/>
            <a:pathLst>
              <a:path w="409486" h="389445">
                <a:moveTo>
                  <a:pt x="204743" y="0"/>
                </a:moveTo>
                <a:lnTo>
                  <a:pt x="257009" y="143342"/>
                </a:lnTo>
                <a:lnTo>
                  <a:pt x="409486" y="148755"/>
                </a:lnTo>
                <a:lnTo>
                  <a:pt x="289311" y="242758"/>
                </a:lnTo>
                <a:lnTo>
                  <a:pt x="331281" y="389445"/>
                </a:lnTo>
                <a:lnTo>
                  <a:pt x="204743" y="304200"/>
                </a:lnTo>
                <a:lnTo>
                  <a:pt x="78205" y="389445"/>
                </a:lnTo>
                <a:lnTo>
                  <a:pt x="120175" y="242758"/>
                </a:lnTo>
                <a:lnTo>
                  <a:pt x="0" y="148755"/>
                </a:lnTo>
                <a:lnTo>
                  <a:pt x="152477" y="143342"/>
                </a:lnTo>
                <a:close/>
              </a:path>
            </a:pathLst>
          </a:cu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4705A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문OO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36A76"/>
                </a:solidFill>
                <a:latin typeface="맑은 고딕"/>
                <a:ea typeface="맑은 고딕"/>
              </a:rPr>
              <a:t>영상 감독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1144800"/>
            <a:ext cx="1260000" cy="0"/>
          </a:xfrm>
          <a:prstGeom prst="line">
            <a:avLst/>
          </a:prstGeom>
          <a:ln w="3600">
            <a:solidFill>
              <a:srgbClr val="C0C6D0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1227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36A76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54400" y="1216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35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36A76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133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472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36A76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4616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EE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1470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5F82B2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14705A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B2230"/>
                </a:solidFill>
                <a:latin typeface="맑은 고딕"/>
                <a:ea typeface="맑은 고딕"/>
              </a:rPr>
              <a:t>브랜딩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14705A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B2230"/>
                </a:solidFill>
                <a:latin typeface="맑은 고딕"/>
                <a:ea typeface="맑은 고딕"/>
              </a:rPr>
              <a:t>로고 디자인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14705A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B2230"/>
                </a:solidFill>
                <a:latin typeface="맑은 고딕"/>
                <a:ea typeface="맑은 고딕"/>
              </a:rPr>
              <a:t>캘리그라피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2240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14705A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720000" y="12744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B2230"/>
                </a:solidFill>
                <a:latin typeface="맑은 고딕"/>
                <a:ea typeface="맑은 고딕"/>
              </a:rPr>
              <a:t>외주 문의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AFCEC7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93D3E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작업 문의 가능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93D3E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304000" y="1476000"/>
            <a:ext cx="86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193D3E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영상 감독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