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9D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A9AE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C0C6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79257" y="684720"/>
            <a:ext cx="409486" cy="389445"/>
          </a:xfrm>
          <a:custGeom>
            <a:avLst/>
            <a:gdLst/>
            <a:ahLst/>
            <a:cxnLst/>
            <a:rect l="l" t="t" r="r" b="b"/>
            <a:pathLst>
              <a:path w="409486" h="389445">
                <a:moveTo>
                  <a:pt x="204743" y="0"/>
                </a:moveTo>
                <a:lnTo>
                  <a:pt x="257009" y="143342"/>
                </a:lnTo>
                <a:lnTo>
                  <a:pt x="409486" y="148755"/>
                </a:lnTo>
                <a:lnTo>
                  <a:pt x="289311" y="242758"/>
                </a:lnTo>
                <a:lnTo>
                  <a:pt x="331281" y="389445"/>
                </a:lnTo>
                <a:lnTo>
                  <a:pt x="204743" y="304200"/>
                </a:lnTo>
                <a:lnTo>
                  <a:pt x="78205" y="389445"/>
                </a:lnTo>
                <a:lnTo>
                  <a:pt x="120175" y="242758"/>
                </a:lnTo>
                <a:lnTo>
                  <a:pt x="0" y="148755"/>
                </a:lnTo>
                <a:lnTo>
                  <a:pt x="152477" y="143342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4705A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문OO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36A76"/>
                </a:solidFill>
                <a:latin typeface="맑은 고딕"/>
                <a:ea typeface="맑은 고딕"/>
              </a:rPr>
              <a:t>영상 감독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C0C6D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36A76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3EE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14705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5F82B2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968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4705A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752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7632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4705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576000" y="7416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로고 디자인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0296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4705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576000" y="10080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캘리그라피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96000"/>
            <a:ext cx="360000" cy="14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1" spc="120">
                <a:solidFill>
                  <a:srgbClr val="14705A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1274400"/>
            <a:ext cx="165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B2230"/>
                </a:solidFill>
                <a:latin typeface="맑은 고딕"/>
                <a:ea typeface="맑은 고딕"/>
              </a:rPr>
              <a:t>외주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AFCEC7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93D3E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작업 문의 가능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93D3E"/>
                </a:solidFill>
                <a:latin typeface="맑은 고딕"/>
                <a:ea typeface="맑은 고딕"/>
              </a:rPr>
              <a:t>INSTAGRAM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@아이디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04000" y="1476000"/>
            <a:ext cx="864000" cy="952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25"/>
              </a:lnSpc>
            </a:pPr>
            <a:r>
              <a:rPr sz="500" b="1" spc="100">
                <a:solidFill>
                  <a:srgbClr val="193D3E"/>
                </a:solidFill>
                <a:latin typeface="맑은 고딕"/>
                <a:ea typeface="맑은 고딕"/>
              </a:rPr>
              <a:t>스튜디오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영상 감독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