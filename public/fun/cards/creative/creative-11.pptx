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8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C8CBD7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C8CBD7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C8CBD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F172F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BBBFC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한소율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F172F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172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172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F172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9CDD8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6D769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C9CDD8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C9CDD8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