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14688" y="236304"/>
            <a:ext cx="186624" cy="186624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63072" y="419472"/>
            <a:ext cx="89856" cy="55296"/>
          </a:xfrm>
          <a:prstGeom prst="roundRect">
            <a:avLst>
              <a:gd name="adj" fmla="val 18750"/>
            </a:avLst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6896" y="485136"/>
            <a:ext cx="62208" cy="31104"/>
          </a:xfrm>
          <a:prstGeom prst="roundRect">
            <a:avLst>
              <a:gd name="adj" fmla="val 33333"/>
            </a:avLst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C724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56110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66F12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F1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F1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F1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C8D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756110"/>
                </a:solidFill>
                <a:latin typeface="바탕"/>
                <a:ea typeface="바탕"/>
              </a:rPr>
              <a:t>취향이 닮은 작업을 합니다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B7047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