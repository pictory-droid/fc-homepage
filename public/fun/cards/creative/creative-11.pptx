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E8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0B1B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C8CBD7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C8CBD7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C8CBD7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0F172F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BBBFCD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한소율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0F172F"/>
                </a:solidFill>
                <a:latin typeface="맑은 고딕"/>
                <a:ea typeface="맑은 고딕"/>
              </a:rPr>
              <a:t>프리랜서 디자이너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0B1B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F172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F172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F172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9CDD8"/>
                </a:solidFill>
                <a:latin typeface="맑은 고딕"/>
                <a:ea typeface="맑은 고딕"/>
              </a:rPr>
              <a:t>작업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6D769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제품 촬영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6D769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인물 촬영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6D769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캘리그라피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6D769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C9CDD8"/>
                </a:solidFill>
                <a:latin typeface="맑은 고딕"/>
                <a:ea typeface="맑은 고딕"/>
              </a:rPr>
              <a:t>예약 후 방문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C9CDD8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