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8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8CB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F172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F172F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17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17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17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취향이 닮은 작업을 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C9CDD8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