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360000" y="2016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7D726A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4960" y="460800"/>
            <a:ext cx="190080" cy="129600"/>
          </a:xfrm>
          <a:prstGeom prst="roundRect">
            <a:avLst>
              <a:gd name="adj" fmla="val 16666"/>
            </a:avLst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85440" y="430560"/>
            <a:ext cx="69120" cy="34560"/>
          </a:xfrm>
          <a:prstGeom prst="roundRect">
            <a:avLst>
              <a:gd name="adj" fmla="val 25000"/>
            </a:avLst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4640" y="480240"/>
            <a:ext cx="90720" cy="90720"/>
          </a:xfrm>
          <a:prstGeom prst="ellipse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96240" y="501840"/>
            <a:ext cx="47520" cy="4752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360000" y="684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37261A"/>
                </a:solidFill>
                <a:latin typeface="바탕"/>
                <a:ea typeface="바탕"/>
              </a:rPr>
              <a:t>오지호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0512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765037"/>
                </a:solidFill>
                <a:latin typeface="맑은 고딕"/>
                <a:ea typeface="맑은 고딕"/>
              </a:rPr>
              <a:t>사진작가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2000" y="1245600"/>
            <a:ext cx="216000" cy="10800"/>
          </a:xfrm>
          <a:prstGeom prst="rect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339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37261A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7D726A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" cy="1800000"/>
          </a:xfrm>
          <a:prstGeom prst="rect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104" y="205920"/>
            <a:ext cx="139392" cy="9504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456" y="183744"/>
            <a:ext cx="50688" cy="2534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536" y="220176"/>
            <a:ext cx="66528" cy="66528"/>
          </a:xfrm>
          <a:prstGeom prst="ellipse">
            <a:avLst/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9376" y="236016"/>
            <a:ext cx="34848" cy="348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04000" y="396000"/>
            <a:ext cx="180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37261A"/>
                </a:solidFill>
                <a:latin typeface="바탕"/>
                <a:ea typeface="바탕"/>
              </a:rPr>
              <a:t>빛과 시간이 만드는 이야기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04000" y="1260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7C7066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  <a:ln w="9000">
            <a:solidFill>
              <a:srgbClr val="418B8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7C7066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