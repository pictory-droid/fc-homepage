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F285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F285D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3B6C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빛과 시간이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만드는 이야기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C9D7F3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