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E6ED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1296000"/>
            <a:ext cx="3240000" cy="504000"/>
          </a:xfrm>
          <a:prstGeom prst="rect">
            <a:avLst/>
          </a:prstGeom>
          <a:solidFill>
            <a:srgbClr val="C7D6F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296000"/>
            <a:ext cx="3240000" cy="14400"/>
          </a:xfrm>
          <a:prstGeom prst="rect">
            <a:avLst/>
          </a:prstGeom>
          <a:solidFill>
            <a:srgbClr val="0A47C7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0F285D"/>
                </a:solidFill>
                <a:latin typeface="맑은 고딕"/>
                <a:ea typeface="맑은 고딕"/>
              </a:rPr>
              <a:t>스튜디오 이름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252000" y="576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12151C"/>
                </a:solidFill>
                <a:latin typeface="맑은 고딕"/>
                <a:ea typeface="맑은 고딕"/>
              </a:rPr>
              <a:t>오지호</a:t>
            </a:r>
          </a:p>
        </p:txBody>
      </p:sp>
      <p:sp>
        <p:nvSpPr>
          <p:cNvPr id="6" name="텍스트"/>
          <p:cNvSpPr txBox="1"/>
          <p:nvPr/>
        </p:nvSpPr>
        <p:spPr>
          <a:xfrm>
            <a:off x="252000" y="828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0F285D"/>
                </a:solidFill>
                <a:latin typeface="맑은 고딕"/>
                <a:ea typeface="맑은 고딕"/>
              </a:rPr>
              <a:t>사진작가</a:t>
            </a:r>
          </a:p>
        </p:txBody>
      </p:sp>
      <p:sp>
        <p:nvSpPr>
          <p:cNvPr id="7" name="텍스트"/>
          <p:cNvSpPr txBox="1"/>
          <p:nvPr/>
        </p:nvSpPr>
        <p:spPr>
          <a:xfrm>
            <a:off x="252000" y="1411200"/>
            <a:ext cx="900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285D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252000" y="1512000"/>
            <a:ext cx="900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010-1234-5678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072800" y="1411200"/>
            <a:ext cx="0" cy="201600"/>
          </a:xfrm>
          <a:prstGeom prst="line">
            <a:avLst/>
          </a:prstGeom>
          <a:ln w="3600">
            <a:solidFill>
              <a:srgbClr val="BACBE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1152000" y="1411200"/>
            <a:ext cx="1008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285D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1152000" y="1512000"/>
            <a:ext cx="1008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080800" y="1411200"/>
            <a:ext cx="0" cy="201600"/>
          </a:xfrm>
          <a:prstGeom prst="line">
            <a:avLst/>
          </a:prstGeom>
          <a:ln w="3600">
            <a:solidFill>
              <a:srgbClr val="BACBE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160000" y="1411200"/>
            <a:ext cx="9720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0F285D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160000" y="1512000"/>
            <a:ext cx="972000" cy="120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13"/>
              </a:lnSpc>
            </a:pPr>
            <a:r>
              <a:rPr sz="630" b="0">
                <a:solidFill>
                  <a:srgbClr val="12151C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A47C7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188000" cy="1800000"/>
          </a:xfrm>
          <a:prstGeom prst="rect">
            <a:avLst/>
          </a:prstGeom>
          <a:solidFill>
            <a:srgbClr val="3B6CD2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cxnSp>
        <p:nvCxnSpPr>
          <p:cNvPr id="3" name="Connector 2"/>
          <p:cNvCxnSpPr/>
          <p:nvPr/>
        </p:nvCxnSpPr>
        <p:spPr>
          <a:xfrm flipV="1">
            <a:off x="0" y="1224000"/>
            <a:ext cx="57600" cy="57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4" name="Connector 3"/>
          <p:cNvCxnSpPr/>
          <p:nvPr/>
        </p:nvCxnSpPr>
        <p:spPr>
          <a:xfrm flipV="1">
            <a:off x="0" y="1224000"/>
            <a:ext cx="115200" cy="1152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5" name="Connector 4"/>
          <p:cNvCxnSpPr/>
          <p:nvPr/>
        </p:nvCxnSpPr>
        <p:spPr>
          <a:xfrm flipV="1">
            <a:off x="0" y="1224000"/>
            <a:ext cx="172800" cy="1728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6" name="Connector 5"/>
          <p:cNvCxnSpPr/>
          <p:nvPr/>
        </p:nvCxnSpPr>
        <p:spPr>
          <a:xfrm flipV="1">
            <a:off x="0" y="1224000"/>
            <a:ext cx="230400" cy="2304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7" name="Connector 6"/>
          <p:cNvCxnSpPr/>
          <p:nvPr/>
        </p:nvCxnSpPr>
        <p:spPr>
          <a:xfrm flipV="1">
            <a:off x="0" y="1224000"/>
            <a:ext cx="288000" cy="288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8" name="Connector 7"/>
          <p:cNvCxnSpPr/>
          <p:nvPr/>
        </p:nvCxnSpPr>
        <p:spPr>
          <a:xfrm flipV="1">
            <a:off x="0" y="1224000"/>
            <a:ext cx="345600" cy="345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9" name="Connector 8"/>
          <p:cNvCxnSpPr/>
          <p:nvPr/>
        </p:nvCxnSpPr>
        <p:spPr>
          <a:xfrm flipV="1">
            <a:off x="0" y="1224000"/>
            <a:ext cx="403200" cy="4032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10" name="Connector 9"/>
          <p:cNvCxnSpPr/>
          <p:nvPr/>
        </p:nvCxnSpPr>
        <p:spPr>
          <a:xfrm flipV="1">
            <a:off x="0" y="1224000"/>
            <a:ext cx="460800" cy="4608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11" name="Connector 10"/>
          <p:cNvCxnSpPr/>
          <p:nvPr/>
        </p:nvCxnSpPr>
        <p:spPr>
          <a:xfrm flipV="1">
            <a:off x="0" y="1224000"/>
            <a:ext cx="518400" cy="5184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12" name="Connector 11"/>
          <p:cNvCxnSpPr/>
          <p:nvPr/>
        </p:nvCxnSpPr>
        <p:spPr>
          <a:xfrm flipV="1">
            <a:off x="0" y="1224000"/>
            <a:ext cx="576000" cy="57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13" name="Connector 12"/>
          <p:cNvCxnSpPr/>
          <p:nvPr/>
        </p:nvCxnSpPr>
        <p:spPr>
          <a:xfrm flipV="1">
            <a:off x="57600" y="1224000"/>
            <a:ext cx="576000" cy="57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14" name="Connector 13"/>
          <p:cNvCxnSpPr/>
          <p:nvPr/>
        </p:nvCxnSpPr>
        <p:spPr>
          <a:xfrm flipV="1">
            <a:off x="115200" y="1224000"/>
            <a:ext cx="576000" cy="57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15" name="Connector 14"/>
          <p:cNvCxnSpPr/>
          <p:nvPr/>
        </p:nvCxnSpPr>
        <p:spPr>
          <a:xfrm flipV="1">
            <a:off x="172800" y="1224000"/>
            <a:ext cx="576000" cy="57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16" name="Connector 15"/>
          <p:cNvCxnSpPr/>
          <p:nvPr/>
        </p:nvCxnSpPr>
        <p:spPr>
          <a:xfrm flipV="1">
            <a:off x="230400" y="1224000"/>
            <a:ext cx="576000" cy="57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17" name="Connector 16"/>
          <p:cNvCxnSpPr/>
          <p:nvPr/>
        </p:nvCxnSpPr>
        <p:spPr>
          <a:xfrm flipV="1">
            <a:off x="288000" y="1224000"/>
            <a:ext cx="576000" cy="57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18" name="Connector 17"/>
          <p:cNvCxnSpPr/>
          <p:nvPr/>
        </p:nvCxnSpPr>
        <p:spPr>
          <a:xfrm flipV="1">
            <a:off x="345600" y="1224000"/>
            <a:ext cx="576000" cy="57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19" name="Connector 18"/>
          <p:cNvCxnSpPr/>
          <p:nvPr/>
        </p:nvCxnSpPr>
        <p:spPr>
          <a:xfrm flipV="1">
            <a:off x="403200" y="1224000"/>
            <a:ext cx="576000" cy="57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20" name="Connector 19"/>
          <p:cNvCxnSpPr/>
          <p:nvPr/>
        </p:nvCxnSpPr>
        <p:spPr>
          <a:xfrm flipV="1">
            <a:off x="460800" y="1224000"/>
            <a:ext cx="576000" cy="57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21" name="Connector 20"/>
          <p:cNvCxnSpPr/>
          <p:nvPr/>
        </p:nvCxnSpPr>
        <p:spPr>
          <a:xfrm flipV="1">
            <a:off x="518400" y="1224000"/>
            <a:ext cx="576000" cy="57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22" name="Connector 21"/>
          <p:cNvCxnSpPr/>
          <p:nvPr/>
        </p:nvCxnSpPr>
        <p:spPr>
          <a:xfrm flipV="1">
            <a:off x="576000" y="1224000"/>
            <a:ext cx="576000" cy="57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23" name="Connector 22"/>
          <p:cNvCxnSpPr/>
          <p:nvPr/>
        </p:nvCxnSpPr>
        <p:spPr>
          <a:xfrm flipV="1">
            <a:off x="633600" y="1245600"/>
            <a:ext cx="554400" cy="5544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24" name="Connector 23"/>
          <p:cNvCxnSpPr/>
          <p:nvPr/>
        </p:nvCxnSpPr>
        <p:spPr>
          <a:xfrm flipV="1">
            <a:off x="691200" y="1303200"/>
            <a:ext cx="496800" cy="4968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25" name="Connector 24"/>
          <p:cNvCxnSpPr/>
          <p:nvPr/>
        </p:nvCxnSpPr>
        <p:spPr>
          <a:xfrm flipV="1">
            <a:off x="748800" y="1360800"/>
            <a:ext cx="439200" cy="4392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26" name="Connector 25"/>
          <p:cNvCxnSpPr/>
          <p:nvPr/>
        </p:nvCxnSpPr>
        <p:spPr>
          <a:xfrm flipV="1">
            <a:off x="806400" y="1418400"/>
            <a:ext cx="381600" cy="381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27" name="Connector 26"/>
          <p:cNvCxnSpPr/>
          <p:nvPr/>
        </p:nvCxnSpPr>
        <p:spPr>
          <a:xfrm flipV="1">
            <a:off x="864000" y="1476000"/>
            <a:ext cx="324000" cy="324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28" name="Connector 27"/>
          <p:cNvCxnSpPr/>
          <p:nvPr/>
        </p:nvCxnSpPr>
        <p:spPr>
          <a:xfrm flipV="1">
            <a:off x="921600" y="1533600"/>
            <a:ext cx="266400" cy="2664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29" name="Connector 28"/>
          <p:cNvCxnSpPr/>
          <p:nvPr/>
        </p:nvCxnSpPr>
        <p:spPr>
          <a:xfrm flipV="1">
            <a:off x="979200" y="1591200"/>
            <a:ext cx="208800" cy="2088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30" name="Connector 29"/>
          <p:cNvCxnSpPr/>
          <p:nvPr/>
        </p:nvCxnSpPr>
        <p:spPr>
          <a:xfrm flipV="1">
            <a:off x="1036800" y="1648800"/>
            <a:ext cx="151200" cy="1512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31" name="Connector 30"/>
          <p:cNvCxnSpPr/>
          <p:nvPr/>
        </p:nvCxnSpPr>
        <p:spPr>
          <a:xfrm flipV="1">
            <a:off x="1094400" y="1706400"/>
            <a:ext cx="93600" cy="936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cxnSp>
        <p:nvCxnSpPr>
          <p:cNvPr id="32" name="Connector 31"/>
          <p:cNvCxnSpPr/>
          <p:nvPr/>
        </p:nvCxnSpPr>
        <p:spPr>
          <a:xfrm flipV="1">
            <a:off x="1152000" y="1764000"/>
            <a:ext cx="36000" cy="36000"/>
          </a:xfrm>
          <a:prstGeom prst="line">
            <a:avLst/>
          </a:prstGeom>
          <a:ln w="3600">
            <a:solidFill>
              <a:srgbClr val="C9D7F3"/>
            </a:solidFill>
          </a:ln>
        </p:spPr>
      </p:cxnSp>
      <p:sp>
        <p:nvSpPr>
          <p:cNvPr id="33" name="Oval 32"/>
          <p:cNvSpPr/>
          <p:nvPr/>
        </p:nvSpPr>
        <p:spPr>
          <a:xfrm>
            <a:off x="216000" y="252000"/>
            <a:ext cx="288000" cy="288000"/>
          </a:xfrm>
          <a:prstGeom prst="ellipse">
            <a:avLst/>
          </a:prstGeom>
          <a:noFill/>
          <a:ln w="5760">
            <a:solidFill>
              <a:srgbClr val="FFFFFF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4" name="텍스트"/>
          <p:cNvSpPr txBox="1"/>
          <p:nvPr/>
        </p:nvSpPr>
        <p:spPr>
          <a:xfrm>
            <a:off x="216000" y="252000"/>
            <a:ext cx="288000" cy="2880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ts val="2030"/>
              </a:lnSpc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</a:rPr>
              <a:t>스</a:t>
            </a:r>
          </a:p>
        </p:txBody>
      </p:sp>
      <p:sp>
        <p:nvSpPr>
          <p:cNvPr id="35" name="텍스트"/>
          <p:cNvSpPr txBox="1"/>
          <p:nvPr/>
        </p:nvSpPr>
        <p:spPr>
          <a:xfrm>
            <a:off x="216000" y="1440000"/>
            <a:ext cx="828000" cy="1428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87"/>
              </a:lnSpc>
            </a:pPr>
            <a:r>
              <a:rPr sz="750" b="1" spc="100">
                <a:solidFill>
                  <a:srgbClr val="FFFFFF"/>
                </a:solidFill>
                <a:latin typeface="맑은 고딕"/>
                <a:ea typeface="맑은 고딕"/>
              </a:rPr>
              <a:t>작업 분야</a:t>
            </a:r>
          </a:p>
        </p:txBody>
      </p:sp>
      <p:sp>
        <p:nvSpPr>
          <p:cNvPr id="36" name="텍스트"/>
          <p:cNvSpPr txBox="1"/>
          <p:nvPr/>
        </p:nvSpPr>
        <p:spPr>
          <a:xfrm>
            <a:off x="1440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C9D7F3"/>
                </a:solidFill>
                <a:latin typeface="맑은 고딕"/>
                <a:ea typeface="맑은 고딕"/>
              </a:rPr>
              <a:t>작업 분야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440000" y="360000"/>
            <a:ext cx="1548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38" name="텍스트"/>
          <p:cNvSpPr txBox="1"/>
          <p:nvPr/>
        </p:nvSpPr>
        <p:spPr>
          <a:xfrm>
            <a:off x="1440000" y="4032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일러스트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440000" y="561600"/>
            <a:ext cx="1548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40" name="텍스트"/>
          <p:cNvSpPr txBox="1"/>
          <p:nvPr/>
        </p:nvSpPr>
        <p:spPr>
          <a:xfrm>
            <a:off x="1440000" y="6048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웹툰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440000" y="763200"/>
            <a:ext cx="1548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42" name="텍스트"/>
          <p:cNvSpPr txBox="1"/>
          <p:nvPr/>
        </p:nvSpPr>
        <p:spPr>
          <a:xfrm>
            <a:off x="1440000" y="8064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제품 촬영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1440000" y="964800"/>
            <a:ext cx="1548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44" name="텍스트"/>
          <p:cNvSpPr txBox="1"/>
          <p:nvPr/>
        </p:nvSpPr>
        <p:spPr>
          <a:xfrm>
            <a:off x="1440000" y="1008000"/>
            <a:ext cx="1296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>
                <a:solidFill>
                  <a:srgbClr val="FFFFFF"/>
                </a:solidFill>
                <a:latin typeface="맑은 고딕"/>
                <a:ea typeface="맑은 고딕"/>
              </a:rPr>
              <a:t>행사 촬영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440000" y="1166400"/>
            <a:ext cx="1548000" cy="0"/>
          </a:xfrm>
          <a:prstGeom prst="line">
            <a:avLst/>
          </a:prstGeom>
          <a:ln w="3600">
            <a:solidFill>
              <a:srgbClr val="6C91DD"/>
            </a:solidFill>
          </a:ln>
        </p:spPr>
      </p:cxnSp>
      <p:sp>
        <p:nvSpPr>
          <p:cNvPr id="46" name="텍스트"/>
          <p:cNvSpPr txBox="1"/>
          <p:nvPr/>
        </p:nvSpPr>
        <p:spPr>
          <a:xfrm>
            <a:off x="1440000" y="1569600"/>
            <a:ext cx="154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C9D7F3"/>
                </a:solidFill>
                <a:latin typeface="맑은 고딕"/>
                <a:ea typeface="맑은 고딕"/>
              </a:rPr>
              <a:t>예약 후 방문   |   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사진작가 명함 서식</dc:title>
  <dc:subject>편집용 명함 서식</dc:subject>
  <dc:creator>우체국보험 상담 안내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