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FFE0EB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FFE0EB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FFE0EB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FFE0EB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FFE0EB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FFE0EB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FFE0EB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FFE0EB"/>
            </a:solidFill>
          </a:ln>
        </p:spPr>
      </p:cxnSp>
      <p:sp>
        <p:nvSpPr>
          <p:cNvPr id="10" name="Oval 9"/>
          <p:cNvSpPr/>
          <p:nvPr/>
        </p:nvSpPr>
        <p:spPr>
          <a:xfrm>
            <a:off x="1526400" y="237600"/>
            <a:ext cx="187200" cy="187200"/>
          </a:xfrm>
          <a:prstGeom prst="ellipse">
            <a:avLst/>
          </a:prstGeom>
          <a:noFill/>
          <a:ln w="5040">
            <a:solidFill>
              <a:srgbClr val="FF8FB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476000" y="237600"/>
            <a:ext cx="288000" cy="18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FF8FB8"/>
                </a:solidFill>
                <a:latin typeface="맑은 고딕"/>
                <a:ea typeface="맑은 고딕"/>
              </a:rPr>
              <a:t>스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360000" y="540000"/>
            <a:ext cx="252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박지우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92000"/>
            <a:ext cx="252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 spc="60">
                <a:solidFill>
                  <a:srgbClr val="6C4357"/>
                </a:solidFill>
                <a:latin typeface="맑은 고딕"/>
                <a:ea typeface="맑은 고딕"/>
              </a:rPr>
              <a:t>영상 감독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440000" y="1015200"/>
            <a:ext cx="360000" cy="0"/>
          </a:xfrm>
          <a:prstGeom prst="line">
            <a:avLst/>
          </a:prstGeom>
          <a:ln w="7920">
            <a:solidFill>
              <a:srgbClr val="FF8FB8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1016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6C4357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360000" y="13392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     |     name@example.com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360000" y="1476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6C4357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3A9B5"/>
                </a:solidFill>
                <a:latin typeface="맑은 고딕"/>
                <a:ea typeface="맑은 고딕"/>
              </a:rPr>
              <a:t>작업 분야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67200"/>
            <a:ext cx="108000" cy="14400"/>
          </a:xfrm>
          <a:prstGeom prst="rect">
            <a:avLst/>
          </a:prstGeom>
          <a:solidFill>
            <a:srgbClr val="FF8F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52000" y="540000"/>
            <a:ext cx="666200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A3A9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540000"/>
            <a:ext cx="666200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로고 디자인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8600" y="540000"/>
            <a:ext cx="666200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A3A9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968600" y="540000"/>
            <a:ext cx="666200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편집 디자인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85200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A3A9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685200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인물 촬영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17167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A3A9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317167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캘리그라피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220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648000" y="14112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FFFFFF"/>
                </a:solidFill>
                <a:latin typeface="맑은 고딕"/>
                <a:ea typeface="맑은 고딕"/>
              </a:rPr>
              <a:t>메일 · 메시지 문의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5804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648000" y="15696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FFFFFF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548000" y="1411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스튜디오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영상 감독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