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98B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모션 그래픽 디자이너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C98B9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98B9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F4C9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F4C9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F4C9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F4C9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