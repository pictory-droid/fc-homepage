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C98B9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황OO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A7ABB4"/>
                </a:solidFill>
                <a:latin typeface="바탕"/>
                <a:ea typeface="바탕"/>
              </a:rPr>
              <a:t>모션 그래픽 디자이너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C98B9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C98B94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2F4C9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브랜딩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2F4C9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웹툰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2F4C9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영상 편집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2F4C9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86459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86459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