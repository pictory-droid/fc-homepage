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스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신태민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일러스트레이터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0F9D58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0F9D58"/>
          </a:solidFill>
          <a:ln w="5760">
            <a:solidFill>
              <a:srgbClr val="0F9D5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제품 촬영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0F9D5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행사 촬영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0F9D5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일러스트레이터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