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63816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6381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38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38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38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B30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B300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