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D284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D284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D284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D284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D284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F6E7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D2849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6B5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F6E7E9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56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F6E7E9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F6E7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2871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B9D5CE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7075"/>
                </a:solidFill>
                <a:latin typeface="맑은 고딕"/>
                <a:ea typeface="맑은 고딕"/>
              </a:rPr>
              <a:t>작업 문의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