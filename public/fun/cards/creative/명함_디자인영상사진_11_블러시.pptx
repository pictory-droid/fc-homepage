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D284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D284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D284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D284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D284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F6E7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D2849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6B5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F6E7E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56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56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56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F6E7E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F6E7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2871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Freeform 3"/>
          <p:cNvSpPr/>
          <p:nvPr/>
        </p:nvSpPr>
        <p:spPr>
          <a:xfrm>
            <a:off x="438756" y="861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B9D5C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B9D5C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B9D5CE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7075"/>
                </a:solidFill>
                <a:latin typeface="맑은 고딕"/>
                <a:ea typeface="맑은 고딕"/>
              </a:rPr>
              <a:t>작업 문의 가능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