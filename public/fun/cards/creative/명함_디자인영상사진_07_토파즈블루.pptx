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4A90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ED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BCD3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385AB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F75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