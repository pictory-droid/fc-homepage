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에디터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A0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A07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A07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행사 촬영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A07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패키지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A07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포트폴리오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