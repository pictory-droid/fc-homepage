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5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7B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42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427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4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46242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4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46242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42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5A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5A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5A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