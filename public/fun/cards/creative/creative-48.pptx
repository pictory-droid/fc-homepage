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5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FF8C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242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2427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조용히 빛나는 작업을 합니다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