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764000" y="252000"/>
            <a:ext cx="1224000" cy="1224000"/>
          </a:xfrm>
          <a:prstGeom prst="ellipse">
            <a:avLst/>
          </a:prstGeom>
          <a:solidFill>
            <a:srgbClr val="4F2D4F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68800" y="115200"/>
            <a:ext cx="849600" cy="849600"/>
          </a:xfrm>
          <a:prstGeom prst="ellipse">
            <a:avLst/>
          </a:prstGeom>
          <a:solidFill>
            <a:srgbClr val="6F7378">
              <a:alpha val="8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98400" y="921600"/>
            <a:ext cx="691200" cy="691200"/>
          </a:xfrm>
          <a:prstGeom prst="ellipse">
            <a:avLst/>
          </a:prstGeom>
          <a:solidFill>
            <a:srgbClr val="14171D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02000" y="90000"/>
            <a:ext cx="1548000" cy="1548000"/>
          </a:xfrm>
          <a:prstGeom prst="ellipse">
            <a:avLst/>
          </a:prstGeom>
          <a:noFill/>
          <a:ln w="5040">
            <a:solidFill>
              <a:srgbClr val="D9D5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80000" y="1476000"/>
            <a:ext cx="72000" cy="72000"/>
          </a:xfrm>
          <a:prstGeom prst="ellipse">
            <a:avLst/>
          </a:prstGeom>
          <a:solidFill>
            <a:srgbClr val="6F73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류OO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캘리그라피 작가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80000"/>
            <a:ext cx="126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17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15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299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288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29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4184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627B90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627B90"/>
          </a:solidFill>
          <a:ln w="5760">
            <a:solidFill>
              <a:srgbClr val="627B9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101216"/>
          </a:solidFill>
          <a:ln w="5760">
            <a:solidFill>
              <a:srgbClr val="627B9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편집 디자인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101216"/>
          </a:solidFill>
          <a:ln w="5760">
            <a:solidFill>
              <a:srgbClr val="627B9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캘리그라피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101216"/>
          </a:solidFill>
          <a:ln w="5760">
            <a:solidFill>
              <a:srgbClr val="627B9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포트폴리오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A7ABB4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A7ABB4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캘리그라피 작가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