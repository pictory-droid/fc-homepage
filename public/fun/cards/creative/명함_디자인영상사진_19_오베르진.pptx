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4F2D4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6F737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627B9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627B90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627B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