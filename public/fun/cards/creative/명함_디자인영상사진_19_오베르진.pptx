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4F2D4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6F7378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627B90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627B90"/>
          </a:solidFill>
          <a:ln w="5760">
            <a:solidFill>
              <a:srgbClr val="627B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627B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627B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627B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