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826C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B433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4339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3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3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DED5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3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CCD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B2B8C4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9CC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39736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9CC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39736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83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9CC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0683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9CCD5"/>
                </a:solidFill>
                <a:latin typeface="맑은 고딕"/>
                <a:ea typeface="맑은 고딕"/>
              </a:rPr>
              <a:t>KAKAO   @채널아이디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9CCD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