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B433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B4339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E6DED5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B43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B2B8C4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캘리그라피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0683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C9CC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30683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9CCD5"/>
                </a:solidFill>
                <a:latin typeface="맑은 고딕"/>
                <a:ea typeface="맑은 고딕"/>
              </a:rPr>
              <a:t>KAKAO   @채널아이디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CCD5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