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433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4339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CD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2B8C4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9C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9C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9C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9CCD5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CCD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