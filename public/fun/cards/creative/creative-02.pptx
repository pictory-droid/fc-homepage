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C1E49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이서준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C1E49"/>
                </a:solidFill>
                <a:latin typeface="맑은 고딕"/>
                <a:ea typeface="맑은 고딕"/>
              </a:rPr>
              <a:t>사진작가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C1E4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C1E4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C1E4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순간을 오래 남기는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일을 합니다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사진작가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