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AF8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24222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김OO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524222"/>
                </a:solidFill>
                <a:latin typeface="맑은 고딕"/>
                <a:ea typeface="맑은 고딕"/>
              </a:rPr>
              <a:t>프리랜서 디자이너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2422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2422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2422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724335" cy="208800"/>
          </a:xfrm>
          <a:prstGeom prst="roundRect">
            <a:avLst>
              <a:gd name="adj" fmla="val 50000"/>
            </a:avLst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72433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1135" y="612000"/>
            <a:ext cx="724335" cy="208800"/>
          </a:xfrm>
          <a:prstGeom prst="roundRect">
            <a:avLst>
              <a:gd name="adj" fmla="val 50000"/>
            </a:avLst>
          </a:prstGeom>
          <a:solidFill>
            <a:srgbClr val="63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041135" y="612000"/>
            <a:ext cx="72433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30271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830271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인물 촬영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2000" y="8928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63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52000" y="8928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외주 문의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10:00 – 19:00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