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AF8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2422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24222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1135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041135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30271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830271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000" y="8928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8928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