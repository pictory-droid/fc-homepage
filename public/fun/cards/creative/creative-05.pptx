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C9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맑은 고딕"/>
                <a:ea typeface="맑은 고딕"/>
              </a:rPr>
              <a:t>정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8662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7B3759"/>
                </a:solidFill>
                <a:latin typeface="맑은 고딕"/>
                <a:ea typeface="맑은 고딕"/>
              </a:rPr>
              <a:t>정유진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397F39"/>
                </a:solidFill>
                <a:latin typeface="맑은 고딕"/>
                <a:ea typeface="맑은 고딕"/>
              </a:rPr>
              <a:t>웹툰 작가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3F8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97F39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97F39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397F39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62505" y="374400"/>
            <a:ext cx="314990" cy="299573"/>
          </a:xfrm>
          <a:custGeom>
            <a:avLst/>
            <a:gdLst/>
            <a:ahLst/>
            <a:cxnLst/>
            <a:rect l="l" t="t" r="r" b="b"/>
            <a:pathLst>
              <a:path w="314990" h="299573">
                <a:moveTo>
                  <a:pt x="157495" y="0"/>
                </a:moveTo>
                <a:lnTo>
                  <a:pt x="197700" y="110263"/>
                </a:lnTo>
                <a:lnTo>
                  <a:pt x="314990" y="114427"/>
                </a:lnTo>
                <a:lnTo>
                  <a:pt x="222547" y="186737"/>
                </a:lnTo>
                <a:lnTo>
                  <a:pt x="254832" y="299573"/>
                </a:lnTo>
                <a:lnTo>
                  <a:pt x="157495" y="234000"/>
                </a:lnTo>
                <a:lnTo>
                  <a:pt x="60158" y="299573"/>
                </a:lnTo>
                <a:lnTo>
                  <a:pt x="92443" y="186737"/>
                </a:lnTo>
                <a:lnTo>
                  <a:pt x="0" y="114427"/>
                </a:lnTo>
                <a:lnTo>
                  <a:pt x="117290" y="1102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835200"/>
            <a:ext cx="2448000" cy="39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바탕"/>
                <a:ea typeface="바탕"/>
              </a:rPr>
              <a:t>있는 그대로의 아름다움을 담아요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1476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FFFFFF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