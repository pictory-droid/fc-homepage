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3D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582466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58246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C93CE0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있는 그대로의 아름다움을 담아요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