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5D9D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D9DD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5D9DD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519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7076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