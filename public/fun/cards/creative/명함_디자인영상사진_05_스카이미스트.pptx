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5D9D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5D9DD7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5D9DD7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05C5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5196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작업 문의 가능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07076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