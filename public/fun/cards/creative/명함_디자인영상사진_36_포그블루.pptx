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17658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FBF5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B223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505080" y="881640"/>
            <a:ext cx="213840" cy="21384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0520" y="1091520"/>
            <a:ext cx="102960" cy="63360"/>
          </a:xfrm>
          <a:prstGeom prst="roundRect">
            <a:avLst>
              <a:gd name="adj" fmla="val 18750"/>
            </a:avLst>
          </a:prstGeom>
          <a:solidFill>
            <a:srgbClr val="8B8C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360" y="1166760"/>
            <a:ext cx="71280" cy="35640"/>
          </a:xfrm>
          <a:prstGeom prst="roundRect">
            <a:avLst>
              <a:gd name="adj" fmla="val 33333"/>
            </a:avLst>
          </a:prstGeom>
          <a:solidFill>
            <a:srgbClr val="8B8C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E5F68"/>
                </a:solidFill>
                <a:latin typeface="맑은 고딕"/>
                <a:ea typeface="맑은 고딕"/>
              </a:rPr>
              <a:t>작업 문의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