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38438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6B6E8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1B2041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38438A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1B2041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1B2041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B6E8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9808" y="1520640"/>
            <a:ext cx="120384" cy="82080"/>
          </a:xfrm>
          <a:prstGeom prst="roundRect">
            <a:avLst>
              <a:gd name="adj" fmla="val 16666"/>
            </a:avLst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98112" y="1501488"/>
            <a:ext cx="43776" cy="21888"/>
          </a:xfrm>
          <a:prstGeom prst="roundRect">
            <a:avLst>
              <a:gd name="adj" fmla="val 25000"/>
            </a:avLst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591272" y="1532952"/>
            <a:ext cx="57456" cy="57456"/>
          </a:xfrm>
          <a:prstGeom prst="ellipse">
            <a:avLst/>
          </a:prstGeom>
          <a:solidFill>
            <a:srgbClr val="D2D6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04952" y="1546632"/>
            <a:ext cx="30096" cy="30096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1B2041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6B6E84"/>
                </a:solidFill>
                <a:latin typeface="바탕"/>
                <a:ea typeface="바탕"/>
              </a:rPr>
              <a:t>오래 두고 보고 싶은 디자인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38438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6E84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29440" y="367200"/>
            <a:ext cx="285120" cy="194400"/>
          </a:xfrm>
          <a:prstGeom prst="roundRect">
            <a:avLst>
              <a:gd name="adj" fmla="val 16666"/>
            </a:avLst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20160" y="321840"/>
            <a:ext cx="103680" cy="51840"/>
          </a:xfrm>
          <a:prstGeom prst="roundRect">
            <a:avLst>
              <a:gd name="adj" fmla="val 25000"/>
            </a:avLst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03960" y="396360"/>
            <a:ext cx="136080" cy="136080"/>
          </a:xfrm>
          <a:prstGeom prst="ellipse">
            <a:avLst/>
          </a:prstGeom>
          <a:solidFill>
            <a:srgbClr val="D2D6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736360" y="428760"/>
            <a:ext cx="71280" cy="7128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