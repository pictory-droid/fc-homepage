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E3E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E3E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E3E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FF8A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FF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FF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안예린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포토그래퍼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FF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F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웹툰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행사 촬영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B7280"/>
                </a:solidFill>
                <a:latin typeface="맑은 고딕"/>
                <a:ea typeface="맑은 고딕"/>
              </a:rPr>
              <a:t>예약 후 방문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포토그래퍼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