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EF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오래 두고 보고 싶은 디자인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