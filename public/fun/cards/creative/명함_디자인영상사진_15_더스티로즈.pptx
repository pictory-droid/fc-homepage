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9D5F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0374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9D6D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7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7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7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6F7D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