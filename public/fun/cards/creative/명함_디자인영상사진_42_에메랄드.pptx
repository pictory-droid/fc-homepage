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E685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7076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B223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4705A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작업 문의 가능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