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1D76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E685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7076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EAD0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B223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4705A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05C55"/>
                </a:solidFill>
                <a:latin typeface="맑은 고딕"/>
                <a:ea typeface="맑은 고딕"/>
              </a:rPr>
              <a:t>작업 문의 가능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