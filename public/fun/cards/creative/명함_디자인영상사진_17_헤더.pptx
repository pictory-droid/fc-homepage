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599BD6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9A7FB0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9A7FB0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9A7FB0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46425C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599B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포토그래퍼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E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B223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166B5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B9C8D7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B9C8D7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B9C8D7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B9C8D7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B9C8D7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6B79"/>
                </a:solidFill>
                <a:latin typeface="맑은 고딕"/>
                <a:ea typeface="맑은 고딕"/>
              </a:rPr>
              <a:t>작업 문의 가능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포토그래퍼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