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0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556000" y="-72000"/>
            <a:ext cx="648000" cy="648000"/>
          </a:xfrm>
          <a:prstGeom prst="ellipse">
            <a:avLst/>
          </a:prstGeom>
          <a:solidFill>
            <a:srgbClr val="599BD6">
              <a:alpha val="28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973600" y="504000"/>
            <a:ext cx="288000" cy="288000"/>
          </a:xfrm>
          <a:prstGeom prst="ellipse">
            <a:avLst/>
          </a:prstGeom>
          <a:solidFill>
            <a:srgbClr val="9A7FB0">
              <a:alpha val="3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563200" y="64800"/>
            <a:ext cx="129600" cy="129600"/>
          </a:xfrm>
          <a:prstGeom prst="ellipse">
            <a:avLst/>
          </a:prstGeom>
          <a:solidFill>
            <a:srgbClr val="9A7FB0">
              <a:alpha val="5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448000" y="1008000"/>
            <a:ext cx="864000" cy="864000"/>
          </a:xfrm>
          <a:prstGeom prst="ellipse">
            <a:avLst/>
          </a:prstGeom>
          <a:solidFill>
            <a:srgbClr val="9A7FB0">
              <a:alpha val="1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52000" y="244800"/>
            <a:ext cx="273600" cy="273600"/>
          </a:xfrm>
          <a:prstGeom prst="ellipse">
            <a:avLst/>
          </a:prstGeom>
          <a:solidFill>
            <a:srgbClr val="9A7FB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27600" y="334800"/>
            <a:ext cx="36000" cy="36000"/>
          </a:xfrm>
          <a:prstGeom prst="ellipse">
            <a:avLst/>
          </a:prstGeom>
          <a:solidFill>
            <a:srgbClr val="1B223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14000" y="334800"/>
            <a:ext cx="36000" cy="36000"/>
          </a:xfrm>
          <a:prstGeom prst="ellipse">
            <a:avLst/>
          </a:prstGeom>
          <a:solidFill>
            <a:srgbClr val="1B223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338057" y="403575"/>
            <a:ext cx="101486" cy="28425"/>
          </a:xfrm>
          <a:custGeom>
            <a:avLst/>
            <a:gdLst/>
            <a:ahLst/>
            <a:cxnLst/>
            <a:rect l="l" t="t" r="r" b="b"/>
            <a:pathLst>
              <a:path w="101486" h="28425">
                <a:moveTo>
                  <a:pt x="101486" y="0"/>
                </a:moveTo>
                <a:lnTo>
                  <a:pt x="95511" y="9382"/>
                </a:lnTo>
                <a:lnTo>
                  <a:pt x="86876" y="17329"/>
                </a:lnTo>
                <a:lnTo>
                  <a:pt x="76094" y="23368"/>
                </a:lnTo>
                <a:lnTo>
                  <a:pt x="63807" y="27142"/>
                </a:lnTo>
                <a:lnTo>
                  <a:pt x="50743" y="28425"/>
                </a:lnTo>
                <a:lnTo>
                  <a:pt x="37679" y="27142"/>
                </a:lnTo>
                <a:lnTo>
                  <a:pt x="25392" y="23368"/>
                </a:lnTo>
                <a:lnTo>
                  <a:pt x="14610" y="17329"/>
                </a:lnTo>
                <a:lnTo>
                  <a:pt x="5975" y="9382"/>
                </a:lnTo>
                <a:lnTo>
                  <a:pt x="0" y="0"/>
                </a:lnTo>
                <a:close/>
              </a:path>
            </a:pathLst>
          </a:custGeom>
          <a:noFill/>
          <a:ln w="11520">
            <a:solidFill>
              <a:srgbClr val="1B223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612000" y="273600"/>
            <a:ext cx="1512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 spc="160">
                <a:solidFill>
                  <a:srgbClr val="46425C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52000" y="684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 spc="100">
                <a:solidFill>
                  <a:srgbClr val="1B2230"/>
                </a:solidFill>
                <a:latin typeface="맑은 고딕"/>
                <a:ea typeface="맑은 고딕"/>
              </a:rPr>
              <a:t>안OO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2000" y="972000"/>
            <a:ext cx="682103" cy="158400"/>
          </a:xfrm>
          <a:prstGeom prst="roundRect">
            <a:avLst>
              <a:gd name="adj" fmla="val 50000"/>
            </a:avLst>
          </a:prstGeom>
          <a:solidFill>
            <a:srgbClr val="599B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텍스트"/>
          <p:cNvSpPr txBox="1"/>
          <p:nvPr/>
        </p:nvSpPr>
        <p:spPr>
          <a:xfrm>
            <a:off x="252000" y="972000"/>
            <a:ext cx="682103" cy="158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27"/>
              </a:lnSpc>
            </a:pPr>
            <a:r>
              <a:rPr sz="640" b="1">
                <a:solidFill>
                  <a:srgbClr val="1B2230"/>
                </a:solidFill>
                <a:latin typeface="맑은 고딕"/>
                <a:ea typeface="맑은 고딕"/>
              </a:rPr>
              <a:t>포토그래퍼</a:t>
            </a:r>
          </a:p>
        </p:txBody>
      </p:sp>
      <p:sp>
        <p:nvSpPr>
          <p:cNvPr id="14" name="Oval 13"/>
          <p:cNvSpPr/>
          <p:nvPr/>
        </p:nvSpPr>
        <p:spPr>
          <a:xfrm>
            <a:off x="255600" y="1278000"/>
            <a:ext cx="36000" cy="36000"/>
          </a:xfrm>
          <a:prstGeom prst="ellipse">
            <a:avLst/>
          </a:prstGeom>
          <a:solidFill>
            <a:srgbClr val="9A7FB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텍스트"/>
          <p:cNvSpPr txBox="1"/>
          <p:nvPr/>
        </p:nvSpPr>
        <p:spPr>
          <a:xfrm>
            <a:off x="352800" y="1231200"/>
            <a:ext cx="1728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6" name="Oval 15"/>
          <p:cNvSpPr/>
          <p:nvPr/>
        </p:nvSpPr>
        <p:spPr>
          <a:xfrm>
            <a:off x="255600" y="1414800"/>
            <a:ext cx="36000" cy="36000"/>
          </a:xfrm>
          <a:prstGeom prst="ellipse">
            <a:avLst/>
          </a:prstGeom>
          <a:solidFill>
            <a:srgbClr val="9A7FB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텍스트"/>
          <p:cNvSpPr txBox="1"/>
          <p:nvPr/>
        </p:nvSpPr>
        <p:spPr>
          <a:xfrm>
            <a:off x="352800" y="1368000"/>
            <a:ext cx="1728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8" name="Oval 17"/>
          <p:cNvSpPr/>
          <p:nvPr/>
        </p:nvSpPr>
        <p:spPr>
          <a:xfrm>
            <a:off x="255600" y="1551600"/>
            <a:ext cx="36000" cy="36000"/>
          </a:xfrm>
          <a:prstGeom prst="ellipse">
            <a:avLst/>
          </a:prstGeom>
          <a:solidFill>
            <a:srgbClr val="9A7FB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텍스트"/>
          <p:cNvSpPr txBox="1"/>
          <p:nvPr/>
        </p:nvSpPr>
        <p:spPr>
          <a:xfrm>
            <a:off x="352800" y="1504800"/>
            <a:ext cx="1728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1E1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000" cy="1800000"/>
          </a:xfrm>
          <a:prstGeom prst="rect">
            <a:avLst/>
          </a:prstGeom>
          <a:solidFill>
            <a:srgbClr val="BBD6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0" y="1224000"/>
            <a:ext cx="57600" cy="576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0" y="1224000"/>
            <a:ext cx="115200" cy="1152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0" y="1224000"/>
            <a:ext cx="172800" cy="1728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0" y="1224000"/>
            <a:ext cx="230400" cy="2304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0" y="1224000"/>
            <a:ext cx="288000" cy="2880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0" y="1224000"/>
            <a:ext cx="345600" cy="3456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0" y="1224000"/>
            <a:ext cx="403200" cy="4032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0" y="1224000"/>
            <a:ext cx="460800" cy="4608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0" y="1224000"/>
            <a:ext cx="518400" cy="5184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0" y="1224000"/>
            <a:ext cx="576000" cy="5760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57600" y="1224000"/>
            <a:ext cx="576000" cy="5760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115200" y="1224000"/>
            <a:ext cx="576000" cy="5760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172800" y="1224000"/>
            <a:ext cx="576000" cy="5760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230400" y="1224000"/>
            <a:ext cx="576000" cy="5760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288000" y="1224000"/>
            <a:ext cx="576000" cy="5760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345600" y="1224000"/>
            <a:ext cx="576000" cy="5760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403200" y="1224000"/>
            <a:ext cx="576000" cy="5760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460800" y="1224000"/>
            <a:ext cx="576000" cy="5760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518400" y="1224000"/>
            <a:ext cx="576000" cy="5760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576000" y="1224000"/>
            <a:ext cx="576000" cy="5760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633600" y="1245600"/>
            <a:ext cx="554400" cy="5544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691200" y="1303200"/>
            <a:ext cx="496800" cy="4968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748800" y="1360800"/>
            <a:ext cx="439200" cy="4392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806400" y="1418400"/>
            <a:ext cx="381600" cy="3816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864000" y="1476000"/>
            <a:ext cx="324000" cy="3240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921600" y="1533600"/>
            <a:ext cx="266400" cy="2664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29" name="Connector 28"/>
          <p:cNvCxnSpPr/>
          <p:nvPr/>
        </p:nvCxnSpPr>
        <p:spPr>
          <a:xfrm flipV="1">
            <a:off x="979200" y="1591200"/>
            <a:ext cx="208800" cy="2088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30" name="Connector 29"/>
          <p:cNvCxnSpPr/>
          <p:nvPr/>
        </p:nvCxnSpPr>
        <p:spPr>
          <a:xfrm flipV="1">
            <a:off x="1036800" y="1648800"/>
            <a:ext cx="151200" cy="1512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31" name="Connector 30"/>
          <p:cNvCxnSpPr/>
          <p:nvPr/>
        </p:nvCxnSpPr>
        <p:spPr>
          <a:xfrm flipV="1">
            <a:off x="1094400" y="1706400"/>
            <a:ext cx="93600" cy="936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32" name="Connector 31"/>
          <p:cNvCxnSpPr/>
          <p:nvPr/>
        </p:nvCxnSpPr>
        <p:spPr>
          <a:xfrm flipV="1">
            <a:off x="1152000" y="1764000"/>
            <a:ext cx="36000" cy="360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sp>
        <p:nvSpPr>
          <p:cNvPr id="33" name="Oval 32"/>
          <p:cNvSpPr/>
          <p:nvPr/>
        </p:nvSpPr>
        <p:spPr>
          <a:xfrm>
            <a:off x="216000" y="252000"/>
            <a:ext cx="288000" cy="288000"/>
          </a:xfrm>
          <a:prstGeom prst="ellipse">
            <a:avLst/>
          </a:prstGeom>
          <a:noFill/>
          <a:ln w="5760">
            <a:solidFill>
              <a:srgbClr val="1B223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텍스트"/>
          <p:cNvSpPr txBox="1"/>
          <p:nvPr/>
        </p:nvSpPr>
        <p:spPr>
          <a:xfrm>
            <a:off x="216000" y="252000"/>
            <a:ext cx="288000" cy="28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30"/>
              </a:lnSpc>
            </a:pPr>
            <a:r>
              <a:rPr sz="1400" b="1">
                <a:solidFill>
                  <a:srgbClr val="1B2230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35" name="텍스트"/>
          <p:cNvSpPr txBox="1"/>
          <p:nvPr/>
        </p:nvSpPr>
        <p:spPr>
          <a:xfrm>
            <a:off x="216000" y="1440000"/>
            <a:ext cx="828000" cy="142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00">
                <a:solidFill>
                  <a:srgbClr val="1B2230"/>
                </a:solidFill>
                <a:latin typeface="맑은 고딕"/>
                <a:ea typeface="맑은 고딕"/>
              </a:rPr>
              <a:t>작업 분야</a:t>
            </a:r>
          </a:p>
        </p:txBody>
      </p:sp>
      <p:sp>
        <p:nvSpPr>
          <p:cNvPr id="36" name="텍스트"/>
          <p:cNvSpPr txBox="1"/>
          <p:nvPr/>
        </p:nvSpPr>
        <p:spPr>
          <a:xfrm>
            <a:off x="1440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9166B5"/>
                </a:solidFill>
                <a:latin typeface="맑은 고딕"/>
                <a:ea typeface="맑은 고딕"/>
              </a:rPr>
              <a:t>작업 분야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1440000" y="360000"/>
            <a:ext cx="1548000" cy="0"/>
          </a:xfrm>
          <a:prstGeom prst="line">
            <a:avLst/>
          </a:prstGeom>
          <a:ln w="3600">
            <a:solidFill>
              <a:srgbClr val="B9C8D7"/>
            </a:solidFill>
          </a:ln>
        </p:spPr>
      </p:cxnSp>
      <p:sp>
        <p:nvSpPr>
          <p:cNvPr id="38" name="텍스트"/>
          <p:cNvSpPr txBox="1"/>
          <p:nvPr/>
        </p:nvSpPr>
        <p:spPr>
          <a:xfrm>
            <a:off x="1440000" y="4032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B2230"/>
                </a:solidFill>
                <a:latin typeface="맑은 고딕"/>
                <a:ea typeface="맑은 고딕"/>
              </a:rPr>
              <a:t>로고 디자인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440000" y="561600"/>
            <a:ext cx="1548000" cy="0"/>
          </a:xfrm>
          <a:prstGeom prst="line">
            <a:avLst/>
          </a:prstGeom>
          <a:ln w="3600">
            <a:solidFill>
              <a:srgbClr val="B9C8D7"/>
            </a:solidFill>
          </a:ln>
        </p:spPr>
      </p:cxnSp>
      <p:sp>
        <p:nvSpPr>
          <p:cNvPr id="40" name="텍스트"/>
          <p:cNvSpPr txBox="1"/>
          <p:nvPr/>
        </p:nvSpPr>
        <p:spPr>
          <a:xfrm>
            <a:off x="1440000" y="6048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B2230"/>
                </a:solidFill>
                <a:latin typeface="맑은 고딕"/>
                <a:ea typeface="맑은 고딕"/>
              </a:rPr>
              <a:t>웹툰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1440000" y="763200"/>
            <a:ext cx="1548000" cy="0"/>
          </a:xfrm>
          <a:prstGeom prst="line">
            <a:avLst/>
          </a:prstGeom>
          <a:ln w="3600">
            <a:solidFill>
              <a:srgbClr val="B9C8D7"/>
            </a:solidFill>
          </a:ln>
        </p:spPr>
      </p:cxnSp>
      <p:sp>
        <p:nvSpPr>
          <p:cNvPr id="42" name="텍스트"/>
          <p:cNvSpPr txBox="1"/>
          <p:nvPr/>
        </p:nvSpPr>
        <p:spPr>
          <a:xfrm>
            <a:off x="1440000" y="8064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B2230"/>
                </a:solidFill>
                <a:latin typeface="맑은 고딕"/>
                <a:ea typeface="맑은 고딕"/>
              </a:rPr>
              <a:t>모션 그래픽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1440000" y="964800"/>
            <a:ext cx="1548000" cy="0"/>
          </a:xfrm>
          <a:prstGeom prst="line">
            <a:avLst/>
          </a:prstGeom>
          <a:ln w="3600">
            <a:solidFill>
              <a:srgbClr val="B9C8D7"/>
            </a:solidFill>
          </a:ln>
        </p:spPr>
      </p:cxnSp>
      <p:sp>
        <p:nvSpPr>
          <p:cNvPr id="44" name="텍스트"/>
          <p:cNvSpPr txBox="1"/>
          <p:nvPr/>
        </p:nvSpPr>
        <p:spPr>
          <a:xfrm>
            <a:off x="1440000" y="10080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B2230"/>
                </a:solidFill>
                <a:latin typeface="맑은 고딕"/>
                <a:ea typeface="맑은 고딕"/>
              </a:rPr>
              <a:t>행사 촬영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1440000" y="1166400"/>
            <a:ext cx="1548000" cy="0"/>
          </a:xfrm>
          <a:prstGeom prst="line">
            <a:avLst/>
          </a:prstGeom>
          <a:ln w="3600">
            <a:solidFill>
              <a:srgbClr val="B9C8D7"/>
            </a:solidFill>
          </a:ln>
        </p:spPr>
      </p:cxnSp>
      <p:sp>
        <p:nvSpPr>
          <p:cNvPr id="46" name="텍스트"/>
          <p:cNvSpPr txBox="1"/>
          <p:nvPr/>
        </p:nvSpPr>
        <p:spPr>
          <a:xfrm>
            <a:off x="1440000" y="1569600"/>
            <a:ext cx="154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606B79"/>
                </a:solidFill>
                <a:latin typeface="맑은 고딕"/>
                <a:ea typeface="맑은 고딕"/>
              </a:rPr>
              <a:t>작업 문의 가능   |   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포토그래퍼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