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E516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2154C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F8BEE3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최민재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2154C"/>
                </a:solidFill>
                <a:latin typeface="맑은 고딕"/>
                <a:ea typeface="맑은 고딕"/>
              </a:rPr>
              <a:t>일러스트레이터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154C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F8BEE3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154C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F8BEE3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154C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446400"/>
          </a:xfrm>
          <a:prstGeom prst="line">
            <a:avLst/>
          </a:prstGeom>
          <a:ln w="5760">
            <a:solidFill>
              <a:srgbClr val="E5169B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E5169B"/>
          </a:solidFill>
          <a:ln w="5760">
            <a:solidFill>
              <a:srgbClr val="E5169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브랜딩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0E1116"/>
          </a:solidFill>
          <a:ln w="5760">
            <a:solidFill>
              <a:srgbClr val="E5169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일러스트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0E1116"/>
          </a:solidFill>
          <a:ln w="5760">
            <a:solidFill>
              <a:srgbClr val="E5169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제품 촬영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A3A9B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A3A9B5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일러스트레이터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