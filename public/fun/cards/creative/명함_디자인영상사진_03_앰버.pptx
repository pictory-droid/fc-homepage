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영상 감독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1EFF4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1EFF4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1EFF4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F1EFF4"/>
          </a:solidFill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메일 · 메시지 문의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