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자유롭게,</a:t>
            </a:r>
          </a:p>
          <a:p>
            <a:pPr algn="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그러나 책임 있게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