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46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05760" y="352800"/>
            <a:ext cx="348480" cy="237600"/>
          </a:xfrm>
          <a:prstGeom prst="roundRect">
            <a:avLst>
              <a:gd name="adj" fmla="val 16666"/>
            </a:avLst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6640" y="297360"/>
            <a:ext cx="126720" cy="63360"/>
          </a:xfrm>
          <a:prstGeom prst="roundRect">
            <a:avLst>
              <a:gd name="adj" fmla="val 25000"/>
            </a:avLst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796840" y="388440"/>
            <a:ext cx="166320" cy="166320"/>
          </a:xfrm>
          <a:prstGeom prst="ellipse">
            <a:avLst/>
          </a:prstGeom>
          <a:solidFill>
            <a:srgbClr val="4B64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36440" y="428040"/>
            <a:ext cx="87120" cy="87120"/>
          </a:xfrm>
          <a:prstGeom prst="ellipse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6B4C9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4BEC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64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7104" y="205920"/>
            <a:ext cx="139392" cy="95040"/>
          </a:xfrm>
          <a:prstGeom prst="roundRect">
            <a:avLst>
              <a:gd name="adj" fmla="val 16666"/>
            </a:avLst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1456" y="183744"/>
            <a:ext cx="50688" cy="25344"/>
          </a:xfrm>
          <a:prstGeom prst="roundRect">
            <a:avLst>
              <a:gd name="adj" fmla="val 25000"/>
            </a:avLst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536" y="220176"/>
            <a:ext cx="66528" cy="66528"/>
          </a:xfrm>
          <a:prstGeom prst="ellipse">
            <a:avLst/>
          </a:prstGeom>
          <a:solidFill>
            <a:srgbClr val="D6D6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9376" y="236016"/>
            <a:ext cx="34848" cy="34848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자유롭게,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그러나 책임 있게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D2DCE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D3E3E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2DCE2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