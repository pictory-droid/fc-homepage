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F6D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F6D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2A3848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A384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2A384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A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4B59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5CAB7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C4B59A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D5CAB7"/>
                </a:solidFill>
                <a:latin typeface="맑은 고딕"/>
                <a:ea typeface="맑은 고딕"/>
              </a:rPr>
              <a:t>예약 후 방문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