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0F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CED6E0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CED6E0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CED6E0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CED6E0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CED6E0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CED6E0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CED6E0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CED6E0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4F6D8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4F6D8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성OO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2A3848"/>
                </a:solidFill>
                <a:latin typeface="맑은 고딕"/>
                <a:ea typeface="맑은 고딕"/>
              </a:rPr>
              <a:t>웹툰 작가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4F6D8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2A3848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2A3848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5A1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C4B59A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C4B59A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C4B59A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C4B59A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C4B59A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C4B59A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C4B59A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C4B59A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D5CAB7"/>
                </a:solidFill>
                <a:latin typeface="맑은 고딕"/>
                <a:ea typeface="맑은 고딕"/>
              </a:rPr>
              <a:t>작업 분야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C4B59A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일러스트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패키지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D5CAB7"/>
                </a:solidFill>
                <a:latin typeface="맑은 고딕"/>
                <a:ea typeface="맑은 고딕"/>
              </a:rPr>
              <a:t>예약 후 방문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웹툰 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