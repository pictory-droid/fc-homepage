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C9D7B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B3D5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1666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7557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7557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51666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5585C"/>
                </a:solidFill>
                <a:latin typeface="맑은 고딕"/>
                <a:ea typeface="맑은 고딕"/>
              </a:rPr>
              <a:t>작업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