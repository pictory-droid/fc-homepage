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B88F3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6B8F6E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ECDD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6B8F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8F6E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54B34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ECDDB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7D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C4D2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6EFE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C4D2C5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C4D2C5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CE2D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CE2D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