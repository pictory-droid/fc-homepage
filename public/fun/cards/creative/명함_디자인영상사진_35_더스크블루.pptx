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D3DDEA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D3DDE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D3DDE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D3DDE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D3DDEA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D3DDEA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D3DDEA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D3DDEA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7A99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7A99B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성OO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3D4B61"/>
                </a:solidFill>
                <a:latin typeface="맑은 고딕"/>
                <a:ea typeface="맑은 고딕"/>
              </a:rPr>
              <a:t>웹툰 작가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7A99BF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379499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3D4B61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7E8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B0D7D9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B0D7D9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B0D7D9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B0D7D9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B0D7D9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B0D7D9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B0D7D9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B0D7D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240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E8EEF4"/>
                </a:solidFill>
                <a:latin typeface="맑은 고딕"/>
                <a:ea typeface="맑은 고딕"/>
              </a:rPr>
              <a:t>작업 분야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12000" y="468000"/>
            <a:ext cx="216000" cy="0"/>
          </a:xfrm>
          <a:prstGeom prst="line">
            <a:avLst/>
          </a:prstGeom>
          <a:ln w="7200">
            <a:solidFill>
              <a:srgbClr val="B0D7D9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360000" y="5760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632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일러스트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60000" y="9504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패키지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1376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외주 문의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44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>
                <a:solidFill>
                  <a:srgbClr val="D1E3E4"/>
                </a:solidFill>
                <a:latin typeface="맑은 고딕"/>
                <a:ea typeface="맑은 고딕"/>
              </a:rPr>
              <a:t>작업 문의 가능   ·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웹툰 작가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