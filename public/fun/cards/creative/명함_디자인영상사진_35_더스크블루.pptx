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7A99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99B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3D4B61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7A99B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37949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3D4B6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7E8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0D7D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E8EEF4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0D7D9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D1E3E4"/>
                </a:solidFill>
                <a:latin typeface="맑은 고딕"/>
                <a:ea typeface="맑은 고딕"/>
              </a:rPr>
              <a:t>작업 문의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