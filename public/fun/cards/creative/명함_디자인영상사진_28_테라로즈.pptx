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9827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5B7F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9827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5B7F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9827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5B7F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9827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5B7F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9827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5B7FA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에디터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5E4B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8D4E2"/>
          </a:solidFill>
          <a:ln w="3600">
            <a:solidFill>
              <a:srgbClr val="BFC7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8D4E2"/>
          </a:solidFill>
          <a:ln w="3600">
            <a:solidFill>
              <a:srgbClr val="BFC7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C375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8D4E2"/>
          </a:solidFill>
          <a:ln w="3600">
            <a:solidFill>
              <a:srgbClr val="BFC7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C375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8D4E2"/>
          </a:solidFill>
          <a:ln w="3600">
            <a:solidFill>
              <a:srgbClr val="BFC7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예약 후 방문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