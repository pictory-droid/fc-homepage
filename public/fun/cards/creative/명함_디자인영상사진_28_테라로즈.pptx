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C98273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5B7FA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C98273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5B7FA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C98273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5B7FA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C98273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5B7FA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C98273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5B7FA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201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B7FA8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828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허OO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828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에디터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8000" y="1123200"/>
            <a:ext cx="216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828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130400" y="11952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828000" y="1335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130400" y="13248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828000" y="1465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130400" y="14544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7E0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B95E4B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C8D4E2"/>
          </a:solidFill>
          <a:ln w="3600">
            <a:solidFill>
              <a:srgbClr val="BFC7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5600" y="558000"/>
            <a:ext cx="57600" cy="576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468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인물 촬영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6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C8D4E2"/>
          </a:solidFill>
          <a:ln w="3600">
            <a:solidFill>
              <a:srgbClr val="BFC7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9600" y="558000"/>
            <a:ext cx="57600" cy="57600"/>
          </a:xfrm>
          <a:prstGeom prst="ellipse">
            <a:avLst/>
          </a:prstGeom>
          <a:solidFill>
            <a:srgbClr val="C375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872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행사 촬영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C8D4E2"/>
          </a:solidFill>
          <a:ln w="3600">
            <a:solidFill>
              <a:srgbClr val="BFC7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600" y="1026000"/>
            <a:ext cx="57600" cy="57600"/>
          </a:xfrm>
          <a:prstGeom prst="ellipse">
            <a:avLst/>
          </a:prstGeom>
          <a:solidFill>
            <a:srgbClr val="C3756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468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패키지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56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C8D4E2"/>
          </a:solidFill>
          <a:ln w="3600">
            <a:solidFill>
              <a:srgbClr val="BFC7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49600" y="1026000"/>
            <a:ext cx="57600" cy="57600"/>
          </a:xfrm>
          <a:prstGeom prst="ellipse">
            <a:avLst/>
          </a:prstGeom>
          <a:solidFill>
            <a:srgbClr val="5B7F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872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포트폴리오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6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26A77"/>
                </a:solidFill>
                <a:latin typeface="맑은 고딕"/>
                <a:ea typeface="맑은 고딕"/>
              </a:rPr>
              <a:t>예약 후 방문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에디터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