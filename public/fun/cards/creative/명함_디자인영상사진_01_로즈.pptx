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FFC8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233A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FFC8D6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김하늘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233A"/>
                </a:solidFill>
                <a:latin typeface="맑은 고딕"/>
                <a:ea typeface="맑은 고딕"/>
              </a:rPr>
              <a:t>프리랜서 디자이너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FFC8D6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233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233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233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3B6B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3B6B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3B6B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3B6B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