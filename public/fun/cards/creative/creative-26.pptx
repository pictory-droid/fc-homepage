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일러스트  ·  제품 촬영  ·  캘리그라피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