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793665" y="285204"/>
            <a:ext cx="218488" cy="238988"/>
          </a:xfrm>
          <a:custGeom>
            <a:avLst/>
            <a:gdLst/>
            <a:ahLst/>
            <a:cxnLst/>
            <a:rect l="l" t="t" r="r" b="b"/>
            <a:pathLst>
              <a:path w="218488" h="238988">
                <a:moveTo>
                  <a:pt x="157817" y="0"/>
                </a:moveTo>
                <a:lnTo>
                  <a:pt x="218488" y="50909"/>
                </a:lnTo>
                <a:lnTo>
                  <a:pt x="60671" y="238988"/>
                </a:lnTo>
                <a:lnTo>
                  <a:pt x="0" y="188079"/>
                </a:lnTo>
                <a:close/>
              </a:path>
            </a:pathLst>
          </a:cu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768001" y="473283"/>
            <a:ext cx="86335" cy="92193"/>
          </a:xfrm>
          <a:custGeom>
            <a:avLst/>
            <a:gdLst/>
            <a:ahLst/>
            <a:cxnLst/>
            <a:rect l="l" t="t" r="r" b="b"/>
            <a:pathLst>
              <a:path w="86335" h="92193">
                <a:moveTo>
                  <a:pt x="25664" y="0"/>
                </a:moveTo>
                <a:lnTo>
                  <a:pt x="86335" y="50909"/>
                </a:lnTo>
                <a:lnTo>
                  <a:pt x="0" y="92193"/>
                </a:lnTo>
                <a:close/>
              </a:path>
            </a:pathLst>
          </a:custGeom>
          <a:solidFill>
            <a:srgbClr val="E2ED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951482" y="254869"/>
            <a:ext cx="86125" cy="81244"/>
          </a:xfrm>
          <a:custGeom>
            <a:avLst/>
            <a:gdLst/>
            <a:ahLst/>
            <a:cxnLst/>
            <a:rect l="l" t="t" r="r" b="b"/>
            <a:pathLst>
              <a:path w="86125" h="81244">
                <a:moveTo>
                  <a:pt x="25455" y="0"/>
                </a:moveTo>
                <a:lnTo>
                  <a:pt x="86125" y="50909"/>
                </a:lnTo>
                <a:lnTo>
                  <a:pt x="60671" y="81244"/>
                </a:lnTo>
                <a:lnTo>
                  <a:pt x="0" y="30335"/>
                </a:lnTo>
                <a:close/>
              </a:path>
            </a:pathLst>
          </a:custGeom>
          <a:solidFill>
            <a:srgbClr val="E2ED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253A41"/>
                </a:solidFill>
                <a:latin typeface="바탕"/>
                <a:ea typeface="바탕"/>
              </a:rPr>
              <a:t>노승민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497483"/>
                </a:solidFill>
                <a:latin typeface="맑은 고딕"/>
                <a:ea typeface="맑은 고딕"/>
              </a:rPr>
              <a:t>모션 그래픽 디자이너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27074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3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7C9B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한 장의 사진이 건네는 위로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7C9BA6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7C9B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B3BABC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7" name="Freeform 6"/>
          <p:cNvSpPr/>
          <p:nvPr/>
        </p:nvSpPr>
        <p:spPr>
          <a:xfrm>
            <a:off x="1580757" y="257275"/>
            <a:ext cx="99313" cy="108631"/>
          </a:xfrm>
          <a:custGeom>
            <a:avLst/>
            <a:gdLst/>
            <a:ahLst/>
            <a:cxnLst/>
            <a:rect l="l" t="t" r="r" b="b"/>
            <a:pathLst>
              <a:path w="99313" h="108631">
                <a:moveTo>
                  <a:pt x="71735" y="0"/>
                </a:moveTo>
                <a:lnTo>
                  <a:pt x="99313" y="23140"/>
                </a:lnTo>
                <a:lnTo>
                  <a:pt x="27577" y="108631"/>
                </a:lnTo>
                <a:lnTo>
                  <a:pt x="0" y="85490"/>
                </a:lnTo>
                <a:close/>
              </a:path>
            </a:pathLst>
          </a:custGeom>
          <a:solidFill>
            <a:srgbClr val="7C9B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1569091" y="342765"/>
            <a:ext cx="39243" cy="41906"/>
          </a:xfrm>
          <a:custGeom>
            <a:avLst/>
            <a:gdLst/>
            <a:ahLst/>
            <a:cxnLst/>
            <a:rect l="l" t="t" r="r" b="b"/>
            <a:pathLst>
              <a:path w="39243" h="41906">
                <a:moveTo>
                  <a:pt x="11666" y="0"/>
                </a:moveTo>
                <a:lnTo>
                  <a:pt x="39243" y="23141"/>
                </a:lnTo>
                <a:lnTo>
                  <a:pt x="0" y="41906"/>
                </a:lnTo>
                <a:close/>
              </a:path>
            </a:pathLst>
          </a:custGeom>
          <a:solidFill>
            <a:srgbClr val="485A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652492" y="243486"/>
            <a:ext cx="39148" cy="36929"/>
          </a:xfrm>
          <a:custGeom>
            <a:avLst/>
            <a:gdLst/>
            <a:ahLst/>
            <a:cxnLst/>
            <a:rect l="l" t="t" r="r" b="b"/>
            <a:pathLst>
              <a:path w="39148" h="36929">
                <a:moveTo>
                  <a:pt x="11570" y="0"/>
                </a:moveTo>
                <a:lnTo>
                  <a:pt x="39148" y="23140"/>
                </a:lnTo>
                <a:lnTo>
                  <a:pt x="27578" y="36929"/>
                </a:lnTo>
                <a:lnTo>
                  <a:pt x="0" y="13789"/>
                </a:lnTo>
                <a:close/>
              </a:path>
            </a:pathLst>
          </a:custGeom>
          <a:solidFill>
            <a:srgbClr val="485A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