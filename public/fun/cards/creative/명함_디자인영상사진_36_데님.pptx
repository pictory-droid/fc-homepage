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505080" y="881640"/>
            <a:ext cx="213840" cy="213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0520" y="1091520"/>
            <a:ext cx="102960" cy="63360"/>
          </a:xfrm>
          <a:prstGeom prst="roundRect">
            <a:avLst>
              <a:gd name="adj" fmla="val 18750"/>
            </a:avLst>
          </a:prstGeom>
          <a:solidFill>
            <a:srgbClr val="E0BD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360" y="1166760"/>
            <a:ext cx="71280" cy="35640"/>
          </a:xfrm>
          <a:prstGeom prst="roundRect">
            <a:avLst>
              <a:gd name="adj" fmla="val 33333"/>
            </a:avLst>
          </a:prstGeom>
          <a:solidFill>
            <a:srgbClr val="E0BD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예약 후 방문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