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B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C233A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3" name="Oval 2"/>
          <p:cNvSpPr/>
          <p:nvPr/>
        </p:nvSpPr>
        <p:spPr>
          <a:xfrm>
            <a:off x="2955600" y="241200"/>
            <a:ext cx="64800" cy="64800"/>
          </a:xfrm>
          <a:prstGeom prst="ellipse">
            <a:avLst/>
          </a:prstGeom>
          <a:solidFill>
            <a:srgbClr val="FF3B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김하늘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800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C233A"/>
                </a:solidFill>
                <a:latin typeface="맑은 고딕"/>
                <a:ea typeface="맑은 고딕"/>
              </a:rPr>
              <a:t>프리랜서 디자이너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5760">
            <a:solidFill>
              <a:srgbClr val="FFC8D6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411200"/>
            <a:ext cx="79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080000" y="1411200"/>
            <a:ext cx="90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52000" y="1411200"/>
            <a:ext cx="97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6C233A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080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6C233A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6C233A"/>
                </a:solidFill>
                <a:latin typeface="맑은 고딕"/>
                <a:ea typeface="맑은 고딕"/>
              </a:rPr>
              <a:t>ADDR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540000"/>
            <a:ext cx="28800" cy="720000"/>
          </a:xfrm>
          <a:prstGeom prst="rect">
            <a:avLst/>
          </a:prstGeom>
          <a:solidFill>
            <a:srgbClr val="FF3B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424800" y="612000"/>
            <a:ext cx="216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당신의 이야기를</a:t>
            </a:r>
          </a:p>
          <a:p>
            <a:pPr algn="l">
              <a:lnSpc>
                <a:spcPts val="1812"/>
              </a:lnSpc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장면으로 옮깁니다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4248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A3A9B5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