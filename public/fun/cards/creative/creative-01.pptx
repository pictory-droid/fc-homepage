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DC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5936" y="308880"/>
            <a:ext cx="304128" cy="207360"/>
          </a:xfrm>
          <a:prstGeom prst="roundRect">
            <a:avLst>
              <a:gd name="adj" fmla="val 16666"/>
            </a:avLst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52704" y="260496"/>
            <a:ext cx="110592" cy="55296"/>
          </a:xfrm>
          <a:prstGeom prst="roundRect">
            <a:avLst>
              <a:gd name="adj" fmla="val 25000"/>
            </a:avLst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35424" y="339984"/>
            <a:ext cx="145152" cy="145152"/>
          </a:xfrm>
          <a:prstGeom prst="ellipse">
            <a:avLst/>
          </a:prstGeom>
          <a:solidFill>
            <a:srgbClr val="DDCB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69984" y="374544"/>
            <a:ext cx="76032" cy="76032"/>
          </a:xfrm>
          <a:prstGeom prst="ellipse">
            <a:avLst/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5746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3629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74587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745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7458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7458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7458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362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B0B9B4"/>
                </a:solidFill>
                <a:latin typeface="맑은 고딕"/>
                <a:ea typeface="맑은 고딕"/>
              </a:rPr>
              <a:t>당신의 이야기를 장면으로 옮깁니다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70978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0B9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29440" y="367200"/>
            <a:ext cx="285120" cy="194400"/>
          </a:xfrm>
          <a:prstGeom prst="roundRect">
            <a:avLst>
              <a:gd name="adj" fmla="val 16666"/>
            </a:avLst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0160" y="321840"/>
            <a:ext cx="103680" cy="51840"/>
          </a:xfrm>
          <a:prstGeom prst="roundRect">
            <a:avLst>
              <a:gd name="adj" fmla="val 25000"/>
            </a:avLst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3960" y="396360"/>
            <a:ext cx="136080" cy="136080"/>
          </a:xfrm>
          <a:prstGeom prst="ellipse">
            <a:avLst/>
          </a:prstGeom>
          <a:solidFill>
            <a:srgbClr val="4056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36360" y="428760"/>
            <a:ext cx="71280" cy="71280"/>
          </a:xfrm>
          <a:prstGeom prst="ellipse">
            <a:avLst/>
          </a:prstGeom>
          <a:solidFill>
            <a:srgbClr val="7097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