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6C4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F9EE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9EE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C95C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C95C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86D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86D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