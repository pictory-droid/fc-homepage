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557E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FFFFFF"/>
                </a:solidFill>
                <a:latin typeface="맑은 고딕"/>
                <a:ea typeface="맑은 고딕"/>
              </a:rPr>
              <a:t>남OO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브랜드 디자이너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5A7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5A7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영상 편집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캘리그라피</a:t>
            </a:r>
          </a:p>
        </p:txBody>
      </p:sp>
      <p:sp>
        <p:nvSpPr>
          <p:cNvPr id="8" name="Oval 7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B3C8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B2C1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FFFFFF"/>
                </a:solidFill>
                <a:latin typeface="맑은 고딕"/>
                <a:ea typeface="맑은 고딕"/>
              </a:rPr>
              <a:t>작업 문의 가능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D5DDEC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브랜드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