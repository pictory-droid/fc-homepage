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6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6BA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0CEC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0CEC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0CEC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0CEC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0CECA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6BA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0CEC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0CEC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0CEC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82A2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82A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82A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82A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482A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82A2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82A2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82A23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