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고OO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사진작가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F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7CCD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9AB7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55858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55858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55858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55858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포트폴리오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55858F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B7CCD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B7CCD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B7CCD0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