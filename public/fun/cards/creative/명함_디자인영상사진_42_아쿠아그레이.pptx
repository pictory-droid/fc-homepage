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사진작가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일러스트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86459"/>
                </a:solidFill>
                <a:latin typeface="맑은 고딕"/>
                <a:ea typeface="맑은 고딕"/>
              </a:rPr>
              <a:t>예약 후 방문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