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92805" y="201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D706B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5A47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5A47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5A4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746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62505" y="374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595959"/>
                </a:solidFill>
                <a:latin typeface="맑은 고딕"/>
                <a:ea typeface="맑은 고딕"/>
              </a:rPr>
              <a:t>작은 로고에 큰 마음을 담아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959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