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04A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7967B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595959"/>
                </a:solidFill>
                <a:latin typeface="바탕"/>
                <a:ea typeface="바탕"/>
              </a:rPr>
              <a:t>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D2CDE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FFFFFF"/>
                </a:solidFill>
                <a:latin typeface="바탕"/>
                <a:ea typeface="바탕"/>
              </a:rPr>
              <a:t>도아린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D9D2EF"/>
                </a:solidFill>
                <a:latin typeface="맑은 고딕"/>
                <a:ea typeface="맑은 고딕"/>
              </a:rPr>
              <a:t>웹툰 작가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9D2E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9D2E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9D2E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2505" y="374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시간이 지나도 낡지 않는 작업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