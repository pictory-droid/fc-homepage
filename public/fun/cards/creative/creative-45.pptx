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F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791753" cy="180000"/>
          </a:xfrm>
          <a:prstGeom prst="roundRect">
            <a:avLst>
              <a:gd name="adj" fmla="val 50000"/>
            </a:avLst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791753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웹툰 작가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463318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A06811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9F0A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시간이 지나도 낡지 않는 작업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