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1944000" y="540000"/>
            <a:ext cx="1296000" cy="1260000"/>
          </a:xfrm>
          <a:custGeom>
            <a:avLst/>
            <a:gdLst/>
            <a:ahLst/>
            <a:cxnLst/>
            <a:rect l="l" t="t" r="r" b="b"/>
            <a:pathLst>
              <a:path w="1296000" h="1260000">
                <a:moveTo>
                  <a:pt x="1296000" y="1260000"/>
                </a:moveTo>
                <a:lnTo>
                  <a:pt x="1296000" y="0"/>
                </a:lnTo>
                <a:lnTo>
                  <a:pt x="0" y="1260000"/>
                </a:lnTo>
                <a:close/>
              </a:path>
            </a:pathLst>
          </a:cu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520000" y="1080000"/>
            <a:ext cx="720000" cy="720000"/>
          </a:xfrm>
          <a:custGeom>
            <a:avLst/>
            <a:gdLst/>
            <a:ahLst/>
            <a:cxnLst/>
            <a:rect l="l" t="t" r="r" b="b"/>
            <a:pathLst>
              <a:path w="720000" h="720000">
                <a:moveTo>
                  <a:pt x="720000" y="720000"/>
                </a:moveTo>
                <a:lnTo>
                  <a:pt x="720000" y="0"/>
                </a:lnTo>
                <a:lnTo>
                  <a:pt x="0" y="720000"/>
                </a:lnTo>
                <a:close/>
              </a:path>
            </a:pathLst>
          </a:custGeom>
          <a:solidFill>
            <a:srgbClr val="DDCBD3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34784" y="1422720"/>
            <a:ext cx="234432" cy="15984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909376" y="1385424"/>
            <a:ext cx="85248" cy="4262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896056" y="1446696"/>
            <a:ext cx="111888" cy="111888"/>
          </a:xfrm>
          <a:prstGeom prst="ellipse">
            <a:avLst/>
          </a:prstGeom>
          <a:solidFill>
            <a:srgbClr val="7373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22696" y="1473336"/>
            <a:ext cx="58608" cy="586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01600"/>
            <a:ext cx="180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607070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360000"/>
            <a:ext cx="2016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5"/>
              </a:lnSpc>
            </a:pPr>
            <a:r>
              <a:rPr sz="1900" b="1" spc="50">
                <a:solidFill>
                  <a:srgbClr val="274649"/>
                </a:solidFill>
                <a:latin typeface="바탕"/>
                <a:ea typeface="바탕"/>
              </a:rPr>
              <a:t>최민재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655200"/>
            <a:ext cx="1872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854761"/>
                </a:solidFill>
                <a:latin typeface="맑은 고딕"/>
                <a:ea typeface="맑은 고딕"/>
              </a:rPr>
              <a:t>일러스트레이터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864000"/>
            <a:ext cx="230400" cy="1440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0440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854761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96000" y="1044000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274649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2129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854761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96000" y="1212911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274649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3818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854761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96000" y="1381822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274649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46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3600" cy="1800000"/>
          </a:xfrm>
          <a:prstGeom prst="rect">
            <a:avLst/>
          </a:prstGeom>
          <a:solidFill>
            <a:srgbClr val="7DA8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7104" y="205920"/>
            <a:ext cx="139392" cy="9504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1456" y="183744"/>
            <a:ext cx="50688" cy="2534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536" y="220176"/>
            <a:ext cx="66528" cy="665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9376" y="236016"/>
            <a:ext cx="34848" cy="348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04000" y="396000"/>
            <a:ext cx="180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7"/>
              </a:lnSpc>
            </a:pPr>
            <a:r>
              <a:rPr sz="1150" b="1">
                <a:solidFill>
                  <a:srgbClr val="FFFFFF"/>
                </a:solidFill>
                <a:latin typeface="바탕"/>
                <a:ea typeface="바탕"/>
              </a:rPr>
              <a:t>좋은 작업은 좋은 대화에서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04000" y="1260000"/>
            <a:ext cx="1728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200">
                <a:solidFill>
                  <a:srgbClr val="B3BEBF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9" name="Rectangle 8"/>
          <p:cNvSpPr/>
          <p:nvPr/>
        </p:nvSpPr>
        <p:spPr>
          <a:xfrm>
            <a:off x="2520000" y="216000"/>
            <a:ext cx="468000" cy="468000"/>
          </a:xfrm>
          <a:prstGeom prst="rect">
            <a:avLst/>
          </a:prstGeom>
          <a:noFill/>
          <a:ln w="9000">
            <a:solidFill>
              <a:srgbClr val="7DA8AB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2520000" y="216000"/>
            <a:ext cx="46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B3BEBF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일러스트레이터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