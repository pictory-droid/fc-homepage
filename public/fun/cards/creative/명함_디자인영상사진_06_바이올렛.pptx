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02571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EC9FE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02571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0257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985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캘리그라피  ·  패키지  ·  포트폴리오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