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C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617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A1A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CC6D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CC6DF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6D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6D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CC6D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7885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7885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7885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86459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8645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