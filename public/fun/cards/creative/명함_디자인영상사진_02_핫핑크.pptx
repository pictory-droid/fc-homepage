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FF2E9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스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C1E49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FFC4E1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이서준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C1E49"/>
                </a:solidFill>
                <a:latin typeface="맑은 고딕"/>
                <a:ea typeface="맑은 고딕"/>
              </a:rPr>
              <a:t>사진작가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FFC4E1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1E4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1E4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1E4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FF2E9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스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FFFFFF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작업 분야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편집 디자인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일러스트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모션 그래픽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0080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인물 촬영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440000" y="1166400"/>
            <a:ext cx="1548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46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A3A9B5"/>
                </a:solidFill>
                <a:latin typeface="맑은 고딕"/>
                <a:ea typeface="맑은 고딕"/>
              </a:rPr>
              <a:t>평일 10:00 – 19:00   |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사진작가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