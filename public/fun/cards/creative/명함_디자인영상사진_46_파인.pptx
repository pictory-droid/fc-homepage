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449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9CAD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59756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9CAD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B9C5C0"/>
                </a:solidFill>
                <a:latin typeface="바탕"/>
                <a:ea typeface="바탕"/>
              </a:rPr>
              <a:t>모션 그래픽 디자이너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9CADA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9CADA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B9C5C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9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B1B27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B1B27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4171D"/>
                </a:solidFill>
                <a:latin typeface="맑은 고딕"/>
                <a:ea typeface="맑은 고딕"/>
              </a:rPr>
              <a:t>로고 디자인  ·  일러스트  ·  모션 그래픽  ·  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AC1C7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모션 그래픽 디자이너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