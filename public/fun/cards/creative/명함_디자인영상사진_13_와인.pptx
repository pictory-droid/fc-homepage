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86E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영상 감독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A86E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5920" y="813600"/>
            <a:ext cx="380160" cy="259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6880" y="753120"/>
            <a:ext cx="138240" cy="69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5280" y="852480"/>
            <a:ext cx="181440" cy="181440"/>
          </a:xfrm>
          <a:prstGeom prst="ellipse">
            <a:avLst/>
          </a:prstGeom>
          <a:solidFill>
            <a:srgbClr val="B4A4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8480" y="895680"/>
            <a:ext cx="95040" cy="95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6787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10:00 – 19:00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