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E4E8FF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E4E8FF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E4E8F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류하은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영상 감독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22F72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3D5A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222F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4700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222F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714700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222F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63267" y="540000"/>
            <a:ext cx="5815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222F7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063267" y="540000"/>
            <a:ext cx="5815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C9D1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2F72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예약 후 방문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222F72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222F72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