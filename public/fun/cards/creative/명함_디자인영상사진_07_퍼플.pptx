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F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DAC4FC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A1E6E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7A2C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A2CF5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A1E6E"/>
                </a:solidFill>
                <a:latin typeface="맑은 고딕"/>
                <a:ea typeface="맑은 고딕"/>
              </a:rPr>
              <a:t>포토그래퍼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DAC4F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A1E6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A1E6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A1E6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985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3A9B5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