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F88B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14043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404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404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404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9714A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작업 문의 가능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5580B2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A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39736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A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39736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A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26A77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9714A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