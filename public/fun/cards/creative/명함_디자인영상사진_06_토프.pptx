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8474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F88B7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7D1CC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14043"/>
                </a:solidFill>
                <a:latin typeface="맑은 고딕"/>
                <a:ea typeface="맑은 고딕"/>
              </a:rPr>
              <a:t>모션 그래픽 디자이너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404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7D1CC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404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7D1CC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404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9714A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작업 문의 가능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5580B2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26A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39736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26A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39736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패키지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83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26A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0683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26A77"/>
                </a:solidFill>
                <a:latin typeface="맑은 고딕"/>
                <a:ea typeface="맑은 고딕"/>
              </a:rPr>
              <a:t>KAKAO   @채널아이디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9714A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