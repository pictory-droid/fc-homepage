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당신의 이야기에 귀 기울입니다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31728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