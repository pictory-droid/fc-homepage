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77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D1EBF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D1EBF0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D1EBF0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D1EBF0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D1EBF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D1EBF0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D1EBF0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D1EBF0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D1EBF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D1EBF0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D1EBF0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D1EBF0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D1EBF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D1EBF0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D1EBF0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D1EBF0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D1EBF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D1EBF0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D1EBF0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D1EBF0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538D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EDF3F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6F4F7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6F4F7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6F4F7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6F4F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Freeform 32"/>
          <p:cNvSpPr/>
          <p:nvPr/>
        </p:nvSpPr>
        <p:spPr>
          <a:xfrm>
            <a:off x="2817211" y="1081239"/>
            <a:ext cx="158900" cy="173810"/>
          </a:xfrm>
          <a:custGeom>
            <a:avLst/>
            <a:gdLst/>
            <a:ahLst/>
            <a:cxnLst/>
            <a:rect l="l" t="t" r="r" b="b"/>
            <a:pathLst>
              <a:path w="158900" h="173810">
                <a:moveTo>
                  <a:pt x="114776" y="0"/>
                </a:moveTo>
                <a:lnTo>
                  <a:pt x="158900" y="37025"/>
                </a:lnTo>
                <a:lnTo>
                  <a:pt x="44124" y="173810"/>
                </a:lnTo>
                <a:lnTo>
                  <a:pt x="0" y="136785"/>
                </a:lnTo>
                <a:close/>
              </a:path>
            </a:pathLst>
          </a:cu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798546" y="1218024"/>
            <a:ext cx="62789" cy="67049"/>
          </a:xfrm>
          <a:custGeom>
            <a:avLst/>
            <a:gdLst/>
            <a:ahLst/>
            <a:cxnLst/>
            <a:rect l="l" t="t" r="r" b="b"/>
            <a:pathLst>
              <a:path w="62789" h="67049">
                <a:moveTo>
                  <a:pt x="18665" y="0"/>
                </a:moveTo>
                <a:lnTo>
                  <a:pt x="62789" y="37025"/>
                </a:lnTo>
                <a:lnTo>
                  <a:pt x="0" y="67049"/>
                </a:lnTo>
                <a:close/>
              </a:path>
            </a:pathLst>
          </a:custGeom>
          <a:solidFill>
            <a:srgbClr val="538D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31987" y="1059177"/>
            <a:ext cx="62636" cy="59087"/>
          </a:xfrm>
          <a:custGeom>
            <a:avLst/>
            <a:gdLst/>
            <a:ahLst/>
            <a:cxnLst/>
            <a:rect l="l" t="t" r="r" b="b"/>
            <a:pathLst>
              <a:path w="62636" h="59087">
                <a:moveTo>
                  <a:pt x="18512" y="0"/>
                </a:moveTo>
                <a:lnTo>
                  <a:pt x="62636" y="37025"/>
                </a:lnTo>
                <a:lnTo>
                  <a:pt x="44124" y="59087"/>
                </a:lnTo>
                <a:lnTo>
                  <a:pt x="0" y="22062"/>
                </a:lnTo>
                <a:close/>
              </a:path>
            </a:pathLst>
          </a:custGeom>
          <a:solidFill>
            <a:srgbClr val="538D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3F95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23535C"/>
                </a:solidFill>
                <a:latin typeface="맑은 고딕"/>
                <a:ea typeface="맑은 고딕"/>
              </a:rPr>
              <a:t>당신의 이야기에 귀 기울입니다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3F95A6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56717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7" name="Freeform 6"/>
          <p:cNvSpPr/>
          <p:nvPr/>
        </p:nvSpPr>
        <p:spPr>
          <a:xfrm>
            <a:off x="1580757" y="257275"/>
            <a:ext cx="99313" cy="108631"/>
          </a:xfrm>
          <a:custGeom>
            <a:avLst/>
            <a:gdLst/>
            <a:ahLst/>
            <a:cxnLst/>
            <a:rect l="l" t="t" r="r" b="b"/>
            <a:pathLst>
              <a:path w="99313" h="108631">
                <a:moveTo>
                  <a:pt x="71735" y="0"/>
                </a:moveTo>
                <a:lnTo>
                  <a:pt x="99313" y="23140"/>
                </a:lnTo>
                <a:lnTo>
                  <a:pt x="27577" y="108631"/>
                </a:lnTo>
                <a:lnTo>
                  <a:pt x="0" y="85490"/>
                </a:lnTo>
                <a:close/>
              </a:path>
            </a:pathLst>
          </a:cu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569091" y="342765"/>
            <a:ext cx="39243" cy="41906"/>
          </a:xfrm>
          <a:custGeom>
            <a:avLst/>
            <a:gdLst/>
            <a:ahLst/>
            <a:cxnLst/>
            <a:rect l="l" t="t" r="r" b="b"/>
            <a:pathLst>
              <a:path w="39243" h="41906">
                <a:moveTo>
                  <a:pt x="11666" y="0"/>
                </a:moveTo>
                <a:lnTo>
                  <a:pt x="39243" y="23141"/>
                </a:lnTo>
                <a:lnTo>
                  <a:pt x="0" y="41906"/>
                </a:lnTo>
                <a:close/>
              </a:path>
            </a:pathLst>
          </a:custGeom>
          <a:solidFill>
            <a:srgbClr val="DF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652492" y="243486"/>
            <a:ext cx="39148" cy="36929"/>
          </a:xfrm>
          <a:custGeom>
            <a:avLst/>
            <a:gdLst/>
            <a:ahLst/>
            <a:cxnLst/>
            <a:rect l="l" t="t" r="r" b="b"/>
            <a:pathLst>
              <a:path w="39148" h="36929">
                <a:moveTo>
                  <a:pt x="11570" y="0"/>
                </a:moveTo>
                <a:lnTo>
                  <a:pt x="39148" y="23140"/>
                </a:lnTo>
                <a:lnTo>
                  <a:pt x="27578" y="36929"/>
                </a:lnTo>
                <a:lnTo>
                  <a:pt x="0" y="13789"/>
                </a:lnTo>
                <a:close/>
              </a:path>
            </a:pathLst>
          </a:custGeom>
          <a:solidFill>
            <a:srgbClr val="DF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