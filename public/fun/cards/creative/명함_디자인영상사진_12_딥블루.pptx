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C7D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F285D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F285D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285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BACBE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285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BACBE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285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B6C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D7F3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9D7F3"/>
                </a:solidFill>
                <a:latin typeface="맑은 고딕"/>
                <a:ea typeface="맑은 고딕"/>
              </a:rPr>
              <a:t>예약 후 방문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