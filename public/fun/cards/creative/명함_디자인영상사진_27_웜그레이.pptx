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2F1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18756" y="60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백OO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7A726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6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0B9B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7A89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B0B9B3"/>
                </a:solidFill>
                <a:latin typeface="바탕"/>
                <a:ea typeface="바탕"/>
              </a:rPr>
              <a:t>작업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B0B9B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브랜딩  ·  영상 편집  ·  인물 촬영  ·  행사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B0B9B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7CDC9"/>
                </a:solidFill>
                <a:latin typeface="바탕"/>
                <a:ea typeface="바탕"/>
              </a:rPr>
              <a:t>메일 · 메시지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7CDC9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