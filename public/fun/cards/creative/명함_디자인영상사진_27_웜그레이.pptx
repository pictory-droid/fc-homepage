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1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088000" y="129600"/>
            <a:ext cx="1008000" cy="1540800"/>
          </a:xfrm>
          <a:prstGeom prst="roundRect">
            <a:avLst>
              <a:gd name="adj" fmla="val 10714"/>
            </a:avLst>
          </a:prstGeom>
          <a:solidFill>
            <a:srgbClr val="7A726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30800" y="241200"/>
            <a:ext cx="122400" cy="122400"/>
          </a:xfrm>
          <a:prstGeom prst="ellipse">
            <a:avLst/>
          </a:prstGeom>
          <a:solidFill>
            <a:srgbClr val="F2F1F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502000" y="212400"/>
            <a:ext cx="180000" cy="180000"/>
          </a:xfrm>
          <a:prstGeom prst="ellipse">
            <a:avLst/>
          </a:prstGeom>
          <a:noFill/>
          <a:ln w="504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2418756" y="609840"/>
            <a:ext cx="346488" cy="329531"/>
          </a:xfrm>
          <a:custGeom>
            <a:avLst/>
            <a:gdLst/>
            <a:ahLst/>
            <a:cxnLst/>
            <a:rect l="l" t="t" r="r" b="b"/>
            <a:pathLst>
              <a:path w="346488" h="329531">
                <a:moveTo>
                  <a:pt x="173244" y="0"/>
                </a:moveTo>
                <a:lnTo>
                  <a:pt x="217469" y="121290"/>
                </a:lnTo>
                <a:lnTo>
                  <a:pt x="346488" y="125869"/>
                </a:lnTo>
                <a:lnTo>
                  <a:pt x="244801" y="205410"/>
                </a:lnTo>
                <a:lnTo>
                  <a:pt x="280315" y="329531"/>
                </a:lnTo>
                <a:lnTo>
                  <a:pt x="173244" y="257400"/>
                </a:lnTo>
                <a:lnTo>
                  <a:pt x="66173" y="329531"/>
                </a:lnTo>
                <a:lnTo>
                  <a:pt x="101687" y="205410"/>
                </a:lnTo>
                <a:lnTo>
                  <a:pt x="0" y="125869"/>
                </a:lnTo>
                <a:lnTo>
                  <a:pt x="129019" y="12129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2088000" y="1188000"/>
            <a:ext cx="1008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073"/>
              </a:lnSpc>
            </a:pPr>
            <a:r>
              <a:rPr sz="740" b="1" spc="100">
                <a:solidFill>
                  <a:srgbClr val="FFFFFF"/>
                </a:solidFill>
                <a:latin typeface="맑은 고딕"/>
                <a:ea typeface="맑은 고딕"/>
              </a:rPr>
              <a:t>포토그래퍼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088000" y="1382400"/>
            <a:ext cx="1008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754"/>
              </a:lnSpc>
            </a:pPr>
            <a:r>
              <a:rPr sz="520" b="1" spc="200">
                <a:solidFill>
                  <a:srgbClr val="FFFFFF">
                    <a:alpha val="75000"/>
                  </a:srgbClr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432000"/>
            <a:ext cx="1584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030"/>
              </a:lnSpc>
            </a:pPr>
            <a:r>
              <a:rPr sz="1400" b="1" spc="100">
                <a:solidFill>
                  <a:srgbClr val="14171D"/>
                </a:solidFill>
                <a:latin typeface="맑은 고딕"/>
                <a:ea typeface="맑은 고딕"/>
              </a:rPr>
              <a:t>백OO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770400"/>
            <a:ext cx="936000" cy="0"/>
          </a:xfrm>
          <a:prstGeom prst="line">
            <a:avLst/>
          </a:prstGeom>
          <a:ln w="7920">
            <a:solidFill>
              <a:srgbClr val="7A726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918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554400" y="907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52000" y="1062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54400" y="1051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3B3A3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54400" y="1195200"/>
            <a:ext cx="1008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0645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08000" y="108000"/>
            <a:ext cx="3024000" cy="1584000"/>
          </a:xfrm>
          <a:prstGeom prst="rect">
            <a:avLst/>
          </a:prstGeom>
          <a:noFill/>
          <a:ln w="5040">
            <a:solidFill>
              <a:srgbClr val="B0B9B3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51200" y="151200"/>
            <a:ext cx="2937600" cy="1497600"/>
          </a:xfrm>
          <a:prstGeom prst="rect">
            <a:avLst/>
          </a:prstGeom>
          <a:noFill/>
          <a:ln w="3600">
            <a:solidFill>
              <a:srgbClr val="7A897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60000" y="280800"/>
            <a:ext cx="25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11"/>
              </a:lnSpc>
            </a:pPr>
            <a:r>
              <a:rPr sz="560" b="1" spc="400">
                <a:solidFill>
                  <a:srgbClr val="B0B9B3"/>
                </a:solidFill>
                <a:latin typeface="바탕"/>
                <a:ea typeface="바탕"/>
              </a:rPr>
              <a:t>작업 분야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512000" y="432000"/>
            <a:ext cx="216000" cy="0"/>
          </a:xfrm>
          <a:prstGeom prst="line">
            <a:avLst/>
          </a:prstGeom>
          <a:ln w="5040">
            <a:solidFill>
              <a:srgbClr val="B0B9B3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360000" y="576000"/>
            <a:ext cx="2520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47"/>
              </a:lnSpc>
            </a:pPr>
            <a:r>
              <a:rPr sz="860" b="1" spc="100">
                <a:solidFill>
                  <a:srgbClr val="FFFFFF"/>
                </a:solidFill>
                <a:latin typeface="바탕"/>
                <a:ea typeface="바탕"/>
              </a:rPr>
              <a:t>브랜딩  ·  영상 편집  ·  인물 촬영  ·  행사 촬영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512000" y="1173600"/>
            <a:ext cx="216000" cy="0"/>
          </a:xfrm>
          <a:prstGeom prst="line">
            <a:avLst/>
          </a:prstGeom>
          <a:ln w="5040">
            <a:solidFill>
              <a:srgbClr val="B0B9B3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360000" y="12600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C7CDC9"/>
                </a:solidFill>
                <a:latin typeface="바탕"/>
                <a:ea typeface="바탕"/>
              </a:rPr>
              <a:t>메일 · 메시지 문의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360000" y="13968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0" spc="100">
                <a:solidFill>
                  <a:srgbClr val="C7CDC9"/>
                </a:solidFill>
                <a:latin typeface="바탕"/>
                <a:ea typeface="바탕"/>
              </a:rPr>
              <a:t>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포토그래퍼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