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1066505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2E8B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1066505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4171D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25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CC7BA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AC7B5A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AC7B5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AC7B5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AC7B5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AC7B5A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CC7BA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DCC7BA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