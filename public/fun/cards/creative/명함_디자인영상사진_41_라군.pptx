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2E8B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CC7BA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CC7B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