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소중한 날을 정성껏 담겠습니다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