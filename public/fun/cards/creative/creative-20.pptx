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AE74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AE74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AE74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AE74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5745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B3D15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D682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D682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D682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D682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3280" y="1130400"/>
            <a:ext cx="253440" cy="172800"/>
          </a:xfrm>
          <a:prstGeom prst="roundRect">
            <a:avLst>
              <a:gd name="adj" fmla="val 16666"/>
            </a:avLst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33920" y="1090080"/>
            <a:ext cx="92160" cy="46080"/>
          </a:xfrm>
          <a:prstGeom prst="roundRect">
            <a:avLst>
              <a:gd name="adj" fmla="val 25000"/>
            </a:avLst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19520" y="1156320"/>
            <a:ext cx="120960" cy="120960"/>
          </a:xfrm>
          <a:prstGeom prst="ellipse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48320" y="1185120"/>
            <a:ext cx="63360" cy="6336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7104" y="205920"/>
            <a:ext cx="139392" cy="9504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1456" y="183744"/>
            <a:ext cx="50688" cy="253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536" y="220176"/>
            <a:ext cx="66528" cy="66528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376" y="236016"/>
            <a:ext cx="34848" cy="3484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B3D15"/>
                </a:solidFill>
                <a:latin typeface="맑은 고딕"/>
                <a:ea typeface="맑은 고딕"/>
              </a:rPr>
              <a:t>소중한 날을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5B3D15"/>
                </a:solidFill>
                <a:latin typeface="맑은 고딕"/>
                <a:ea typeface="맑은 고딕"/>
              </a:rPr>
              <a:t>정성껏 담겠습니다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5745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AE742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5745D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