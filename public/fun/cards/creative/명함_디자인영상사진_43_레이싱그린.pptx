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7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0E0D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0E0DB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0E0D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BD1CB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60968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0E0DB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E0D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E0D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E0D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64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64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64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64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34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34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