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871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A5C4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D0E0DB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D0E0DB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D0E0DB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EBD1CB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609686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지OO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0E0DB"/>
                </a:solidFill>
                <a:latin typeface="맑은 고딕"/>
                <a:ea typeface="맑은 고딕"/>
              </a:rPr>
              <a:t>영상 감독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A5C4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E0D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E0D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E0D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F6B5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C982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56434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영상 편집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56434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56434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포트폴리오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56434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B2230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DD4C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4347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4347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1F6B54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영상 감독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