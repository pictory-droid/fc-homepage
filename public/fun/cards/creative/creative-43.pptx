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FD3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12151C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C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C16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C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C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C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결과물로 인사드리겠습니다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