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63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720000"/>
          </a:xfrm>
          <a:prstGeom prst="rect">
            <a:avLst/>
          </a:pr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0688" y="218304"/>
            <a:ext cx="186624" cy="186624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99072" y="401472"/>
            <a:ext cx="89856" cy="55296"/>
          </a:xfrm>
          <a:prstGeom prst="roundRect">
            <a:avLst>
              <a:gd name="adj" fmla="val 18750"/>
            </a:avLst>
          </a:prstGeom>
          <a:solidFill>
            <a:srgbClr val="D1D1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12896" y="467136"/>
            <a:ext cx="62208" cy="31104"/>
          </a:xfrm>
          <a:prstGeom prst="roundRect">
            <a:avLst>
              <a:gd name="adj" fmla="val 33333"/>
            </a:avLst>
          </a:prstGeom>
          <a:solidFill>
            <a:srgbClr val="D1D1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30400" y="187200"/>
            <a:ext cx="2160000" cy="3054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sz="1850" b="1" spc="50">
                <a:solidFill>
                  <a:srgbClr val="666666"/>
                </a:solidFill>
                <a:latin typeface="맑은 고딕"/>
                <a:ea typeface="맑은 고딕"/>
              </a:rPr>
              <a:t>소하영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30400" y="475200"/>
            <a:ext cx="216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666666"/>
                </a:solidFill>
                <a:latin typeface="맑은 고딕"/>
                <a:ea typeface="맑은 고딕"/>
              </a:rPr>
              <a:t>영상 감독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0400" y="8352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C1D3C6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0400" y="1015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0F1DA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74400" y="1015200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0400" y="1184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0F1DA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74400" y="1184111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0400" y="1353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D0F1D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74400" y="1353022"/>
            <a:ext cx="1872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2B82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D0F1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11960" y="1372680"/>
            <a:ext cx="136080" cy="136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47240" y="1506240"/>
            <a:ext cx="65520" cy="40320"/>
          </a:xfrm>
          <a:prstGeom prst="roundRect">
            <a:avLst>
              <a:gd name="adj" fmla="val 18749"/>
            </a:avLst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857320" y="1554120"/>
            <a:ext cx="45360" cy="22680"/>
          </a:xfrm>
          <a:prstGeom prst="roundRect">
            <a:avLst>
              <a:gd name="adj" fmla="val 33333"/>
            </a:avLst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143D21"/>
                </a:solidFill>
                <a:latin typeface="맑은 고딕"/>
                <a:ea typeface="맑은 고딕"/>
              </a:rPr>
              <a:t>결과물로 인사드리겠습니다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617B69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