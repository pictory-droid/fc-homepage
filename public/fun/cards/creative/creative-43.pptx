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A0800B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C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C16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A0800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