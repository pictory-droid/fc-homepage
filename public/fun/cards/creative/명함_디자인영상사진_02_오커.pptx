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956C24">
                    <a:alpha val="95000"/>
                  </a:srgbClr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0A0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795F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B0A0B0"/>
                </a:solidFill>
                <a:latin typeface="바탕"/>
                <a:ea typeface="바탕"/>
              </a:rPr>
              <a:t>작업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B0A0B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편집 디자인  ·  일러스트  ·  모션 그래픽  ·  인물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B0A0B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7BCC7"/>
                </a:solidFill>
                <a:latin typeface="바탕"/>
                <a:ea typeface="바탕"/>
              </a:rPr>
              <a:t>평일 10:00 – 19:00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7BCC7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