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A068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웹툰 작가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318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A06811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A0681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A06811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