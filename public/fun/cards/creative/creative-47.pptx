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6A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46281A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46281A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46281A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6281A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A04817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범채원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6281A"/>
                </a:solidFill>
                <a:latin typeface="맑은 고딕"/>
                <a:ea typeface="맑은 고딕"/>
              </a:rPr>
              <a:t>포토그래퍼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281A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281A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281A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FF6A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브랜딩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제품 촬영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캘리그라피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B7280"/>
                </a:solidFill>
                <a:latin typeface="맑은 고딕"/>
                <a:ea typeface="맑은 고딕"/>
              </a:rPr>
              <a:t>예약 후 방문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포토그래퍼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