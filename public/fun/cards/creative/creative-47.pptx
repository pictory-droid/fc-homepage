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016000" y="0"/>
            <a:ext cx="1224000" cy="1800000"/>
          </a:xfrm>
          <a:custGeom>
            <a:avLst/>
            <a:gdLst/>
            <a:ahLst/>
            <a:cxnLst/>
            <a:rect l="l" t="t" r="r" b="b"/>
            <a:pathLst>
              <a:path w="1224000" h="1800000">
                <a:moveTo>
                  <a:pt x="360000" y="0"/>
                </a:moveTo>
                <a:lnTo>
                  <a:pt x="1224000" y="0"/>
                </a:lnTo>
                <a:lnTo>
                  <a:pt x="1224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864800" y="0"/>
            <a:ext cx="460800" cy="1800000"/>
          </a:xfrm>
          <a:custGeom>
            <a:avLst/>
            <a:gdLst/>
            <a:ahLst/>
            <a:cxnLst/>
            <a:rect l="l" t="t" r="r" b="b"/>
            <a:pathLst>
              <a:path w="460800" h="1800000">
                <a:moveTo>
                  <a:pt x="360000" y="0"/>
                </a:moveTo>
                <a:lnTo>
                  <a:pt x="460800" y="0"/>
                </a:lnTo>
                <a:lnTo>
                  <a:pt x="1008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FF88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46281A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158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범채원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1584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46281A"/>
                </a:solidFill>
                <a:latin typeface="맑은 고딕"/>
                <a:ea typeface="맑은 고딕"/>
              </a:rPr>
              <a:t>포토그래퍼</a:t>
            </a:r>
          </a:p>
        </p:txBody>
      </p:sp>
      <p:sp>
        <p:nvSpPr>
          <p:cNvPr id="7" name="Rectangle 6"/>
          <p:cNvSpPr/>
          <p:nvPr/>
        </p:nvSpPr>
        <p:spPr>
          <a:xfrm>
            <a:off x="252000" y="1195200"/>
            <a:ext cx="144000" cy="180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46281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583200" y="13176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46281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83200" y="14472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46281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5768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324000"/>
            <a:ext cx="2520000" cy="79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2151C"/>
                </a:solidFill>
                <a:latin typeface="맑은 고딕"/>
                <a:ea typeface="맑은 고딕"/>
              </a:rPr>
              <a:t>오늘도 한 장의 영감을 줍습니다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76000"/>
            <a:ext cx="3240000" cy="324000"/>
          </a:xfrm>
          <a:prstGeom prst="rect">
            <a:avLst/>
          </a:prstGeom>
          <a:solidFill>
            <a:srgbClr val="FF6A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569600"/>
            <a:ext cx="1872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12151C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14400" y="1616400"/>
            <a:ext cx="43200" cy="4320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822400" y="1616400"/>
            <a:ext cx="43200" cy="43200"/>
          </a:xfrm>
          <a:prstGeom prst="ellipse">
            <a:avLst/>
          </a:prstGeom>
          <a:solidFill>
            <a:srgbClr val="12151C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30400" y="1616400"/>
            <a:ext cx="43200" cy="43200"/>
          </a:xfrm>
          <a:prstGeom prst="ellipse">
            <a:avLst/>
          </a:prstGeom>
          <a:solidFill>
            <a:srgbClr val="12151C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포토그래퍼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