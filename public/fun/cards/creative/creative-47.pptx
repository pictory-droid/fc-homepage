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17F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10800">
            <a:solidFill>
              <a:srgbClr val="FAE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4000" y="144000"/>
            <a:ext cx="2952000" cy="1512000"/>
          </a:xfrm>
          <a:prstGeom prst="rect">
            <a:avLst/>
          </a:prstGeom>
          <a:noFill/>
          <a:ln w="5400">
            <a:solidFill>
              <a:srgbClr val="B0933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400">
                <a:solidFill>
                  <a:srgbClr val="FFFFFF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468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범채원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848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FFFFFF"/>
                </a:solidFill>
                <a:latin typeface="맑은 고딕"/>
                <a:ea typeface="맑은 고딕"/>
              </a:rPr>
              <a:t>포토그래퍼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0000" y="993600"/>
            <a:ext cx="180000" cy="10800"/>
          </a:xfrm>
          <a:prstGeom prst="rect">
            <a:avLst/>
          </a:prstGeom>
          <a:solidFill>
            <a:srgbClr val="FAEE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087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2096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332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1" name="Freeform 10"/>
          <p:cNvSpPr/>
          <p:nvPr/>
        </p:nvSpPr>
        <p:spPr>
          <a:xfrm>
            <a:off x="1590175" y="1497289"/>
            <a:ext cx="75478" cy="82559"/>
          </a:xfrm>
          <a:custGeom>
            <a:avLst/>
            <a:gdLst/>
            <a:ahLst/>
            <a:cxnLst/>
            <a:rect l="l" t="t" r="r" b="b"/>
            <a:pathLst>
              <a:path w="75478" h="82559">
                <a:moveTo>
                  <a:pt x="54519" y="0"/>
                </a:moveTo>
                <a:lnTo>
                  <a:pt x="75478" y="17586"/>
                </a:lnTo>
                <a:lnTo>
                  <a:pt x="20959" y="82559"/>
                </a:lnTo>
                <a:lnTo>
                  <a:pt x="0" y="64973"/>
                </a:lnTo>
                <a:close/>
              </a:path>
            </a:pathLst>
          </a:custGeom>
          <a:solidFill>
            <a:srgbClr val="FAEE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581309" y="1562262"/>
            <a:ext cx="29825" cy="31848"/>
          </a:xfrm>
          <a:custGeom>
            <a:avLst/>
            <a:gdLst/>
            <a:ahLst/>
            <a:cxnLst/>
            <a:rect l="l" t="t" r="r" b="b"/>
            <a:pathLst>
              <a:path w="29825" h="31848">
                <a:moveTo>
                  <a:pt x="8866" y="0"/>
                </a:moveTo>
                <a:lnTo>
                  <a:pt x="29825" y="17586"/>
                </a:lnTo>
                <a:lnTo>
                  <a:pt x="0" y="31848"/>
                </a:lnTo>
                <a:close/>
              </a:path>
            </a:pathLst>
          </a:custGeom>
          <a:solidFill>
            <a:srgbClr val="B093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644694" y="1486809"/>
            <a:ext cx="29752" cy="28066"/>
          </a:xfrm>
          <a:custGeom>
            <a:avLst/>
            <a:gdLst/>
            <a:ahLst/>
            <a:cxnLst/>
            <a:rect l="l" t="t" r="r" b="b"/>
            <a:pathLst>
              <a:path w="29752" h="28066">
                <a:moveTo>
                  <a:pt x="8793" y="0"/>
                </a:moveTo>
                <a:lnTo>
                  <a:pt x="29752" y="17587"/>
                </a:lnTo>
                <a:lnTo>
                  <a:pt x="20959" y="28066"/>
                </a:lnTo>
                <a:lnTo>
                  <a:pt x="0" y="10480"/>
                </a:lnTo>
                <a:close/>
              </a:path>
            </a:pathLst>
          </a:custGeom>
          <a:solidFill>
            <a:srgbClr val="B093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CAA0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94270" y="699824"/>
            <a:ext cx="297939" cy="325893"/>
          </a:xfrm>
          <a:custGeom>
            <a:avLst/>
            <a:gdLst/>
            <a:ahLst/>
            <a:cxnLst/>
            <a:rect l="l" t="t" r="r" b="b"/>
            <a:pathLst>
              <a:path w="297939" h="325893">
                <a:moveTo>
                  <a:pt x="215206" y="0"/>
                </a:moveTo>
                <a:lnTo>
                  <a:pt x="297939" y="69421"/>
                </a:lnTo>
                <a:lnTo>
                  <a:pt x="82733" y="325893"/>
                </a:lnTo>
                <a:lnTo>
                  <a:pt x="0" y="25647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59274" y="956296"/>
            <a:ext cx="117729" cy="125716"/>
          </a:xfrm>
          <a:custGeom>
            <a:avLst/>
            <a:gdLst/>
            <a:ahLst/>
            <a:cxnLst/>
            <a:rect l="l" t="t" r="r" b="b"/>
            <a:pathLst>
              <a:path w="117729" h="125716">
                <a:moveTo>
                  <a:pt x="34996" y="0"/>
                </a:moveTo>
                <a:lnTo>
                  <a:pt x="117729" y="69421"/>
                </a:lnTo>
                <a:lnTo>
                  <a:pt x="0" y="125716"/>
                </a:lnTo>
                <a:close/>
              </a:path>
            </a:pathLst>
          </a:custGeom>
          <a:solidFill>
            <a:srgbClr val="8C8C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709476" y="658457"/>
            <a:ext cx="117443" cy="110788"/>
          </a:xfrm>
          <a:custGeom>
            <a:avLst/>
            <a:gdLst/>
            <a:ahLst/>
            <a:cxnLst/>
            <a:rect l="l" t="t" r="r" b="b"/>
            <a:pathLst>
              <a:path w="117443" h="110788">
                <a:moveTo>
                  <a:pt x="34710" y="0"/>
                </a:moveTo>
                <a:lnTo>
                  <a:pt x="117443" y="69422"/>
                </a:lnTo>
                <a:lnTo>
                  <a:pt x="82733" y="110788"/>
                </a:lnTo>
                <a:lnTo>
                  <a:pt x="0" y="41367"/>
                </a:lnTo>
                <a:close/>
              </a:path>
            </a:pathLst>
          </a:custGeom>
          <a:solidFill>
            <a:srgbClr val="8C8C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6E570C"/>
                </a:solidFill>
                <a:latin typeface="바탕"/>
                <a:ea typeface="바탕"/>
              </a:rPr>
              <a:t>오늘도 한 장의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6E570C"/>
                </a:solidFill>
                <a:latin typeface="바탕"/>
                <a:ea typeface="바탕"/>
              </a:rPr>
              <a:t>영감을 줍습니다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CAA0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786C44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포토그래퍼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