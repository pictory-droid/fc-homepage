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F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8F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8FB8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C4357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8FB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435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C435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86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9686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852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6852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171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171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