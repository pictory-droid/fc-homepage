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C4357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C435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C4357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아이디어에 숨결을 불어넣습니다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