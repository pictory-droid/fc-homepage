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0688" y="218304"/>
            <a:ext cx="186624" cy="1866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99072" y="401472"/>
            <a:ext cx="89856" cy="55296"/>
          </a:xfrm>
          <a:prstGeom prst="roundRect">
            <a:avLst>
              <a:gd name="adj" fmla="val 18750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12896" y="467136"/>
            <a:ext cx="62208" cy="31104"/>
          </a:xfrm>
          <a:prstGeom prst="roundRect">
            <a:avLst>
              <a:gd name="adj" fmla="val 33333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6755B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B3D8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B3D8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B3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4F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8AB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526B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아이디어에 숨결을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불어넣습니다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B7C1B2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