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CAF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4C585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8596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576800" y="252000"/>
            <a:ext cx="86400" cy="115200"/>
          </a:xfrm>
          <a:custGeom>
            <a:avLst/>
            <a:gdLst/>
            <a:ahLst/>
            <a:cxnLst/>
            <a:rect l="l" t="t" r="r" b="b"/>
            <a:pathLst>
              <a:path w="86400" h="115200">
                <a:moveTo>
                  <a:pt x="43200" y="0"/>
                </a:moveTo>
                <a:lnTo>
                  <a:pt x="86400" y="57600"/>
                </a:lnTo>
                <a:lnTo>
                  <a:pt x="43200" y="115200"/>
                </a:lnTo>
                <a:lnTo>
                  <a:pt x="0" y="57600"/>
                </a:lnTo>
                <a:close/>
              </a:path>
            </a:pathLst>
          </a:custGeom>
          <a:solidFill>
            <a:srgbClr val="4C58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360000" y="460800"/>
            <a:ext cx="25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1" spc="800">
                <a:solidFill>
                  <a:srgbClr val="1B2230"/>
                </a:solidFill>
                <a:latin typeface="바탕"/>
                <a:ea typeface="바탕"/>
              </a:rPr>
              <a:t>원OO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704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300">
                <a:solidFill>
                  <a:srgbClr val="424C4A"/>
                </a:solidFill>
                <a:latin typeface="바탕"/>
                <a:ea typeface="바탕"/>
              </a:rPr>
              <a:t>모션 그래픽 디자이너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76000" y="993600"/>
            <a:ext cx="288000" cy="0"/>
          </a:xfrm>
          <a:prstGeom prst="line">
            <a:avLst/>
          </a:prstGeom>
          <a:ln w="5760">
            <a:solidFill>
              <a:srgbClr val="4C5851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1016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4C5851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424C4A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F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D3D2EA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D3D2E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D3D2E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D3D2E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D3D2EA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D3D2EA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D3D2EA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D3D2EA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98D44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7E7B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98D44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B2230"/>
                </a:solidFill>
                <a:latin typeface="맑은 고딕"/>
                <a:ea typeface="맑은 고딕"/>
              </a:rPr>
              <a:t>로고 디자인  ·  일러스트  ·  모션 그래픽  ·  인물 촬영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D3D2EA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예약 후 방문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D3D2EA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모션 그래픽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