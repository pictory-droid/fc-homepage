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CAF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4C585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85967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4C58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1B2230"/>
                </a:solidFill>
                <a:latin typeface="바탕"/>
                <a:ea typeface="바탕"/>
              </a:rPr>
              <a:t>원OO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424C4A"/>
                </a:solidFill>
                <a:latin typeface="바탕"/>
                <a:ea typeface="바탕"/>
              </a:rPr>
              <a:t>모션 그래픽 디자이너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4C5851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4C5851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424C4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FF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3D2EA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3D2EA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3D2EA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3D2EA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3D2E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3D2EA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3D2EA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3D2E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98D44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98D4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B2230"/>
                </a:solidFill>
                <a:latin typeface="맑은 고딕"/>
                <a:ea typeface="맑은 고딕"/>
              </a:rPr>
              <a:t>로고 디자인  ·  일러스트  ·  모션 그래픽  ·  인물 촬영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D3D2EA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D3D2EA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