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400" cy="1800000"/>
          </a:xfrm>
          <a:prstGeom prst="rect">
            <a:avLst/>
          </a:prstGeom>
          <a:solidFill>
            <a:srgbClr val="8A7B6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1200" y="0"/>
            <a:ext cx="36000" cy="1800000"/>
          </a:xfrm>
          <a:prstGeom prst="rect">
            <a:avLst/>
          </a:prstGeom>
          <a:solidFill>
            <a:srgbClr val="4F6D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2400" y="0"/>
            <a:ext cx="36000" cy="1800000"/>
          </a:xfrm>
          <a:prstGeom prst="rect">
            <a:avLst/>
          </a:prstGeom>
          <a:solidFill>
            <a:srgbClr val="8A7B6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3600" y="0"/>
            <a:ext cx="50400" cy="1800000"/>
          </a:xfrm>
          <a:prstGeom prst="rect">
            <a:avLst/>
          </a:prstGeom>
          <a:solidFill>
            <a:srgbClr val="4F6D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44800" y="0"/>
            <a:ext cx="36000" cy="1800000"/>
          </a:xfrm>
          <a:prstGeom prst="rect">
            <a:avLst/>
          </a:prstGeom>
          <a:solidFill>
            <a:srgbClr val="8A7B6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06000" y="0"/>
            <a:ext cx="36000" cy="1800000"/>
          </a:xfrm>
          <a:prstGeom prst="rect">
            <a:avLst/>
          </a:prstGeom>
          <a:solidFill>
            <a:srgbClr val="4F6D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7200" y="0"/>
            <a:ext cx="50400" cy="1800000"/>
          </a:xfrm>
          <a:prstGeom prst="rect">
            <a:avLst/>
          </a:prstGeom>
          <a:solidFill>
            <a:srgbClr val="8A7B6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8400" y="0"/>
            <a:ext cx="36000" cy="1800000"/>
          </a:xfrm>
          <a:prstGeom prst="rect">
            <a:avLst/>
          </a:prstGeom>
          <a:solidFill>
            <a:srgbClr val="4F6D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9600" y="0"/>
            <a:ext cx="36000" cy="1800000"/>
          </a:xfrm>
          <a:prstGeom prst="rect">
            <a:avLst/>
          </a:prstGeom>
          <a:solidFill>
            <a:srgbClr val="8A7B6E">
              <a:alpha val="9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0800" y="0"/>
            <a:ext cx="50400" cy="1800000"/>
          </a:xfrm>
          <a:prstGeom prst="rect">
            <a:avLst/>
          </a:prstGeom>
          <a:solidFill>
            <a:srgbClr val="4F6D8F">
              <a:alpha val="70000"/>
            </a:srgbClr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828000" y="252000"/>
            <a:ext cx="201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828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허OO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828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에디터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8000" y="1123200"/>
            <a:ext cx="2160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828000" y="12060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130400" y="11952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8" name="텍스트"/>
          <p:cNvSpPr txBox="1"/>
          <p:nvPr/>
        </p:nvSpPr>
        <p:spPr>
          <a:xfrm>
            <a:off x="828000" y="13356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1130400" y="13248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828000" y="1465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21" name="텍스트"/>
          <p:cNvSpPr txBox="1"/>
          <p:nvPr/>
        </p:nvSpPr>
        <p:spPr>
          <a:xfrm>
            <a:off x="1130400" y="1454400"/>
            <a:ext cx="1296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01600"/>
            <a:ext cx="1512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A7ABB4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252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345600" y="558000"/>
            <a:ext cx="57600" cy="576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468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인물 촬영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6000" y="396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749600" y="558000"/>
            <a:ext cx="57600" cy="576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872000" y="396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행사 촬영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2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45600" y="1026000"/>
            <a:ext cx="57600" cy="57600"/>
          </a:xfrm>
          <a:prstGeom prst="ellipse">
            <a:avLst/>
          </a:prstGeom>
          <a:solidFill>
            <a:srgbClr val="C08A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텍스트"/>
          <p:cNvSpPr txBox="1"/>
          <p:nvPr/>
        </p:nvSpPr>
        <p:spPr>
          <a:xfrm>
            <a:off x="468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패키지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56000" y="864000"/>
            <a:ext cx="1296000" cy="381600"/>
          </a:xfrm>
          <a:prstGeom prst="roundRect">
            <a:avLst>
              <a:gd name="adj" fmla="val 16981"/>
            </a:avLst>
          </a:prstGeom>
          <a:solidFill>
            <a:srgbClr val="282A2D"/>
          </a:solidFill>
          <a:ln w="3600">
            <a:solidFill>
              <a:srgbClr val="2A2D3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749600" y="1026000"/>
            <a:ext cx="57600" cy="57600"/>
          </a:xfrm>
          <a:prstGeom prst="ellipse">
            <a:avLst/>
          </a:prstGeom>
          <a:solidFill>
            <a:srgbClr val="577C6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텍스트"/>
          <p:cNvSpPr txBox="1"/>
          <p:nvPr/>
        </p:nvSpPr>
        <p:spPr>
          <a:xfrm>
            <a:off x="1872000" y="864000"/>
            <a:ext cx="1044000" cy="381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FFFFFF"/>
                </a:solidFill>
                <a:latin typeface="맑은 고딕"/>
                <a:ea typeface="맑은 고딕"/>
              </a:rPr>
              <a:t>포트폴리오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52000" y="1476000"/>
            <a:ext cx="2736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메일 · 메시지 문의   ·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에디터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