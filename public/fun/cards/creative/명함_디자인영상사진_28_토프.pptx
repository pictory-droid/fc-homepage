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8A7B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4F6D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8A7B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4F6D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8A7B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4F6D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8A7B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4F6D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8A7B6E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4F6D8F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에디터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577C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메일 · 메시지 문의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