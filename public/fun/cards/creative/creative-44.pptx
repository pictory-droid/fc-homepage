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4A5F8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784" y="1422720"/>
            <a:ext cx="234432" cy="159840"/>
          </a:xfrm>
          <a:prstGeom prst="roundRect">
            <a:avLst>
              <a:gd name="adj" fmla="val 16666"/>
            </a:avLst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09376" y="1385424"/>
            <a:ext cx="85248" cy="42624"/>
          </a:xfrm>
          <a:prstGeom prst="roundRect">
            <a:avLst>
              <a:gd name="adj" fmla="val 25000"/>
            </a:avLst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96056" y="1446696"/>
            <a:ext cx="111888" cy="111888"/>
          </a:xfrm>
          <a:prstGeom prst="ellipse">
            <a:avLst/>
          </a:pr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2696" y="1473336"/>
            <a:ext cx="58608" cy="586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3BCC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0DAF1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DAF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DAF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DAF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104" y="205920"/>
            <a:ext cx="139392" cy="950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456" y="183744"/>
            <a:ext cx="50688" cy="253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536" y="220176"/>
            <a:ext cx="66528" cy="66528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9376" y="236016"/>
            <a:ext cx="34848" cy="348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19294D"/>
                </a:solidFill>
                <a:latin typeface="맑은 고딕"/>
                <a:ea typeface="맑은 고딕"/>
              </a:rPr>
              <a:t>마음을 움직이는 한 장면을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A748B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33529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A748B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