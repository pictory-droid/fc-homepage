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B3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63816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6381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A0740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638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A0740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638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A0740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638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A0740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B300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B300"/>
          </a:solidFill>
          <a:ln w="576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