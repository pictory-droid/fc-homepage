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선은호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모션 그래픽 디자이너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일러스트  ·  웹툰  ·  모션 그래픽  ·  행사 촬영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