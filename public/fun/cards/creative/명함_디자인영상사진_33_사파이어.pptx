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718C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B2C1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0CFBC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718CB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5DDEC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0" y="943200"/>
            <a:ext cx="0" cy="604800"/>
          </a:xfrm>
          <a:prstGeom prst="line">
            <a:avLst/>
          </a:prstGeom>
          <a:ln w="3600">
            <a:solidFill>
              <a:srgbClr val="718CB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1944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DDE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46400" y="1022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944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DDE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46400" y="1166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944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5DDE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46400" y="13104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작업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D782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D782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일러스트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D782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E2DDD2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05C55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5C55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