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718C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2C1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0CFB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718CB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5DDEC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718CB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DDE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DDE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DDE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D782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D782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D782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05C55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5C55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