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0000" cy="1800000"/>
          </a:xfrm>
          <a:prstGeom prst="rect">
            <a:avLst/>
          </a:prstGeom>
          <a:solidFill>
            <a:srgbClr val="6A4A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296000" y="576000"/>
            <a:ext cx="648000" cy="648000"/>
          </a:xfrm>
          <a:prstGeom prst="ellipse">
            <a:avLst/>
          </a:prstGeom>
          <a:noFill/>
          <a:ln w="36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18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220">
                <a:solidFill>
                  <a:srgbClr val="FFFFFF">
                    <a:alpha val="80000"/>
                  </a:srgbClr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684000"/>
            <a:ext cx="1224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00">
                <a:solidFill>
                  <a:srgbClr val="FFFFFF"/>
                </a:solidFill>
                <a:latin typeface="맑은 고딕"/>
                <a:ea typeface="맑은 고딕"/>
              </a:rPr>
              <a:t>남OO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936000"/>
            <a:ext cx="1224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FFFFFF">
                    <a:alpha val="85000"/>
                  </a:srgbClr>
                </a:solidFill>
                <a:latin typeface="맑은 고딕"/>
                <a:ea typeface="맑은 고딕"/>
              </a:rPr>
              <a:t>브랜드 디자이너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872000" y="586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174400" y="5760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872000" y="766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174400" y="7560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872000" y="946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174400" y="9360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800000" y="540000"/>
            <a:ext cx="0" cy="72000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2000" y="216000"/>
            <a:ext cx="1944000" cy="1080000"/>
          </a:xfrm>
          <a:prstGeom prst="roundRect">
            <a:avLst>
              <a:gd name="adj" fmla="val 12000"/>
            </a:avLst>
          </a:prstGeom>
          <a:solidFill>
            <a:srgbClr val="6D874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540000" y="1288800"/>
            <a:ext cx="216000" cy="223200"/>
          </a:xfrm>
          <a:custGeom>
            <a:avLst/>
            <a:gdLst/>
            <a:ahLst/>
            <a:cxnLst/>
            <a:rect l="l" t="t" r="r" b="b"/>
            <a:pathLst>
              <a:path w="216000" h="223200">
                <a:moveTo>
                  <a:pt x="0" y="0"/>
                </a:moveTo>
                <a:lnTo>
                  <a:pt x="216000" y="0"/>
                </a:lnTo>
                <a:lnTo>
                  <a:pt x="36000" y="223200"/>
                </a:lnTo>
                <a:close/>
              </a:path>
            </a:pathLst>
          </a:custGeom>
          <a:solidFill>
            <a:srgbClr val="6D874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302400"/>
            <a:ext cx="165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FFFFFF">
                    <a:alpha val="80000"/>
                  </a:srgbClr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396000" y="4680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브랜딩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396000" y="6696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영상 편집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396000" y="8712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캘리그라피</a:t>
            </a:r>
          </a:p>
        </p:txBody>
      </p:sp>
      <p:sp>
        <p:nvSpPr>
          <p:cNvPr id="8" name="Oval 7"/>
          <p:cNvSpPr/>
          <p:nvPr/>
        </p:nvSpPr>
        <p:spPr>
          <a:xfrm>
            <a:off x="2433600" y="381600"/>
            <a:ext cx="100800" cy="100800"/>
          </a:xfrm>
          <a:prstGeom prst="ellipse">
            <a:avLst/>
          </a:prstGeom>
          <a:solidFill>
            <a:srgbClr val="D19A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 rot="1080000">
            <a:off x="2664000" y="324000"/>
            <a:ext cx="144000" cy="144000"/>
          </a:xfrm>
          <a:prstGeom prst="roundRect">
            <a:avLst>
              <a:gd name="adj" fmla="val 15000"/>
            </a:avLst>
          </a:prstGeom>
          <a:solidFill>
            <a:srgbClr val="6D874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2376000" y="1080000"/>
            <a:ext cx="684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FFFFFF"/>
                </a:solidFill>
                <a:latin typeface="맑은 고딕"/>
                <a:ea typeface="맑은 고딕"/>
              </a:rPr>
              <a:t>예약 후 방문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376000" y="1209600"/>
            <a:ext cx="684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A7ABB4"/>
                </a:solidFill>
                <a:latin typeface="맑은 고딕"/>
                <a:ea typeface="맑은 고딕"/>
              </a:rPr>
              <a:t>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브랜드 디자이너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