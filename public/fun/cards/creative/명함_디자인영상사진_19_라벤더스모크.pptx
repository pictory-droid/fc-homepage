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9E8FC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4F8796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4F8796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370BA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F8796"/>
          </a:solidFill>
          <a:ln w="576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7E6EA"/>
          </a:solidFill>
          <a:ln w="576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7E6EA"/>
          </a:solidFill>
          <a:ln w="576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7E6EA"/>
          </a:solidFill>
          <a:ln w="576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26C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26C7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