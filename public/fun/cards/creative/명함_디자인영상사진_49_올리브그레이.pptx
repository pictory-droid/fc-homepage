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F846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9E8363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BD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403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03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BDDD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B2B5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B2B5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C9CA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C9C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