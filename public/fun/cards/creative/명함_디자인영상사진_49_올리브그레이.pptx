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7F846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9E8363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BD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9E83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D403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039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BDDD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4B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C9CA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C4B2B5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C4B2B5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5C9CA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5C9CA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