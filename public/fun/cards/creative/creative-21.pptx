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F4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56805" y="219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A6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B2017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D4531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453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453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453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B201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생각을 형태로, 형태를 마음으로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