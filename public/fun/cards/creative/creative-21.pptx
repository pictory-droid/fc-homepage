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1223556" cy="180000"/>
          </a:xfrm>
          <a:prstGeom prst="roundRect">
            <a:avLst>
              <a:gd name="adj" fmla="val 50000"/>
            </a:avLst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1223556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생각을 형태로,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형태를 마음으로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463C72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