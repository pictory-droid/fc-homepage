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224000" y="252000"/>
            <a:ext cx="0" cy="12960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213200" y="252000"/>
            <a:ext cx="21600" cy="201600"/>
          </a:xfrm>
          <a:prstGeom prst="rect">
            <a:avLst/>
          </a:prstGeom>
          <a:solidFill>
            <a:srgbClr val="1F7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90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140">
                <a:solidFill>
                  <a:srgbClr val="605C55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1F7A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1F7A80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404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구OO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404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캘리그라피 작가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04000" y="943200"/>
            <a:ext cx="1584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04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735200" y="10440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04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735200" y="11736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04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735200" y="13032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B7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C6E74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695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C39C87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584F5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브랜딩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C39C87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584F5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웹툰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C39C87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584F5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모션 그래픽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C39C87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584F50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행사 촬영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C39C87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F1D4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B2230"/>
                </a:solidFill>
                <a:latin typeface="맑은 고딕"/>
                <a:ea typeface="맑은 고딕"/>
              </a:rPr>
              <a:t>예약 후 방문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B2230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1B2230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캘리그라피 작가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