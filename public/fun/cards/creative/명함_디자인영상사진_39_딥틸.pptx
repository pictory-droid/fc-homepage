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05C5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F7A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F7A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B7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C6E7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95B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C39C8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84F5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C39C8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84F5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C39C8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84F5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C39C8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84F5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C39C8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1D4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