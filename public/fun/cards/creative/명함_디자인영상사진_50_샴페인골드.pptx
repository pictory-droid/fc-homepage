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D8B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6B8F6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B574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B574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B574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8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5E7D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5E7D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82653" y="915887"/>
            <a:ext cx="190680" cy="208572"/>
          </a:xfrm>
          <a:custGeom>
            <a:avLst/>
            <a:gdLst/>
            <a:ahLst/>
            <a:cxnLst/>
            <a:rect l="l" t="t" r="r" b="b"/>
            <a:pathLst>
              <a:path w="190680" h="208572">
                <a:moveTo>
                  <a:pt x="137731" y="0"/>
                </a:moveTo>
                <a:lnTo>
                  <a:pt x="190680" y="44430"/>
                </a:lnTo>
                <a:lnTo>
                  <a:pt x="52949" y="208572"/>
                </a:lnTo>
                <a:lnTo>
                  <a:pt x="0" y="1641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60255" y="1080029"/>
            <a:ext cx="75347" cy="80459"/>
          </a:xfrm>
          <a:custGeom>
            <a:avLst/>
            <a:gdLst/>
            <a:ahLst/>
            <a:cxnLst/>
            <a:rect l="l" t="t" r="r" b="b"/>
            <a:pathLst>
              <a:path w="75347" h="80459">
                <a:moveTo>
                  <a:pt x="22398" y="0"/>
                </a:moveTo>
                <a:lnTo>
                  <a:pt x="75347" y="44430"/>
                </a:lnTo>
                <a:lnTo>
                  <a:pt x="0" y="80459"/>
                </a:lnTo>
                <a:close/>
              </a:path>
            </a:pathLst>
          </a:custGeom>
          <a:solidFill>
            <a:srgbClr val="AEBE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20384" y="889413"/>
            <a:ext cx="75164" cy="70904"/>
          </a:xfrm>
          <a:custGeom>
            <a:avLst/>
            <a:gdLst/>
            <a:ahLst/>
            <a:cxnLst/>
            <a:rect l="l" t="t" r="r" b="b"/>
            <a:pathLst>
              <a:path w="75164" h="70904">
                <a:moveTo>
                  <a:pt x="22215" y="0"/>
                </a:moveTo>
                <a:lnTo>
                  <a:pt x="75164" y="44429"/>
                </a:lnTo>
                <a:lnTo>
                  <a:pt x="52949" y="70904"/>
                </a:lnTo>
                <a:lnTo>
                  <a:pt x="0" y="26474"/>
                </a:lnTo>
                <a:close/>
              </a:path>
            </a:pathLst>
          </a:custGeom>
          <a:solidFill>
            <a:srgbClr val="AEBE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87831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4691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AC87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4691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제품 촬영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AC87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C0CEC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36D71"/>
                </a:solidFill>
                <a:latin typeface="맑은 고딕"/>
                <a:ea typeface="맑은 고딕"/>
              </a:rPr>
              <a:t>메일 · 메시지 문의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