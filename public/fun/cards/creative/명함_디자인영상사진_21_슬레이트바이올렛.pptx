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666B73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4171D"/>
                </a:solidFill>
                <a:latin typeface="맑은 고딕"/>
                <a:ea typeface="맑은 고딕"/>
              </a:rPr>
              <a:t>전OO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프리랜서 디자이너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7C93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편집 디자인  ·  영상 편집  ·  모션 그래픽  ·  포트폴리오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