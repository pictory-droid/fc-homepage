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66B73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편집 디자인  ·  영상 편집  ·  모션 그래픽  ·  포트폴리오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