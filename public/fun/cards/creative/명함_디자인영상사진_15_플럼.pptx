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7A58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76A8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EC1C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04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04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04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9E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E4A72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