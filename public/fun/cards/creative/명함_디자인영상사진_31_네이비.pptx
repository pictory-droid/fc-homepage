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08A3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C299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635D50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451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8729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451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938729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451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4514A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