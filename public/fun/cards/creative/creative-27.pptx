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208800"/>
            <a:ext cx="57600" cy="57600"/>
          </a:xfrm>
          <a:prstGeom prst="ellipse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0" y="468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8784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0000" y="1137600"/>
            <a:ext cx="180000" cy="144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672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      name@example.com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256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60000" y="1576800"/>
            <a:ext cx="2520000" cy="104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97"/>
              </a:lnSpc>
            </a:pPr>
            <a:r>
              <a:rPr sz="550" b="1" spc="30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324000"/>
            <a:ext cx="252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2151C"/>
                </a:solidFill>
                <a:latin typeface="맑은 고딕"/>
                <a:ea typeface="맑은 고딕"/>
              </a:rPr>
              <a:t>이야기가 있는 디자인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76000"/>
            <a:ext cx="3240000" cy="324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569600"/>
            <a:ext cx="1872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12151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14400" y="1616400"/>
            <a:ext cx="43200" cy="43200"/>
          </a:xfrm>
          <a:prstGeom prst="ellipse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22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30400" y="1616400"/>
            <a:ext cx="43200" cy="43200"/>
          </a:xfrm>
          <a:prstGeom prst="ellipse">
            <a:avLst/>
          </a:prstGeom>
          <a:solidFill>
            <a:srgbClr val="12151C">
              <a:alpha val="5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