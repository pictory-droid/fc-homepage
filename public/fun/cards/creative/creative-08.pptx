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A6D5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292053" y="430704"/>
            <a:ext cx="207894" cy="197718"/>
          </a:xfrm>
          <a:custGeom>
            <a:avLst/>
            <a:gdLst/>
            <a:ahLst/>
            <a:cxnLst/>
            <a:rect l="l" t="t" r="r" b="b"/>
            <a:pathLst>
              <a:path w="207894" h="197718">
                <a:moveTo>
                  <a:pt x="103947" y="0"/>
                </a:moveTo>
                <a:lnTo>
                  <a:pt x="130482" y="72774"/>
                </a:lnTo>
                <a:lnTo>
                  <a:pt x="207894" y="75522"/>
                </a:lnTo>
                <a:lnTo>
                  <a:pt x="146881" y="123246"/>
                </a:lnTo>
                <a:lnTo>
                  <a:pt x="168190" y="197718"/>
                </a:lnTo>
                <a:lnTo>
                  <a:pt x="103947" y="154440"/>
                </a:lnTo>
                <a:lnTo>
                  <a:pt x="39704" y="197718"/>
                </a:lnTo>
                <a:lnTo>
                  <a:pt x="61013" y="123246"/>
                </a:lnTo>
                <a:lnTo>
                  <a:pt x="0" y="75522"/>
                </a:lnTo>
                <a:lnTo>
                  <a:pt x="77412" y="72774"/>
                </a:lnTo>
                <a:close/>
              </a:path>
            </a:pathLst>
          </a:cu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B79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723F13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7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23F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CA7021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CF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CA702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723F13"/>
                </a:solidFill>
                <a:latin typeface="맑은 고딕"/>
                <a:ea typeface="맑은 고딕"/>
              </a:rPr>
              <a:t>당신의 브랜드에 색을 입힙니다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2654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