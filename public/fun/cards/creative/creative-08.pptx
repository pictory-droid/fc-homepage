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272372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2723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CCC8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2723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CCC8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2723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CCC8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2723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CCC8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0E11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당신의 브랜드에 색을 입힙니다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