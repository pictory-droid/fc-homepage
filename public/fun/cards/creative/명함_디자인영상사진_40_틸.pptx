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3A9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64B56"/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CE6A2F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BCDD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264B5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BCDD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264B5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BCDD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264B5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BCDD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CD1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32858A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32858A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