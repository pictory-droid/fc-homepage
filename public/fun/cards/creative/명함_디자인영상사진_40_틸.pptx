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3A9B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64B56"/>
                </a:solidFill>
                <a:latin typeface="맑은 고딕"/>
                <a:ea typeface="맑은 고딕"/>
              </a:rPr>
              <a:t>브랜드 디자이너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CE6A2F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BCDDD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264B5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BCDD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264B5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BCDD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264B5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BCDDD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CD1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32858A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C264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영상 편집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캘리그라피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패키지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D4C4BC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  blog.example.com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32858A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브랜드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