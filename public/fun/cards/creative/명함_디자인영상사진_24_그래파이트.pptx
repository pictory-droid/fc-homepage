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14705A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5F69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4705A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양OO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76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1C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ADDE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A1C6BD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A1C6BD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DE1DC"/>
                </a:solidFill>
                <a:latin typeface="맑은 고딕"/>
                <a:ea typeface="맑은 고딕"/>
              </a:rPr>
              <a:t>작업 문의 가능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DE1DC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