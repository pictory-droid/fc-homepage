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14705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76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1C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ADDE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1C6B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1C6B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DE1DC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DE1D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