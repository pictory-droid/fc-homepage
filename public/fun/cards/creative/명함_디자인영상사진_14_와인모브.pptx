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BA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E5D6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615C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9E4E3D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신OO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2505C"/>
                </a:solidFill>
                <a:latin typeface="맑은 고딕"/>
                <a:ea typeface="맑은 고딕"/>
              </a:rPr>
              <a:t>일러스트레이터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2505C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52505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2505C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52505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2505C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8E4A63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C982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EDD4CF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564347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제품 촬영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EDD4C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564347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행사 촬영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EDD4C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564347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EDD4CF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EAD0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B2230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일러스트레이터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