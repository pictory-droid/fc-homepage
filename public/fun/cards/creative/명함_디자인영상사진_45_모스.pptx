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52000" y="0"/>
            <a:ext cx="288000" cy="1800000"/>
          </a:xfrm>
          <a:prstGeom prst="rect">
            <a:avLst/>
          </a:prstGeom>
          <a:solidFill>
            <a:srgbClr val="5E7D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52000" y="0"/>
            <a:ext cx="288000" cy="540000"/>
          </a:xfrm>
          <a:prstGeom prst="rect">
            <a:avLst/>
          </a:prstGeom>
          <a:solidFill>
            <a:srgbClr val="7C8C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7586C5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25200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채OO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" y="943200"/>
            <a:ext cx="696503" cy="172800"/>
          </a:xfrm>
          <a:prstGeom prst="roundRect">
            <a:avLst>
              <a:gd name="adj" fmla="val 50000"/>
            </a:avLst>
          </a:pr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943200"/>
            <a:ext cx="696503" cy="17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B2230"/>
                </a:solidFill>
                <a:latin typeface="맑은 고딕"/>
                <a:ea typeface="맑은 고딕"/>
              </a:rPr>
              <a:t>웹툰 작가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267200"/>
            <a:ext cx="2484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3536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44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16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52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52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F73B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7587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1B2230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B2230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B2230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B2230"/>
                </a:solidFill>
                <a:latin typeface="맑은 고딕"/>
                <a:ea typeface="맑은 고딕"/>
              </a:rPr>
              <a:t>인물 촬영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B2230"/>
                </a:solidFill>
                <a:latin typeface="맑은 고딕"/>
                <a:ea typeface="맑은 고딕"/>
              </a:rPr>
              <a:t>행사 촬영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B2230"/>
                </a:solidFill>
                <a:latin typeface="맑은 고딕"/>
                <a:ea typeface="맑은 고딕"/>
              </a:rPr>
              <a:t>예약 후 방문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B2230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B2230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웹툰 작가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