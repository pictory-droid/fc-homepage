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5E7D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586C5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39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sz="2500" b="1" spc="100">
                <a:solidFill>
                  <a:srgbClr val="1B2230"/>
                </a:solidFill>
                <a:latin typeface="맑은 고딕"/>
                <a:ea typeface="맑은 고딕"/>
              </a:rPr>
              <a:t>채OO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696503" cy="172800"/>
          </a:xfrm>
          <a:prstGeom prst="roundRect">
            <a:avLst>
              <a:gd name="adj" fmla="val 50000"/>
            </a:avLst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696503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B2230"/>
                </a:solidFill>
                <a:latin typeface="맑은 고딕"/>
                <a:ea typeface="맑은 고딕"/>
              </a:rPr>
              <a:t>웹툰 작가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F73B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7587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B2230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B223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인물 촬영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행사 촬영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B2230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웹툰 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