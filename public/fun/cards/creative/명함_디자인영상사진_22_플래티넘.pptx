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BF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BDDD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1C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DE1D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DE1DC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DE1DC"/>
                </a:solidFill>
                <a:latin typeface="맑은 고딕"/>
                <a:ea typeface="맑은 고딕"/>
              </a:rPr>
              <a:t>예약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