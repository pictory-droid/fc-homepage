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462400" y="158400"/>
            <a:ext cx="43200" cy="43200"/>
          </a:xfrm>
          <a:prstGeom prst="ellipse">
            <a:avLst/>
          </a:prstGeom>
          <a:solidFill>
            <a:srgbClr val="DA6C7F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462400" y="266400"/>
            <a:ext cx="43200" cy="43200"/>
          </a:xfrm>
          <a:prstGeom prst="ellipse">
            <a:avLst/>
          </a:prstGeom>
          <a:solidFill>
            <a:srgbClr val="DA6C7F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62400" y="374400"/>
            <a:ext cx="43200" cy="43200"/>
          </a:xfrm>
          <a:prstGeom prst="ellipse">
            <a:avLst/>
          </a:prstGeom>
          <a:solidFill>
            <a:srgbClr val="DA6C7F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62400" y="482400"/>
            <a:ext cx="43200" cy="43200"/>
          </a:xfrm>
          <a:prstGeom prst="ellipse">
            <a:avLst/>
          </a:prstGeom>
          <a:solidFill>
            <a:srgbClr val="DA6C7F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70400" y="158400"/>
            <a:ext cx="43200" cy="43200"/>
          </a:xfrm>
          <a:prstGeom prst="ellipse">
            <a:avLst/>
          </a:prstGeom>
          <a:solidFill>
            <a:srgbClr val="DA6C7F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570400" y="266400"/>
            <a:ext cx="43200" cy="43200"/>
          </a:xfrm>
          <a:prstGeom prst="ellipse">
            <a:avLst/>
          </a:prstGeom>
          <a:solidFill>
            <a:srgbClr val="DA6C7F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570400" y="374400"/>
            <a:ext cx="43200" cy="43200"/>
          </a:xfrm>
          <a:prstGeom prst="ellipse">
            <a:avLst/>
          </a:prstGeom>
          <a:solidFill>
            <a:srgbClr val="DA6C7F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570400" y="482400"/>
            <a:ext cx="43200" cy="43200"/>
          </a:xfrm>
          <a:prstGeom prst="ellipse">
            <a:avLst/>
          </a:prstGeom>
          <a:solidFill>
            <a:srgbClr val="DA6C7F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678400" y="158400"/>
            <a:ext cx="43200" cy="43200"/>
          </a:xfrm>
          <a:prstGeom prst="ellipse">
            <a:avLst/>
          </a:prstGeom>
          <a:solidFill>
            <a:srgbClr val="DA6C7F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78400" y="266400"/>
            <a:ext cx="43200" cy="43200"/>
          </a:xfrm>
          <a:prstGeom prst="ellipse">
            <a:avLst/>
          </a:prstGeom>
          <a:solidFill>
            <a:srgbClr val="DA6C7F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78400" y="374400"/>
            <a:ext cx="43200" cy="43200"/>
          </a:xfrm>
          <a:prstGeom prst="ellipse">
            <a:avLst/>
          </a:prstGeom>
          <a:solidFill>
            <a:srgbClr val="DA6C7F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8400" y="482400"/>
            <a:ext cx="43200" cy="43200"/>
          </a:xfrm>
          <a:prstGeom prst="ellipse">
            <a:avLst/>
          </a:prstGeom>
          <a:solidFill>
            <a:srgbClr val="DA6C7F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86400" y="158400"/>
            <a:ext cx="43200" cy="43200"/>
          </a:xfrm>
          <a:prstGeom prst="ellipse">
            <a:avLst/>
          </a:prstGeom>
          <a:solidFill>
            <a:srgbClr val="DA6C7F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786400" y="266400"/>
            <a:ext cx="43200" cy="43200"/>
          </a:xfrm>
          <a:prstGeom prst="ellipse">
            <a:avLst/>
          </a:prstGeom>
          <a:solidFill>
            <a:srgbClr val="DA6C7F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786400" y="374400"/>
            <a:ext cx="43200" cy="43200"/>
          </a:xfrm>
          <a:prstGeom prst="ellipse">
            <a:avLst/>
          </a:prstGeom>
          <a:solidFill>
            <a:srgbClr val="DA6C7F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786400" y="482400"/>
            <a:ext cx="43200" cy="43200"/>
          </a:xfrm>
          <a:prstGeom prst="ellipse">
            <a:avLst/>
          </a:prstGeom>
          <a:solidFill>
            <a:srgbClr val="DA6C7F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894400" y="158400"/>
            <a:ext cx="43200" cy="43200"/>
          </a:xfrm>
          <a:prstGeom prst="ellipse">
            <a:avLst/>
          </a:prstGeom>
          <a:solidFill>
            <a:srgbClr val="DA6C7F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894400" y="266400"/>
            <a:ext cx="43200" cy="43200"/>
          </a:xfrm>
          <a:prstGeom prst="ellipse">
            <a:avLst/>
          </a:prstGeom>
          <a:solidFill>
            <a:srgbClr val="DA6C7F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894400" y="374400"/>
            <a:ext cx="43200" cy="43200"/>
          </a:xfrm>
          <a:prstGeom prst="ellipse">
            <a:avLst/>
          </a:prstGeom>
          <a:solidFill>
            <a:srgbClr val="DA6C7F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894400" y="482400"/>
            <a:ext cx="43200" cy="43200"/>
          </a:xfrm>
          <a:prstGeom prst="ellipse">
            <a:avLst/>
          </a:prstGeom>
          <a:solidFill>
            <a:srgbClr val="DA6C7F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1663200"/>
            <a:ext cx="3240000" cy="136800"/>
          </a:xfrm>
          <a:prstGeom prst="rect">
            <a:avLst/>
          </a:prstGeom>
          <a:solidFill>
            <a:srgbClr val="DA6C7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663200"/>
            <a:ext cx="936000" cy="136800"/>
          </a:xfrm>
          <a:prstGeom prst="rect">
            <a:avLst/>
          </a:prstGeom>
          <a:solidFill>
            <a:srgbClr val="8F43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텍스트"/>
          <p:cNvSpPr txBox="1"/>
          <p:nvPr/>
        </p:nvSpPr>
        <p:spPr>
          <a:xfrm>
            <a:off x="252000" y="2088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D0B1B6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54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바탕"/>
                <a:ea typeface="바탕"/>
              </a:rPr>
              <a:t>마시현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252000" y="828000"/>
            <a:ext cx="2016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E598A5"/>
                </a:solidFill>
                <a:latin typeface="맑은 고딕"/>
                <a:ea typeface="맑은 고딕"/>
              </a:rPr>
              <a:t>브랜드 디자이너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252000" y="11088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E598A5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396000" y="11088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2777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E598A5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396000" y="12777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4466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E598A5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396000" y="14466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33" name="Freeform 32"/>
          <p:cNvSpPr/>
          <p:nvPr/>
        </p:nvSpPr>
        <p:spPr>
          <a:xfrm>
            <a:off x="2754004" y="1055520"/>
            <a:ext cx="251992" cy="239659"/>
          </a:xfrm>
          <a:custGeom>
            <a:avLst/>
            <a:gdLst/>
            <a:ahLst/>
            <a:cxnLst/>
            <a:rect l="l" t="t" r="r" b="b"/>
            <a:pathLst>
              <a:path w="251992" h="239659">
                <a:moveTo>
                  <a:pt x="125996" y="0"/>
                </a:moveTo>
                <a:lnTo>
                  <a:pt x="158160" y="88211"/>
                </a:lnTo>
                <a:lnTo>
                  <a:pt x="251992" y="91541"/>
                </a:lnTo>
                <a:lnTo>
                  <a:pt x="178038" y="149389"/>
                </a:lnTo>
                <a:lnTo>
                  <a:pt x="203866" y="239659"/>
                </a:lnTo>
                <a:lnTo>
                  <a:pt x="125996" y="187200"/>
                </a:lnTo>
                <a:lnTo>
                  <a:pt x="48126" y="239659"/>
                </a:lnTo>
                <a:lnTo>
                  <a:pt x="73954" y="149389"/>
                </a:lnTo>
                <a:lnTo>
                  <a:pt x="0" y="91541"/>
                </a:lnTo>
                <a:lnTo>
                  <a:pt x="93832" y="88211"/>
                </a:lnTo>
                <a:close/>
              </a:path>
            </a:pathLst>
          </a:custGeom>
          <a:solidFill>
            <a:srgbClr val="DA6C7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72A3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93600"/>
            <a:ext cx="3240000" cy="0"/>
          </a:xfrm>
          <a:prstGeom prst="line">
            <a:avLst/>
          </a:prstGeom>
          <a:ln w="7200">
            <a:solidFill>
              <a:srgbClr val="F4CDD3">
                <a:alpha val="30000"/>
              </a:srgbClr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0" y="201600"/>
            <a:ext cx="3240000" cy="0"/>
          </a:xfrm>
          <a:prstGeom prst="line">
            <a:avLst/>
          </a:prstGeom>
          <a:ln w="7200">
            <a:solidFill>
              <a:srgbClr val="F4CDD3">
                <a:alpha val="30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09600"/>
            <a:ext cx="3240000" cy="0"/>
          </a:xfrm>
          <a:prstGeom prst="line">
            <a:avLst/>
          </a:prstGeom>
          <a:ln w="7200">
            <a:solidFill>
              <a:srgbClr val="F4CDD3">
                <a:alpha val="30000"/>
              </a:srgbClr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0" y="417600"/>
            <a:ext cx="3240000" cy="0"/>
          </a:xfrm>
          <a:prstGeom prst="line">
            <a:avLst/>
          </a:prstGeom>
          <a:ln w="7200">
            <a:solidFill>
              <a:srgbClr val="F4CDD3">
                <a:alpha val="30000"/>
              </a:srgbClr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0" y="525600"/>
            <a:ext cx="3240000" cy="0"/>
          </a:xfrm>
          <a:prstGeom prst="line">
            <a:avLst/>
          </a:prstGeom>
          <a:ln w="7200">
            <a:solidFill>
              <a:srgbClr val="F4CDD3">
                <a:alpha val="30000"/>
              </a:srgbClr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0" y="633600"/>
            <a:ext cx="3240000" cy="0"/>
          </a:xfrm>
          <a:prstGeom prst="line">
            <a:avLst/>
          </a:prstGeom>
          <a:ln w="7200">
            <a:solidFill>
              <a:srgbClr val="F4CDD3">
                <a:alpha val="30000"/>
              </a:srgbClr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0" y="741600"/>
            <a:ext cx="3240000" cy="0"/>
          </a:xfrm>
          <a:prstGeom prst="line">
            <a:avLst/>
          </a:prstGeom>
          <a:ln w="7200">
            <a:solidFill>
              <a:srgbClr val="F4CDD3">
                <a:alpha val="30000"/>
              </a:srgbClr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0" y="849600"/>
            <a:ext cx="3240000" cy="0"/>
          </a:xfrm>
          <a:prstGeom prst="line">
            <a:avLst/>
          </a:prstGeom>
          <a:ln w="7200">
            <a:solidFill>
              <a:srgbClr val="F4CDD3">
                <a:alpha val="30000"/>
              </a:srgbClr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0" y="957600"/>
            <a:ext cx="3240000" cy="0"/>
          </a:xfrm>
          <a:prstGeom prst="line">
            <a:avLst/>
          </a:prstGeom>
          <a:ln w="7200">
            <a:solidFill>
              <a:srgbClr val="F4CDD3">
                <a:alpha val="30000"/>
              </a:srgbClr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0" y="1065600"/>
            <a:ext cx="3240000" cy="0"/>
          </a:xfrm>
          <a:prstGeom prst="line">
            <a:avLst/>
          </a:prstGeom>
          <a:ln w="7200">
            <a:solidFill>
              <a:srgbClr val="F4CDD3">
                <a:alpha val="30000"/>
              </a:srgbClr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0" y="1173600"/>
            <a:ext cx="3240000" cy="0"/>
          </a:xfrm>
          <a:prstGeom prst="line">
            <a:avLst/>
          </a:prstGeom>
          <a:ln w="7200">
            <a:solidFill>
              <a:srgbClr val="F4CDD3">
                <a:alpha val="30000"/>
              </a:srgbClr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0" y="1281600"/>
            <a:ext cx="3240000" cy="0"/>
          </a:xfrm>
          <a:prstGeom prst="line">
            <a:avLst/>
          </a:prstGeom>
          <a:ln w="7200">
            <a:solidFill>
              <a:srgbClr val="F4CDD3">
                <a:alpha val="30000"/>
              </a:srgbClr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0" y="1389600"/>
            <a:ext cx="3240000" cy="0"/>
          </a:xfrm>
          <a:prstGeom prst="line">
            <a:avLst/>
          </a:prstGeom>
          <a:ln w="7200">
            <a:solidFill>
              <a:srgbClr val="F4CDD3">
                <a:alpha val="30000"/>
              </a:srgbClr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0" y="1497600"/>
            <a:ext cx="3240000" cy="0"/>
          </a:xfrm>
          <a:prstGeom prst="line">
            <a:avLst/>
          </a:prstGeom>
          <a:ln w="7200">
            <a:solidFill>
              <a:srgbClr val="F4CDD3">
                <a:alpha val="30000"/>
              </a:srgbClr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0" y="1605600"/>
            <a:ext cx="3240000" cy="0"/>
          </a:xfrm>
          <a:prstGeom prst="line">
            <a:avLst/>
          </a:prstGeom>
          <a:ln w="7200">
            <a:solidFill>
              <a:srgbClr val="F4CDD3">
                <a:alpha val="30000"/>
              </a:srgbClr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0" y="1713600"/>
            <a:ext cx="3240000" cy="0"/>
          </a:xfrm>
          <a:prstGeom prst="line">
            <a:avLst/>
          </a:prstGeom>
          <a:ln w="7200">
            <a:solidFill>
              <a:srgbClr val="F4CDD3">
                <a:alpha val="30000"/>
              </a:srgbClr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0" y="1821600"/>
            <a:ext cx="3240000" cy="0"/>
          </a:xfrm>
          <a:prstGeom prst="line">
            <a:avLst/>
          </a:prstGeom>
          <a:ln w="7200">
            <a:solidFill>
              <a:srgbClr val="F4CDD3">
                <a:alpha val="30000"/>
              </a:srgbClr>
            </a:solidFill>
          </a:ln>
        </p:spPr>
      </p:cxnSp>
      <p:sp>
        <p:nvSpPr>
          <p:cNvPr id="19" name="Rectangle 18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solidFill>
            <a:srgbClr val="A72A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noFill/>
          <a:ln w="9000">
            <a:solidFill>
              <a:srgbClr val="F4CD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텍스트"/>
          <p:cNvSpPr txBox="1"/>
          <p:nvPr/>
        </p:nvSpPr>
        <p:spPr>
          <a:xfrm>
            <a:off x="576000" y="540000"/>
            <a:ext cx="2088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당신의 아이디어를 응원합니다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E9CBD0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브랜드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