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D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1584000" y="36000"/>
            <a:ext cx="1656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560"/>
              </a:lnSpc>
            </a:pPr>
            <a:r>
              <a:rPr sz="12800" b="1">
                <a:solidFill>
                  <a:srgbClr val="82E492"/>
                </a:solidFill>
                <a:latin typeface="맑은 고딕"/>
                <a:ea typeface="맑은 고딕"/>
              </a:rPr>
              <a:t>마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F402C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04800"/>
            <a:ext cx="16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08000"/>
            <a:ext cx="165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1F402C"/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" y="1231200"/>
            <a:ext cx="144000" cy="1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350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F402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3392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72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F402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616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9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F402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840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D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511200"/>
            <a:ext cx="57600" cy="576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684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당신의 아이디어를 응원합니다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1F402C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