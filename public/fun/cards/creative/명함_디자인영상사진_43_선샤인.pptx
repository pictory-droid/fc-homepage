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8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A0800B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C1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2151C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C16"/>
                </a:solidFill>
                <a:latin typeface="맑은 고딕"/>
                <a:ea typeface="맑은 고딕"/>
              </a:rPr>
              <a:t>영상 감독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A0800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C1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C1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C1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