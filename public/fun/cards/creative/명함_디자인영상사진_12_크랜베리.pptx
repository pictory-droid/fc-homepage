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216000"/>
            <a:ext cx="684000" cy="1368000"/>
          </a:xfrm>
          <a:custGeom>
            <a:avLst/>
            <a:gdLst/>
            <a:ahLst/>
            <a:cxnLst/>
            <a:rect l="l" t="t" r="r" b="b"/>
            <a:pathLst>
              <a:path w="684000" h="1368000">
                <a:moveTo>
                  <a:pt x="0" y="0"/>
                </a:moveTo>
                <a:lnTo>
                  <a:pt x="71497" y="3747"/>
                </a:lnTo>
                <a:lnTo>
                  <a:pt x="142212" y="14947"/>
                </a:lnTo>
                <a:lnTo>
                  <a:pt x="211368" y="33477"/>
                </a:lnTo>
                <a:lnTo>
                  <a:pt x="278208" y="59135"/>
                </a:lnTo>
                <a:lnTo>
                  <a:pt x="342000" y="91639"/>
                </a:lnTo>
                <a:lnTo>
                  <a:pt x="402045" y="130632"/>
                </a:lnTo>
                <a:lnTo>
                  <a:pt x="457685" y="175689"/>
                </a:lnTo>
                <a:lnTo>
                  <a:pt x="508311" y="226315"/>
                </a:lnTo>
                <a:lnTo>
                  <a:pt x="553368" y="281955"/>
                </a:lnTo>
                <a:lnTo>
                  <a:pt x="592361" y="342000"/>
                </a:lnTo>
                <a:lnTo>
                  <a:pt x="624865" y="405792"/>
                </a:lnTo>
                <a:lnTo>
                  <a:pt x="650523" y="472632"/>
                </a:lnTo>
                <a:lnTo>
                  <a:pt x="669053" y="541788"/>
                </a:lnTo>
                <a:lnTo>
                  <a:pt x="680253" y="612503"/>
                </a:lnTo>
                <a:lnTo>
                  <a:pt x="684000" y="684000"/>
                </a:lnTo>
                <a:lnTo>
                  <a:pt x="680253" y="755497"/>
                </a:lnTo>
                <a:lnTo>
                  <a:pt x="669053" y="826212"/>
                </a:lnTo>
                <a:lnTo>
                  <a:pt x="650523" y="895368"/>
                </a:lnTo>
                <a:lnTo>
                  <a:pt x="624865" y="962208"/>
                </a:lnTo>
                <a:lnTo>
                  <a:pt x="592361" y="1026000"/>
                </a:lnTo>
                <a:lnTo>
                  <a:pt x="553368" y="1086045"/>
                </a:lnTo>
                <a:lnTo>
                  <a:pt x="508311" y="1141685"/>
                </a:lnTo>
                <a:lnTo>
                  <a:pt x="457685" y="1192311"/>
                </a:lnTo>
                <a:lnTo>
                  <a:pt x="402045" y="1237368"/>
                </a:lnTo>
                <a:lnTo>
                  <a:pt x="342000" y="1276361"/>
                </a:lnTo>
                <a:lnTo>
                  <a:pt x="278208" y="1308865"/>
                </a:lnTo>
                <a:lnTo>
                  <a:pt x="211368" y="1334523"/>
                </a:lnTo>
                <a:lnTo>
                  <a:pt x="142212" y="1353053"/>
                </a:lnTo>
                <a:lnTo>
                  <a:pt x="71497" y="1364253"/>
                </a:lnTo>
                <a:lnTo>
                  <a:pt x="0" y="1368000"/>
                </a:lnTo>
                <a:close/>
              </a:path>
            </a:pathLst>
          </a:custGeom>
          <a:solidFill>
            <a:srgbClr val="9B2D4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32000" y="468000"/>
            <a:ext cx="864000" cy="864000"/>
          </a:xfrm>
          <a:prstGeom prst="ellipse">
            <a:avLst/>
          </a:prstGeom>
          <a:noFill/>
          <a:ln w="43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52000" y="648000"/>
            <a:ext cx="504000" cy="504000"/>
          </a:xfrm>
          <a:prstGeom prst="ellipse">
            <a:avLst/>
          </a:prstGeom>
          <a:noFill/>
          <a:ln w="432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86400" y="612000"/>
            <a:ext cx="324000" cy="57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450"/>
              </a:lnSpc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116000" y="252000"/>
            <a:ext cx="187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66B73"/>
                </a:solidFill>
                <a:latin typeface="맑은 고딕"/>
                <a:ea typeface="맑은 고딕"/>
              </a:rPr>
              <a:t>스튜디오 이름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16000" y="424800"/>
            <a:ext cx="18720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1116000" y="648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오OO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116000" y="900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66B73"/>
                </a:solidFill>
                <a:latin typeface="맑은 고딕"/>
                <a:ea typeface="맑은 고딕"/>
              </a:rPr>
              <a:t>사진작가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116000" y="1267200"/>
            <a:ext cx="18720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1116000" y="13572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47200" y="13464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116000" y="14796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47200" y="14688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1116000" y="1602000"/>
            <a:ext cx="3312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66B73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1447200" y="1591200"/>
            <a:ext cx="1188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4A3B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16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C5C0BE"/>
                </a:solidFill>
                <a:latin typeface="맑은 고딕"/>
                <a:ea typeface="맑은 고딕"/>
              </a:rPr>
              <a:t>작업 분야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38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AEA7A3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71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일러스트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656000" y="38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788D9F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656000" y="71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웹툰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92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788D9F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25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제품 촬영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656000" y="928800"/>
            <a:ext cx="576000" cy="3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>
                <a:solidFill>
                  <a:srgbClr val="AEA7A3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656000" y="1252800"/>
            <a:ext cx="1296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FFFFFF"/>
                </a:solidFill>
                <a:latin typeface="맑은 고딕"/>
                <a:ea typeface="맑은 고딕"/>
              </a:rPr>
              <a:t>행사 촬영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15264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C5C0BE"/>
                </a:solidFill>
                <a:latin typeface="맑은 고딕"/>
                <a:ea typeface="맑은 고딕"/>
              </a:rPr>
              <a:t>예약 후 방문   ·   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사진작가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