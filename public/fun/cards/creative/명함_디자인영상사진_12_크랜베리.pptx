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9B2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오OO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사진작가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3B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5C0BE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AEA7A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일러스트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788D9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웹툰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788D9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제품 촬영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AEA7A3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행사 촬영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5C0BE"/>
                </a:solidFill>
                <a:latin typeface="맑은 고딕"/>
                <a:ea typeface="맑은 고딕"/>
              </a:rPr>
              <a:t>예약 후 방문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사진작가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