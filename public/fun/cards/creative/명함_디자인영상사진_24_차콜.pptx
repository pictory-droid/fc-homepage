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1B2A49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6D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9C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D0D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9CBDBD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9CBDBD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9D0D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9D0D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