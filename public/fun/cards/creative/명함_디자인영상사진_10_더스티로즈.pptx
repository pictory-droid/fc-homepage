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C485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C55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06D3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B79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95B5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9D4C5D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695B5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584F50"/>
                </a:solidFill>
                <a:latin typeface="맑은 고딕"/>
                <a:ea typeface="맑은 고딕"/>
              </a:rPr>
              <a:t>예약 후 방문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