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C485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05C55"/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D06D32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B79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695B5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695B58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695B5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695B5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695B58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695B58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695B58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695B5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9D4C5D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695B58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웹툰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포트폴리오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584F50"/>
                </a:solidFill>
                <a:latin typeface="맑은 고딕"/>
                <a:ea typeface="맑은 고딕"/>
              </a:rPr>
              <a:t>예약 후 방문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