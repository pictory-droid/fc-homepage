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2B2E36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9A6B83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9A6B83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9A6B83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473744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안OO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682103" cy="158400"/>
          </a:xfrm>
          <a:prstGeom prst="roundRect">
            <a:avLst>
              <a:gd name="adj" fmla="val 50000"/>
            </a:avLst>
          </a:pr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682103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포토그래퍼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5B78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작업 분야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웹툰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행사 촬영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예약 후 방문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포토그래퍼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