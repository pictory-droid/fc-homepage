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B2E3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A6B8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A6B8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A6B83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7374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예약 후 방문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