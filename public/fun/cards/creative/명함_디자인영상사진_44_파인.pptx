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FE4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27261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8D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BC6452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E6F5E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C6452"/>
          </a:solidFill>
          <a:ln w="5760">
            <a:solidFill>
              <a:srgbClr val="BC64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ED8D3"/>
          </a:solidFill>
          <a:ln w="5760">
            <a:solidFill>
              <a:srgbClr val="BC64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ED8D3"/>
          </a:solidFill>
          <a:ln w="5760">
            <a:solidFill>
              <a:srgbClr val="BC64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EED8D3"/>
          </a:solidFill>
          <a:ln w="5760">
            <a:solidFill>
              <a:srgbClr val="BC64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3C0B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676E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676E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676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676E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