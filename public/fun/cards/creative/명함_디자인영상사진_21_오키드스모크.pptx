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B38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5F6672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B2230"/>
                </a:solidFill>
                <a:latin typeface="맑은 고딕"/>
                <a:ea typeface="맑은 고딕"/>
              </a:rPr>
              <a:t>전OO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F6672"/>
                </a:solidFill>
                <a:latin typeface="맑은 고딕"/>
                <a:ea typeface="맑은 고딕"/>
              </a:rPr>
              <a:t>프리랜서 디자이너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5F6672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DD5EC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9200" y="108000"/>
            <a:ext cx="57600" cy="0"/>
          </a:xfrm>
          <a:prstGeom prst="line">
            <a:avLst/>
          </a:prstGeom>
          <a:ln w="3600">
            <a:solidFill>
              <a:srgbClr val="C4BED4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08000" y="79200"/>
            <a:ext cx="0" cy="57600"/>
          </a:xfrm>
          <a:prstGeom prst="line">
            <a:avLst/>
          </a:prstGeom>
          <a:ln w="3600">
            <a:solidFill>
              <a:srgbClr val="C4BED4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103200" y="108000"/>
            <a:ext cx="57600" cy="0"/>
          </a:xfrm>
          <a:prstGeom prst="line">
            <a:avLst/>
          </a:prstGeom>
          <a:ln w="3600">
            <a:solidFill>
              <a:srgbClr val="C4BED4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32000" y="79200"/>
            <a:ext cx="0" cy="57600"/>
          </a:xfrm>
          <a:prstGeom prst="line">
            <a:avLst/>
          </a:prstGeom>
          <a:ln w="3600">
            <a:solidFill>
              <a:srgbClr val="C4BED4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9200" y="1692000"/>
            <a:ext cx="57600" cy="0"/>
          </a:xfrm>
          <a:prstGeom prst="line">
            <a:avLst/>
          </a:prstGeom>
          <a:ln w="3600">
            <a:solidFill>
              <a:srgbClr val="C4BED4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08000" y="1663200"/>
            <a:ext cx="0" cy="57600"/>
          </a:xfrm>
          <a:prstGeom prst="line">
            <a:avLst/>
          </a:prstGeom>
          <a:ln w="3600">
            <a:solidFill>
              <a:srgbClr val="C4BED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103200" y="1692000"/>
            <a:ext cx="57600" cy="0"/>
          </a:xfrm>
          <a:prstGeom prst="line">
            <a:avLst/>
          </a:prstGeom>
          <a:ln w="3600">
            <a:solidFill>
              <a:srgbClr val="C4BED4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32000" y="1663200"/>
            <a:ext cx="0" cy="57600"/>
          </a:xfrm>
          <a:prstGeom prst="line">
            <a:avLst/>
          </a:prstGeom>
          <a:ln w="3600">
            <a:solidFill>
              <a:srgbClr val="C4BED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2880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A455AD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866CB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19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A455AD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60000" y="7416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188"/>
              </a:lnSpc>
            </a:pPr>
            <a:r>
              <a:rPr sz="819" b="1">
                <a:solidFill>
                  <a:srgbClr val="1B2230"/>
                </a:solidFill>
                <a:latin typeface="맑은 고딕"/>
                <a:ea typeface="맑은 고딕"/>
              </a:rPr>
              <a:t>편집 디자인  ·  영상 편집  ·  모션 그래픽  ·  포트폴리오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60000" y="1224000"/>
            <a:ext cx="2520000" cy="0"/>
          </a:xfrm>
          <a:prstGeom prst="line">
            <a:avLst/>
          </a:prstGeom>
          <a:ln w="3600">
            <a:solidFill>
              <a:srgbClr val="C4BED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360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예약 후 방문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20000" y="1296000"/>
            <a:ext cx="0" cy="180000"/>
          </a:xfrm>
          <a:prstGeom prst="line">
            <a:avLst/>
          </a:prstGeom>
          <a:ln w="3600">
            <a:solidFill>
              <a:srgbClr val="C4BED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656000" y="1317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www.example.com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디자이너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