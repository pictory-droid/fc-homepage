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5F66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프리랜서 디자이너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DD5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455AD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866C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455A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편집 디자인  ·  영상 편집  ·  모션 그래픽  ·  포트폴리오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C4BED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프리랜서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