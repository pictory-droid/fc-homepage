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DBEC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남도현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일러스트레이터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1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648000"/>
          </a:xfrm>
          <a:prstGeom prst="line">
            <a:avLst/>
          </a:prstGeom>
          <a:ln w="5760">
            <a:solidFill>
              <a:srgbClr val="0077FF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0B3A72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0077FF"/>
          </a:solidFill>
          <a:ln w="5760">
            <a:solidFill>
              <a:srgbClr val="0077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로고 디자인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E6F1FF"/>
          </a:solidFill>
          <a:ln w="5760">
            <a:solidFill>
              <a:srgbClr val="0077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영상 편집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E6F1FF"/>
          </a:solidFill>
          <a:ln w="5760">
            <a:solidFill>
              <a:srgbClr val="0077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모션 그래픽</a:t>
            </a:r>
          </a:p>
        </p:txBody>
      </p:sp>
      <p:sp>
        <p:nvSpPr>
          <p:cNvPr id="10" name="Oval 9"/>
          <p:cNvSpPr/>
          <p:nvPr/>
        </p:nvSpPr>
        <p:spPr>
          <a:xfrm>
            <a:off x="367200" y="1044000"/>
            <a:ext cx="57600" cy="57600"/>
          </a:xfrm>
          <a:prstGeom prst="ellipse">
            <a:avLst/>
          </a:prstGeom>
          <a:solidFill>
            <a:srgbClr val="E6F1FF"/>
          </a:solidFill>
          <a:ln w="5760">
            <a:solidFill>
              <a:srgbClr val="0077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540000" y="10008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포트폴리오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B8D9F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B3A72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예약 후 방문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B3A72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0B3A72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0B3A72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일러스트레이터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