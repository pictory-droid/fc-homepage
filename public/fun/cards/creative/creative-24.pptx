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9F0D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35454" y="1353456"/>
            <a:ext cx="233092" cy="221684"/>
          </a:xfrm>
          <a:custGeom>
            <a:avLst/>
            <a:gdLst/>
            <a:ahLst/>
            <a:cxnLst/>
            <a:rect l="l" t="t" r="r" b="b"/>
            <a:pathLst>
              <a:path w="233092" h="221684">
                <a:moveTo>
                  <a:pt x="116546" y="0"/>
                </a:moveTo>
                <a:lnTo>
                  <a:pt x="146297" y="81595"/>
                </a:lnTo>
                <a:lnTo>
                  <a:pt x="233092" y="84676"/>
                </a:lnTo>
                <a:lnTo>
                  <a:pt x="164685" y="138185"/>
                </a:lnTo>
                <a:lnTo>
                  <a:pt x="188576" y="221684"/>
                </a:lnTo>
                <a:lnTo>
                  <a:pt x="116546" y="173160"/>
                </a:lnTo>
                <a:lnTo>
                  <a:pt x="44516" y="221684"/>
                </a:lnTo>
                <a:lnTo>
                  <a:pt x="68407" y="138185"/>
                </a:lnTo>
                <a:lnTo>
                  <a:pt x="0" y="84676"/>
                </a:lnTo>
                <a:lnTo>
                  <a:pt x="86795" y="8159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96E5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44212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66A1E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A1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A1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A1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4421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A78425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A7842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44212"/>
                </a:solidFill>
                <a:latin typeface="바탕"/>
                <a:ea typeface="바탕"/>
              </a:rPr>
              <a:t>화면 너머 마음을 전합니다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7A7056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