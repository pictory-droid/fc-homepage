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DBE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남도현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1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0077F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B3A72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0077FF"/>
          </a:solidFill>
          <a:ln w="5760">
            <a:solidFill>
              <a:srgbClr val="007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E6F1FF"/>
          </a:solidFill>
          <a:ln w="5760">
            <a:solidFill>
              <a:srgbClr val="007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E6F1FF"/>
          </a:solidFill>
          <a:ln w="5760">
            <a:solidFill>
              <a:srgbClr val="007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E6F1FF"/>
          </a:solidFill>
          <a:ln w="5760">
            <a:solidFill>
              <a:srgbClr val="007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3A72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3A72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0B3A7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0B3A72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