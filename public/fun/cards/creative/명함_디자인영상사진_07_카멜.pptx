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A873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조OO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포토그래퍼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일러스트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5F6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제품 촬영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포토그래퍼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