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6D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6D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한 줄 소개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6D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6D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B2230"/>
                </a:solidFill>
                <a:latin typeface="맑은 고딕"/>
                <a:ea typeface="맑은 고딕"/>
              </a:rPr>
              <a:t>송OO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5F6672"/>
                </a:solidFill>
                <a:latin typeface="맑은 고딕"/>
                <a:ea typeface="맑은 고딕"/>
              </a:rPr>
              <a:t>에디터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5F6672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58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9D2E8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C5B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E2DA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4700" y="540000"/>
            <a:ext cx="6662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E2DA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714700" y="540000"/>
            <a:ext cx="6662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31300" y="540000"/>
            <a:ext cx="6662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E2DA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31300" y="540000"/>
            <a:ext cx="6662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E2DA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포트폴리오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9D839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2DAE2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작업 문의 가능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2DAE2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D9D2E8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에디터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