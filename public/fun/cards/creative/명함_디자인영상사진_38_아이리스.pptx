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AF2F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0DFF0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E0DFF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58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81816" y="739859"/>
            <a:ext cx="238351" cy="260714"/>
          </a:xfrm>
          <a:custGeom>
            <a:avLst/>
            <a:gdLst/>
            <a:ahLst/>
            <a:cxnLst/>
            <a:rect l="l" t="t" r="r" b="b"/>
            <a:pathLst>
              <a:path w="238351" h="260714">
                <a:moveTo>
                  <a:pt x="172165" y="0"/>
                </a:moveTo>
                <a:lnTo>
                  <a:pt x="238351" y="55537"/>
                </a:lnTo>
                <a:lnTo>
                  <a:pt x="66187" y="260714"/>
                </a:lnTo>
                <a:lnTo>
                  <a:pt x="0" y="2051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3819" y="945036"/>
            <a:ext cx="94184" cy="100574"/>
          </a:xfrm>
          <a:custGeom>
            <a:avLst/>
            <a:gdLst/>
            <a:ahLst/>
            <a:cxnLst/>
            <a:rect l="l" t="t" r="r" b="b"/>
            <a:pathLst>
              <a:path w="94184" h="100574">
                <a:moveTo>
                  <a:pt x="27997" y="0"/>
                </a:moveTo>
                <a:lnTo>
                  <a:pt x="94184" y="55537"/>
                </a:lnTo>
                <a:lnTo>
                  <a:pt x="0" y="100574"/>
                </a:lnTo>
                <a:close/>
              </a:path>
            </a:pathLst>
          </a:custGeom>
          <a:solidFill>
            <a:srgbClr val="8EB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53981" y="706766"/>
            <a:ext cx="93954" cy="88630"/>
          </a:xfrm>
          <a:custGeom>
            <a:avLst/>
            <a:gdLst/>
            <a:ahLst/>
            <a:cxnLst/>
            <a:rect l="l" t="t" r="r" b="b"/>
            <a:pathLst>
              <a:path w="93954" h="88630">
                <a:moveTo>
                  <a:pt x="27768" y="0"/>
                </a:moveTo>
                <a:lnTo>
                  <a:pt x="93954" y="55537"/>
                </a:lnTo>
                <a:lnTo>
                  <a:pt x="66186" y="88630"/>
                </a:lnTo>
                <a:lnTo>
                  <a:pt x="0" y="33093"/>
                </a:lnTo>
                <a:close/>
              </a:path>
            </a:pathLst>
          </a:custGeom>
          <a:solidFill>
            <a:srgbClr val="8EB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E7BC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메일 · 메시지 문의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