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2A2F3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2A2F3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2A2F3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E23D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E23D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E23D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심소담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캘리그라피 작가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E23D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D90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인물 촬영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캘리그라피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패키지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D90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예약 후 방문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FFFFFF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캘리그라피 작가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