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웹툰 작가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5CD65C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마감은 약속, 품질은 자존심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