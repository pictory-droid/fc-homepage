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바탕"/>
                <a:ea typeface="바탕"/>
              </a:rPr>
              <a:t>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F746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3A2918"/>
                </a:solidFill>
                <a:latin typeface="바탕"/>
                <a:ea typeface="바탕"/>
              </a:rPr>
              <a:t>권다은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7B5732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94270" y="699824"/>
            <a:ext cx="297939" cy="325893"/>
          </a:xfrm>
          <a:custGeom>
            <a:avLst/>
            <a:gdLst/>
            <a:ahLst/>
            <a:cxnLst/>
            <a:rect l="l" t="t" r="r" b="b"/>
            <a:pathLst>
              <a:path w="297939" h="325893">
                <a:moveTo>
                  <a:pt x="215206" y="0"/>
                </a:moveTo>
                <a:lnTo>
                  <a:pt x="297939" y="69421"/>
                </a:lnTo>
                <a:lnTo>
                  <a:pt x="82733" y="325893"/>
                </a:lnTo>
                <a:lnTo>
                  <a:pt x="0" y="256472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59274" y="956296"/>
            <a:ext cx="117729" cy="125716"/>
          </a:xfrm>
          <a:custGeom>
            <a:avLst/>
            <a:gdLst/>
            <a:ahLst/>
            <a:cxnLst/>
            <a:rect l="l" t="t" r="r" b="b"/>
            <a:pathLst>
              <a:path w="117729" h="125716">
                <a:moveTo>
                  <a:pt x="34996" y="0"/>
                </a:moveTo>
                <a:lnTo>
                  <a:pt x="117729" y="69421"/>
                </a:lnTo>
                <a:lnTo>
                  <a:pt x="0" y="125716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09476" y="658457"/>
            <a:ext cx="117443" cy="110788"/>
          </a:xfrm>
          <a:custGeom>
            <a:avLst/>
            <a:gdLst/>
            <a:ahLst/>
            <a:cxnLst/>
            <a:rect l="l" t="t" r="r" b="b"/>
            <a:pathLst>
              <a:path w="117443" h="110788">
                <a:moveTo>
                  <a:pt x="34710" y="0"/>
                </a:moveTo>
                <a:lnTo>
                  <a:pt x="117443" y="69422"/>
                </a:lnTo>
                <a:lnTo>
                  <a:pt x="82733" y="110788"/>
                </a:lnTo>
                <a:lnTo>
                  <a:pt x="0" y="41367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마감은 약속,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품질은 자존심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7BDB3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