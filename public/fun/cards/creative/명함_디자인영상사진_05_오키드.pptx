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F0C8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F0C8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F0C8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C93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8246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82466"/>
                </a:solidFill>
                <a:latin typeface="맑은 고딕"/>
                <a:ea typeface="맑은 고딕"/>
              </a:rPr>
              <a:t>웹툰 작가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영상 편집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