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3A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사진작가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3A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한 프레임도 허투루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보지 않습니다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