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3A6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구민아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A3A9B5"/>
                </a:solidFill>
                <a:latin typeface="맑은 고딕"/>
                <a:ea typeface="맑은 고딕"/>
              </a:rPr>
              <a:t>사진작가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3A6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스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작업 분야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웹툰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캘리그라피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포트폴리오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A3A9B5"/>
                </a:solidFill>
                <a:latin typeface="맑은 고딕"/>
                <a:ea typeface="맑은 고딕"/>
              </a:rPr>
              <a:t>평일 10:00 – 19:00   |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사진작가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