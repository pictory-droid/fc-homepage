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59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DDD6C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3" name="Freeform 2"/>
          <p:cNvSpPr/>
          <p:nvPr/>
        </p:nvSpPr>
        <p:spPr>
          <a:xfrm>
            <a:off x="1525503" y="404640"/>
            <a:ext cx="188994" cy="179744"/>
          </a:xfrm>
          <a:custGeom>
            <a:avLst/>
            <a:gdLst/>
            <a:ahLst/>
            <a:cxnLst/>
            <a:rect l="l" t="t" r="r" b="b"/>
            <a:pathLst>
              <a:path w="188994" h="179744">
                <a:moveTo>
                  <a:pt x="94497" y="0"/>
                </a:moveTo>
                <a:lnTo>
                  <a:pt x="118620" y="66158"/>
                </a:lnTo>
                <a:lnTo>
                  <a:pt x="188994" y="68656"/>
                </a:lnTo>
                <a:lnTo>
                  <a:pt x="133528" y="112042"/>
                </a:lnTo>
                <a:lnTo>
                  <a:pt x="152899" y="179744"/>
                </a:lnTo>
                <a:lnTo>
                  <a:pt x="94497" y="140400"/>
                </a:lnTo>
                <a:lnTo>
                  <a:pt x="36095" y="179744"/>
                </a:lnTo>
                <a:lnTo>
                  <a:pt x="55466" y="112042"/>
                </a:lnTo>
                <a:lnTo>
                  <a:pt x="0" y="68656"/>
                </a:lnTo>
                <a:lnTo>
                  <a:pt x="70374" y="66158"/>
                </a:lnTo>
                <a:close/>
              </a:path>
            </a:pathLst>
          </a:custGeom>
          <a:solidFill>
            <a:srgbClr val="D6B6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E8D7AC"/>
                </a:solidFill>
                <a:latin typeface="맑은 고딕"/>
                <a:ea typeface="맑은 고딕"/>
              </a:rPr>
              <a:t>사진작가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D6B6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DDD6C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59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D6B669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7459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D6B6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한 프레임도 허투루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보지 않습니다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DDD6C7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