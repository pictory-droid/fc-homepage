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DE8D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691936" y="290880"/>
            <a:ext cx="304128" cy="20736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88704" y="242496"/>
            <a:ext cx="110592" cy="552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771424" y="321984"/>
            <a:ext cx="145152" cy="1451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05984" y="356544"/>
            <a:ext cx="76032" cy="7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6C8D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EC6D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EC6D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EC6D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A4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FBF6F7"/>
                </a:solidFill>
                <a:latin typeface="맑은 고딕"/>
                <a:ea typeface="맑은 고딕"/>
              </a:rPr>
              <a:t>색 하나에도 감정이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F3CED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BF6F7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29440" y="367200"/>
            <a:ext cx="285120" cy="194400"/>
          </a:xfrm>
          <a:prstGeom prst="roundRect">
            <a:avLst>
              <a:gd name="adj" fmla="val 16666"/>
            </a:avLst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20160" y="321840"/>
            <a:ext cx="103680" cy="51840"/>
          </a:xfrm>
          <a:prstGeom prst="roundRect">
            <a:avLst>
              <a:gd name="adj" fmla="val 25000"/>
            </a:avLst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03960" y="396360"/>
            <a:ext cx="136080" cy="136080"/>
          </a:xfrm>
          <a:prstGeom prst="ellipse">
            <a:avLst/>
          </a:prstGeom>
          <a:solidFill>
            <a:srgbClr val="C567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36360" y="428760"/>
            <a:ext cx="71280" cy="71280"/>
          </a:xfrm>
          <a:prstGeom prst="ellipse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