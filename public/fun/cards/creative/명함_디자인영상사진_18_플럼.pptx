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6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4CCD6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CB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4C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4C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4C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4C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4CCD6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