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12392D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392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12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1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BD2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영감은 일상에서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건져 올립니다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