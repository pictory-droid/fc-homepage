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4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6000" y="0"/>
            <a:ext cx="1044000" cy="1800000"/>
          </a:xfrm>
          <a:prstGeom prst="rect">
            <a:avLst/>
          </a:prstGeom>
          <a:solidFill>
            <a:srgbClr val="71A9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08119" y="533169"/>
            <a:ext cx="278076" cy="304167"/>
          </a:xfrm>
          <a:custGeom>
            <a:avLst/>
            <a:gdLst/>
            <a:ahLst/>
            <a:cxnLst/>
            <a:rect l="l" t="t" r="r" b="b"/>
            <a:pathLst>
              <a:path w="278076" h="304167">
                <a:moveTo>
                  <a:pt x="200858" y="0"/>
                </a:moveTo>
                <a:lnTo>
                  <a:pt x="278076" y="64793"/>
                </a:lnTo>
                <a:lnTo>
                  <a:pt x="77217" y="304167"/>
                </a:lnTo>
                <a:lnTo>
                  <a:pt x="0" y="2393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575455" y="772543"/>
            <a:ext cx="109881" cy="117335"/>
          </a:xfrm>
          <a:custGeom>
            <a:avLst/>
            <a:gdLst/>
            <a:ahLst/>
            <a:cxnLst/>
            <a:rect l="l" t="t" r="r" b="b"/>
            <a:pathLst>
              <a:path w="109881" h="117335">
                <a:moveTo>
                  <a:pt x="32664" y="0"/>
                </a:moveTo>
                <a:lnTo>
                  <a:pt x="109881" y="64793"/>
                </a:lnTo>
                <a:lnTo>
                  <a:pt x="0" y="1173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808977" y="494560"/>
            <a:ext cx="109614" cy="103402"/>
          </a:xfrm>
          <a:custGeom>
            <a:avLst/>
            <a:gdLst/>
            <a:ahLst/>
            <a:cxnLst/>
            <a:rect l="l" t="t" r="r" b="b"/>
            <a:pathLst>
              <a:path w="109614" h="103402">
                <a:moveTo>
                  <a:pt x="32397" y="0"/>
                </a:moveTo>
                <a:lnTo>
                  <a:pt x="109614" y="64793"/>
                </a:lnTo>
                <a:lnTo>
                  <a:pt x="77218" y="103402"/>
                </a:lnTo>
                <a:lnTo>
                  <a:pt x="0" y="386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268000" y="1224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 spc="15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331200"/>
            <a:ext cx="1872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619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7FB27F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828000"/>
            <a:ext cx="201600" cy="14400"/>
          </a:xfrm>
          <a:prstGeom prst="rect">
            <a:avLst/>
          </a:prstGeom>
          <a:solidFill>
            <a:srgbClr val="71A9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16000" y="100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FB27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1008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6000" y="117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FB27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1176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" y="134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FB27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345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94270" y="699824"/>
            <a:ext cx="297939" cy="325893"/>
          </a:xfrm>
          <a:custGeom>
            <a:avLst/>
            <a:gdLst/>
            <a:ahLst/>
            <a:cxnLst/>
            <a:rect l="l" t="t" r="r" b="b"/>
            <a:pathLst>
              <a:path w="297939" h="325893">
                <a:moveTo>
                  <a:pt x="215206" y="0"/>
                </a:moveTo>
                <a:lnTo>
                  <a:pt x="297939" y="69421"/>
                </a:lnTo>
                <a:lnTo>
                  <a:pt x="82733" y="325893"/>
                </a:lnTo>
                <a:lnTo>
                  <a:pt x="0" y="256472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59274" y="956296"/>
            <a:ext cx="117729" cy="125716"/>
          </a:xfrm>
          <a:custGeom>
            <a:avLst/>
            <a:gdLst/>
            <a:ahLst/>
            <a:cxnLst/>
            <a:rect l="l" t="t" r="r" b="b"/>
            <a:pathLst>
              <a:path w="117729" h="125716">
                <a:moveTo>
                  <a:pt x="34996" y="0"/>
                </a:moveTo>
                <a:lnTo>
                  <a:pt x="117729" y="69421"/>
                </a:lnTo>
                <a:lnTo>
                  <a:pt x="0" y="125716"/>
                </a:lnTo>
                <a:close/>
              </a:path>
            </a:pathLst>
          </a:custGeom>
          <a:solidFill>
            <a:srgbClr val="D1D1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09476" y="658457"/>
            <a:ext cx="117443" cy="110788"/>
          </a:xfrm>
          <a:custGeom>
            <a:avLst/>
            <a:gdLst/>
            <a:ahLst/>
            <a:cxnLst/>
            <a:rect l="l" t="t" r="r" b="b"/>
            <a:pathLst>
              <a:path w="117443" h="110788">
                <a:moveTo>
                  <a:pt x="34710" y="0"/>
                </a:moveTo>
                <a:lnTo>
                  <a:pt x="117443" y="69422"/>
                </a:lnTo>
                <a:lnTo>
                  <a:pt x="82733" y="110788"/>
                </a:lnTo>
                <a:lnTo>
                  <a:pt x="0" y="41367"/>
                </a:lnTo>
                <a:close/>
              </a:path>
            </a:pathLst>
          </a:custGeom>
          <a:solidFill>
            <a:srgbClr val="D1D1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영감은 일상에서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건져 올립니다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CCDACC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