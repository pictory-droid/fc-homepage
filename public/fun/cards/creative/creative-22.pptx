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2151C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사진작가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0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03672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브랜딩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포트폴리오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503672"/>
                </a:solidFill>
                <a:latin typeface="맑은 고딕"/>
                <a:ea typeface="맑은 고딕"/>
              </a:rPr>
              <a:t>메일 · 메시지 문의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