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수정 요청도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환영하는 작업자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5036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