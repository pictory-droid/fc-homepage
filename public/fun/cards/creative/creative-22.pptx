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8C5C61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Oval 2"/>
          <p:cNvSpPr/>
          <p:nvPr/>
        </p:nvSpPr>
        <p:spPr>
          <a:xfrm>
            <a:off x="1561680" y="415440"/>
            <a:ext cx="116640" cy="11664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91920" y="529920"/>
            <a:ext cx="56160" cy="34560"/>
          </a:xfrm>
          <a:prstGeom prst="roundRect">
            <a:avLst>
              <a:gd name="adj" fmla="val 18750"/>
            </a:avLst>
          </a:prstGeom>
          <a:solidFill>
            <a:srgbClr val="F8D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00560" y="570960"/>
            <a:ext cx="38880" cy="19440"/>
          </a:xfrm>
          <a:prstGeom prst="roundRect">
            <a:avLst>
              <a:gd name="adj" fmla="val 33333"/>
            </a:avLst>
          </a:prstGeom>
          <a:solidFill>
            <a:srgbClr val="F8D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5B151B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AE2934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5B151B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8C5C6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2320" y="250560"/>
            <a:ext cx="855360" cy="85536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14080" y="1090080"/>
            <a:ext cx="411840" cy="253440"/>
          </a:xfrm>
          <a:prstGeom prst="roundRect">
            <a:avLst>
              <a:gd name="adj" fmla="val 18750"/>
            </a:avLst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77440" y="1391040"/>
            <a:ext cx="285120" cy="142560"/>
          </a:xfrm>
          <a:prstGeom prst="roundRect">
            <a:avLst>
              <a:gd name="adj" fmla="val 33333"/>
            </a:avLst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5B151B"/>
                </a:solidFill>
                <a:latin typeface="바탕"/>
                <a:ea typeface="바탕"/>
              </a:rPr>
              <a:t>수정 요청도 환영하는 작업자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94676B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