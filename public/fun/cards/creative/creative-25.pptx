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3" name="Oval 2"/>
          <p:cNvSpPr/>
          <p:nvPr/>
        </p:nvSpPr>
        <p:spPr>
          <a:xfrm>
            <a:off x="2955600" y="241200"/>
            <a:ext cx="64800" cy="64800"/>
          </a:xfrm>
          <a:prstGeom prst="ellipse">
            <a:avLst/>
          </a:prstGeom>
          <a:solidFill>
            <a:srgbClr val="00D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고은채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800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웹툰 작가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411200"/>
            <a:ext cx="79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080000" y="1411200"/>
            <a:ext cx="90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52000" y="1411200"/>
            <a:ext cx="97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080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16000" y="72000"/>
            <a:ext cx="1080000" cy="93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0"/>
              </a:lnSpc>
            </a:pPr>
            <a:r>
              <a:rPr sz="11000" b="1">
                <a:solidFill>
                  <a:srgbClr val="00D0E0"/>
                </a:solidFill>
                <a:latin typeface="맑은 고딕"/>
                <a:ea typeface="맑은 고딕"/>
              </a:rPr>
              <a:t>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792000"/>
            <a:ext cx="25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좋아하는 일을 정직하게 합니다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15120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15696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웹툰 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