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F6ED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고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7E6E52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7C5D27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96930"/>
                </a:solidFill>
                <a:latin typeface="맑은 고딕"/>
                <a:ea typeface="맑은 고딕"/>
              </a:rPr>
              <a:t>웹툰 작가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96930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C5D27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96930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C5D27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969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C5D2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5D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00" cy="1800000"/>
          </a:xfrm>
          <a:prstGeom prst="rect">
            <a:avLst/>
          </a:prstGeom>
          <a:solidFill>
            <a:srgbClr val="D5B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43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8400"/>
            <a:ext cx="2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E6E0D5"/>
                </a:solidFill>
                <a:latin typeface="맑은 고딕"/>
                <a:ea typeface="맑은 고딕"/>
              </a:rPr>
              <a:t>좋아하는 일을 정직하게 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  <a:ln w="9000">
            <a:solidFill>
              <a:srgbClr val="D5B37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E6E0D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763200"/>
            <a:ext cx="201600" cy="14400"/>
          </a:xfrm>
          <a:prstGeom prst="rect">
            <a:avLst/>
          </a:prstGeom>
          <a:solidFill>
            <a:srgbClr val="D5B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29440" y="367200"/>
            <a:ext cx="285120" cy="194400"/>
          </a:xfrm>
          <a:prstGeom prst="roundRect">
            <a:avLst>
              <a:gd name="adj" fmla="val 16666"/>
            </a:avLst>
          </a:prstGeom>
          <a:solidFill>
            <a:srgbClr val="D5B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20160" y="321840"/>
            <a:ext cx="103680" cy="51840"/>
          </a:xfrm>
          <a:prstGeom prst="roundRect">
            <a:avLst>
              <a:gd name="adj" fmla="val 25000"/>
            </a:avLst>
          </a:prstGeom>
          <a:solidFill>
            <a:srgbClr val="D5B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03960" y="396360"/>
            <a:ext cx="136080" cy="136080"/>
          </a:xfrm>
          <a:prstGeom prst="ellipse">
            <a:avLst/>
          </a:prstGeom>
          <a:solidFill>
            <a:srgbClr val="9177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36360" y="428760"/>
            <a:ext cx="71280" cy="71280"/>
          </a:xfrm>
          <a:prstGeom prst="ellipse">
            <a:avLst/>
          </a:prstGeom>
          <a:solidFill>
            <a:srgbClr val="D5B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