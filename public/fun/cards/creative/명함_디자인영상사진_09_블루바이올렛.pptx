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1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5B5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30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1D1F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1D1F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1D1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