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E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FBF5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5E5F68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D8AC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E5F68"/>
                </a:solidFill>
                <a:latin typeface="맑은 고딕"/>
                <a:ea typeface="맑은 고딕"/>
              </a:rPr>
              <a:t>일러스트레이터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1C9C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5F6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5F6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E5F6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D9D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D683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D9D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D683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D9D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D683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D9D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D683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D9DD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D6836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E6C4C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D683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5D9D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제품 촬영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05C55"/>
                </a:solidFill>
                <a:latin typeface="맑은 고딕"/>
                <a:ea typeface="맑은 고딕"/>
              </a:rPr>
              <a:t>예약 후 방문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일러스트레이터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