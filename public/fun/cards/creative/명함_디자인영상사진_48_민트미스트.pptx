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1B2230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51A8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05C55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05C5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7D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C4D2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8F3E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968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752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7632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76000" y="7416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0296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76000" y="10080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889F8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2DC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작업 문의 가능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E2DC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CE2DC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