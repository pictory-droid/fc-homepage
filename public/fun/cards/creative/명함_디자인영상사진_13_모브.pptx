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9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2CBD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2CBD6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2CBD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CDC1C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96873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B46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968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5920" y="813600"/>
            <a:ext cx="380160" cy="2592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6880" y="753120"/>
            <a:ext cx="138240" cy="69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5280" y="852480"/>
            <a:ext cx="181440" cy="181440"/>
          </a:xfrm>
          <a:prstGeom prst="ellipse">
            <a:avLst/>
          </a:prstGeom>
          <a:solidFill>
            <a:srgbClr val="96B7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8480" y="895680"/>
            <a:ext cx="95040" cy="95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9788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2E6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메일 · 메시지 문의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