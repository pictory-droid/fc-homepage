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9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B463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E2CBD6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E2CBD6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E2CBD6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E6F5E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CDC1C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서OO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96873"/>
                </a:solidFill>
                <a:latin typeface="맑은 고딕"/>
                <a:ea typeface="맑은 고딕"/>
              </a:rPr>
              <a:t>영상 감독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B463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968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968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968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85920" y="813600"/>
            <a:ext cx="380160" cy="2592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6880" y="753120"/>
            <a:ext cx="138240" cy="691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85280" y="852480"/>
            <a:ext cx="181440" cy="181440"/>
          </a:xfrm>
          <a:prstGeom prst="ellipse">
            <a:avLst/>
          </a:prstGeom>
          <a:solidFill>
            <a:srgbClr val="96B7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28480" y="895680"/>
            <a:ext cx="95040" cy="950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9788F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9" name="Oval 8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일러스트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제품 촬영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포트폴리오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05C55"/>
                </a:solidFill>
                <a:latin typeface="맑은 고딕"/>
                <a:ea typeface="맑은 고딕"/>
              </a:rPr>
              <a:t>메일 · 메시지 문의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영상 감독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