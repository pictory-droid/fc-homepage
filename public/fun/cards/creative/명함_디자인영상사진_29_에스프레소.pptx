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635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6356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61600" y="972000"/>
            <a:ext cx="316800" cy="2160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62400" y="921600"/>
            <a:ext cx="115200" cy="57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44400" y="1004400"/>
            <a:ext cx="151200" cy="151200"/>
          </a:xfrm>
          <a:prstGeom prst="ellipse">
            <a:avLst/>
          </a:prstGeom>
          <a:solidFill>
            <a:srgbClr val="B1AB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0400" y="1040400"/>
            <a:ext cx="79200" cy="7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5C0BE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5C0BE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0B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0B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0B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2449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C27B2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2449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C27B2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2449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C27B2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2449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C27B2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2449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C27B2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예약 후 방문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