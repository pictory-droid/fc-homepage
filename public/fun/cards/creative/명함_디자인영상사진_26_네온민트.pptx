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00E0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12151C"/>
                </a:solidFill>
                <a:latin typeface="맑은 고딕"/>
                <a:ea typeface="맑은 고딕"/>
              </a:rPr>
              <a:t>스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노승민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모션 그래픽 디자이너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00E0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2151C"/>
                </a:solidFill>
                <a:latin typeface="맑은 고딕"/>
                <a:ea typeface="맑은 고딕"/>
              </a:rPr>
              <a:t>일러스트  ·  제품 촬영  ·  캘리그라피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모션 그래픽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