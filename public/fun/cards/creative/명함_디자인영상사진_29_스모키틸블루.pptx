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7E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60000" y="576000"/>
            <a:ext cx="720000" cy="1224000"/>
          </a:xfrm>
          <a:prstGeom prst="rect">
            <a:avLst/>
          </a:prstGeom>
          <a:solidFill>
            <a:srgbClr val="63909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160000" y="216000"/>
            <a:ext cx="720000" cy="360000"/>
          </a:xfrm>
          <a:custGeom>
            <a:avLst/>
            <a:gdLst/>
            <a:ahLst/>
            <a:cxnLst/>
            <a:rect l="l" t="t" r="r" b="b"/>
            <a:pathLst>
              <a:path w="720000" h="360000">
                <a:moveTo>
                  <a:pt x="0" y="360000"/>
                </a:moveTo>
                <a:lnTo>
                  <a:pt x="3080" y="313011"/>
                </a:lnTo>
                <a:lnTo>
                  <a:pt x="12267" y="266825"/>
                </a:lnTo>
                <a:lnTo>
                  <a:pt x="27403" y="222234"/>
                </a:lnTo>
                <a:lnTo>
                  <a:pt x="48231" y="180000"/>
                </a:lnTo>
                <a:lnTo>
                  <a:pt x="74393" y="140846"/>
                </a:lnTo>
                <a:lnTo>
                  <a:pt x="105442" y="105442"/>
                </a:lnTo>
                <a:lnTo>
                  <a:pt x="140846" y="74393"/>
                </a:lnTo>
                <a:lnTo>
                  <a:pt x="180000" y="48231"/>
                </a:lnTo>
                <a:lnTo>
                  <a:pt x="222234" y="27403"/>
                </a:lnTo>
                <a:lnTo>
                  <a:pt x="266825" y="12267"/>
                </a:lnTo>
                <a:lnTo>
                  <a:pt x="313011" y="3080"/>
                </a:lnTo>
                <a:lnTo>
                  <a:pt x="360000" y="0"/>
                </a:lnTo>
                <a:lnTo>
                  <a:pt x="406989" y="3080"/>
                </a:lnTo>
                <a:lnTo>
                  <a:pt x="453175" y="12267"/>
                </a:lnTo>
                <a:lnTo>
                  <a:pt x="497766" y="27403"/>
                </a:lnTo>
                <a:lnTo>
                  <a:pt x="540000" y="48231"/>
                </a:lnTo>
                <a:lnTo>
                  <a:pt x="579154" y="74393"/>
                </a:lnTo>
                <a:lnTo>
                  <a:pt x="614558" y="105442"/>
                </a:lnTo>
                <a:lnTo>
                  <a:pt x="645607" y="140846"/>
                </a:lnTo>
                <a:lnTo>
                  <a:pt x="671769" y="180000"/>
                </a:lnTo>
                <a:lnTo>
                  <a:pt x="692597" y="222234"/>
                </a:lnTo>
                <a:lnTo>
                  <a:pt x="707733" y="266825"/>
                </a:lnTo>
                <a:lnTo>
                  <a:pt x="716920" y="313011"/>
                </a:lnTo>
                <a:lnTo>
                  <a:pt x="720000" y="360000"/>
                </a:lnTo>
                <a:close/>
              </a:path>
            </a:pathLst>
          </a:custGeom>
          <a:solidFill>
            <a:srgbClr val="63909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361600" y="972000"/>
            <a:ext cx="316800" cy="216000"/>
          </a:xfrm>
          <a:prstGeom prst="roundRect">
            <a:avLst>
              <a:gd name="adj" fmla="val 16666"/>
            </a:avLst>
          </a:pr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462400" y="921600"/>
            <a:ext cx="115200" cy="57600"/>
          </a:xfrm>
          <a:prstGeom prst="roundRect">
            <a:avLst>
              <a:gd name="adj" fmla="val 25000"/>
            </a:avLst>
          </a:pr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44400" y="1004400"/>
            <a:ext cx="151200" cy="151200"/>
          </a:xfrm>
          <a:prstGeom prst="ellipse">
            <a:avLst/>
          </a:prstGeom>
          <a:solidFill>
            <a:srgbClr val="3F59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480400" y="1040400"/>
            <a:ext cx="79200" cy="79200"/>
          </a:xfrm>
          <a:prstGeom prst="ellipse">
            <a:avLst/>
          </a:pr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F8F0F1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유OO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D7E3E6"/>
                </a:solidFill>
                <a:latin typeface="맑은 고딕"/>
                <a:ea typeface="맑은 고딕"/>
              </a:rPr>
              <a:t>캘리그라피 작가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2000" y="1144800"/>
            <a:ext cx="1260000" cy="0"/>
          </a:xfrm>
          <a:prstGeom prst="line">
            <a:avLst/>
          </a:prstGeom>
          <a:ln w="3600">
            <a:solidFill>
              <a:srgbClr val="79A0AA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252000" y="1227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7E3E6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54400" y="1216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35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7E3E6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54400" y="133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472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7E3E6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54400" y="14616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B76E79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200" y="0"/>
            <a:ext cx="36000" cy="1800000"/>
          </a:xfrm>
          <a:prstGeom prst="rect">
            <a:avLst/>
          </a:prstGeom>
          <a:solidFill>
            <a:srgbClr val="4F8796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2400" y="0"/>
            <a:ext cx="36000" cy="1800000"/>
          </a:xfrm>
          <a:prstGeom prst="rect">
            <a:avLst/>
          </a:prstGeom>
          <a:solidFill>
            <a:srgbClr val="B76E79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3600" y="0"/>
            <a:ext cx="50400" cy="1800000"/>
          </a:xfrm>
          <a:prstGeom prst="rect">
            <a:avLst/>
          </a:prstGeom>
          <a:solidFill>
            <a:srgbClr val="4F8796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4800" y="0"/>
            <a:ext cx="36000" cy="1800000"/>
          </a:xfrm>
          <a:prstGeom prst="rect">
            <a:avLst/>
          </a:prstGeom>
          <a:solidFill>
            <a:srgbClr val="B76E79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6000" y="0"/>
            <a:ext cx="36000" cy="1800000"/>
          </a:xfrm>
          <a:prstGeom prst="rect">
            <a:avLst/>
          </a:prstGeom>
          <a:solidFill>
            <a:srgbClr val="4F8796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7200" y="0"/>
            <a:ext cx="50400" cy="1800000"/>
          </a:xfrm>
          <a:prstGeom prst="rect">
            <a:avLst/>
          </a:prstGeom>
          <a:solidFill>
            <a:srgbClr val="B76E79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8400" y="0"/>
            <a:ext cx="36000" cy="1800000"/>
          </a:xfrm>
          <a:prstGeom prst="rect">
            <a:avLst/>
          </a:prstGeom>
          <a:solidFill>
            <a:srgbClr val="4F8796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9600" y="0"/>
            <a:ext cx="36000" cy="1800000"/>
          </a:xfrm>
          <a:prstGeom prst="rect">
            <a:avLst/>
          </a:prstGeom>
          <a:solidFill>
            <a:srgbClr val="B76E79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0800" y="0"/>
            <a:ext cx="50400" cy="1800000"/>
          </a:xfrm>
          <a:prstGeom prst="rect">
            <a:avLst/>
          </a:prstGeom>
          <a:solidFill>
            <a:srgbClr val="4F8796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82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4F8796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13" name="Oval 12"/>
          <p:cNvSpPr/>
          <p:nvPr/>
        </p:nvSpPr>
        <p:spPr>
          <a:xfrm>
            <a:off x="831600" y="489600"/>
            <a:ext cx="43200" cy="43200"/>
          </a:xfrm>
          <a:prstGeom prst="ellipse">
            <a:avLst/>
          </a:prstGeom>
          <a:solidFill>
            <a:srgbClr val="B76E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936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로고 디자인</a:t>
            </a:r>
          </a:p>
        </p:txBody>
      </p:sp>
      <p:sp>
        <p:nvSpPr>
          <p:cNvPr id="15" name="Oval 14"/>
          <p:cNvSpPr/>
          <p:nvPr/>
        </p:nvSpPr>
        <p:spPr>
          <a:xfrm>
            <a:off x="831600" y="712800"/>
            <a:ext cx="43200" cy="43200"/>
          </a:xfrm>
          <a:prstGeom prst="ellipse">
            <a:avLst/>
          </a:prstGeom>
          <a:solidFill>
            <a:srgbClr val="4F8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텍스트"/>
          <p:cNvSpPr txBox="1"/>
          <p:nvPr/>
        </p:nvSpPr>
        <p:spPr>
          <a:xfrm>
            <a:off x="936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인물 촬영</a:t>
            </a:r>
          </a:p>
        </p:txBody>
      </p:sp>
      <p:sp>
        <p:nvSpPr>
          <p:cNvPr id="17" name="Oval 16"/>
          <p:cNvSpPr/>
          <p:nvPr/>
        </p:nvSpPr>
        <p:spPr>
          <a:xfrm>
            <a:off x="831600" y="936000"/>
            <a:ext cx="43200" cy="43200"/>
          </a:xfrm>
          <a:prstGeom prst="ellipse">
            <a:avLst/>
          </a:prstGeom>
          <a:solidFill>
            <a:srgbClr val="B76E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936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캘리그라피</a:t>
            </a:r>
          </a:p>
        </p:txBody>
      </p:sp>
      <p:sp>
        <p:nvSpPr>
          <p:cNvPr id="19" name="Oval 18"/>
          <p:cNvSpPr/>
          <p:nvPr/>
        </p:nvSpPr>
        <p:spPr>
          <a:xfrm>
            <a:off x="831600" y="1159200"/>
            <a:ext cx="43200" cy="43200"/>
          </a:xfrm>
          <a:prstGeom prst="ellipse">
            <a:avLst/>
          </a:prstGeom>
          <a:solidFill>
            <a:srgbClr val="4F879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텍스트"/>
          <p:cNvSpPr txBox="1"/>
          <p:nvPr/>
        </p:nvSpPr>
        <p:spPr>
          <a:xfrm>
            <a:off x="936000" y="1101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패키지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28000" y="1440000"/>
            <a:ext cx="2160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22" name="텍스트"/>
          <p:cNvSpPr txBox="1"/>
          <p:nvPr/>
        </p:nvSpPr>
        <p:spPr>
          <a:xfrm>
            <a:off x="828000" y="1512000"/>
            <a:ext cx="216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5F6672"/>
                </a:solidFill>
                <a:latin typeface="맑은 고딕"/>
                <a:ea typeface="맑은 고딕"/>
              </a:rPr>
              <a:t>작업 문의 가능  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캘리그라피 작가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