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1066505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9B7B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1066505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프리랜서 디자이너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문가영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63C72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3DA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B7B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E3DA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B7B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영상 편집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E3DA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B7B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E3DA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B7B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포트폴리오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E3DAFF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463C72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463C72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