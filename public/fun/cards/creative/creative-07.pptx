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7200" y="475200"/>
            <a:ext cx="849600" cy="849600"/>
          </a:xfrm>
          <a:prstGeom prst="ellipse">
            <a:avLst/>
          </a:prstGeom>
          <a:solidFill>
            <a:srgbClr val="E1CF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87200" y="475200"/>
            <a:ext cx="849600" cy="849600"/>
          </a:xfrm>
          <a:prstGeom prst="ellipse">
            <a:avLst/>
          </a:prstGeom>
          <a:solidFill>
            <a:srgbClr val="7A2CF5">
              <a:alpha val="9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692000" y="22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3A1E6E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92000" y="540000"/>
            <a:ext cx="1368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92000" y="943200"/>
            <a:ext cx="1368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3A1E6E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Rectangle 6"/>
          <p:cNvSpPr/>
          <p:nvPr/>
        </p:nvSpPr>
        <p:spPr>
          <a:xfrm>
            <a:off x="1692000" y="1195200"/>
            <a:ext cx="144000" cy="18000"/>
          </a:xfrm>
          <a:prstGeom prst="rect">
            <a:avLst/>
          </a:prstGeom>
          <a:solidFill>
            <a:srgbClr val="7A2CF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69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2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9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2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69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3A1E6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2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보이지 않던 가치를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보이게 합니다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FFFFFF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FFFFFF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