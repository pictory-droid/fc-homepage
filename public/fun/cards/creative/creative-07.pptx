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AFE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080000" y="252000"/>
            <a:ext cx="0" cy="1296000"/>
          </a:xfrm>
          <a:prstGeom prst="line">
            <a:avLst/>
          </a:prstGeom>
          <a:ln w="3600">
            <a:solidFill>
              <a:srgbClr val="DAC4FC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069200" y="252000"/>
            <a:ext cx="21600" cy="201600"/>
          </a:xfrm>
          <a:prstGeom prst="rect">
            <a:avLst/>
          </a:prstGeom>
          <a:solidFill>
            <a:srgbClr val="7A2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75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A1E6E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7A2C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7A2CF5"/>
                </a:solidFill>
                <a:latin typeface="맑은 고딕"/>
                <a:ea typeface="맑은 고딕"/>
              </a:rPr>
              <a:t>스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260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조하린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260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3A1E6E"/>
                </a:solidFill>
                <a:latin typeface="맑은 고딕"/>
                <a:ea typeface="맑은 고딕"/>
              </a:rPr>
              <a:t>포토그래퍼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60000" y="943200"/>
            <a:ext cx="1728000" cy="0"/>
          </a:xfrm>
          <a:prstGeom prst="line">
            <a:avLst/>
          </a:prstGeom>
          <a:ln w="3600">
            <a:solidFill>
              <a:srgbClr val="DAC4FC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260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A1E6E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591200" y="1044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260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A1E6E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591200" y="1173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260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A1E6E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91200" y="1303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985B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일러스트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모션 그래픽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제품 촬영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A3A9B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A3A9B5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A3A9B5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포토그래퍼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