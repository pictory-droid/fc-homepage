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1B2A4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심OO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666B73"/>
                </a:solidFill>
                <a:latin typeface="맑은 고딕"/>
                <a:ea typeface="맑은 고딕"/>
              </a:rPr>
              <a:t>프리랜서 디자이너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7C93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565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ECEBB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BABAA0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636329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CECE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636329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로고 디자인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8729" y="943200"/>
            <a:ext cx="31771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CECE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938729" y="943200"/>
            <a:ext cx="31771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웹툰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06839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CECE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306839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CECEBB"/>
                </a:solidFill>
                <a:latin typeface="맑은 고딕"/>
                <a:ea typeface="맑은 고딕"/>
              </a:rPr>
              <a:t>INSTAGRAM   @아이디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ECEBB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