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1B2A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66B73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65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ECEBB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BABAA0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E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8729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E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938729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83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E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0683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ECEBB"/>
                </a:solidFill>
                <a:latin typeface="맑은 고딕"/>
                <a:ea typeface="맑은 고딕"/>
              </a:rPr>
              <a:t>INSTAGRAM   @아이디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ECEBB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