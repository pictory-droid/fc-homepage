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25200">
            <a:solidFill>
              <a:srgbClr val="1B2A4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73600" y="2736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73600" y="612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심OO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73600" y="864000"/>
            <a:ext cx="216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666B73"/>
                </a:solidFill>
                <a:latin typeface="맑은 고딕"/>
                <a:ea typeface="맑은 고딕"/>
              </a:rPr>
              <a:t>프리랜서 디자이너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600" y="1137600"/>
            <a:ext cx="144000" cy="18000"/>
          </a:xfrm>
          <a:prstGeom prst="rect">
            <a:avLst/>
          </a:prstGeom>
          <a:solidFill>
            <a:srgbClr val="7C93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73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73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73600" y="12600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73600" y="13608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81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81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565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ECEBB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BABAA0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636329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CECEB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636329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8729" y="943200"/>
            <a:ext cx="317710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CECEB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938729" y="943200"/>
            <a:ext cx="31771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웹툰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06839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CECEB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306839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인물 촬영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CECEBB"/>
                </a:solidFill>
                <a:latin typeface="맑은 고딕"/>
                <a:ea typeface="맑은 고딕"/>
              </a:rPr>
              <a:t>INSTAGRAM   @아이디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ECEBB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