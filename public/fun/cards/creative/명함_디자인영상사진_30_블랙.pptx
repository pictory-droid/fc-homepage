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A3A9B5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88800"/>
            <a:ext cx="2736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백이현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A3A9B5"/>
                </a:solidFill>
                <a:latin typeface="맑은 고딕"/>
                <a:ea typeface="맑은 고딕"/>
              </a:rPr>
              <a:t>브랜드 디자이너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10368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A3A9B5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339200"/>
            <a:ext cx="3240000" cy="460800"/>
          </a:xfrm>
          <a:prstGeom prst="rect">
            <a:avLst/>
          </a:prstGeom>
          <a:solidFill>
            <a:srgbClr val="81818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1476000"/>
            <a:ext cx="93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0000"/>
                  </a:srgbClr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1576800"/>
            <a:ext cx="93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188000" y="1476000"/>
            <a:ext cx="108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0000"/>
                  </a:srgbClr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88000" y="1576800"/>
            <a:ext cx="108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108800" y="1468800"/>
            <a:ext cx="0" cy="208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600" y="122400"/>
            <a:ext cx="576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22400" y="93600"/>
            <a:ext cx="0" cy="576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088800" y="122400"/>
            <a:ext cx="576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17600" y="93600"/>
            <a:ext cx="0" cy="576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93600" y="1677600"/>
            <a:ext cx="576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22400" y="1648800"/>
            <a:ext cx="0" cy="576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088800" y="1677600"/>
            <a:ext cx="576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17600" y="1648800"/>
            <a:ext cx="0" cy="576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360000" y="331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작업 분야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84000"/>
            <a:ext cx="84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2151C"/>
                </a:solidFill>
                <a:latin typeface="맑은 고딕"/>
                <a:ea typeface="맑은 고딕"/>
              </a:rPr>
              <a:t>브랜딩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200000" y="684000"/>
            <a:ext cx="84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2151C"/>
                </a:solidFill>
                <a:latin typeface="맑은 고딕"/>
                <a:ea typeface="맑은 고딕"/>
              </a:rPr>
              <a:t>영상 편집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200000" y="676800"/>
            <a:ext cx="0" cy="2304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2040000" y="684000"/>
            <a:ext cx="84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2151C"/>
                </a:solidFill>
                <a:latin typeface="맑은 고딕"/>
                <a:ea typeface="맑은 고딕"/>
              </a:rPr>
              <a:t>캘리그라피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040000" y="676800"/>
            <a:ext cx="0" cy="2304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360000" y="1159200"/>
            <a:ext cx="2520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8" name="텍스트"/>
          <p:cNvSpPr txBox="1"/>
          <p:nvPr/>
        </p:nvSpPr>
        <p:spPr>
          <a:xfrm>
            <a:off x="360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예약 후 방문</a:t>
            </a:r>
          </a:p>
        </p:txBody>
      </p:sp>
      <p:sp>
        <p:nvSpPr>
          <p:cNvPr id="19" name="텍스트"/>
          <p:cNvSpPr txBox="1"/>
          <p:nvPr/>
        </p:nvSpPr>
        <p:spPr>
          <a:xfrm>
            <a:off x="1656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KAKAO  @채널아이디</a:t>
            </a:r>
          </a:p>
        </p:txBody>
      </p:sp>
      <p:sp>
        <p:nvSpPr>
          <p:cNvPr id="20" name="텍스트"/>
          <p:cNvSpPr txBox="1"/>
          <p:nvPr/>
        </p:nvSpPr>
        <p:spPr>
          <a:xfrm>
            <a:off x="360000" y="15264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스튜디오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브랜드 디자이너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