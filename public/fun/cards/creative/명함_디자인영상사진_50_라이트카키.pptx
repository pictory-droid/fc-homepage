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7676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A8733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현OO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브랜드 디자이너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2453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2453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2453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82653" y="915887"/>
            <a:ext cx="190680" cy="208572"/>
          </a:xfrm>
          <a:custGeom>
            <a:avLst/>
            <a:gdLst/>
            <a:ahLst/>
            <a:cxnLst/>
            <a:rect l="l" t="t" r="r" b="b"/>
            <a:pathLst>
              <a:path w="190680" h="208572">
                <a:moveTo>
                  <a:pt x="137731" y="0"/>
                </a:moveTo>
                <a:lnTo>
                  <a:pt x="190680" y="44430"/>
                </a:lnTo>
                <a:lnTo>
                  <a:pt x="52949" y="208572"/>
                </a:lnTo>
                <a:lnTo>
                  <a:pt x="0" y="1641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60255" y="1080029"/>
            <a:ext cx="75347" cy="80459"/>
          </a:xfrm>
          <a:custGeom>
            <a:avLst/>
            <a:gdLst/>
            <a:ahLst/>
            <a:cxnLst/>
            <a:rect l="l" t="t" r="r" b="b"/>
            <a:pathLst>
              <a:path w="75347" h="80459">
                <a:moveTo>
                  <a:pt x="22398" y="0"/>
                </a:moveTo>
                <a:lnTo>
                  <a:pt x="75347" y="44430"/>
                </a:lnTo>
                <a:lnTo>
                  <a:pt x="0" y="80459"/>
                </a:lnTo>
                <a:close/>
              </a:path>
            </a:pathLst>
          </a:custGeom>
          <a:solidFill>
            <a:srgbClr val="CCB5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20384" y="889413"/>
            <a:ext cx="75164" cy="70904"/>
          </a:xfrm>
          <a:custGeom>
            <a:avLst/>
            <a:gdLst/>
            <a:ahLst/>
            <a:cxnLst/>
            <a:rect l="l" t="t" r="r" b="b"/>
            <a:pathLst>
              <a:path w="75164" h="70904">
                <a:moveTo>
                  <a:pt x="22215" y="0"/>
                </a:moveTo>
                <a:lnTo>
                  <a:pt x="75164" y="44429"/>
                </a:lnTo>
                <a:lnTo>
                  <a:pt x="52949" y="70904"/>
                </a:lnTo>
                <a:lnTo>
                  <a:pt x="0" y="26474"/>
                </a:lnTo>
                <a:close/>
              </a:path>
            </a:pathLst>
          </a:custGeom>
          <a:solidFill>
            <a:srgbClr val="CCB5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8" name="Oval 7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10" name="Oval 9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606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일러스트</a:t>
            </a:r>
          </a:p>
        </p:txBody>
      </p:sp>
      <p:sp>
        <p:nvSpPr>
          <p:cNvPr id="12" name="Oval 11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제품 촬영</a:t>
            </a:r>
          </a:p>
        </p:txBody>
      </p:sp>
      <p:sp>
        <p:nvSpPr>
          <p:cNvPr id="14" name="Oval 13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606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10:00 – 19:00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브랜드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