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87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2653" y="915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0255" y="1080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CC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20384" y="889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CC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606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606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