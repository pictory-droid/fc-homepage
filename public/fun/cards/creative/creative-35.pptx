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웹툰 작가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00B8E6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눈에 띄기보다 마음에 남도록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