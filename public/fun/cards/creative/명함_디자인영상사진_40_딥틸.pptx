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7383E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7383E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C0D7D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17383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C0D7D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17383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C0D7D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17383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C0D7D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