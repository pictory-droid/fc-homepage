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BAC4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567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368B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979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82C6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5F2F9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5F2F9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5F2F9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5F2F9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예약 후 방문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