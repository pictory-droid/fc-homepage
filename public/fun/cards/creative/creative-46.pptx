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7A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FF95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2151C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2B16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A0520B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예진우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2B16"/>
                </a:solidFill>
                <a:latin typeface="맑은 고딕"/>
                <a:ea typeface="맑은 고딕"/>
              </a:rPr>
              <a:t>모션 그래픽 디자이너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A0520B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B1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B1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2B1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로고 디자인  ·  일러스트  ·  모션 그래픽  ·  인물 촬영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모션 그래픽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