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73080" y="269640"/>
            <a:ext cx="213840" cy="213840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28520" y="479520"/>
            <a:ext cx="102960" cy="63360"/>
          </a:xfrm>
          <a:prstGeom prst="roundRect">
            <a:avLst>
              <a:gd name="adj" fmla="val 18750"/>
            </a:avLst>
          </a:prstGeom>
          <a:solidFill>
            <a:srgbClr val="477E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4360" y="554760"/>
            <a:ext cx="71280" cy="35640"/>
          </a:xfrm>
          <a:prstGeom prst="roundRect">
            <a:avLst>
              <a:gd name="adj" fmla="val 33333"/>
            </a:avLst>
          </a:prstGeom>
          <a:solidFill>
            <a:srgbClr val="477E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0F1DE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5D6C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D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D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0FAF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53C26"/>
                </a:solidFill>
                <a:latin typeface="바탕"/>
                <a:ea typeface="바탕"/>
              </a:rPr>
              <a:t>함께한 프로젝트가 자랑이 되도록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D786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