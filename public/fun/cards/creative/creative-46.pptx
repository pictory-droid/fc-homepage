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F95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2B1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A0520B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2B16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A0520B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B1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B1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B1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로고 디자인  ·  일러스트  ·  모션 그래픽  ·  인물 촬영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