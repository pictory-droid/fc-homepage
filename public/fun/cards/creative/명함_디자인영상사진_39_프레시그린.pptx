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B76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12392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12392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12392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12392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12392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12392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12392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12392D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2151C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12392D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12151C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12392D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392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B7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392D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2392D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2392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2392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2392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41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