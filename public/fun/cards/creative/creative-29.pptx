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97507" y="488160"/>
            <a:ext cx="440986" cy="419402"/>
          </a:xfrm>
          <a:custGeom>
            <a:avLst/>
            <a:gdLst/>
            <a:ahLst/>
            <a:cxnLst/>
            <a:rect l="l" t="t" r="r" b="b"/>
            <a:pathLst>
              <a:path w="440986" h="419402">
                <a:moveTo>
                  <a:pt x="220493" y="0"/>
                </a:moveTo>
                <a:lnTo>
                  <a:pt x="276779" y="154369"/>
                </a:lnTo>
                <a:lnTo>
                  <a:pt x="440986" y="160198"/>
                </a:lnTo>
                <a:lnTo>
                  <a:pt x="311566" y="261431"/>
                </a:lnTo>
                <a:lnTo>
                  <a:pt x="356765" y="419402"/>
                </a:lnTo>
                <a:lnTo>
                  <a:pt x="220493" y="327600"/>
                </a:lnTo>
                <a:lnTo>
                  <a:pt x="84221" y="419402"/>
                </a:lnTo>
                <a:lnTo>
                  <a:pt x="129420" y="261431"/>
                </a:lnTo>
                <a:lnTo>
                  <a:pt x="0" y="160198"/>
                </a:lnTo>
                <a:lnTo>
                  <a:pt x="164207" y="15436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91938"/>
                </a:solidFill>
                <a:latin typeface="바탕"/>
                <a:ea typeface="바탕"/>
              </a:rPr>
              <a:t>심소담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9295B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9295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91938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1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2929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62505" y="374400"/>
            <a:ext cx="314990" cy="299573"/>
          </a:xfrm>
          <a:custGeom>
            <a:avLst/>
            <a:gdLst/>
            <a:ahLst/>
            <a:cxnLst/>
            <a:rect l="l" t="t" r="r" b="b"/>
            <a:pathLst>
              <a:path w="314990" h="299573">
                <a:moveTo>
                  <a:pt x="157495" y="0"/>
                </a:moveTo>
                <a:lnTo>
                  <a:pt x="197700" y="110263"/>
                </a:lnTo>
                <a:lnTo>
                  <a:pt x="314990" y="114427"/>
                </a:lnTo>
                <a:lnTo>
                  <a:pt x="222547" y="186737"/>
                </a:lnTo>
                <a:lnTo>
                  <a:pt x="254832" y="299573"/>
                </a:lnTo>
                <a:lnTo>
                  <a:pt x="157495" y="234000"/>
                </a:lnTo>
                <a:lnTo>
                  <a:pt x="60158" y="299573"/>
                </a:lnTo>
                <a:lnTo>
                  <a:pt x="92443" y="186737"/>
                </a:lnTo>
                <a:lnTo>
                  <a:pt x="0" y="114427"/>
                </a:lnTo>
                <a:lnTo>
                  <a:pt x="117290" y="11026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함께 만들어 가는 작업입니다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