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4D9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BCC1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BCC1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BCC1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6376B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6376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6376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E4A72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주OO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16878"/>
                </a:solidFill>
                <a:latin typeface="맑은 고딕"/>
                <a:ea typeface="맑은 고딕"/>
              </a:rPr>
              <a:t>포토그래퍼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6376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16878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16878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16878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9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A7CC0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88800"/>
            <a:ext cx="576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6E4A72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252000" y="554400"/>
            <a:ext cx="144000" cy="14400"/>
          </a:xfrm>
          <a:prstGeom prst="rect">
            <a:avLst/>
          </a:prstGeom>
          <a:solidFill>
            <a:srgbClr val="6E4A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6264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브랜딩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56000" y="388800"/>
            <a:ext cx="576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7C8CC8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1656000" y="554400"/>
            <a:ext cx="144000" cy="14400"/>
          </a:xfrm>
          <a:prstGeom prst="rect">
            <a:avLst/>
          </a:prstGeom>
          <a:solidFill>
            <a:srgbClr val="7C8C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656000" y="6264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928800"/>
            <a:ext cx="576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7C8CC8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94400"/>
            <a:ext cx="144000" cy="14400"/>
          </a:xfrm>
          <a:prstGeom prst="rect">
            <a:avLst/>
          </a:prstGeom>
          <a:solidFill>
            <a:srgbClr val="7C8C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664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웹툰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656000" y="928800"/>
            <a:ext cx="576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6E4A72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56000" y="1094400"/>
            <a:ext cx="144000" cy="14400"/>
          </a:xfrm>
          <a:prstGeom prst="rect">
            <a:avLst/>
          </a:prstGeom>
          <a:solidFill>
            <a:srgbClr val="6E4A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656000" y="11664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포트폴리오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373046"/>
                </a:solidFill>
                <a:latin typeface="맑은 고딕"/>
                <a:ea typeface="맑은 고딕"/>
              </a:rPr>
              <a:t>메일 · 메시지 문의   ·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포토그래퍼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