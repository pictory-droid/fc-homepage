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4D9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304000" y="684000"/>
            <a:ext cx="432000" cy="432000"/>
          </a:xfrm>
          <a:prstGeom prst="ellipse">
            <a:avLst/>
          </a:prstGeom>
          <a:noFill/>
          <a:ln w="4320">
            <a:solidFill>
              <a:srgbClr val="BCC1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124000" y="504000"/>
            <a:ext cx="792000" cy="792000"/>
          </a:xfrm>
          <a:prstGeom prst="ellipse">
            <a:avLst/>
          </a:prstGeom>
          <a:noFill/>
          <a:ln w="4320">
            <a:solidFill>
              <a:srgbClr val="BCC1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980000" y="360000"/>
            <a:ext cx="1080000" cy="1080000"/>
          </a:xfrm>
          <a:prstGeom prst="ellipse">
            <a:avLst/>
          </a:prstGeom>
          <a:noFill/>
          <a:ln w="4320">
            <a:solidFill>
              <a:srgbClr val="BCC1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72000" y="252000"/>
            <a:ext cx="1296000" cy="1296000"/>
          </a:xfrm>
          <a:prstGeom prst="ellipse">
            <a:avLst/>
          </a:prstGeom>
          <a:noFill/>
          <a:ln w="4320">
            <a:solidFill>
              <a:srgbClr val="6376B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69600" y="849600"/>
            <a:ext cx="100800" cy="100800"/>
          </a:xfrm>
          <a:prstGeom prst="ellipse">
            <a:avLst/>
          </a:prstGeom>
          <a:solidFill>
            <a:srgbClr val="6376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55600" y="421200"/>
            <a:ext cx="43200" cy="43200"/>
          </a:xfrm>
          <a:prstGeom prst="ellipse">
            <a:avLst/>
          </a:prstGeom>
          <a:solidFill>
            <a:srgbClr val="6376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E4A72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주OO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16878"/>
                </a:solidFill>
                <a:latin typeface="맑은 고딕"/>
                <a:ea typeface="맑은 고딕"/>
              </a:rPr>
              <a:t>포토그래퍼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2000" y="1080000"/>
            <a:ext cx="129600" cy="14400"/>
          </a:xfrm>
          <a:prstGeom prst="rect">
            <a:avLst/>
          </a:prstGeom>
          <a:solidFill>
            <a:srgbClr val="6376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52000" y="121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16878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83200" y="120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342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16878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83200" y="1332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472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16878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583200" y="1461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9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A7CC0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8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6E4A72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71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브랜딩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656000" y="38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7C8CC8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656000" y="71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로고 디자인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92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7C8CC8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25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웹툰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656000" y="92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6E4A72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656000" y="125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포트폴리오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15264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373046"/>
                </a:solidFill>
                <a:latin typeface="맑은 고딕"/>
                <a:ea typeface="맑은 고딕"/>
              </a:rPr>
              <a:t>메일 · 메시지 문의   ·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포토그래퍼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