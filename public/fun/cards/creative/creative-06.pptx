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0257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02571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0257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 컷에 담긴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마음을 믿습니다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