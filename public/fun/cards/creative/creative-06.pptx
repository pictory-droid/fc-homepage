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4991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73080" y="269640"/>
            <a:ext cx="213840" cy="213840"/>
          </a:xfrm>
          <a:prstGeom prst="ellipse">
            <a:avLst/>
          </a:prstGeom>
          <a:solidFill>
            <a:srgbClr val="4991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28520" y="479520"/>
            <a:ext cx="102960" cy="63360"/>
          </a:xfrm>
          <a:prstGeom prst="roundRect">
            <a:avLst>
              <a:gd name="adj" fmla="val 18750"/>
            </a:avLst>
          </a:prstGeom>
          <a:solidFill>
            <a:srgbClr val="CCE0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844360" y="554760"/>
            <a:ext cx="71280" cy="35640"/>
          </a:xfrm>
          <a:prstGeom prst="roundRect">
            <a:avLst>
              <a:gd name="adj" fmla="val 33333"/>
            </a:avLst>
          </a:prstGeom>
          <a:solidFill>
            <a:srgbClr val="CCE0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16000" y="230400"/>
            <a:ext cx="216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85326A"/>
                </a:solidFill>
                <a:latin typeface="맑은 고딕"/>
                <a:ea typeface="맑은 고딕"/>
              </a:rPr>
              <a:t>강도윤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16000" y="525600"/>
            <a:ext cx="216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3E7B32"/>
                </a:solidFill>
                <a:latin typeface="맑은 고딕"/>
                <a:ea typeface="맑은 고딕"/>
              </a:rPr>
              <a:t>모션 그래픽 디자이너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6000" y="770400"/>
            <a:ext cx="216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8B5F7B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16000" y="1432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4328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16000" y="1576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15768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800000" y="1432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944000" y="1432800"/>
            <a:ext cx="118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0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192320" y="250560"/>
            <a:ext cx="855360" cy="855360"/>
          </a:xfrm>
          <a:prstGeom prst="ellipse">
            <a:avLst/>
          </a:prstGeom>
          <a:solidFill>
            <a:srgbClr val="C15C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414080" y="1090080"/>
            <a:ext cx="411840" cy="253440"/>
          </a:xfrm>
          <a:prstGeom prst="roundRect">
            <a:avLst>
              <a:gd name="adj" fmla="val 18750"/>
            </a:avLst>
          </a:prstGeom>
          <a:solidFill>
            <a:srgbClr val="F4DF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477440" y="1391040"/>
            <a:ext cx="285120" cy="142560"/>
          </a:xfrm>
          <a:prstGeom prst="roundRect">
            <a:avLst>
              <a:gd name="adj" fmla="val 33333"/>
            </a:avLst>
          </a:prstGeom>
          <a:solidFill>
            <a:srgbClr val="F4DF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F9F0F6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96000" y="612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85326A"/>
                </a:solidFill>
                <a:latin typeface="바탕"/>
                <a:ea typeface="바탕"/>
              </a:rPr>
              <a:t>한 컷에 담긴 마음을 믿습니다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512000" y="1173600"/>
            <a:ext cx="216000" cy="10800"/>
          </a:xfrm>
          <a:prstGeom prst="rect">
            <a:avLst/>
          </a:prstGeom>
          <a:solidFill>
            <a:srgbClr val="C15C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128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8B5D7C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모션 그래픽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