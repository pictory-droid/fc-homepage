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43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0920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4316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6431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E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예약 후 방문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