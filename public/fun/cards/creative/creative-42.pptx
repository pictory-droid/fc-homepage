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4316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A0920B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봉기태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4316"/>
                </a:solidFill>
                <a:latin typeface="맑은 고딕"/>
                <a:ea typeface="맑은 고딕"/>
              </a:rPr>
              <a:t>사진작가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464316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FE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일러스트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예약 후 방문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