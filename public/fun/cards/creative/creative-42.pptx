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6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431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4316"/>
                </a:solidFill>
                <a:latin typeface="맑은 고딕"/>
                <a:ea typeface="맑은 고딕"/>
              </a:rPr>
              <a:t>사진작가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46431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E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디자인은 배려라고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생각합니다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