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87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AFAF8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Freeform 2"/>
          <p:cNvSpPr/>
          <p:nvPr/>
        </p:nvSpPr>
        <p:spPr>
          <a:xfrm>
            <a:off x="1572908" y="423930"/>
            <a:ext cx="119175" cy="130357"/>
          </a:xfrm>
          <a:custGeom>
            <a:avLst/>
            <a:gdLst/>
            <a:ahLst/>
            <a:cxnLst/>
            <a:rect l="l" t="t" r="r" b="b"/>
            <a:pathLst>
              <a:path w="119175" h="130357">
                <a:moveTo>
                  <a:pt x="86082" y="0"/>
                </a:moveTo>
                <a:lnTo>
                  <a:pt x="119175" y="27768"/>
                </a:lnTo>
                <a:lnTo>
                  <a:pt x="33093" y="130357"/>
                </a:lnTo>
                <a:lnTo>
                  <a:pt x="0" y="102588"/>
                </a:lnTo>
                <a:close/>
              </a:path>
            </a:pathLst>
          </a:cu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58909" y="526518"/>
            <a:ext cx="47092" cy="50287"/>
          </a:xfrm>
          <a:custGeom>
            <a:avLst/>
            <a:gdLst/>
            <a:ahLst/>
            <a:cxnLst/>
            <a:rect l="l" t="t" r="r" b="b"/>
            <a:pathLst>
              <a:path w="47092" h="50287">
                <a:moveTo>
                  <a:pt x="13999" y="0"/>
                </a:moveTo>
                <a:lnTo>
                  <a:pt x="47092" y="27769"/>
                </a:lnTo>
                <a:lnTo>
                  <a:pt x="0" y="50287"/>
                </a:lnTo>
                <a:close/>
              </a:path>
            </a:pathLst>
          </a:custGeom>
          <a:solidFill>
            <a:srgbClr val="808F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658990" y="407383"/>
            <a:ext cx="46978" cy="44315"/>
          </a:xfrm>
          <a:custGeom>
            <a:avLst/>
            <a:gdLst/>
            <a:ahLst/>
            <a:cxnLst/>
            <a:rect l="l" t="t" r="r" b="b"/>
            <a:pathLst>
              <a:path w="46978" h="44315">
                <a:moveTo>
                  <a:pt x="13885" y="0"/>
                </a:moveTo>
                <a:lnTo>
                  <a:pt x="46978" y="27768"/>
                </a:lnTo>
                <a:lnTo>
                  <a:pt x="33093" y="44315"/>
                </a:lnTo>
                <a:lnTo>
                  <a:pt x="0" y="16547"/>
                </a:lnTo>
                <a:close/>
              </a:path>
            </a:pathLst>
          </a:custGeom>
          <a:solidFill>
            <a:srgbClr val="808F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봉기태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FAFBF7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AFAF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8198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9562E"/>
                </a:solidFill>
                <a:latin typeface="바탕"/>
                <a:ea typeface="바탕"/>
              </a:rPr>
              <a:t>디자인은 배려라고 생각합니다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819852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E745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80757" y="257275"/>
            <a:ext cx="99313" cy="108631"/>
          </a:xfrm>
          <a:custGeom>
            <a:avLst/>
            <a:gdLst/>
            <a:ahLst/>
            <a:cxnLst/>
            <a:rect l="l" t="t" r="r" b="b"/>
            <a:pathLst>
              <a:path w="99313" h="108631">
                <a:moveTo>
                  <a:pt x="71735" y="0"/>
                </a:moveTo>
                <a:lnTo>
                  <a:pt x="99313" y="23140"/>
                </a:lnTo>
                <a:lnTo>
                  <a:pt x="27577" y="108631"/>
                </a:lnTo>
                <a:lnTo>
                  <a:pt x="0" y="85490"/>
                </a:lnTo>
                <a:close/>
              </a:path>
            </a:pathLst>
          </a:cu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569091" y="342765"/>
            <a:ext cx="39243" cy="41906"/>
          </a:xfrm>
          <a:custGeom>
            <a:avLst/>
            <a:gdLst/>
            <a:ahLst/>
            <a:cxnLst/>
            <a:rect l="l" t="t" r="r" b="b"/>
            <a:pathLst>
              <a:path w="39243" h="41906">
                <a:moveTo>
                  <a:pt x="11666" y="0"/>
                </a:moveTo>
                <a:lnTo>
                  <a:pt x="39243" y="23141"/>
                </a:lnTo>
                <a:lnTo>
                  <a:pt x="0" y="41906"/>
                </a:lnTo>
                <a:close/>
              </a:path>
            </a:pathLst>
          </a:cu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652492" y="243486"/>
            <a:ext cx="39148" cy="36929"/>
          </a:xfrm>
          <a:custGeom>
            <a:avLst/>
            <a:gdLst/>
            <a:ahLst/>
            <a:cxnLst/>
            <a:rect l="l" t="t" r="r" b="b"/>
            <a:pathLst>
              <a:path w="39148" h="36929">
                <a:moveTo>
                  <a:pt x="11570" y="0"/>
                </a:moveTo>
                <a:lnTo>
                  <a:pt x="39148" y="23140"/>
                </a:lnTo>
                <a:lnTo>
                  <a:pt x="27578" y="36929"/>
                </a:lnTo>
                <a:lnTo>
                  <a:pt x="0" y="13789"/>
                </a:lnTo>
                <a:close/>
              </a:path>
            </a:pathLst>
          </a:cu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