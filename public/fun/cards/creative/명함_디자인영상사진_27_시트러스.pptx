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D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D000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포토그래퍼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D000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영상 편집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