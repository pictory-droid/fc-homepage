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8C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C0AAB0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6761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57545F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6761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7545F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C0AAB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7545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7545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7545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8CC7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8CC7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1B223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55AC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55AC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