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손OO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웹툰 작가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5936" y="974880"/>
            <a:ext cx="304128" cy="20736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704" y="926496"/>
            <a:ext cx="110592" cy="552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85424" y="1005984"/>
            <a:ext cx="145152" cy="145152"/>
          </a:xfrm>
          <a:prstGeom prst="ellipse">
            <a:avLst/>
          </a:prstGeom>
          <a:solidFill>
            <a:srgbClr val="ACCC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19984" y="1040544"/>
            <a:ext cx="76032" cy="760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9" name="Oval 8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11" name="Oval 10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sp>
        <p:nvSpPr>
          <p:cNvPr id="13" name="Oval 12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10:00 – 19:00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웹툰 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