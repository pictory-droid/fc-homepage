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A6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홍OO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2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6478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