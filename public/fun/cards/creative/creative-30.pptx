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작업실의 불빛은 꺼지지 않습니다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