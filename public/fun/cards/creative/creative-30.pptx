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E36C1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E36C1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E36C1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E36C1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E664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84111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A511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511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511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511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8841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02240" y="1069920"/>
            <a:ext cx="155520" cy="15552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2560" y="1222560"/>
            <a:ext cx="74880" cy="46080"/>
          </a:xfrm>
          <a:prstGeom prst="roundRect">
            <a:avLst>
              <a:gd name="adj" fmla="val 18750"/>
            </a:avLst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54080" y="1277280"/>
            <a:ext cx="51840" cy="25920"/>
          </a:xfrm>
          <a:prstGeom prst="roundRect">
            <a:avLst>
              <a:gd name="adj" fmla="val 33333"/>
            </a:avLst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FBE6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DF3E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884111"/>
                </a:solidFill>
                <a:latin typeface="바탕"/>
                <a:ea typeface="바탕"/>
              </a:rPr>
              <a:t>작업실의 불빛은 꺼지지 않습니다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E664B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