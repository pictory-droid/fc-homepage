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06756" y="24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14149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A7887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D777B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85F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D9E3E8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48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첫 스케치의 설렘을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잊지 않습니다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CFD5D8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