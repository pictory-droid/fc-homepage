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FFF1EA"/>
                </a:solidFill>
                <a:latin typeface="맑은 고딕"/>
                <a:ea typeface="맑은 고딕"/>
              </a:rPr>
              <a:t>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5E8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첫 스케치의 설렘을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잊지 않습니다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