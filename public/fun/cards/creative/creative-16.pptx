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브랜딩  ·  웹툰  ·  영상 편집  ·  모션 그래픽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