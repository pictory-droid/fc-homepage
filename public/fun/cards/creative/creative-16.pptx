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FF9E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황주원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모션 그래픽 디자이너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9E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브랜딩  ·  웹툰  ·  영상 편집  ·  모션 그래픽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모션 그래픽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