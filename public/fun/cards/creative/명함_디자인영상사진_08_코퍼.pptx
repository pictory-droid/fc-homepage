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3272D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4171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C404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C8CACC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C404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C8CACC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C404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C8CACC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23272D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23272D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