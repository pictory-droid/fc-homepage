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6C8EA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주OO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포토그래퍼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C4928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B28331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A0403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A0403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웹툰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B28331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포트폴리오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C4928"/>
                </a:solidFill>
                <a:latin typeface="맑은 고딕"/>
                <a:ea typeface="맑은 고딕"/>
              </a:rPr>
              <a:t>평일 10:00 – 19:00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