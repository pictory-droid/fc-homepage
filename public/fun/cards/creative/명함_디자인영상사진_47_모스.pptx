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BC8B34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D7A3A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D7A3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D7A3A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0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0B7B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0B7BE"/>
                </a:solidFill>
                <a:latin typeface="맑은 고딕"/>
                <a:ea typeface="맑은 고딕"/>
              </a:rPr>
              <a:t>예약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