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BC8B34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5D7A3A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5D7A3A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5D7A3A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666B73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천OO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682103" cy="158400"/>
          </a:xfrm>
          <a:prstGeom prst="roundRect">
            <a:avLst>
              <a:gd name="adj" fmla="val 50000"/>
            </a:avLst>
          </a:prstGeom>
          <a:solidFill>
            <a:srgbClr val="BC8B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682103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포토그래퍼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0B7BE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BC9A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8F556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브랜딩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8F556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8F556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제품 촬영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8F556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캘리그라피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8F5564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D0B7BE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D0B7BE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D0B7BE"/>
                </a:solidFill>
                <a:latin typeface="맑은 고딕"/>
                <a:ea typeface="맑은 고딕"/>
              </a:rPr>
              <a:t>예약 후 방문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포토그래퍼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