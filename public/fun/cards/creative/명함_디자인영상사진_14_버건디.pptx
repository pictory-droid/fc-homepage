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803E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BC9A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0B7BE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신OO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0B7BE"/>
                </a:solidFill>
                <a:latin typeface="맑은 고딕"/>
                <a:ea typeface="맑은 고딕"/>
              </a:rPr>
              <a:t>일러스트레이터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0B7B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D0B7B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0B7B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D0B7BE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0B7B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71E2E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BFC3CC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171E2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제품 촬영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BFC3CC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171E2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행사 촬영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BFC3C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171E2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BFC3CC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일러스트레이터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