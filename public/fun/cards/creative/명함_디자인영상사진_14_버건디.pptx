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80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C9A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B7B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0B7BE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0B7B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0B7B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71E2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1E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1E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1E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