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1F7A80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7F9468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7F9468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7F9468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5F6672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8841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0707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07079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07079"/>
                </a:solidFill>
                <a:latin typeface="맑은 고딕"/>
                <a:ea typeface="맑은 고딕"/>
              </a:rPr>
              <a:t>작업 문의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