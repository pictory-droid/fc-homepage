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5CD65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5CD65C"/>
                </a:solidFill>
                <a:latin typeface="맑은 고딕"/>
                <a:ea typeface="맑은 고딕"/>
              </a:rPr>
              <a:t>스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권다은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웹툰 작가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5CD65C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5CD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12151C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2151C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브랜딩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편집 디자인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패키지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2151C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웹툰 작가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