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36000"/>
          </a:xfrm>
          <a:prstGeom prst="rect">
            <a:avLst/>
          </a:prstGeom>
          <a:solidFill>
            <a:srgbClr val="9C4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296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임OO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75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686459"/>
                </a:solidFill>
                <a:latin typeface="맑은 고딕"/>
                <a:ea typeface="맑은 고딕"/>
              </a:rPr>
              <a:t>브랜드 디자이너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59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9072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9864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36000" y="9684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376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168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36000" y="11988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680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47200"/>
            <a:ext cx="57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6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36000" y="1429200"/>
            <a:ext cx="205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5984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65F5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BAB7B3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BAB7B3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BAB7B3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BAB7B3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BAB7B3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BAB7B3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BAB7B3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BAB7B3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240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CECCC9"/>
                </a:solidFill>
                <a:latin typeface="맑은 고딕"/>
                <a:ea typeface="맑은 고딕"/>
              </a:rPr>
              <a:t>작업 분야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12000" y="468000"/>
            <a:ext cx="216000" cy="0"/>
          </a:xfrm>
          <a:prstGeom prst="line">
            <a:avLst/>
          </a:prstGeom>
          <a:ln w="7200">
            <a:solidFill>
              <a:srgbClr val="BAB7B3"/>
            </a:solidFill>
          </a:ln>
        </p:spPr>
      </p:cxnSp>
      <p:sp>
        <p:nvSpPr>
          <p:cNvPr id="12" name="텍스트"/>
          <p:cNvSpPr txBox="1"/>
          <p:nvPr/>
        </p:nvSpPr>
        <p:spPr>
          <a:xfrm>
            <a:off x="360000" y="5760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편집 디자인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632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웹툰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9504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인물 촬영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137600"/>
            <a:ext cx="2520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포트폴리오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60000" y="144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>
                <a:solidFill>
                  <a:srgbClr val="CECCC9"/>
                </a:solidFill>
                <a:latin typeface="맑은 고딕"/>
                <a:ea typeface="맑은 고딕"/>
              </a:rPr>
              <a:t>메일 · 메시지 문의   ·   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브랜드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