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86459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F5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AB7B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ECCC9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AB7B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ECCC9"/>
                </a:solidFill>
                <a:latin typeface="맑은 고딕"/>
                <a:ea typeface="맑은 고딕"/>
              </a:rPr>
              <a:t>메일 · 메시지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