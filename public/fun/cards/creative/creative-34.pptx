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4CC3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2151C"/>
                </a:solidFill>
                <a:latin typeface="맑은 고딕"/>
                <a:ea typeface="맑은 고딕"/>
              </a:rPr>
              <a:t>스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맹우빈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일러스트레이터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4CC3FF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4CC3FF"/>
          </a:solidFill>
          <a:ln w="5760">
            <a:solidFill>
              <a:srgbClr val="4CC3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0E1116"/>
          </a:solidFill>
          <a:ln w="5760">
            <a:solidFill>
              <a:srgbClr val="4CC3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0E1116"/>
          </a:solidFill>
          <a:ln w="5760">
            <a:solidFill>
              <a:srgbClr val="4CC3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행사 촬영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0E1116"/>
          </a:solidFill>
          <a:ln w="5760">
            <a:solidFill>
              <a:srgbClr val="4CC3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패키지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A3A9B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A3A9B5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일러스트레이터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