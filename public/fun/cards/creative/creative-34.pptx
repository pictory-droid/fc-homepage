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056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CCB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7971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93920" y="1377246"/>
            <a:ext cx="146983" cy="160774"/>
          </a:xfrm>
          <a:custGeom>
            <a:avLst/>
            <a:gdLst/>
            <a:ahLst/>
            <a:cxnLst/>
            <a:rect l="l" t="t" r="r" b="b"/>
            <a:pathLst>
              <a:path w="146983" h="160774">
                <a:moveTo>
                  <a:pt x="106168" y="0"/>
                </a:moveTo>
                <a:lnTo>
                  <a:pt x="146983" y="34248"/>
                </a:lnTo>
                <a:lnTo>
                  <a:pt x="40815" y="160774"/>
                </a:lnTo>
                <a:lnTo>
                  <a:pt x="0" y="12652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76655" y="1503772"/>
            <a:ext cx="58080" cy="62021"/>
          </a:xfrm>
          <a:custGeom>
            <a:avLst/>
            <a:gdLst/>
            <a:ahLst/>
            <a:cxnLst/>
            <a:rect l="l" t="t" r="r" b="b"/>
            <a:pathLst>
              <a:path w="58080" h="62021">
                <a:moveTo>
                  <a:pt x="17265" y="0"/>
                </a:moveTo>
                <a:lnTo>
                  <a:pt x="58080" y="34248"/>
                </a:lnTo>
                <a:lnTo>
                  <a:pt x="0" y="62021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000088" y="1356839"/>
            <a:ext cx="57939" cy="54655"/>
          </a:xfrm>
          <a:custGeom>
            <a:avLst/>
            <a:gdLst/>
            <a:ahLst/>
            <a:cxnLst/>
            <a:rect l="l" t="t" r="r" b="b"/>
            <a:pathLst>
              <a:path w="57939" h="54655">
                <a:moveTo>
                  <a:pt x="17124" y="0"/>
                </a:moveTo>
                <a:lnTo>
                  <a:pt x="57939" y="34248"/>
                </a:lnTo>
                <a:lnTo>
                  <a:pt x="40815" y="54655"/>
                </a:lnTo>
                <a:lnTo>
                  <a:pt x="0" y="20407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FCDB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9CE85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CCB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CE8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CE8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CE8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처음 의뢰하신 날을 기억합니다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F8F2C9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A29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A29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