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처음 의뢰하신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날을 기억합니다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