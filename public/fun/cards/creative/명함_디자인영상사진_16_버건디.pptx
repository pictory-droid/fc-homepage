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1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A2A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3BA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C6470"/>
                </a:solidFill>
                <a:latin typeface="바탕"/>
                <a:ea typeface="바탕"/>
              </a:rPr>
              <a:t>모션 그래픽 디자이너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7A2A3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7A2A3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C647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4FA3A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4FA3A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4FA3A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영상 편집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4FA3A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