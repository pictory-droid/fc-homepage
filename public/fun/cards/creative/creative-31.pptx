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F6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F6BFF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F6B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F6B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F6B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