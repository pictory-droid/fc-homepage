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7200" y="475200"/>
            <a:ext cx="849600" cy="8496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7200" y="475200"/>
            <a:ext cx="849600" cy="849600"/>
          </a:xfrm>
          <a:prstGeom prst="ellipse">
            <a:avLst/>
          </a:prstGeom>
          <a:solidFill>
            <a:srgbClr val="1F6BFF">
              <a:alpha val="9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692000" y="22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92000" y="540000"/>
            <a:ext cx="1368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차예준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92000" y="943200"/>
            <a:ext cx="1368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프리랜서 디자이너</a:t>
            </a:r>
          </a:p>
        </p:txBody>
      </p:sp>
      <p:sp>
        <p:nvSpPr>
          <p:cNvPr id="7" name="Rectangle 6"/>
          <p:cNvSpPr/>
          <p:nvPr/>
        </p:nvSpPr>
        <p:spPr>
          <a:xfrm>
            <a:off x="1692000" y="1195200"/>
            <a:ext cx="144000" cy="18000"/>
          </a:xfrm>
          <a:prstGeom prst="rect">
            <a:avLst/>
          </a:prstGeom>
          <a:solidFill>
            <a:srgbClr val="1F6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69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2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9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2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69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2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540000"/>
            <a:ext cx="28800" cy="720000"/>
          </a:xfrm>
          <a:prstGeom prst="rect">
            <a:avLst/>
          </a:prstGeom>
          <a:solidFill>
            <a:srgbClr val="1F6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424800" y="612000"/>
            <a:ext cx="216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당신의 세계를</a:t>
            </a:r>
          </a:p>
          <a:p>
            <a:pPr algn="l">
              <a:lnSpc>
                <a:spcPts val="1812"/>
              </a:lnSpc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먼저 이해합니다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4248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A3A9B5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