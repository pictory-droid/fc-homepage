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42F4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5600" cy="1800000"/>
          </a:xfrm>
          <a:prstGeom prst="rect">
            <a:avLst/>
          </a:prstGeom>
          <a:solidFill>
            <a:srgbClr val="CC82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5600" y="0"/>
            <a:ext cx="36000" cy="1800000"/>
          </a:xfrm>
          <a:prstGeom prst="rect">
            <a:avLst/>
          </a:prstGeom>
          <a:solidFill>
            <a:srgbClr val="8A50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732653" y="249887"/>
            <a:ext cx="190680" cy="208572"/>
          </a:xfrm>
          <a:custGeom>
            <a:avLst/>
            <a:gdLst/>
            <a:ahLst/>
            <a:cxnLst/>
            <a:rect l="l" t="t" r="r" b="b"/>
            <a:pathLst>
              <a:path w="190680" h="208572">
                <a:moveTo>
                  <a:pt x="137731" y="0"/>
                </a:moveTo>
                <a:lnTo>
                  <a:pt x="190680" y="44430"/>
                </a:lnTo>
                <a:lnTo>
                  <a:pt x="52949" y="208572"/>
                </a:lnTo>
                <a:lnTo>
                  <a:pt x="0" y="164142"/>
                </a:lnTo>
                <a:close/>
              </a:path>
            </a:pathLst>
          </a:custGeom>
          <a:solidFill>
            <a:srgbClr val="CC82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2710255" y="414029"/>
            <a:ext cx="75347" cy="80459"/>
          </a:xfrm>
          <a:custGeom>
            <a:avLst/>
            <a:gdLst/>
            <a:ahLst/>
            <a:cxnLst/>
            <a:rect l="l" t="t" r="r" b="b"/>
            <a:pathLst>
              <a:path w="75347" h="80459">
                <a:moveTo>
                  <a:pt x="22398" y="0"/>
                </a:moveTo>
                <a:lnTo>
                  <a:pt x="75347" y="44430"/>
                </a:lnTo>
                <a:lnTo>
                  <a:pt x="0" y="80459"/>
                </a:lnTo>
                <a:close/>
              </a:path>
            </a:pathLst>
          </a:custGeom>
          <a:solidFill>
            <a:srgbClr val="8A50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2870384" y="223413"/>
            <a:ext cx="75164" cy="70904"/>
          </a:xfrm>
          <a:custGeom>
            <a:avLst/>
            <a:gdLst/>
            <a:ahLst/>
            <a:cxnLst/>
            <a:rect l="l" t="t" r="r" b="b"/>
            <a:pathLst>
              <a:path w="75164" h="70904">
                <a:moveTo>
                  <a:pt x="22215" y="0"/>
                </a:moveTo>
                <a:lnTo>
                  <a:pt x="75164" y="44429"/>
                </a:lnTo>
                <a:lnTo>
                  <a:pt x="52949" y="70904"/>
                </a:lnTo>
                <a:lnTo>
                  <a:pt x="0" y="26474"/>
                </a:lnTo>
                <a:close/>
              </a:path>
            </a:pathLst>
          </a:custGeom>
          <a:solidFill>
            <a:srgbClr val="8A50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396000" y="223200"/>
            <a:ext cx="2016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CEB6C0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96000" y="540000"/>
            <a:ext cx="216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바탕"/>
                <a:ea typeface="바탕"/>
              </a:rPr>
              <a:t>차예준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96000" y="835200"/>
            <a:ext cx="2160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DBA7BD"/>
                </a:solidFill>
                <a:latin typeface="맑은 고딕"/>
                <a:ea typeface="맑은 고딕"/>
              </a:rPr>
              <a:t>프리랜서 디자이너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6000" y="1051200"/>
            <a:ext cx="230400" cy="14400"/>
          </a:xfrm>
          <a:prstGeom prst="rect">
            <a:avLst/>
          </a:prstGeom>
          <a:solidFill>
            <a:srgbClr val="CC82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396000" y="1188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DBA7BD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40000" y="1188000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96000" y="1356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DBA7BD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40000" y="1356911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96000" y="1525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DBA7BD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40000" y="1525822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42F4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CC82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494270" y="699824"/>
            <a:ext cx="297939" cy="325893"/>
          </a:xfrm>
          <a:custGeom>
            <a:avLst/>
            <a:gdLst/>
            <a:ahLst/>
            <a:cxnLst/>
            <a:rect l="l" t="t" r="r" b="b"/>
            <a:pathLst>
              <a:path w="297939" h="325893">
                <a:moveTo>
                  <a:pt x="215206" y="0"/>
                </a:moveTo>
                <a:lnTo>
                  <a:pt x="297939" y="69421"/>
                </a:lnTo>
                <a:lnTo>
                  <a:pt x="82733" y="325893"/>
                </a:lnTo>
                <a:lnTo>
                  <a:pt x="0" y="256472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59274" y="956296"/>
            <a:ext cx="117729" cy="125716"/>
          </a:xfrm>
          <a:custGeom>
            <a:avLst/>
            <a:gdLst/>
            <a:ahLst/>
            <a:cxnLst/>
            <a:rect l="l" t="t" r="r" b="b"/>
            <a:pathLst>
              <a:path w="117729" h="125716">
                <a:moveTo>
                  <a:pt x="34996" y="0"/>
                </a:moveTo>
                <a:lnTo>
                  <a:pt x="117729" y="69421"/>
                </a:lnTo>
                <a:lnTo>
                  <a:pt x="0" y="125716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709476" y="658457"/>
            <a:ext cx="117443" cy="110788"/>
          </a:xfrm>
          <a:custGeom>
            <a:avLst/>
            <a:gdLst/>
            <a:ahLst/>
            <a:cxnLst/>
            <a:rect l="l" t="t" r="r" b="b"/>
            <a:pathLst>
              <a:path w="117443" h="110788">
                <a:moveTo>
                  <a:pt x="34710" y="0"/>
                </a:moveTo>
                <a:lnTo>
                  <a:pt x="117443" y="69422"/>
                </a:lnTo>
                <a:lnTo>
                  <a:pt x="82733" y="110788"/>
                </a:lnTo>
                <a:lnTo>
                  <a:pt x="0" y="41367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1440000" y="432000"/>
            <a:ext cx="1584000" cy="79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당신의 세계를</a:t>
            </a:r>
          </a:p>
          <a:p>
            <a:pPr algn="l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먼저 이해합니다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440000" y="1317600"/>
            <a:ext cx="180000" cy="10800"/>
          </a:xfrm>
          <a:prstGeom prst="rect">
            <a:avLst/>
          </a:prstGeom>
          <a:solidFill>
            <a:srgbClr val="CC82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440000" y="1418400"/>
            <a:ext cx="1584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CEB6C0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프리랜서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