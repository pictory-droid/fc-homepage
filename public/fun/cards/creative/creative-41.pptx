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B8E8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334220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33422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3422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3422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33422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작은 프로젝트도 정성으로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