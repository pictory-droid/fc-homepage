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46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8A64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5936" y="308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52704" y="260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35424" y="339984"/>
            <a:ext cx="145152" cy="145152"/>
          </a:xfrm>
          <a:prstGeom prst="ellipse">
            <a:avLst/>
          </a:prstGeom>
          <a:solidFill>
            <a:srgbClr val="8A64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69984" y="374544"/>
            <a:ext cx="76032" cy="7603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ACEE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3D3EE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3D3E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3D3E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3D3E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57337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36E93"/>
                </a:solidFill>
                <a:latin typeface="바탕"/>
                <a:ea typeface="바탕"/>
              </a:rPr>
              <a:t>작은 프로젝트도 정성으로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C56B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36E9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29440" y="367200"/>
            <a:ext cx="285120" cy="194400"/>
          </a:xfrm>
          <a:prstGeom prst="roundRect">
            <a:avLst>
              <a:gd name="adj" fmla="val 16666"/>
            </a:avLst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0160" y="321840"/>
            <a:ext cx="103680" cy="51840"/>
          </a:xfrm>
          <a:prstGeom prst="roundRect">
            <a:avLst>
              <a:gd name="adj" fmla="val 25000"/>
            </a:avLst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3960" y="396360"/>
            <a:ext cx="136080" cy="1360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36360" y="428760"/>
            <a:ext cx="71280" cy="712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