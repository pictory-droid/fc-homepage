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D9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70E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402C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358B47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마시현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F402C"/>
                </a:solidFill>
                <a:latin typeface="맑은 고딕"/>
                <a:ea typeface="맑은 고딕"/>
              </a:rPr>
              <a:t>브랜드 디자이너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F402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358B47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F402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358B47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F402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D96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1F402C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영상 편집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358B47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358B47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패키지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358B47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358B47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1F402C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브랜드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