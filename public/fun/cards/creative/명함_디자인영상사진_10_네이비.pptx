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0A2F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스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F1F40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BAC5DA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임건우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0F1F40"/>
                </a:solidFill>
                <a:latin typeface="맑은 고딕"/>
                <a:ea typeface="맑은 고딕"/>
              </a:rPr>
              <a:t>브랜드 디자이너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BAC5DA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F1F4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F1F4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F1F4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6C82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웹툰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인물 촬영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포트폴리오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KAKAO  @채널아이디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브랜드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