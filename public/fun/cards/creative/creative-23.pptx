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4E8F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4E8FF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4E8F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2F72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22F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47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22F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147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22F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632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222F7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0632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C9D1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2F72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22F72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222F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