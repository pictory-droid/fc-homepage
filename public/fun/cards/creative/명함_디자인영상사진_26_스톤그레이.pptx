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7D818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7D818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7D818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7D818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7D818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7D8186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7D818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7D818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A7ABB4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7D8186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689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86689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890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56890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평일 10:00 – 19:00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