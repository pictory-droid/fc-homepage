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4A3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72372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272372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CCC8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723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CCC8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723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CCC8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723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CCC8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736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7367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7367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7367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