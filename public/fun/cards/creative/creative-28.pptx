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86F7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1456" y="492480"/>
            <a:ext cx="209088" cy="142560"/>
          </a:xfrm>
          <a:prstGeom prst="roundRect">
            <a:avLst>
              <a:gd name="adj" fmla="val 16666"/>
            </a:avLst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7984" y="459216"/>
            <a:ext cx="76032" cy="38016"/>
          </a:xfrm>
          <a:prstGeom prst="roundRect">
            <a:avLst>
              <a:gd name="adj" fmla="val 25000"/>
            </a:avLst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6104" y="513864"/>
            <a:ext cx="99792" cy="99792"/>
          </a:xfrm>
          <a:prstGeom prst="ellipse">
            <a:avLst/>
          </a:prstGeom>
          <a:solidFill>
            <a:srgbClr val="E3E7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9864" y="537624"/>
            <a:ext cx="52272" cy="52272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6E99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94660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104" y="205920"/>
            <a:ext cx="139392" cy="9504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1456" y="183744"/>
            <a:ext cx="50688" cy="253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536" y="220176"/>
            <a:ext cx="66528" cy="665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376" y="236016"/>
            <a:ext cx="34848" cy="348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손글씨에 온기를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담았습니다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ABEC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8B9BB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ABEC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