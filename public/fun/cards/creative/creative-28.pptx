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016000" y="0"/>
            <a:ext cx="1224000" cy="756000"/>
          </a:xfrm>
          <a:prstGeom prst="rect">
            <a:avLst/>
          </a:prstGeom>
          <a:solidFill>
            <a:srgbClr val="FFA0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2016000" y="0"/>
            <a:ext cx="64800" cy="64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2016000" y="0"/>
            <a:ext cx="129600" cy="129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2016000" y="0"/>
            <a:ext cx="194400" cy="194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2016000" y="0"/>
            <a:ext cx="259200" cy="259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2016000" y="0"/>
            <a:ext cx="324000" cy="324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2016000" y="0"/>
            <a:ext cx="388800" cy="388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2016000" y="0"/>
            <a:ext cx="453600" cy="453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2016000" y="0"/>
            <a:ext cx="518400" cy="518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2016000" y="0"/>
            <a:ext cx="583200" cy="583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2016000" y="0"/>
            <a:ext cx="648000" cy="648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2016000" y="0"/>
            <a:ext cx="712800" cy="712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2037600" y="0"/>
            <a:ext cx="756000" cy="75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2102400" y="0"/>
            <a:ext cx="756000" cy="75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2167200" y="0"/>
            <a:ext cx="756000" cy="75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2232000" y="0"/>
            <a:ext cx="756000" cy="75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2296800" y="0"/>
            <a:ext cx="756000" cy="75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2361600" y="0"/>
            <a:ext cx="756000" cy="75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2426400" y="0"/>
            <a:ext cx="756000" cy="75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2491200" y="7200"/>
            <a:ext cx="748800" cy="748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2556000" y="72000"/>
            <a:ext cx="684000" cy="684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2620800" y="136800"/>
            <a:ext cx="619200" cy="619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2685600" y="201600"/>
            <a:ext cx="554400" cy="554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2750400" y="266400"/>
            <a:ext cx="489600" cy="489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2815200" y="331200"/>
            <a:ext cx="424800" cy="424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2880000" y="396000"/>
            <a:ext cx="360000" cy="360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2944800" y="460800"/>
            <a:ext cx="295200" cy="295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9" name="Connector 28"/>
          <p:cNvCxnSpPr/>
          <p:nvPr/>
        </p:nvCxnSpPr>
        <p:spPr>
          <a:xfrm flipV="1">
            <a:off x="3009600" y="525600"/>
            <a:ext cx="230400" cy="230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30" name="Connector 29"/>
          <p:cNvCxnSpPr/>
          <p:nvPr/>
        </p:nvCxnSpPr>
        <p:spPr>
          <a:xfrm flipV="1">
            <a:off x="3074400" y="590400"/>
            <a:ext cx="165600" cy="165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31" name="Connector 30"/>
          <p:cNvCxnSpPr/>
          <p:nvPr/>
        </p:nvCxnSpPr>
        <p:spPr>
          <a:xfrm flipV="1">
            <a:off x="3139200" y="655200"/>
            <a:ext cx="100800" cy="100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3204000" y="720000"/>
            <a:ext cx="36000" cy="3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33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A3A9B5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252000" y="374400"/>
            <a:ext cx="1548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35" name="텍스트"/>
          <p:cNvSpPr txBox="1"/>
          <p:nvPr/>
        </p:nvSpPr>
        <p:spPr>
          <a:xfrm>
            <a:off x="252000" y="6768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유재희</a:t>
            </a:r>
          </a:p>
        </p:txBody>
      </p:sp>
      <p:sp>
        <p:nvSpPr>
          <p:cNvPr id="36" name="텍스트"/>
          <p:cNvSpPr txBox="1"/>
          <p:nvPr/>
        </p:nvSpPr>
        <p:spPr>
          <a:xfrm>
            <a:off x="252000" y="9288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A3A9B5"/>
                </a:solidFill>
                <a:latin typeface="맑은 고딕"/>
                <a:ea typeface="맑은 고딕"/>
              </a:rPr>
              <a:t>에디터</a:t>
            </a:r>
          </a:p>
        </p:txBody>
      </p:sp>
      <p:sp>
        <p:nvSpPr>
          <p:cNvPr id="37" name="텍스트"/>
          <p:cNvSpPr txBox="1"/>
          <p:nvPr/>
        </p:nvSpPr>
        <p:spPr>
          <a:xfrm>
            <a:off x="252000" y="1339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38" name="텍스트"/>
          <p:cNvSpPr txBox="1"/>
          <p:nvPr/>
        </p:nvSpPr>
        <p:spPr>
          <a:xfrm>
            <a:off x="252000" y="14400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072800" y="1339200"/>
            <a:ext cx="0" cy="2016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40" name="텍스트"/>
          <p:cNvSpPr txBox="1"/>
          <p:nvPr/>
        </p:nvSpPr>
        <p:spPr>
          <a:xfrm>
            <a:off x="1152000" y="1339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41" name="텍스트"/>
          <p:cNvSpPr txBox="1"/>
          <p:nvPr/>
        </p:nvSpPr>
        <p:spPr>
          <a:xfrm>
            <a:off x="1152000" y="14400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2044800" y="1339200"/>
            <a:ext cx="0" cy="2016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43" name="텍스트"/>
          <p:cNvSpPr txBox="1"/>
          <p:nvPr/>
        </p:nvSpPr>
        <p:spPr>
          <a:xfrm>
            <a:off x="2124000" y="1339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44" name="텍스트"/>
          <p:cNvSpPr txBox="1"/>
          <p:nvPr/>
        </p:nvSpPr>
        <p:spPr>
          <a:xfrm>
            <a:off x="2124000" y="14400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28800"/>
          </a:xfrm>
          <a:prstGeom prst="rect">
            <a:avLst/>
          </a:prstGeom>
          <a:solidFill>
            <a:srgbClr val="FFA0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B7280"/>
                </a:solidFill>
                <a:latin typeface="맑은 고딕"/>
                <a:ea typeface="맑은 고딕"/>
              </a:rPr>
              <a:t>작업 분야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4248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FFA07A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720000" y="4752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2151C"/>
                </a:solidFill>
                <a:latin typeface="맑은 고딕"/>
                <a:ea typeface="맑은 고딕"/>
              </a:rPr>
              <a:t>인물 촬영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6912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FFA07A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720000" y="7416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2151C"/>
                </a:solidFill>
                <a:latin typeface="맑은 고딕"/>
                <a:ea typeface="맑은 고딕"/>
              </a:rPr>
              <a:t>행사 촬영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9576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FFA07A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720000" y="10080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2151C"/>
                </a:solidFill>
                <a:latin typeface="맑은 고딕"/>
                <a:ea typeface="맑은 고딕"/>
              </a:rPr>
              <a:t>패키지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2240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FFA07A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720000" y="12744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2151C"/>
                </a:solidFill>
                <a:latin typeface="맑은 고딕"/>
                <a:ea typeface="맑은 고딕"/>
              </a:rPr>
              <a:t>포트폴리오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232000" y="424800"/>
            <a:ext cx="0" cy="10872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376000" y="4248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5400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메일 · 메시지 문의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376000" y="900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BLOG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376000" y="10152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blog.example.com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376000" y="1440000"/>
            <a:ext cx="68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스튜디오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에디터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