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55AC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E4A6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BA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46C6D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2505C"/>
                </a:solidFill>
                <a:latin typeface="맑은 고딕"/>
                <a:ea typeface="맑은 고딕"/>
              </a:rPr>
              <a:t>작업 문의 가능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52505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