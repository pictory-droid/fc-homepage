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96240" y="619200"/>
            <a:ext cx="443520" cy="302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7360" y="548640"/>
            <a:ext cx="161280" cy="80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12160" y="664560"/>
            <a:ext cx="211680" cy="211680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62560" y="714960"/>
            <a:ext cx="110880" cy="110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59472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407B82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07B8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9472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07B8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9472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07B8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9472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6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EDE9E4"/>
                </a:solidFill>
                <a:latin typeface="맑은 고딕"/>
                <a:ea typeface="맑은 고딕"/>
              </a:rPr>
              <a:t>선 하나에도 이유가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ECE3D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EDE9E4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29440" y="367200"/>
            <a:ext cx="285120" cy="194400"/>
          </a:xfrm>
          <a:prstGeom prst="roundRect">
            <a:avLst>
              <a:gd name="adj" fmla="val 16666"/>
            </a:avLst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20160" y="321840"/>
            <a:ext cx="103680" cy="51840"/>
          </a:xfrm>
          <a:prstGeom prst="roundRect">
            <a:avLst>
              <a:gd name="adj" fmla="val 25000"/>
            </a:avLst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03960" y="396360"/>
            <a:ext cx="136080" cy="136080"/>
          </a:xfrm>
          <a:prstGeom prst="ellipse">
            <a:avLst/>
          </a:prstGeom>
          <a:solidFill>
            <a:srgbClr val="937E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36360" y="428760"/>
            <a:ext cx="71280" cy="7128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