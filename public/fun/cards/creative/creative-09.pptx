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1115605" cy="180000"/>
          </a:xfrm>
          <a:prstGeom prst="roundRect">
            <a:avLst>
              <a:gd name="adj" fmla="val 50000"/>
            </a:avLst>
          </a:prstGeom>
          <a:solidFill>
            <a:srgbClr val="5B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111560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캘리그라피 작가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12151C"/>
                </a:solidFill>
                <a:latin typeface="맑은 고딕"/>
                <a:ea typeface="맑은 고딕"/>
              </a:rPr>
              <a:t>장서연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2E3072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D1D1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2E30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2E30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2E30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6F6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8F8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선 하나에도 이유가 있습니다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FFFFFF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캘리그라피 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