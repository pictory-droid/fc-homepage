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5B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D1D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D1D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D1D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D1D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D1D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D1D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5B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D1D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D1D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5B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D1D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D1D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5B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D1D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D1D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5B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D1D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D1D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D1D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977604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5B5B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977604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2151C"/>
                </a:solidFill>
                <a:latin typeface="맑은 고딕"/>
                <a:ea typeface="맑은 고딕"/>
              </a:rPr>
              <a:t>캘리그라피 작가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장서연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E3072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D1D1FF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E30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E30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E30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D1D1FF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D1D1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6F6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영상 편집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3A9B5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캘리그라피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6F6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캘리그라피 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