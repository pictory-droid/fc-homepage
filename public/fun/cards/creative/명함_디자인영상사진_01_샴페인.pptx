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E95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F6C8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2615C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D68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722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1135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041135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B5763"/>
                </a:solidFill>
                <a:latin typeface="맑은 고딕"/>
                <a:ea typeface="맑은 고딕"/>
              </a:rPr>
              <a:t>메일 · 메시지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