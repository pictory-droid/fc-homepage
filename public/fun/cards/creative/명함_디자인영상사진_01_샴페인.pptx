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BE95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F6C87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2615C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D683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15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15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15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D3D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917225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1135" y="6120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A17E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041135" y="6120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30271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830271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2000" y="8928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A17E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8928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B5763"/>
                </a:solidFill>
                <a:latin typeface="맑은 고딕"/>
                <a:ea typeface="맑은 고딕"/>
              </a:rPr>
              <a:t>메일 · 메시지 문의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