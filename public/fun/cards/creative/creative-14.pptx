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F1D4D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80072" y="1366776"/>
            <a:ext cx="143856" cy="1438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17368" y="1507968"/>
            <a:ext cx="69264" cy="42624"/>
          </a:xfrm>
          <a:prstGeom prst="roundRect">
            <a:avLst>
              <a:gd name="adj" fmla="val 18749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8024" y="1558584"/>
            <a:ext cx="47952" cy="23976"/>
          </a:xfrm>
          <a:prstGeom prst="roundRect">
            <a:avLst>
              <a:gd name="adj" fmla="val 33333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B6E6A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D2019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94133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32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92320" y="250560"/>
            <a:ext cx="855360" cy="855360"/>
          </a:xfrm>
          <a:prstGeom prst="ellips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14080" y="1090080"/>
            <a:ext cx="411840" cy="253440"/>
          </a:xfrm>
          <a:prstGeom prst="roundRect">
            <a:avLst>
              <a:gd name="adj" fmla="val 18750"/>
            </a:avLst>
          </a:prstGeom>
          <a:solidFill>
            <a:srgbClr val="8D5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77440" y="1391040"/>
            <a:ext cx="285120" cy="142560"/>
          </a:xfrm>
          <a:prstGeom prst="roundRect">
            <a:avLst>
              <a:gd name="adj" fmla="val 33333"/>
            </a:avLst>
          </a:prstGeom>
          <a:solidFill>
            <a:srgbClr val="8D5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7322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가장 나다운 색을 찾아요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FB7B3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