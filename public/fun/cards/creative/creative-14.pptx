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신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가장 나다운 색을 찾아요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