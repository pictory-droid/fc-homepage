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826D61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Freeform 3"/>
          <p:cNvSpPr/>
          <p:nvPr/>
        </p:nvSpPr>
        <p:spPr>
          <a:xfrm>
            <a:off x="344199" y="451923"/>
            <a:ext cx="131093" cy="143392"/>
          </a:xfrm>
          <a:custGeom>
            <a:avLst/>
            <a:gdLst/>
            <a:ahLst/>
            <a:cxnLst/>
            <a:rect l="l" t="t" r="r" b="b"/>
            <a:pathLst>
              <a:path w="131093" h="143392">
                <a:moveTo>
                  <a:pt x="94690" y="0"/>
                </a:moveTo>
                <a:lnTo>
                  <a:pt x="131093" y="30545"/>
                </a:lnTo>
                <a:lnTo>
                  <a:pt x="36402" y="143392"/>
                </a:lnTo>
                <a:lnTo>
                  <a:pt x="0" y="112847"/>
                </a:lnTo>
                <a:close/>
              </a:path>
            </a:pathLst>
          </a:cu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28800" y="564770"/>
            <a:ext cx="51801" cy="55315"/>
          </a:xfrm>
          <a:custGeom>
            <a:avLst/>
            <a:gdLst/>
            <a:ahLst/>
            <a:cxnLst/>
            <a:rect l="l" t="t" r="r" b="b"/>
            <a:pathLst>
              <a:path w="51801" h="55315">
                <a:moveTo>
                  <a:pt x="15399" y="0"/>
                </a:moveTo>
                <a:lnTo>
                  <a:pt x="51801" y="30545"/>
                </a:lnTo>
                <a:lnTo>
                  <a:pt x="0" y="55315"/>
                </a:lnTo>
                <a:close/>
              </a:path>
            </a:pathLst>
          </a:cu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438889" y="433721"/>
            <a:ext cx="51675" cy="48747"/>
          </a:xfrm>
          <a:custGeom>
            <a:avLst/>
            <a:gdLst/>
            <a:ahLst/>
            <a:cxnLst/>
            <a:rect l="l" t="t" r="r" b="b"/>
            <a:pathLst>
              <a:path w="51675" h="48747">
                <a:moveTo>
                  <a:pt x="15273" y="0"/>
                </a:moveTo>
                <a:lnTo>
                  <a:pt x="51675" y="30546"/>
                </a:lnTo>
                <a:lnTo>
                  <a:pt x="36403" y="48747"/>
                </a:lnTo>
                <a:lnTo>
                  <a:pt x="0" y="18202"/>
                </a:lnTo>
                <a:close/>
              </a:path>
            </a:pathLst>
          </a:cu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95229"/>
                </a:solidFill>
                <a:latin typeface="맑은 고딕"/>
                <a:ea typeface="맑은 고딕"/>
              </a:rPr>
              <a:t>에디터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492713"/>
                </a:solidFill>
                <a:latin typeface="바탕"/>
                <a:ea typeface="바탕"/>
              </a:rPr>
              <a:t>송현우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522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9271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99522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92713"/>
                </a:solidFill>
                <a:latin typeface="바탕"/>
                <a:ea typeface="바탕"/>
              </a:rPr>
              <a:t>당신의 하루를 그림으로 기록해요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995229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826D61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80757" y="257275"/>
            <a:ext cx="99313" cy="108631"/>
          </a:xfrm>
          <a:custGeom>
            <a:avLst/>
            <a:gdLst/>
            <a:ahLst/>
            <a:cxnLst/>
            <a:rect l="l" t="t" r="r" b="b"/>
            <a:pathLst>
              <a:path w="99313" h="108631">
                <a:moveTo>
                  <a:pt x="71735" y="0"/>
                </a:moveTo>
                <a:lnTo>
                  <a:pt x="99313" y="23140"/>
                </a:lnTo>
                <a:lnTo>
                  <a:pt x="27577" y="108631"/>
                </a:lnTo>
                <a:lnTo>
                  <a:pt x="0" y="85490"/>
                </a:lnTo>
                <a:close/>
              </a:path>
            </a:pathLst>
          </a:custGeom>
          <a:solidFill>
            <a:srgbClr val="995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569091" y="342765"/>
            <a:ext cx="39243" cy="41906"/>
          </a:xfrm>
          <a:custGeom>
            <a:avLst/>
            <a:gdLst/>
            <a:ahLst/>
            <a:cxnLst/>
            <a:rect l="l" t="t" r="r" b="b"/>
            <a:pathLst>
              <a:path w="39243" h="41906">
                <a:moveTo>
                  <a:pt x="11666" y="0"/>
                </a:moveTo>
                <a:lnTo>
                  <a:pt x="39243" y="23141"/>
                </a:lnTo>
                <a:lnTo>
                  <a:pt x="0" y="41906"/>
                </a:lnTo>
                <a:close/>
              </a:path>
            </a:pathLst>
          </a:cu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652492" y="243486"/>
            <a:ext cx="39148" cy="36929"/>
          </a:xfrm>
          <a:custGeom>
            <a:avLst/>
            <a:gdLst/>
            <a:ahLst/>
            <a:cxnLst/>
            <a:rect l="l" t="t" r="r" b="b"/>
            <a:pathLst>
              <a:path w="39148" h="36929">
                <a:moveTo>
                  <a:pt x="11570" y="0"/>
                </a:moveTo>
                <a:lnTo>
                  <a:pt x="39148" y="23140"/>
                </a:lnTo>
                <a:lnTo>
                  <a:pt x="27578" y="36929"/>
                </a:lnTo>
                <a:lnTo>
                  <a:pt x="0" y="13789"/>
                </a:lnTo>
                <a:close/>
              </a:path>
            </a:pathLst>
          </a:custGeom>
          <a:solidFill>
            <a:srgbClr val="F4DB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