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당신의 하루를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그림으로 기록해요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