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5E6B7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2B4A82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손OO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웹툰 작가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B65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" y="540000"/>
            <a:ext cx="684000" cy="1260000"/>
          </a:xfrm>
          <a:prstGeom prst="rect">
            <a:avLst/>
          </a:prstGeom>
          <a:solidFill>
            <a:srgbClr val="647B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" y="198000"/>
            <a:ext cx="684000" cy="342000"/>
          </a:xfrm>
          <a:custGeom>
            <a:avLst/>
            <a:gdLst/>
            <a:ahLst/>
            <a:cxnLst/>
            <a:rect l="l" t="t" r="r" b="b"/>
            <a:pathLst>
              <a:path w="684000" h="342000">
                <a:moveTo>
                  <a:pt x="0" y="342000"/>
                </a:moveTo>
                <a:lnTo>
                  <a:pt x="2926" y="297360"/>
                </a:lnTo>
                <a:lnTo>
                  <a:pt x="11653" y="253484"/>
                </a:lnTo>
                <a:lnTo>
                  <a:pt x="26033" y="211122"/>
                </a:lnTo>
                <a:lnTo>
                  <a:pt x="45819" y="171000"/>
                </a:lnTo>
                <a:lnTo>
                  <a:pt x="70673" y="133804"/>
                </a:lnTo>
                <a:lnTo>
                  <a:pt x="100169" y="100169"/>
                </a:lnTo>
                <a:lnTo>
                  <a:pt x="133804" y="70673"/>
                </a:lnTo>
                <a:lnTo>
                  <a:pt x="171000" y="45819"/>
                </a:lnTo>
                <a:lnTo>
                  <a:pt x="211122" y="26033"/>
                </a:lnTo>
                <a:lnTo>
                  <a:pt x="253484" y="11653"/>
                </a:lnTo>
                <a:lnTo>
                  <a:pt x="297360" y="2926"/>
                </a:lnTo>
                <a:lnTo>
                  <a:pt x="342000" y="0"/>
                </a:lnTo>
                <a:lnTo>
                  <a:pt x="386640" y="2926"/>
                </a:lnTo>
                <a:lnTo>
                  <a:pt x="430516" y="11653"/>
                </a:lnTo>
                <a:lnTo>
                  <a:pt x="472878" y="26033"/>
                </a:lnTo>
                <a:lnTo>
                  <a:pt x="513000" y="45819"/>
                </a:lnTo>
                <a:lnTo>
                  <a:pt x="550196" y="70673"/>
                </a:lnTo>
                <a:lnTo>
                  <a:pt x="583831" y="100169"/>
                </a:lnTo>
                <a:lnTo>
                  <a:pt x="613327" y="133804"/>
                </a:lnTo>
                <a:lnTo>
                  <a:pt x="638181" y="171000"/>
                </a:lnTo>
                <a:lnTo>
                  <a:pt x="657967" y="211122"/>
                </a:lnTo>
                <a:lnTo>
                  <a:pt x="672347" y="253484"/>
                </a:lnTo>
                <a:lnTo>
                  <a:pt x="681074" y="297360"/>
                </a:lnTo>
                <a:lnTo>
                  <a:pt x="684000" y="342000"/>
                </a:lnTo>
                <a:close/>
              </a:path>
            </a:pathLst>
          </a:custGeom>
          <a:solidFill>
            <a:srgbClr val="647B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05936" y="974880"/>
            <a:ext cx="304128" cy="207360"/>
          </a:xfrm>
          <a:prstGeom prst="roundRect">
            <a:avLst>
              <a:gd name="adj" fmla="val 16666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704" y="926496"/>
            <a:ext cx="110592" cy="55296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85424" y="1005984"/>
            <a:ext cx="145152" cy="145152"/>
          </a:xfrm>
          <a:prstGeom prst="ellipse">
            <a:avLst/>
          </a:prstGeom>
          <a:solidFill>
            <a:srgbClr val="B2B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19984" y="1040544"/>
            <a:ext cx="76032" cy="76032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188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5D8DD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9" name="Oval 8"/>
          <p:cNvSpPr/>
          <p:nvPr/>
        </p:nvSpPr>
        <p:spPr>
          <a:xfrm>
            <a:off x="1191600" y="489600"/>
            <a:ext cx="43200" cy="432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296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브랜딩</a:t>
            </a:r>
          </a:p>
        </p:txBody>
      </p:sp>
      <p:sp>
        <p:nvSpPr>
          <p:cNvPr id="11" name="Oval 10"/>
          <p:cNvSpPr/>
          <p:nvPr/>
        </p:nvSpPr>
        <p:spPr>
          <a:xfrm>
            <a:off x="1191600" y="712800"/>
            <a:ext cx="43200" cy="43200"/>
          </a:xfrm>
          <a:prstGeom prst="ellipse">
            <a:avLst/>
          </a:prstGeom>
          <a:solidFill>
            <a:srgbClr val="BFC4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1296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편집 디자인</a:t>
            </a:r>
          </a:p>
        </p:txBody>
      </p:sp>
      <p:sp>
        <p:nvSpPr>
          <p:cNvPr id="13" name="Oval 12"/>
          <p:cNvSpPr/>
          <p:nvPr/>
        </p:nvSpPr>
        <p:spPr>
          <a:xfrm>
            <a:off x="1191600" y="936000"/>
            <a:ext cx="43200" cy="43200"/>
          </a:xfrm>
          <a:prstGeom prst="ellipse">
            <a:avLst/>
          </a:prstGeom>
          <a:solidFill>
            <a:srgbClr val="AAB7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296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인물 촬영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188000" y="1440000"/>
            <a:ext cx="1836000" cy="0"/>
          </a:xfrm>
          <a:prstGeom prst="line">
            <a:avLst/>
          </a:prstGeom>
          <a:ln w="3600">
            <a:solidFill>
              <a:srgbClr val="7A8DB1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1188000" y="1512000"/>
            <a:ext cx="1872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D7DDE8"/>
                </a:solidFill>
                <a:latin typeface="맑은 고딕"/>
                <a:ea typeface="맑은 고딕"/>
              </a:rPr>
              <a:t>메일 · 메시지 문의     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웹툰 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