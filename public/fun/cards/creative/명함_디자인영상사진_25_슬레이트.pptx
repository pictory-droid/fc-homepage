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47B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47B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5936" y="974880"/>
            <a:ext cx="304128" cy="20736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704" y="926496"/>
            <a:ext cx="110592" cy="552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5424" y="1005984"/>
            <a:ext cx="145152" cy="145152"/>
          </a:xfrm>
          <a:prstGeom prst="ellipse">
            <a:avLst/>
          </a:prstGeom>
          <a:solidFill>
            <a:srgbClr val="B2B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9984" y="1040544"/>
            <a:ext cx="76032" cy="7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D8DD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BFC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DDE8"/>
                </a:solidFill>
                <a:latin typeface="맑은 고딕"/>
                <a:ea typeface="맑은 고딕"/>
              </a:rPr>
              <a:t>메일 · 메시지 문의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