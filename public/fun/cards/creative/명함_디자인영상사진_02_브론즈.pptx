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A67C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76E7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8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761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0AA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67616B"/>
                </a:solidFill>
                <a:latin typeface="바탕"/>
                <a:ea typeface="바탕"/>
              </a:rPr>
              <a:t>작업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67616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편집 디자인  ·  일러스트  ·  모션 그래픽  ·  인물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67616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7545F"/>
                </a:solidFill>
                <a:latin typeface="바탕"/>
                <a:ea typeface="바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7545F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