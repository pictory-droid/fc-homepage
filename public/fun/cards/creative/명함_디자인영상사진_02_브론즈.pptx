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946F3E">
                    <a:alpha val="95000"/>
                  </a:srgbClr>
                </a:solidFill>
                <a:latin typeface="맑은 고딕"/>
                <a:ea typeface="맑은 고딕"/>
              </a:rPr>
              <a:t>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B76E7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05C55"/>
                </a:solidFill>
                <a:latin typeface="맑은 고딕"/>
                <a:ea typeface="맑은 고딕"/>
              </a:rPr>
              <a:t>사진작가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C8C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6761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C0AA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67616B"/>
                </a:solidFill>
                <a:latin typeface="바탕"/>
                <a:ea typeface="바탕"/>
              </a:rPr>
              <a:t>작업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67616B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편집 디자인  ·  일러스트  ·  모션 그래픽  ·  인물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67616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7545F"/>
                </a:solidFill>
                <a:latin typeface="바탕"/>
                <a:ea typeface="바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57545F"/>
                </a:solidFill>
                <a:latin typeface="바탕"/>
                <a:ea typeface="바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