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F5F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F5F6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360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2CCC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0B7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95867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2CCC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9586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2CCC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958673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2CCC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958673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2CCC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958673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87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