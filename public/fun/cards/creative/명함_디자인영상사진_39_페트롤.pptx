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1F5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86459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1F5F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1F5F6B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구OO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360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2CCC4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C0B7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958673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2CCC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95867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2CCC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958673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2CCC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모션 그래픽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958673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2CCC4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행사 촬영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958673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8776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