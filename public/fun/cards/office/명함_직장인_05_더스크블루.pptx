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3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3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3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7A99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27AC1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B61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B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B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B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77A6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866C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566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566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566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077A6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