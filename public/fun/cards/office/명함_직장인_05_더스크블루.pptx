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D3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D3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D3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7A99B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7A99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7A99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927AC1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D4B61"/>
                </a:solidFill>
                <a:latin typeface="맑은 고딕"/>
                <a:ea typeface="맑은 고딕"/>
              </a:rPr>
              <a:t>경영지원팀 사원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7A99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B6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B6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B6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DD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077A6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866C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5667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67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5667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630067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313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5667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313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C4BED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56677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전화 · 메일 문의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56677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5077A6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경영지원팀 사원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