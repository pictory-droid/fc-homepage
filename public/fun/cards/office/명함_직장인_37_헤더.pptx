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969A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A890BA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D7CC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E5DEEB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D7CC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E5DEEB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A890B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5DEE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5DEE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5DEE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F1D3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F1D3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584" y="1064736"/>
            <a:ext cx="69120" cy="124416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3440" y="995616"/>
            <a:ext cx="69120" cy="193536"/>
          </a:xfrm>
          <a:prstGeom prst="roundRect">
            <a:avLst>
              <a:gd name="adj" fmla="val 10000"/>
            </a:avLst>
          </a:prstGeom>
          <a:solidFill>
            <a:srgbClr val="867A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3296" y="912672"/>
            <a:ext cx="69120" cy="27648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05936" y="1202976"/>
            <a:ext cx="304128" cy="0"/>
          </a:xfrm>
          <a:prstGeom prst="line">
            <a:avLst/>
          </a:prstGeom>
          <a:ln w="13824">
            <a:solidFill>
              <a:srgbClr val="867A8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B73B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5" name="Oval 14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평일 방문 상담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