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8969A2"/>
        </a:solidFill>
        <a:effectLst/>
      </p:bgPr>
    </p:bg>
    <p:spTree>
      <p:nvGrpSpPr>
        <p:cNvPr id="1" name=""/>
        <p:cNvGrpSpPr/>
        <p:nvPr/>
      </p:nvGrpSpPr>
      <p:grpSpPr/>
      <p:cxnSp>
        <p:nvCxnSpPr>
          <p:cNvPr id="2" name="Connector 1"/>
          <p:cNvCxnSpPr/>
          <p:nvPr/>
        </p:nvCxnSpPr>
        <p:spPr>
          <a:xfrm>
            <a:off x="1224000" y="252000"/>
            <a:ext cx="0" cy="1296000"/>
          </a:xfrm>
          <a:prstGeom prst="line">
            <a:avLst/>
          </a:prstGeom>
          <a:ln w="3600">
            <a:solidFill>
              <a:srgbClr val="A890BA"/>
            </a:solidFill>
          </a:ln>
        </p:spPr>
      </p:cxnSp>
      <p:sp>
        <p:nvSpPr>
          <p:cNvPr id="3" name="Rectangle 2"/>
          <p:cNvSpPr/>
          <p:nvPr/>
        </p:nvSpPr>
        <p:spPr>
          <a:xfrm>
            <a:off x="1213200" y="252000"/>
            <a:ext cx="21600" cy="201600"/>
          </a:xfrm>
          <a:prstGeom prst="rect">
            <a:avLst/>
          </a:prstGeom>
          <a:solidFill>
            <a:srgbClr val="D7CCD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텍스트"/>
          <p:cNvSpPr txBox="1"/>
          <p:nvPr/>
        </p:nvSpPr>
        <p:spPr>
          <a:xfrm>
            <a:off x="252000" y="252000"/>
            <a:ext cx="900000" cy="10287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83"/>
              </a:lnSpc>
            </a:pPr>
            <a:r>
              <a:rPr sz="540" b="1" spc="140">
                <a:solidFill>
                  <a:srgbClr val="E5DEEB"/>
                </a:solidFill>
                <a:latin typeface="맑은 고딕"/>
                <a:ea typeface="맑은 고딕"/>
              </a:rPr>
              <a:t>회사명 · 부서명</a:t>
            </a:r>
          </a:p>
        </p:txBody>
      </p:sp>
      <p:sp>
        <p:nvSpPr>
          <p:cNvPr id="5" name="Oval 4"/>
          <p:cNvSpPr/>
          <p:nvPr/>
        </p:nvSpPr>
        <p:spPr>
          <a:xfrm>
            <a:off x="273600" y="734400"/>
            <a:ext cx="244800" cy="244800"/>
          </a:xfrm>
          <a:prstGeom prst="ellipse">
            <a:avLst/>
          </a:prstGeom>
          <a:noFill/>
          <a:ln w="5040">
            <a:solidFill>
              <a:srgbClr val="D7CCD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텍스트"/>
          <p:cNvSpPr txBox="1"/>
          <p:nvPr/>
        </p:nvSpPr>
        <p:spPr>
          <a:xfrm>
            <a:off x="252000" y="734400"/>
            <a:ext cx="288000" cy="252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305"/>
              </a:lnSpc>
            </a:pPr>
            <a:r>
              <a:rPr sz="900" b="1">
                <a:solidFill>
                  <a:srgbClr val="FFFFFF"/>
                </a:solidFill>
                <a:latin typeface="맑은 고딕"/>
                <a:ea typeface="맑은 고딕"/>
              </a:rPr>
              <a:t>A</a:t>
            </a:r>
          </a:p>
        </p:txBody>
      </p:sp>
      <p:sp>
        <p:nvSpPr>
          <p:cNvPr id="7" name="텍스트"/>
          <p:cNvSpPr txBox="1"/>
          <p:nvPr/>
        </p:nvSpPr>
        <p:spPr>
          <a:xfrm>
            <a:off x="1404000" y="432000"/>
            <a:ext cx="1800000" cy="23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957"/>
              </a:lnSpc>
            </a:pPr>
            <a:r>
              <a:rPr sz="1350" b="1" spc="120">
                <a:solidFill>
                  <a:srgbClr val="FFFFFF"/>
                </a:solidFill>
                <a:latin typeface="맑은 고딕"/>
                <a:ea typeface="맑은 고딕"/>
              </a:rPr>
              <a:t>주OO</a:t>
            </a:r>
          </a:p>
        </p:txBody>
      </p:sp>
      <p:sp>
        <p:nvSpPr>
          <p:cNvPr id="8" name="텍스트"/>
          <p:cNvSpPr txBox="1"/>
          <p:nvPr/>
        </p:nvSpPr>
        <p:spPr>
          <a:xfrm>
            <a:off x="1404000" y="684000"/>
            <a:ext cx="180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 spc="60">
                <a:solidFill>
                  <a:srgbClr val="E5DEEB"/>
                </a:solidFill>
                <a:latin typeface="맑은 고딕"/>
                <a:ea typeface="맑은 고딕"/>
              </a:rPr>
              <a:t>인사팀 책임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1404000" y="943200"/>
            <a:ext cx="1584000" cy="0"/>
          </a:xfrm>
          <a:prstGeom prst="line">
            <a:avLst/>
          </a:prstGeom>
          <a:ln w="3600">
            <a:solidFill>
              <a:srgbClr val="A890BA"/>
            </a:solidFill>
          </a:ln>
        </p:spPr>
      </p:cxnSp>
      <p:sp>
        <p:nvSpPr>
          <p:cNvPr id="10" name="텍스트"/>
          <p:cNvSpPr txBox="1"/>
          <p:nvPr/>
        </p:nvSpPr>
        <p:spPr>
          <a:xfrm>
            <a:off x="1404000" y="1054800"/>
            <a:ext cx="3312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E5DEEB"/>
                </a:solidFill>
                <a:latin typeface="맑은 고딕"/>
                <a:ea typeface="맑은 고딕"/>
              </a:rPr>
              <a:t>TEL</a:t>
            </a:r>
          </a:p>
        </p:txBody>
      </p:sp>
      <p:sp>
        <p:nvSpPr>
          <p:cNvPr id="11" name="텍스트"/>
          <p:cNvSpPr txBox="1"/>
          <p:nvPr/>
        </p:nvSpPr>
        <p:spPr>
          <a:xfrm>
            <a:off x="1735200" y="1044000"/>
            <a:ext cx="1044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0">
                <a:solidFill>
                  <a:srgbClr val="FFFFFF"/>
                </a:solidFill>
                <a:latin typeface="맑은 고딕"/>
                <a:ea typeface="맑은 고딕"/>
              </a:rPr>
              <a:t>010-1234-5678</a:t>
            </a:r>
          </a:p>
        </p:txBody>
      </p:sp>
      <p:sp>
        <p:nvSpPr>
          <p:cNvPr id="12" name="텍스트"/>
          <p:cNvSpPr txBox="1"/>
          <p:nvPr/>
        </p:nvSpPr>
        <p:spPr>
          <a:xfrm>
            <a:off x="1404000" y="1184400"/>
            <a:ext cx="3312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E5DEEB"/>
                </a:solidFill>
                <a:latin typeface="맑은 고딕"/>
                <a:ea typeface="맑은 고딕"/>
              </a:rPr>
              <a:t>MAIL</a:t>
            </a:r>
          </a:p>
        </p:txBody>
      </p:sp>
      <p:sp>
        <p:nvSpPr>
          <p:cNvPr id="13" name="텍스트"/>
          <p:cNvSpPr txBox="1"/>
          <p:nvPr/>
        </p:nvSpPr>
        <p:spPr>
          <a:xfrm>
            <a:off x="1735200" y="1173600"/>
            <a:ext cx="1044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0">
                <a:solidFill>
                  <a:srgbClr val="FFFFFF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sp>
        <p:nvSpPr>
          <p:cNvPr id="14" name="텍스트"/>
          <p:cNvSpPr txBox="1"/>
          <p:nvPr/>
        </p:nvSpPr>
        <p:spPr>
          <a:xfrm>
            <a:off x="1404000" y="1314000"/>
            <a:ext cx="3312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E5DEEB"/>
                </a:solidFill>
                <a:latin typeface="맑은 고딕"/>
                <a:ea typeface="맑은 고딕"/>
              </a:rPr>
              <a:t>ADDR</a:t>
            </a:r>
          </a:p>
        </p:txBody>
      </p:sp>
      <p:sp>
        <p:nvSpPr>
          <p:cNvPr id="15" name="텍스트"/>
          <p:cNvSpPr txBox="1"/>
          <p:nvPr/>
        </p:nvSpPr>
        <p:spPr>
          <a:xfrm>
            <a:off x="1735200" y="1303200"/>
            <a:ext cx="1044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0">
                <a:solidFill>
                  <a:srgbClr val="FFFFFF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4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216000" y="540000"/>
            <a:ext cx="684000" cy="1260000"/>
          </a:xfrm>
          <a:prstGeom prst="rect">
            <a:avLst/>
          </a:prstGeom>
          <a:solidFill>
            <a:srgbClr val="F1D3D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Freeform 2"/>
          <p:cNvSpPr/>
          <p:nvPr/>
        </p:nvSpPr>
        <p:spPr>
          <a:xfrm>
            <a:off x="216000" y="198000"/>
            <a:ext cx="684000" cy="342000"/>
          </a:xfrm>
          <a:custGeom>
            <a:avLst/>
            <a:gdLst/>
            <a:ahLst/>
            <a:cxnLst/>
            <a:rect l="l" t="t" r="r" b="b"/>
            <a:pathLst>
              <a:path w="684000" h="342000">
                <a:moveTo>
                  <a:pt x="0" y="342000"/>
                </a:moveTo>
                <a:lnTo>
                  <a:pt x="2926" y="297360"/>
                </a:lnTo>
                <a:lnTo>
                  <a:pt x="11653" y="253484"/>
                </a:lnTo>
                <a:lnTo>
                  <a:pt x="26033" y="211122"/>
                </a:lnTo>
                <a:lnTo>
                  <a:pt x="45819" y="171000"/>
                </a:lnTo>
                <a:lnTo>
                  <a:pt x="70673" y="133804"/>
                </a:lnTo>
                <a:lnTo>
                  <a:pt x="100169" y="100169"/>
                </a:lnTo>
                <a:lnTo>
                  <a:pt x="133804" y="70673"/>
                </a:lnTo>
                <a:lnTo>
                  <a:pt x="171000" y="45819"/>
                </a:lnTo>
                <a:lnTo>
                  <a:pt x="211122" y="26033"/>
                </a:lnTo>
                <a:lnTo>
                  <a:pt x="253484" y="11653"/>
                </a:lnTo>
                <a:lnTo>
                  <a:pt x="297360" y="2926"/>
                </a:lnTo>
                <a:lnTo>
                  <a:pt x="342000" y="0"/>
                </a:lnTo>
                <a:lnTo>
                  <a:pt x="386640" y="2926"/>
                </a:lnTo>
                <a:lnTo>
                  <a:pt x="430516" y="11653"/>
                </a:lnTo>
                <a:lnTo>
                  <a:pt x="472878" y="26033"/>
                </a:lnTo>
                <a:lnTo>
                  <a:pt x="513000" y="45819"/>
                </a:lnTo>
                <a:lnTo>
                  <a:pt x="550196" y="70673"/>
                </a:lnTo>
                <a:lnTo>
                  <a:pt x="583831" y="100169"/>
                </a:lnTo>
                <a:lnTo>
                  <a:pt x="613327" y="133804"/>
                </a:lnTo>
                <a:lnTo>
                  <a:pt x="638181" y="171000"/>
                </a:lnTo>
                <a:lnTo>
                  <a:pt x="657967" y="211122"/>
                </a:lnTo>
                <a:lnTo>
                  <a:pt x="672347" y="253484"/>
                </a:lnTo>
                <a:lnTo>
                  <a:pt x="681074" y="297360"/>
                </a:lnTo>
                <a:lnTo>
                  <a:pt x="684000" y="342000"/>
                </a:lnTo>
                <a:close/>
              </a:path>
            </a:pathLst>
          </a:custGeom>
          <a:solidFill>
            <a:srgbClr val="F1D3D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433584" y="1064736"/>
            <a:ext cx="69120" cy="124416"/>
          </a:xfrm>
          <a:prstGeom prst="roundRect">
            <a:avLst>
              <a:gd name="adj" fmla="val 10000"/>
            </a:avLst>
          </a:prstGeom>
          <a:solidFill>
            <a:srgbClr val="1B223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23440" y="995616"/>
            <a:ext cx="69120" cy="193536"/>
          </a:xfrm>
          <a:prstGeom prst="roundRect">
            <a:avLst>
              <a:gd name="adj" fmla="val 10000"/>
            </a:avLst>
          </a:prstGeom>
          <a:solidFill>
            <a:srgbClr val="867A8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613296" y="912672"/>
            <a:ext cx="69120" cy="276480"/>
          </a:xfrm>
          <a:prstGeom prst="roundRect">
            <a:avLst>
              <a:gd name="adj" fmla="val 10000"/>
            </a:avLst>
          </a:prstGeom>
          <a:solidFill>
            <a:srgbClr val="1B223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>
            <a:off x="405936" y="1202976"/>
            <a:ext cx="304128" cy="0"/>
          </a:xfrm>
          <a:prstGeom prst="line">
            <a:avLst/>
          </a:prstGeom>
          <a:ln w="13824">
            <a:solidFill>
              <a:srgbClr val="867A85"/>
            </a:solidFill>
          </a:ln>
        </p:spPr>
      </p:cxnSp>
      <p:sp>
        <p:nvSpPr>
          <p:cNvPr id="8" name="텍스트"/>
          <p:cNvSpPr txBox="1"/>
          <p:nvPr/>
        </p:nvSpPr>
        <p:spPr>
          <a:xfrm>
            <a:off x="1188000" y="252000"/>
            <a:ext cx="1512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240">
                <a:solidFill>
                  <a:srgbClr val="9B73BC"/>
                </a:solidFill>
                <a:latin typeface="맑은 고딕"/>
                <a:ea typeface="맑은 고딕"/>
              </a:rPr>
              <a:t>담당 업무</a:t>
            </a:r>
          </a:p>
        </p:txBody>
      </p:sp>
      <p:sp>
        <p:nvSpPr>
          <p:cNvPr id="9" name="Oval 8"/>
          <p:cNvSpPr/>
          <p:nvPr/>
        </p:nvSpPr>
        <p:spPr>
          <a:xfrm>
            <a:off x="1191600" y="489600"/>
            <a:ext cx="43200" cy="43200"/>
          </a:xfrm>
          <a:prstGeom prst="ellipse">
            <a:avLst/>
          </a:prstGeom>
          <a:solidFill>
            <a:srgbClr val="D57F9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텍스트"/>
          <p:cNvSpPr txBox="1"/>
          <p:nvPr/>
        </p:nvSpPr>
        <p:spPr>
          <a:xfrm>
            <a:off x="1296000" y="432000"/>
            <a:ext cx="1512000" cy="172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73"/>
              </a:lnSpc>
            </a:pPr>
            <a:r>
              <a:rPr sz="740" b="1">
                <a:solidFill>
                  <a:srgbClr val="1B2230"/>
                </a:solidFill>
                <a:latin typeface="맑은 고딕"/>
                <a:ea typeface="맑은 고딕"/>
              </a:rPr>
              <a:t>마케팅</a:t>
            </a:r>
          </a:p>
        </p:txBody>
      </p:sp>
      <p:sp>
        <p:nvSpPr>
          <p:cNvPr id="11" name="Oval 10"/>
          <p:cNvSpPr/>
          <p:nvPr/>
        </p:nvSpPr>
        <p:spPr>
          <a:xfrm>
            <a:off x="1191600" y="712800"/>
            <a:ext cx="43200" cy="43200"/>
          </a:xfrm>
          <a:prstGeom prst="ellipse">
            <a:avLst/>
          </a:prstGeom>
          <a:solidFill>
            <a:srgbClr val="9A7FB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텍스트"/>
          <p:cNvSpPr txBox="1"/>
          <p:nvPr/>
        </p:nvSpPr>
        <p:spPr>
          <a:xfrm>
            <a:off x="1296000" y="655200"/>
            <a:ext cx="1512000" cy="172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73"/>
              </a:lnSpc>
            </a:pPr>
            <a:r>
              <a:rPr sz="740" b="1">
                <a:solidFill>
                  <a:srgbClr val="1B2230"/>
                </a:solidFill>
                <a:latin typeface="맑은 고딕"/>
                <a:ea typeface="맑은 고딕"/>
              </a:rPr>
              <a:t>개발</a:t>
            </a:r>
          </a:p>
        </p:txBody>
      </p:sp>
      <p:sp>
        <p:nvSpPr>
          <p:cNvPr id="13" name="Oval 12"/>
          <p:cNvSpPr/>
          <p:nvPr/>
        </p:nvSpPr>
        <p:spPr>
          <a:xfrm>
            <a:off x="1191600" y="936000"/>
            <a:ext cx="43200" cy="43200"/>
          </a:xfrm>
          <a:prstGeom prst="ellipse">
            <a:avLst/>
          </a:prstGeom>
          <a:solidFill>
            <a:srgbClr val="D57F9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텍스트"/>
          <p:cNvSpPr txBox="1"/>
          <p:nvPr/>
        </p:nvSpPr>
        <p:spPr>
          <a:xfrm>
            <a:off x="1296000" y="878400"/>
            <a:ext cx="1512000" cy="172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73"/>
              </a:lnSpc>
            </a:pPr>
            <a:r>
              <a:rPr sz="740" b="1">
                <a:solidFill>
                  <a:srgbClr val="1B2230"/>
                </a:solidFill>
                <a:latin typeface="맑은 고딕"/>
                <a:ea typeface="맑은 고딕"/>
              </a:rPr>
              <a:t>프로젝트 관리</a:t>
            </a:r>
          </a:p>
        </p:txBody>
      </p:sp>
      <p:sp>
        <p:nvSpPr>
          <p:cNvPr id="15" name="Oval 14"/>
          <p:cNvSpPr/>
          <p:nvPr/>
        </p:nvSpPr>
        <p:spPr>
          <a:xfrm>
            <a:off x="1191600" y="1159200"/>
            <a:ext cx="43200" cy="43200"/>
          </a:xfrm>
          <a:prstGeom prst="ellipse">
            <a:avLst/>
          </a:prstGeom>
          <a:solidFill>
            <a:srgbClr val="9A7FB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텍스트"/>
          <p:cNvSpPr txBox="1"/>
          <p:nvPr/>
        </p:nvSpPr>
        <p:spPr>
          <a:xfrm>
            <a:off x="1296000" y="1101600"/>
            <a:ext cx="1512000" cy="172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73"/>
              </a:lnSpc>
            </a:pPr>
            <a:r>
              <a:rPr sz="740" b="1">
                <a:solidFill>
                  <a:srgbClr val="1B2230"/>
                </a:solidFill>
                <a:latin typeface="맑은 고딕"/>
                <a:ea typeface="맑은 고딕"/>
              </a:rPr>
              <a:t>계약 관리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1188000" y="1440000"/>
            <a:ext cx="1836000" cy="0"/>
          </a:xfrm>
          <a:prstGeom prst="line">
            <a:avLst/>
          </a:prstGeom>
          <a:ln w="3600">
            <a:solidFill>
              <a:srgbClr val="E2DDD2"/>
            </a:solidFill>
          </a:ln>
        </p:spPr>
      </p:cxnSp>
      <p:sp>
        <p:nvSpPr>
          <p:cNvPr id="18" name="텍스트"/>
          <p:cNvSpPr txBox="1"/>
          <p:nvPr/>
        </p:nvSpPr>
        <p:spPr>
          <a:xfrm>
            <a:off x="1188000" y="1512000"/>
            <a:ext cx="1872000" cy="1104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41"/>
              </a:lnSpc>
            </a:pPr>
            <a:r>
              <a:rPr sz="580" b="0">
                <a:solidFill>
                  <a:srgbClr val="605C55"/>
                </a:solidFill>
                <a:latin typeface="맑은 고딕"/>
                <a:ea typeface="맑은 고딕"/>
              </a:rPr>
              <a:t>평일 방문 상담     @아이디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인사팀 책임 명함 서식</dc:title>
  <dc:subject>편집용 명함 서식</dc:subject>
  <dc:creator>반딧불이의 곳간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