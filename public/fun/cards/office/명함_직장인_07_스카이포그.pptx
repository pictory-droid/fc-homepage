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6C8E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8EA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06A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