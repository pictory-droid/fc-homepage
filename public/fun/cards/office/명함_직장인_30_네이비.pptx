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D1E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9D1E2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C9D1E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3B59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C82A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C82A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C82A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C82A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