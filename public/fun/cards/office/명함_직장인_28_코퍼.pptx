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25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A169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허OO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재무팀 차장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C7B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C7B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C7B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AC7B5A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3C4048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영업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3C404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3C404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3C4048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86459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86459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재무팀 차장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