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10800">
            <a:solidFill>
              <a:srgbClr val="BD429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4000" y="144000"/>
            <a:ext cx="2952000" cy="1512000"/>
          </a:xfrm>
          <a:prstGeom prst="rect">
            <a:avLst/>
          </a:prstGeom>
          <a:noFill/>
          <a:ln w="5400">
            <a:solidFill>
              <a:srgbClr val="F1D0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400">
                <a:solidFill>
                  <a:srgbClr val="936885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468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71285B"/>
                </a:solidFill>
                <a:latin typeface="바탕"/>
                <a:ea typeface="바탕"/>
              </a:rPr>
              <a:t>조하린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848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BD4298"/>
                </a:solidFill>
                <a:latin typeface="맑은 고딕"/>
                <a:ea typeface="맑은 고딕"/>
              </a:rPr>
              <a:t>인사팀 책임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0000" y="993600"/>
            <a:ext cx="180000" cy="10800"/>
          </a:xfrm>
          <a:prstGeom prst="rect">
            <a:avLst/>
          </a:prstGeom>
          <a:solidFill>
            <a:srgbClr val="BD42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087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71285B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2096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71285B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332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93688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1" name="Oval 10"/>
          <p:cNvSpPr/>
          <p:nvPr/>
        </p:nvSpPr>
        <p:spPr>
          <a:xfrm>
            <a:off x="1583064" y="1491912"/>
            <a:ext cx="73872" cy="73872"/>
          </a:xfrm>
          <a:prstGeom prst="ellipse">
            <a:avLst/>
          </a:prstGeom>
          <a:solidFill>
            <a:srgbClr val="BD42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602216" y="1564416"/>
            <a:ext cx="35568" cy="21888"/>
          </a:xfrm>
          <a:prstGeom prst="roundRect">
            <a:avLst>
              <a:gd name="adj" fmla="val 18750"/>
            </a:avLst>
          </a:prstGeom>
          <a:solidFill>
            <a:srgbClr val="F1D0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607688" y="1590408"/>
            <a:ext cx="24624" cy="12312"/>
          </a:xfrm>
          <a:prstGeom prst="roundRect">
            <a:avLst>
              <a:gd name="adj" fmla="val 33333"/>
            </a:avLst>
          </a:prstGeom>
          <a:solidFill>
            <a:srgbClr val="F1D0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1285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CF77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884A7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811960" y="1372680"/>
            <a:ext cx="136080" cy="136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847240" y="1506240"/>
            <a:ext cx="65520" cy="40320"/>
          </a:xfrm>
          <a:prstGeom prst="roundRect">
            <a:avLst>
              <a:gd name="adj" fmla="val 18749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57320" y="1554120"/>
            <a:ext cx="45360" cy="2268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차근차근 쌓아 가는 전문성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CDB4C6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인사팀 책임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