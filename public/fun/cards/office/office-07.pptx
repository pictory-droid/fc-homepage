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DBF7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00C896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12151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차근차근 쌓아 가는 전문성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07806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0E3C3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