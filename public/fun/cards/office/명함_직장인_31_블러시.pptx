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2D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3BB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C157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4827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656F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56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56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56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43A6A1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86A7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43A6A1"/>
          </a:solidFill>
          <a:ln w="5760">
            <a:solidFill>
              <a:srgbClr val="43A6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7F4EE"/>
          </a:solidFill>
          <a:ln w="5760">
            <a:solidFill>
              <a:srgbClr val="43A6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7F4EE"/>
          </a:solidFill>
          <a:ln w="5760">
            <a:solidFill>
              <a:srgbClr val="43A6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평일 방문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05C5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05C5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