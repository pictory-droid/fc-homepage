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2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3BBC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C157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4827E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심OO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656F"/>
                </a:solidFill>
                <a:latin typeface="맑은 고딕"/>
                <a:ea typeface="맑은 고딕"/>
              </a:rPr>
              <a:t>영업팀 대리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56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56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56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43A6A1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86A78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43A6A1"/>
          </a:solidFill>
          <a:ln w="5760">
            <a:solidFill>
              <a:srgbClr val="43A6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7F4EE"/>
          </a:solidFill>
          <a:ln w="5760">
            <a:solidFill>
              <a:srgbClr val="43A6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7F4EE"/>
          </a:solidFill>
          <a:ln w="5760">
            <a:solidFill>
              <a:srgbClr val="43A6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평일 방문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05C5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05C55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영업팀 대리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