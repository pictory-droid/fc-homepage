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5E0F21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3" name="Oval 2"/>
          <p:cNvSpPr/>
          <p:nvPr/>
        </p:nvSpPr>
        <p:spPr>
          <a:xfrm>
            <a:off x="2955600" y="241200"/>
            <a:ext cx="64800" cy="64800"/>
          </a:xfrm>
          <a:prstGeom prst="ellipse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목태양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800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5E0F21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5760">
            <a:solidFill>
              <a:srgbClr val="F4B9C3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411200"/>
            <a:ext cx="79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080000" y="1411200"/>
            <a:ext cx="90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52000" y="1411200"/>
            <a:ext cx="97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5E0F2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080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5E0F2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5E0F21"/>
                </a:solidFill>
                <a:latin typeface="맑은 고딕"/>
                <a:ea typeface="맑은 고딕"/>
              </a:rPr>
              <a:t>ADDR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324000"/>
            <a:ext cx="25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당신 곁의 든든한 담당자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569600"/>
            <a:ext cx="1872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14400" y="1616400"/>
            <a:ext cx="43200" cy="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2400" y="1616400"/>
            <a:ext cx="43200" cy="432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0400" y="1616400"/>
            <a:ext cx="43200" cy="432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