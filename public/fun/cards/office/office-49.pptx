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F4B9C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E0F21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F4B9C3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목태양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E0F21"/>
                </a:solidFill>
                <a:latin typeface="맑은 고딕"/>
                <a:ea typeface="맑은 고딕"/>
              </a:rPr>
              <a:t>고객지원팀 주임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F4B9C3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E0F21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E0F21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E0F21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계약 관리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제휴 문의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운영 지원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B7280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고객지원팀 주임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