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8D66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536560" y="750240"/>
            <a:ext cx="100800" cy="181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67600" y="649440"/>
            <a:ext cx="100800" cy="282240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98640" y="528480"/>
            <a:ext cx="100800" cy="40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6240" y="951840"/>
            <a:ext cx="443520" cy="0"/>
          </a:xfrm>
          <a:prstGeom prst="line">
            <a:avLst/>
          </a:prstGeom>
          <a:ln w="2016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1938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663F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8D66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663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663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663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당신 곁의 든든한 담당자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