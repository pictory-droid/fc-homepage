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7D7A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282A2D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282A2D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282A2D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민OO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영업팀 대리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7D7A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768C9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2F5D45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768C9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2F5D45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768C9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2F5D45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768C9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2F5D45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768C9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2F5D45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C4651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768C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영업 관리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768C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인사 · 총무</a:t>
            </a:r>
          </a:p>
        </p:txBody>
      </p:sp>
      <p:sp>
        <p:nvSpPr>
          <p:cNvPr id="19" name="Oval 18"/>
          <p:cNvSpPr/>
          <p:nvPr/>
        </p:nvSpPr>
        <p:spPr>
          <a:xfrm>
            <a:off x="831600" y="1159200"/>
            <a:ext cx="43200" cy="43200"/>
          </a:xfrm>
          <a:prstGeom prst="ellipse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텍스트"/>
          <p:cNvSpPr txBox="1"/>
          <p:nvPr/>
        </p:nvSpPr>
        <p:spPr>
          <a:xfrm>
            <a:off x="93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품질 관리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DAE1E6"/>
            </a:solidFill>
          </a:ln>
        </p:spPr>
      </p:cxnSp>
      <p:sp>
        <p:nvSpPr>
          <p:cNvPr id="22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3C4651"/>
                </a:solidFill>
                <a:latin typeface="맑은 고딕"/>
                <a:ea typeface="맑은 고딕"/>
              </a:rPr>
              <a:t>평일 10:00 – 19:00  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영업팀 대리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