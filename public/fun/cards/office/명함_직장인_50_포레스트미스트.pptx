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091BA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557E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D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7E9C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BEC6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360" y="722880"/>
            <a:ext cx="233280" cy="23328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9840" y="951840"/>
            <a:ext cx="112320" cy="69120"/>
          </a:xfrm>
          <a:prstGeom prst="roundRect">
            <a:avLst>
              <a:gd name="adj" fmla="val 18750"/>
            </a:avLst>
          </a:prstGeom>
          <a:solidFill>
            <a:srgbClr val="4C5F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7120" y="1033920"/>
            <a:ext cx="77760" cy="38880"/>
          </a:xfrm>
          <a:prstGeom prst="roundRect">
            <a:avLst>
              <a:gd name="adj" fmla="val 33333"/>
            </a:avLst>
          </a:prstGeom>
          <a:solidFill>
            <a:srgbClr val="4C5F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F846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BEC6D3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A77"/>
                </a:solidFill>
                <a:latin typeface="맑은 고딕"/>
                <a:ea typeface="맑은 고딕"/>
              </a:rPr>
              <a:t>평일 방문 상담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