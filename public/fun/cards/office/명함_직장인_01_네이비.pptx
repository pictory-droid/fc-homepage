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E6E3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9A7FB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김OO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영업팀 대리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0" y="943200"/>
            <a:ext cx="0" cy="6048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944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46400" y="1022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944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46400" y="1166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944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46400" y="1310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D9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22345E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9469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C7C1D0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66876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마케팅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C7C1D0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66876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개발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C7C1D0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66876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재무 · 회계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C7C1D0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66876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고객 응대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C7C1D0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8969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평일 방문 상담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영업팀 대리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