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6E3D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A7FB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F6672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1D9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22345E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9469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C7C1D0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66876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마케팅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C7C1D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66876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C7C1D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6687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C7C1D0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6687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C7C1D0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8969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방문 상담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