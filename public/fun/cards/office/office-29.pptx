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4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516400" y="58896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516400" y="72000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788560" y="58896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2788560" y="72000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677680" y="548640"/>
            <a:ext cx="80640" cy="342720"/>
          </a:xfrm>
          <a:prstGeom prst="line">
            <a:avLst/>
          </a:prstGeom>
          <a:ln w="3528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AB89F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AB89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AB89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AB89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4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C5BFB5"/>
                </a:solidFill>
                <a:latin typeface="바탕"/>
                <a:ea typeface="바탕"/>
              </a:rPr>
              <a:t>조용히 그러나 끝까지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B8A17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5BF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2642400" y="347760"/>
            <a:ext cx="84240" cy="84240"/>
          </a:xfrm>
          <a:prstGeom prst="line">
            <a:avLst/>
          </a:prstGeom>
          <a:ln w="25920">
            <a:solidFill>
              <a:srgbClr val="B8A17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642400" y="432000"/>
            <a:ext cx="84240" cy="84240"/>
          </a:xfrm>
          <a:prstGeom prst="line">
            <a:avLst/>
          </a:prstGeom>
          <a:ln w="25920">
            <a:solidFill>
              <a:srgbClr val="B8A17F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17360" y="347760"/>
            <a:ext cx="84240" cy="84240"/>
          </a:xfrm>
          <a:prstGeom prst="line">
            <a:avLst/>
          </a:prstGeom>
          <a:ln w="25920">
            <a:solidFill>
              <a:srgbClr val="B8A17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2817360" y="432000"/>
            <a:ext cx="84240" cy="84240"/>
          </a:xfrm>
          <a:prstGeom prst="line">
            <a:avLst/>
          </a:prstGeom>
          <a:ln w="25920">
            <a:solidFill>
              <a:srgbClr val="B8A17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746080" y="321840"/>
            <a:ext cx="51840" cy="220320"/>
          </a:xfrm>
          <a:prstGeom prst="line">
            <a:avLst/>
          </a:prstGeom>
          <a:ln w="22680">
            <a:solidFill>
              <a:srgbClr val="74644E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