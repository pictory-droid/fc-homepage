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7C7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DBDBFF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DBDB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DBDB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DBDB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DBDB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조용히 그러나 끝까지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6F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