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9C4A2E">
                    <a:alpha val="95000"/>
                  </a:srgbClr>
                </a:solidFill>
                <a:latin typeface="맑은 고딕"/>
                <a:ea typeface="맑은 고딕"/>
              </a:rPr>
              <a:t>남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86459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8780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6667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46667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