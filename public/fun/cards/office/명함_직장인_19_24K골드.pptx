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C499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FC7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4742B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A8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FC7D2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평일 방문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