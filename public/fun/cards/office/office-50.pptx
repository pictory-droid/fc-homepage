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E7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21318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진보미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121318"/>
                </a:solidFill>
                <a:latin typeface="맑은 고딕"/>
                <a:ea typeface="맑은 고딕"/>
              </a:rPr>
              <a:t>연구소 연구원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12131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12131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12131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2151C"/>
                </a:solidFill>
                <a:latin typeface="맑은 고딕"/>
                <a:ea typeface="맑은 고딕"/>
              </a:rPr>
              <a:t>좋은 인연으로</a:t>
            </a:r>
          </a:p>
          <a:p>
            <a:pPr algn="ctr">
              <a:lnSpc>
                <a:spcPts val="1667"/>
              </a:lnSpc>
            </a:pPr>
            <a:r>
              <a:rPr sz="1150" b="1">
                <a:solidFill>
                  <a:srgbClr val="12151C"/>
                </a:solidFill>
                <a:latin typeface="맑은 고딕"/>
                <a:ea typeface="맑은 고딕"/>
              </a:rPr>
              <a:t>이어지길 바랍니다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연구소 연구원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