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462400" y="158400"/>
            <a:ext cx="43200" cy="43200"/>
          </a:xfrm>
          <a:prstGeom prst="ellipse">
            <a:avLst/>
          </a:prstGeom>
          <a:solidFill>
            <a:srgbClr val="3B918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462400" y="266400"/>
            <a:ext cx="43200" cy="43200"/>
          </a:xfrm>
          <a:prstGeom prst="ellipse">
            <a:avLst/>
          </a:prstGeom>
          <a:solidFill>
            <a:srgbClr val="3B9188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62400" y="374400"/>
            <a:ext cx="43200" cy="43200"/>
          </a:xfrm>
          <a:prstGeom prst="ellipse">
            <a:avLst/>
          </a:prstGeom>
          <a:solidFill>
            <a:srgbClr val="3B9188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62400" y="482400"/>
            <a:ext cx="43200" cy="43200"/>
          </a:xfrm>
          <a:prstGeom prst="ellipse">
            <a:avLst/>
          </a:prstGeom>
          <a:solidFill>
            <a:srgbClr val="3B9188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70400" y="158400"/>
            <a:ext cx="43200" cy="43200"/>
          </a:xfrm>
          <a:prstGeom prst="ellipse">
            <a:avLst/>
          </a:prstGeom>
          <a:solidFill>
            <a:srgbClr val="3B918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70400" y="266400"/>
            <a:ext cx="43200" cy="43200"/>
          </a:xfrm>
          <a:prstGeom prst="ellipse">
            <a:avLst/>
          </a:prstGeom>
          <a:solidFill>
            <a:srgbClr val="3B9188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70400" y="374400"/>
            <a:ext cx="43200" cy="43200"/>
          </a:xfrm>
          <a:prstGeom prst="ellipse">
            <a:avLst/>
          </a:prstGeom>
          <a:solidFill>
            <a:srgbClr val="3B9188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70400" y="482400"/>
            <a:ext cx="43200" cy="43200"/>
          </a:xfrm>
          <a:prstGeom prst="ellipse">
            <a:avLst/>
          </a:prstGeom>
          <a:solidFill>
            <a:srgbClr val="3B9188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78400" y="158400"/>
            <a:ext cx="43200" cy="43200"/>
          </a:xfrm>
          <a:prstGeom prst="ellipse">
            <a:avLst/>
          </a:prstGeom>
          <a:solidFill>
            <a:srgbClr val="3B918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78400" y="266400"/>
            <a:ext cx="43200" cy="43200"/>
          </a:xfrm>
          <a:prstGeom prst="ellipse">
            <a:avLst/>
          </a:prstGeom>
          <a:solidFill>
            <a:srgbClr val="3B9188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78400" y="374400"/>
            <a:ext cx="43200" cy="43200"/>
          </a:xfrm>
          <a:prstGeom prst="ellipse">
            <a:avLst/>
          </a:prstGeom>
          <a:solidFill>
            <a:srgbClr val="3B9188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8400" y="482400"/>
            <a:ext cx="43200" cy="43200"/>
          </a:xfrm>
          <a:prstGeom prst="ellipse">
            <a:avLst/>
          </a:prstGeom>
          <a:solidFill>
            <a:srgbClr val="3B9188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86400" y="158400"/>
            <a:ext cx="43200" cy="43200"/>
          </a:xfrm>
          <a:prstGeom prst="ellipse">
            <a:avLst/>
          </a:prstGeom>
          <a:solidFill>
            <a:srgbClr val="3B918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86400" y="266400"/>
            <a:ext cx="43200" cy="43200"/>
          </a:xfrm>
          <a:prstGeom prst="ellipse">
            <a:avLst/>
          </a:prstGeom>
          <a:solidFill>
            <a:srgbClr val="3B9188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86400" y="374400"/>
            <a:ext cx="43200" cy="43200"/>
          </a:xfrm>
          <a:prstGeom prst="ellipse">
            <a:avLst/>
          </a:prstGeom>
          <a:solidFill>
            <a:srgbClr val="3B9188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786400" y="482400"/>
            <a:ext cx="43200" cy="43200"/>
          </a:xfrm>
          <a:prstGeom prst="ellipse">
            <a:avLst/>
          </a:prstGeom>
          <a:solidFill>
            <a:srgbClr val="3B9188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94400" y="158400"/>
            <a:ext cx="43200" cy="43200"/>
          </a:xfrm>
          <a:prstGeom prst="ellipse">
            <a:avLst/>
          </a:prstGeom>
          <a:solidFill>
            <a:srgbClr val="3B918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894400" y="266400"/>
            <a:ext cx="43200" cy="43200"/>
          </a:xfrm>
          <a:prstGeom prst="ellipse">
            <a:avLst/>
          </a:prstGeom>
          <a:solidFill>
            <a:srgbClr val="3B9188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894400" y="374400"/>
            <a:ext cx="43200" cy="43200"/>
          </a:xfrm>
          <a:prstGeom prst="ellipse">
            <a:avLst/>
          </a:prstGeom>
          <a:solidFill>
            <a:srgbClr val="3B9188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94400" y="482400"/>
            <a:ext cx="43200" cy="43200"/>
          </a:xfrm>
          <a:prstGeom prst="ellipse">
            <a:avLst/>
          </a:prstGeom>
          <a:solidFill>
            <a:srgbClr val="3B9188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663200"/>
            <a:ext cx="3240000" cy="1368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1663200"/>
            <a:ext cx="936000" cy="136800"/>
          </a:xfrm>
          <a:prstGeom prst="rect">
            <a:avLst/>
          </a:prstGeom>
          <a:solidFill>
            <a:srgbClr val="C8E0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텍스트"/>
          <p:cNvSpPr txBox="1"/>
          <p:nvPr/>
        </p:nvSpPr>
        <p:spPr>
          <a:xfrm>
            <a:off x="252000" y="2088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8D674D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540000"/>
            <a:ext cx="2016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884111"/>
                </a:solidFill>
                <a:latin typeface="맑은 고딕"/>
                <a:ea typeface="맑은 고딕"/>
              </a:rPr>
              <a:t>진보미</a:t>
            </a:r>
          </a:p>
        </p:txBody>
      </p:sp>
      <p:sp>
        <p:nvSpPr>
          <p:cNvPr id="26" name="텍스트"/>
          <p:cNvSpPr txBox="1"/>
          <p:nvPr/>
        </p:nvSpPr>
        <p:spPr>
          <a:xfrm>
            <a:off x="252000" y="828000"/>
            <a:ext cx="2016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327B74"/>
                </a:solidFill>
                <a:latin typeface="맑은 고딕"/>
                <a:ea typeface="맑은 고딕"/>
              </a:rPr>
              <a:t>연구소 연구원</a:t>
            </a:r>
          </a:p>
        </p:txBody>
      </p:sp>
      <p:sp>
        <p:nvSpPr>
          <p:cNvPr id="27" name="텍스트"/>
          <p:cNvSpPr txBox="1"/>
          <p:nvPr/>
        </p:nvSpPr>
        <p:spPr>
          <a:xfrm>
            <a:off x="252000" y="11088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327B74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396000" y="11088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884111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2777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327B74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396000" y="12777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884111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4466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327B74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396000" y="14466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884111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33" name="Oval 32"/>
          <p:cNvSpPr/>
          <p:nvPr/>
        </p:nvSpPr>
        <p:spPr>
          <a:xfrm>
            <a:off x="2802240" y="1069920"/>
            <a:ext cx="155520" cy="155520"/>
          </a:xfrm>
          <a:prstGeom prst="ellipse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842560" y="1222560"/>
            <a:ext cx="74880" cy="46080"/>
          </a:xfrm>
          <a:prstGeom prst="roundRect">
            <a:avLst>
              <a:gd name="adj" fmla="val 18750"/>
            </a:avLst>
          </a:prstGeom>
          <a:solidFill>
            <a:srgbClr val="C8E0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854080" y="1277280"/>
            <a:ext cx="51840" cy="25920"/>
          </a:xfrm>
          <a:prstGeom prst="roundRect">
            <a:avLst>
              <a:gd name="adj" fmla="val 33333"/>
            </a:avLst>
          </a:prstGeom>
          <a:solidFill>
            <a:srgbClr val="C8E0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84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92320" y="250560"/>
            <a:ext cx="855360" cy="855360"/>
          </a:xfrm>
          <a:prstGeom prst="ellipse">
            <a:avLst/>
          </a:prstGeom>
          <a:solidFill>
            <a:srgbClr val="EB9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414080" y="1090080"/>
            <a:ext cx="411840" cy="253440"/>
          </a:xfrm>
          <a:prstGeom prst="roundRect">
            <a:avLst>
              <a:gd name="adj" fmla="val 18750"/>
            </a:avLst>
          </a:prstGeom>
          <a:solidFill>
            <a:srgbClr val="9B5F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77440" y="1391040"/>
            <a:ext cx="285120" cy="142560"/>
          </a:xfrm>
          <a:prstGeom prst="roundRect">
            <a:avLst>
              <a:gd name="adj" fmla="val 33333"/>
            </a:avLst>
          </a:prstGeom>
          <a:solidFill>
            <a:srgbClr val="9B5F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884111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96000" y="612000"/>
            <a:ext cx="244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좋은 인연으로 이어지길 바랍니다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512000" y="1173600"/>
            <a:ext cx="216000" cy="10800"/>
          </a:xfrm>
          <a:prstGeom prst="rect">
            <a:avLst/>
          </a:prstGeom>
          <a:solidFill>
            <a:srgbClr val="EB9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128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1" spc="300">
                <a:solidFill>
                  <a:srgbClr val="DBC6B8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연구소 연구원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