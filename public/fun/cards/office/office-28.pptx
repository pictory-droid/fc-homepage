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3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1584000" y="36000"/>
            <a:ext cx="1656000" cy="172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560"/>
              </a:lnSpc>
            </a:pPr>
            <a:r>
              <a:rPr sz="12800" b="1">
                <a:solidFill>
                  <a:srgbClr val="8075FF"/>
                </a:solidFill>
                <a:latin typeface="맑은 고딕"/>
                <a:ea typeface="맑은 고딕"/>
              </a:rPr>
              <a:t>유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D7D4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04800"/>
            <a:ext cx="16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유재희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08000"/>
            <a:ext cx="165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D7D4FF"/>
                </a:solidFill>
                <a:latin typeface="맑은 고딕"/>
                <a:ea typeface="맑은 고딕"/>
              </a:rPr>
              <a:t>재무팀 차장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000" y="1231200"/>
            <a:ext cx="144000" cy="1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350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D7D4F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3392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2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D7D4F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616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9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D7D4F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840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736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퇴근길에도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부끄럽지 않은 하루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재무팀 차장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