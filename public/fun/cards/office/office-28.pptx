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23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944000" y="216000"/>
            <a:ext cx="10800" cy="1368000"/>
          </a:xfrm>
          <a:prstGeom prst="rect">
            <a:avLst/>
          </a:prstGeom>
          <a:solidFill>
            <a:srgbClr val="D998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16000" y="201600"/>
            <a:ext cx="1584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300">
                <a:solidFill>
                  <a:srgbClr val="CEBCAC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10464" y="554256"/>
            <a:ext cx="47520" cy="85536"/>
          </a:xfrm>
          <a:prstGeom prst="roundRect">
            <a:avLst>
              <a:gd name="adj" fmla="val 10000"/>
            </a:avLst>
          </a:prstGeom>
          <a:solidFill>
            <a:srgbClr val="D998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72240" y="506736"/>
            <a:ext cx="47520" cy="133056"/>
          </a:xfrm>
          <a:prstGeom prst="roundRect">
            <a:avLst>
              <a:gd name="adj" fmla="val 10000"/>
            </a:avLst>
          </a:prstGeom>
          <a:solidFill>
            <a:srgbClr val="895E3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4016" y="449712"/>
            <a:ext cx="47520" cy="190080"/>
          </a:xfrm>
          <a:prstGeom prst="roundRect">
            <a:avLst>
              <a:gd name="adj" fmla="val 10000"/>
            </a:avLst>
          </a:prstGeom>
          <a:solidFill>
            <a:srgbClr val="D998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291456" y="649296"/>
            <a:ext cx="209088" cy="0"/>
          </a:xfrm>
          <a:prstGeom prst="line">
            <a:avLst/>
          </a:prstGeom>
          <a:ln w="9504">
            <a:solidFill>
              <a:srgbClr val="895E39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16000" y="972000"/>
            <a:ext cx="1728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E4B78F"/>
                </a:solidFill>
                <a:latin typeface="맑은 고딕"/>
                <a:ea typeface="맑은 고딕"/>
              </a:rPr>
              <a:t>재무팀 차장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16000" y="1123200"/>
            <a:ext cx="1728000" cy="346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45"/>
              </a:lnSpc>
            </a:pPr>
            <a:r>
              <a:rPr sz="2100" b="1" spc="50">
                <a:solidFill>
                  <a:srgbClr val="FFFFFF"/>
                </a:solidFill>
                <a:latin typeface="맑은 고딕"/>
                <a:ea typeface="맑은 고딕"/>
              </a:rPr>
              <a:t>유재희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073600" y="540000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E4B78F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217600" y="540000"/>
            <a:ext cx="900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073600" y="708911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E4B78F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217600" y="708911"/>
            <a:ext cx="900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073600" y="877822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E4B78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217600" y="877822"/>
            <a:ext cx="900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23F1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93600"/>
            <a:ext cx="3240000" cy="0"/>
          </a:xfrm>
          <a:prstGeom prst="line">
            <a:avLst/>
          </a:prstGeom>
          <a:ln w="7200">
            <a:solidFill>
              <a:srgbClr val="D9985F">
                <a:alpha val="30000"/>
              </a:srgbClr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0" y="201600"/>
            <a:ext cx="3240000" cy="0"/>
          </a:xfrm>
          <a:prstGeom prst="line">
            <a:avLst/>
          </a:prstGeom>
          <a:ln w="7200">
            <a:solidFill>
              <a:srgbClr val="D9985F">
                <a:alpha val="30000"/>
              </a:srgbClr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0" y="309600"/>
            <a:ext cx="3240000" cy="0"/>
          </a:xfrm>
          <a:prstGeom prst="line">
            <a:avLst/>
          </a:prstGeom>
          <a:ln w="7200">
            <a:solidFill>
              <a:srgbClr val="D9985F">
                <a:alpha val="30000"/>
              </a:srgbClr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0" y="417600"/>
            <a:ext cx="3240000" cy="0"/>
          </a:xfrm>
          <a:prstGeom prst="line">
            <a:avLst/>
          </a:prstGeom>
          <a:ln w="7200">
            <a:solidFill>
              <a:srgbClr val="D9985F">
                <a:alpha val="30000"/>
              </a:srgbClr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0" y="525600"/>
            <a:ext cx="3240000" cy="0"/>
          </a:xfrm>
          <a:prstGeom prst="line">
            <a:avLst/>
          </a:prstGeom>
          <a:ln w="7200">
            <a:solidFill>
              <a:srgbClr val="D9985F">
                <a:alpha val="30000"/>
              </a:srgbClr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0" y="633600"/>
            <a:ext cx="3240000" cy="0"/>
          </a:xfrm>
          <a:prstGeom prst="line">
            <a:avLst/>
          </a:prstGeom>
          <a:ln w="7200">
            <a:solidFill>
              <a:srgbClr val="D9985F">
                <a:alpha val="30000"/>
              </a:srgbClr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0" y="741600"/>
            <a:ext cx="3240000" cy="0"/>
          </a:xfrm>
          <a:prstGeom prst="line">
            <a:avLst/>
          </a:prstGeom>
          <a:ln w="7200">
            <a:solidFill>
              <a:srgbClr val="D9985F">
                <a:alpha val="30000"/>
              </a:srgbClr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0" y="849600"/>
            <a:ext cx="3240000" cy="0"/>
          </a:xfrm>
          <a:prstGeom prst="line">
            <a:avLst/>
          </a:prstGeom>
          <a:ln w="7200">
            <a:solidFill>
              <a:srgbClr val="D9985F">
                <a:alpha val="30000"/>
              </a:srgbClr>
            </a:solidFill>
          </a:ln>
        </p:spPr>
      </p:cxnSp>
      <p:cxnSp>
        <p:nvCxnSpPr>
          <p:cNvPr id="10" name="Connector 9"/>
          <p:cNvCxnSpPr/>
          <p:nvPr/>
        </p:nvCxnSpPr>
        <p:spPr>
          <a:xfrm>
            <a:off x="0" y="957600"/>
            <a:ext cx="3240000" cy="0"/>
          </a:xfrm>
          <a:prstGeom prst="line">
            <a:avLst/>
          </a:prstGeom>
          <a:ln w="7200">
            <a:solidFill>
              <a:srgbClr val="D9985F">
                <a:alpha val="30000"/>
              </a:srgbClr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0" y="1065600"/>
            <a:ext cx="3240000" cy="0"/>
          </a:xfrm>
          <a:prstGeom prst="line">
            <a:avLst/>
          </a:prstGeom>
          <a:ln w="7200">
            <a:solidFill>
              <a:srgbClr val="D9985F">
                <a:alpha val="30000"/>
              </a:srgbClr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0" y="1173600"/>
            <a:ext cx="3240000" cy="0"/>
          </a:xfrm>
          <a:prstGeom prst="line">
            <a:avLst/>
          </a:prstGeom>
          <a:ln w="7200">
            <a:solidFill>
              <a:srgbClr val="D9985F">
                <a:alpha val="30000"/>
              </a:srgbClr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0" y="1281600"/>
            <a:ext cx="3240000" cy="0"/>
          </a:xfrm>
          <a:prstGeom prst="line">
            <a:avLst/>
          </a:prstGeom>
          <a:ln w="7200">
            <a:solidFill>
              <a:srgbClr val="D9985F">
                <a:alpha val="30000"/>
              </a:srgbClr>
            </a:solidFill>
          </a:ln>
        </p:spPr>
      </p:cxnSp>
      <p:cxnSp>
        <p:nvCxnSpPr>
          <p:cNvPr id="14" name="Connector 13"/>
          <p:cNvCxnSpPr/>
          <p:nvPr/>
        </p:nvCxnSpPr>
        <p:spPr>
          <a:xfrm>
            <a:off x="0" y="1389600"/>
            <a:ext cx="3240000" cy="0"/>
          </a:xfrm>
          <a:prstGeom prst="line">
            <a:avLst/>
          </a:prstGeom>
          <a:ln w="7200">
            <a:solidFill>
              <a:srgbClr val="D9985F">
                <a:alpha val="30000"/>
              </a:srgbClr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0" y="1497600"/>
            <a:ext cx="3240000" cy="0"/>
          </a:xfrm>
          <a:prstGeom prst="line">
            <a:avLst/>
          </a:prstGeom>
          <a:ln w="7200">
            <a:solidFill>
              <a:srgbClr val="D9985F">
                <a:alpha val="30000"/>
              </a:srgbClr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0" y="1605600"/>
            <a:ext cx="3240000" cy="0"/>
          </a:xfrm>
          <a:prstGeom prst="line">
            <a:avLst/>
          </a:prstGeom>
          <a:ln w="7200">
            <a:solidFill>
              <a:srgbClr val="D9985F">
                <a:alpha val="30000"/>
              </a:srgbClr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0" y="1713600"/>
            <a:ext cx="3240000" cy="0"/>
          </a:xfrm>
          <a:prstGeom prst="line">
            <a:avLst/>
          </a:prstGeom>
          <a:ln w="7200">
            <a:solidFill>
              <a:srgbClr val="D9985F">
                <a:alpha val="30000"/>
              </a:srgbClr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0" y="1821600"/>
            <a:ext cx="3240000" cy="0"/>
          </a:xfrm>
          <a:prstGeom prst="line">
            <a:avLst/>
          </a:prstGeom>
          <a:ln w="7200">
            <a:solidFill>
              <a:srgbClr val="D9985F">
                <a:alpha val="30000"/>
              </a:srgbClr>
            </a:solidFill>
          </a:ln>
        </p:spPr>
      </p:cxnSp>
      <p:sp>
        <p:nvSpPr>
          <p:cNvPr id="19" name="Rectangle 18"/>
          <p:cNvSpPr/>
          <p:nvPr/>
        </p:nvSpPr>
        <p:spPr>
          <a:xfrm>
            <a:off x="468000" y="468000"/>
            <a:ext cx="2304000" cy="864000"/>
          </a:xfrm>
          <a:prstGeom prst="rect">
            <a:avLst/>
          </a:prstGeom>
          <a:solidFill>
            <a:srgbClr val="723F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8000" y="468000"/>
            <a:ext cx="2304000" cy="864000"/>
          </a:xfrm>
          <a:prstGeom prst="rect">
            <a:avLst/>
          </a:prstGeom>
          <a:noFill/>
          <a:ln w="9000">
            <a:solidFill>
              <a:srgbClr val="D998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텍스트"/>
          <p:cNvSpPr txBox="1"/>
          <p:nvPr/>
        </p:nvSpPr>
        <p:spPr>
          <a:xfrm>
            <a:off x="576000" y="540000"/>
            <a:ext cx="2088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667"/>
              </a:lnSpc>
            </a:pPr>
            <a:r>
              <a:rPr sz="1150" b="1">
                <a:solidFill>
                  <a:srgbClr val="FFFFFF"/>
                </a:solidFill>
                <a:latin typeface="바탕"/>
                <a:ea typeface="바탕"/>
              </a:rPr>
              <a:t>퇴근길에도 부끄럽지 않은 하루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360000" y="14688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 spc="300">
                <a:solidFill>
                  <a:srgbClr val="CEBCAC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재무팀 차장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