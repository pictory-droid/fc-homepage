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A9788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946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9788F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마케팅팀 과장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D657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DDC9D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DDC9D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DDC9D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DDC9D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DDC9D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DDC9D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DDC9D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DDC9D2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F5F0EA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DDC9D2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마케팅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E9DDE3"/>
                </a:solidFill>
                <a:latin typeface="맑은 고딕"/>
                <a:ea typeface="맑은 고딕"/>
              </a:rPr>
              <a:t>사전 연락 후 방문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마케팅팀 과장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