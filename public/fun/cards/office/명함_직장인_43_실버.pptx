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D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F63A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5C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0C6D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6A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A8AB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3F63A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649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8649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56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9356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A8AB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