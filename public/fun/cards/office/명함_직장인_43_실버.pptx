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D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A9AE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F63A8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2520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지OO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785403" cy="172800"/>
          </a:xfrm>
          <a:prstGeom prst="roundRect">
            <a:avLst>
              <a:gd name="adj" fmla="val 50000"/>
            </a:avLst>
          </a:prstGeom>
          <a:solidFill>
            <a:srgbClr val="5C7F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785403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개발팀 선임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C0C6D0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6A7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6A7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6A7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A8AB7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B2230"/>
                </a:solidFill>
                <a:latin typeface="맑은 고딕"/>
                <a:ea typeface="맑은 고딕"/>
              </a:rPr>
              <a:t>평일 방문 상담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3F63A8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31771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05C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31771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110" y="943200"/>
            <a:ext cx="715984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05C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620110" y="943200"/>
            <a:ext cx="715984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86494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05C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386494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고객 응대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93569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05C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993569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계약 관리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05C55"/>
                </a:solidFill>
                <a:latin typeface="맑은 고딕"/>
                <a:ea typeface="맑은 고딕"/>
              </a:rPr>
              <a:t>WEB   www.example.com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A8AB7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개발팀 선임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