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5520" y="928080"/>
            <a:ext cx="93600" cy="168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7200" y="834480"/>
            <a:ext cx="93600" cy="262080"/>
          </a:xfrm>
          <a:prstGeom prst="roundRect">
            <a:avLst>
              <a:gd name="adj" fmla="val 10000"/>
            </a:avLst>
          </a:prstGeom>
          <a:solidFill>
            <a:srgbClr val="C8B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8880" y="722160"/>
            <a:ext cx="93600" cy="37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78080" y="1115280"/>
            <a:ext cx="411840" cy="0"/>
          </a:xfrm>
          <a:prstGeom prst="line">
            <a:avLst/>
          </a:prstGeom>
          <a:ln w="18720">
            <a:solidFill>
              <a:srgbClr val="C8B59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