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2A47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8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300960" y="478224"/>
            <a:ext cx="61776" cy="61776"/>
          </a:xfrm>
          <a:prstGeom prst="line">
            <a:avLst/>
          </a:prstGeom>
          <a:ln w="19008">
            <a:solidFill>
              <a:srgbClr val="2A476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0960" y="540000"/>
            <a:ext cx="61776" cy="61776"/>
          </a:xfrm>
          <a:prstGeom prst="line">
            <a:avLst/>
          </a:prstGeom>
          <a:ln w="19008">
            <a:solidFill>
              <a:srgbClr val="2A476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29264" y="478224"/>
            <a:ext cx="61776" cy="61776"/>
          </a:xfrm>
          <a:prstGeom prst="line">
            <a:avLst/>
          </a:prstGeom>
          <a:ln w="19008">
            <a:solidFill>
              <a:srgbClr val="2A476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429264" y="540000"/>
            <a:ext cx="61776" cy="61776"/>
          </a:xfrm>
          <a:prstGeom prst="line">
            <a:avLst/>
          </a:prstGeom>
          <a:ln w="19008">
            <a:solidFill>
              <a:srgbClr val="2A476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376992" y="459216"/>
            <a:ext cx="38016" cy="161568"/>
          </a:xfrm>
          <a:prstGeom prst="line">
            <a:avLst/>
          </a:prstGeom>
          <a:ln w="16632">
            <a:solidFill>
              <a:srgbClr val="D1DEF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A476F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6263B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667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기본에 충실한 한 걸음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ADB3B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667B9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DB3BA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