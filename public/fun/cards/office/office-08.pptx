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33C6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기본에 충실한 한 걸음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0E392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