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B264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8A7B6E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8A7B6E"/>
          </a:solidFill>
          <a:ln w="5760">
            <a:solidFill>
              <a:srgbClr val="8A7B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EFEDE8"/>
          </a:solidFill>
          <a:ln w="5760">
            <a:solidFill>
              <a:srgbClr val="8A7B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EFEDE8"/>
          </a:solidFill>
          <a:ln w="5760">
            <a:solidFill>
              <a:srgbClr val="8A7B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8645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86459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