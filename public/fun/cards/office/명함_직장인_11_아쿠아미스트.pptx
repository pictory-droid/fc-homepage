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BF5F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BF5F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BF5F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E82C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55AC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67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818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67CC3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67CC3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979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97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