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5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9D9D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9D9D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9D9D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DBDBFF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심소담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DBDBFF"/>
                </a:solidFill>
                <a:latin typeface="맑은 고딕"/>
                <a:ea typeface="맑은 고딕"/>
              </a:rPr>
              <a:t>고객지원팀 주임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BDBFF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BDBFF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BDBFF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6F6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영업 관리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인사 · 총무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품질 관리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A3A9B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A3A9B5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A3A9B5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고객지원팀 주임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