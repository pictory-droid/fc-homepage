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9F0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9F0A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9F0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91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32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0532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544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8544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" y="784761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C49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784761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1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491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C491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