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묵묵히 걷는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사람의 발자국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0B3A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