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3B7D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C8DBE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56096" y="1491984"/>
            <a:ext cx="53280" cy="959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5360" y="1438704"/>
            <a:ext cx="53280" cy="149184"/>
          </a:xfrm>
          <a:prstGeom prst="roundRect">
            <a:avLst>
              <a:gd name="adj" fmla="val 10000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94624" y="1374768"/>
            <a:ext cx="53280" cy="21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834784" y="1598544"/>
            <a:ext cx="234432" cy="0"/>
          </a:xfrm>
          <a:prstGeom prst="line">
            <a:avLst/>
          </a:prstGeom>
          <a:ln w="10656">
            <a:solidFill>
              <a:srgbClr val="73737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96E5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44212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8778A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3B7D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8778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8778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8778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BF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A7842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544212"/>
                </a:solidFill>
                <a:latin typeface="맑은 고딕"/>
                <a:ea typeface="맑은 고딕"/>
              </a:rPr>
              <a:t>묵묵히 걷는 사람의 발자국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796E51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