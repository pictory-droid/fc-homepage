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1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F7E8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3BAC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6470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C647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CC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3A9BA0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3A9BA0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