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3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A16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E5D5FE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5D5F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5D5FE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B98CFD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5F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5F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5D5F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9856F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9856FC"/>
          </a:solidFill>
          <a:ln w="5760">
            <a:solidFill>
              <a:srgbClr val="9856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9856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9856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