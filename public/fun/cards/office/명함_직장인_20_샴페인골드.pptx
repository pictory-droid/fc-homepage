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B57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4EEDF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DCCD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09AB8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DCCD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09AB8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DCCD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09AB8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DCCD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09AB8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D9E1EA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9E1EA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