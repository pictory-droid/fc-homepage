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D8B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B2230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5B574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477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F4EEDF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DCCD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809AB8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DCCD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809AB8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DCCD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809AB8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DCCD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809AB8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D9E1EA"/>
                </a:solidFill>
                <a:latin typeface="맑은 고딕"/>
                <a:ea typeface="맑은 고딕"/>
              </a:rPr>
              <a:t>평일 방문 상담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9E1EA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