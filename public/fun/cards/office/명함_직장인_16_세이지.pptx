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81AC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81AC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1AC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81AC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15E7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5A78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15E7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5A78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15E7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5A78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15E7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5A78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15E7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5A78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D673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5A7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5A7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65162"/>
                </a:solidFill>
                <a:latin typeface="맑은 고딕"/>
                <a:ea typeface="맑은 고딕"/>
              </a:rPr>
              <a:t>사전 연락 후 방문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