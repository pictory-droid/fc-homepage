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서나연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개발팀 선임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5911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FFF0B8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C80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마케팅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FFF0B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C80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디자인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FFF0B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C80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FFF0B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C80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FFF0B8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C5911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C5911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개발팀 선임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