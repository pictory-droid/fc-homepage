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00C8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00C896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조하린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인사팀 책임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C8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33D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영업 관리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마케팅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인사팀 책임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