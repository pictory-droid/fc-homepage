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E6F7FF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70C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함께 일하고 싶은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동료가 되겠습니다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1F3B4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