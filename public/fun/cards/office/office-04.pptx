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B8A4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F8F2C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56096" y="1491984"/>
            <a:ext cx="53280" cy="959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25360" y="1438704"/>
            <a:ext cx="53280" cy="149184"/>
          </a:xfrm>
          <a:prstGeom prst="roundRect">
            <a:avLst>
              <a:gd name="adj" fmla="val 10000"/>
            </a:avLst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94624" y="1374768"/>
            <a:ext cx="53280" cy="21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834784" y="1598544"/>
            <a:ext cx="234432" cy="0"/>
          </a:xfrm>
          <a:prstGeom prst="line">
            <a:avLst/>
          </a:prstGeom>
          <a:ln w="10656">
            <a:solidFill>
              <a:srgbClr val="80808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A745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605610"/>
                </a:solidFill>
                <a:latin typeface="바탕"/>
                <a:ea typeface="바탕"/>
              </a:rPr>
              <a:t>최민재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17315"/>
                </a:solidFill>
                <a:latin typeface="맑은 고딕"/>
                <a:ea typeface="맑은 고딕"/>
              </a:rPr>
              <a:t>디자인팀 팀장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B8A4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17315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0561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17315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0561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17315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0561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0561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CCBD5D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CCBD5D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CCBD5D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CCBD5D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CCBD5D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CCBD5D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CCBD5D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CCBD5D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CCBD5D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CCBD5D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CCBD5D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CCBD5D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CCBD5D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CCBD5D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CCBD5D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CCBD5D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CCBD5D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6056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CCBD5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함께 일하고 싶은</a:t>
            </a:r>
          </a:p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동료가 되겠습니다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CFCDB8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디자인팀 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