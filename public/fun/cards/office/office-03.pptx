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일은 정확하게,</a:t>
            </a:r>
          </a:p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마음은 따뜻하게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18324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