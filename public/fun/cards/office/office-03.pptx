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816352" y="201024"/>
            <a:ext cx="55296" cy="317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2816352" y="201024"/>
            <a:ext cx="55296" cy="317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5400000">
            <a:off x="2816352" y="201024"/>
            <a:ext cx="55296" cy="317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8100000">
            <a:off x="2816352" y="201024"/>
            <a:ext cx="55296" cy="317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7232" y="263232"/>
            <a:ext cx="193536" cy="19353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802528" y="318528"/>
            <a:ext cx="82944" cy="82944"/>
          </a:xfrm>
          <a:prstGeom prst="ellipse">
            <a:avLst/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맑은 고딕"/>
                <a:ea typeface="맑은 고딕"/>
              </a:rPr>
              <a:t>박지우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개발팀 선임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9A5F6E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2526A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9E2E4A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2526A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9E2E4A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2526A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9E2E4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E2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DE8D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8800" y="651600"/>
            <a:ext cx="86400" cy="496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568800" y="651600"/>
            <a:ext cx="86400" cy="496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5400000">
            <a:off x="568800" y="651600"/>
            <a:ext cx="86400" cy="496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8100000">
            <a:off x="568800" y="651600"/>
            <a:ext cx="86400" cy="496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60800" y="748800"/>
            <a:ext cx="302400" cy="30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47200" y="835200"/>
            <a:ext cx="129600" cy="129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일은 정확하게,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마음은 따뜻하게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DE8D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E6C8D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개발팀 선임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