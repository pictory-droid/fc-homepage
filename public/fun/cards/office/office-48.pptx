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F5E8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FFA0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공나래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재무팀 차장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FFE4DA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FFE4D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FFE4DA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FFE4DA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FFE4DA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FFE4DA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FFE4DA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FFE4DA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C4A4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FFA0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C4A40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2151C"/>
                </a:solidFill>
                <a:latin typeface="맑은 고딕"/>
                <a:ea typeface="맑은 고딕"/>
              </a:rPr>
              <a:t>서비스 기획  ·  운영 지원  ·  품질 관리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FFE4DA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FFE4DA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재무팀 차장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