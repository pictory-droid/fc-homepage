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154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6A707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300960" y="478224"/>
            <a:ext cx="61776" cy="61776"/>
          </a:xfrm>
          <a:prstGeom prst="line">
            <a:avLst/>
          </a:prstGeom>
          <a:ln w="19008">
            <a:solidFill>
              <a:srgbClr val="81544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0960" y="540000"/>
            <a:ext cx="61776" cy="61776"/>
          </a:xfrm>
          <a:prstGeom prst="line">
            <a:avLst/>
          </a:prstGeom>
          <a:ln w="19008">
            <a:solidFill>
              <a:srgbClr val="81544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29264" y="478224"/>
            <a:ext cx="61776" cy="61776"/>
          </a:xfrm>
          <a:prstGeom prst="line">
            <a:avLst/>
          </a:prstGeom>
          <a:ln w="19008">
            <a:solidFill>
              <a:srgbClr val="81544B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429264" y="540000"/>
            <a:ext cx="61776" cy="61776"/>
          </a:xfrm>
          <a:prstGeom prst="line">
            <a:avLst/>
          </a:prstGeom>
          <a:ln w="19008">
            <a:solidFill>
              <a:srgbClr val="81544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376992" y="459216"/>
            <a:ext cx="38016" cy="161568"/>
          </a:xfrm>
          <a:prstGeom prst="line">
            <a:avLst/>
          </a:prstGeom>
          <a:ln w="16632">
            <a:solidFill>
              <a:srgbClr val="DCCF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1544B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394660"/>
                </a:solidFill>
                <a:latin typeface="바탕"/>
                <a:ea typeface="바탕"/>
              </a:rPr>
              <a:t>공나래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544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544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544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9466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94660"/>
                </a:solidFill>
                <a:latin typeface="바탕"/>
                <a:ea typeface="바탕"/>
              </a:rPr>
              <a:t>처음의 마음을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394660"/>
                </a:solidFill>
                <a:latin typeface="바탕"/>
                <a:ea typeface="바탕"/>
              </a:rPr>
              <a:t>잊지 않겠습니다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86F7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5E74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86F7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