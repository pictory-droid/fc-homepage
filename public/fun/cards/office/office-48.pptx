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F5E8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FFE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처음의 마음을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잊지 않겠습니다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C4A4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