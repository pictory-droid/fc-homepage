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24536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7676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42453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54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D4C8CE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2B2B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987D8B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2B2B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987D8B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2B2B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987D8B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2B2B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987D8B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D4C8CE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4C8CE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