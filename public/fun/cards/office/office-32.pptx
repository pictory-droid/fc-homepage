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C9D7F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9D7F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9D7F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9D7F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9D7F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D7F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9D7F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