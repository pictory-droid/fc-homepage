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7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구민아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C9D7F3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C9D7F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6C91D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C9D7F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6C91D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C9D7F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6C91D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C9D7F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6C91D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7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회의가 끝나면 행동이 남도록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C9D7F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