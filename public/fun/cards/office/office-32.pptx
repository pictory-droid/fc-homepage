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D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C5B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 flipH="1">
            <a:off x="1533600" y="447840"/>
            <a:ext cx="56160" cy="56160"/>
          </a:xfrm>
          <a:prstGeom prst="line">
            <a:avLst/>
          </a:prstGeom>
          <a:ln w="17280">
            <a:solidFill>
              <a:srgbClr val="EDDED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533600" y="504000"/>
            <a:ext cx="56160" cy="56160"/>
          </a:xfrm>
          <a:prstGeom prst="line">
            <a:avLst/>
          </a:prstGeom>
          <a:ln w="17280">
            <a:solidFill>
              <a:srgbClr val="EDDED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650240" y="447840"/>
            <a:ext cx="56160" cy="56160"/>
          </a:xfrm>
          <a:prstGeom prst="line">
            <a:avLst/>
          </a:prstGeom>
          <a:ln w="17280">
            <a:solidFill>
              <a:srgbClr val="EDDED4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650240" y="504000"/>
            <a:ext cx="56160" cy="56160"/>
          </a:xfrm>
          <a:prstGeom prst="line">
            <a:avLst/>
          </a:prstGeom>
          <a:ln w="17280">
            <a:solidFill>
              <a:srgbClr val="EDDED4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602720" y="430560"/>
            <a:ext cx="34560" cy="146880"/>
          </a:xfrm>
          <a:prstGeom prst="line">
            <a:avLst/>
          </a:prstGeom>
          <a:ln w="15120">
            <a:solidFill>
              <a:srgbClr val="745C4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EDDED4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C5B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D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73440" y="196416"/>
            <a:ext cx="41184" cy="41184"/>
          </a:xfrm>
          <a:prstGeom prst="line">
            <a:avLst/>
          </a:prstGeom>
          <a:ln w="12672">
            <a:solidFill>
              <a:srgbClr val="59595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440" y="237600"/>
            <a:ext cx="41184" cy="41184"/>
          </a:xfrm>
          <a:prstGeom prst="line">
            <a:avLst/>
          </a:prstGeom>
          <a:ln w="12672">
            <a:solidFill>
              <a:srgbClr val="59595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58976" y="196416"/>
            <a:ext cx="41184" cy="41184"/>
          </a:xfrm>
          <a:prstGeom prst="line">
            <a:avLst/>
          </a:prstGeom>
          <a:ln w="12672">
            <a:solidFill>
              <a:srgbClr val="595959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58976" y="237600"/>
            <a:ext cx="41184" cy="41184"/>
          </a:xfrm>
          <a:prstGeom prst="line">
            <a:avLst/>
          </a:prstGeom>
          <a:ln w="12672">
            <a:solidFill>
              <a:srgbClr val="595959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24128" y="183744"/>
            <a:ext cx="25344" cy="107712"/>
          </a:xfrm>
          <a:prstGeom prst="line">
            <a:avLst/>
          </a:prstGeom>
          <a:ln w="11088">
            <a:solidFill>
              <a:srgbClr val="BDBDB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회의가 끝나면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행동이 남도록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5B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EDDE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5B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