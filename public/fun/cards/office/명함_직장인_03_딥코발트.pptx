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4C9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BCC6D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BCC6DF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BCC6DF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BCC6DF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BCC6DF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BCC6DF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BCC6DF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BCC6DF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A1AE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박OO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BCC6DF"/>
                </a:solidFill>
                <a:latin typeface="맑은 고딕"/>
                <a:ea typeface="맑은 고딕"/>
              </a:rPr>
              <a:t>개발팀 선임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A1AED2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BCC6DF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BCC6D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24536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DFE0D2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8E8F5E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4171D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DFE0D2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8E8F5E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4171D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DFE0D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8E8F5E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4171D"/>
                </a:solidFill>
                <a:latin typeface="맑은 고딕"/>
                <a:ea typeface="맑은 고딕"/>
              </a:rPr>
              <a:t>제휴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DFE0D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8E8F5E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4171D"/>
                </a:solidFill>
                <a:latin typeface="맑은 고딕"/>
                <a:ea typeface="맑은 고딕"/>
              </a:rPr>
              <a:t>품질 관리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DFE0D2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424536"/>
                </a:solidFill>
                <a:latin typeface="맑은 고딕"/>
                <a:ea typeface="맑은 고딕"/>
              </a:rPr>
              <a:t>평일 09:30 – 18:30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424536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개발팀 선임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