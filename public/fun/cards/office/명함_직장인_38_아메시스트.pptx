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6D52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우OO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605C55"/>
                </a:solidFill>
                <a:latin typeface="맑은 고딕"/>
                <a:ea typeface="맑은 고딕"/>
              </a:rPr>
              <a:t>재무팀 차장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4F8796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7E6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09600" y="237600"/>
            <a:ext cx="172800" cy="172800"/>
          </a:xfrm>
          <a:prstGeom prst="ellipse">
            <a:avLst/>
          </a:prstGeom>
          <a:solidFill>
            <a:srgbClr val="4F8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47400" y="289800"/>
            <a:ext cx="25200" cy="2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9400" y="289800"/>
            <a:ext cx="25200" cy="2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58788" y="342281"/>
            <a:ext cx="74424" cy="21319"/>
          </a:xfrm>
          <a:custGeom>
            <a:avLst/>
            <a:gdLst/>
            <a:ahLst/>
            <a:cxnLst/>
            <a:rect l="l" t="t" r="r" b="b"/>
            <a:pathLst>
              <a:path w="74424" h="21319">
                <a:moveTo>
                  <a:pt x="74424" y="0"/>
                </a:moveTo>
                <a:lnTo>
                  <a:pt x="68629" y="8643"/>
                </a:lnTo>
                <a:lnTo>
                  <a:pt x="59926" y="15460"/>
                </a:lnTo>
                <a:lnTo>
                  <a:pt x="49120" y="19819"/>
                </a:lnTo>
                <a:lnTo>
                  <a:pt x="37212" y="21319"/>
                </a:lnTo>
                <a:lnTo>
                  <a:pt x="25304" y="19819"/>
                </a:lnTo>
                <a:lnTo>
                  <a:pt x="14498" y="15460"/>
                </a:lnTo>
                <a:lnTo>
                  <a:pt x="5795" y="8643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576000" y="2952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D52A8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" y="612000"/>
            <a:ext cx="462968" cy="208800"/>
          </a:xfrm>
          <a:prstGeom prst="roundRect">
            <a:avLst>
              <a:gd name="adj" fmla="val 50000"/>
            </a:avLst>
          </a:prstGeom>
          <a:solidFill>
            <a:srgbClr val="4F8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612000"/>
            <a:ext cx="462968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마케팅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9768" y="612000"/>
            <a:ext cx="811458" cy="208800"/>
          </a:xfrm>
          <a:prstGeom prst="roundRect">
            <a:avLst>
              <a:gd name="adj" fmla="val 50000"/>
            </a:avLst>
          </a:prstGeom>
          <a:solidFill>
            <a:srgbClr val="6D52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779768" y="612000"/>
            <a:ext cx="811458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재무 · 회계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56025" y="612000"/>
            <a:ext cx="811458" cy="208800"/>
          </a:xfrm>
          <a:prstGeom prst="roundRect">
            <a:avLst>
              <a:gd name="adj" fmla="val 50000"/>
            </a:avLst>
          </a:prstGeom>
          <a:solidFill>
            <a:srgbClr val="4F8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656025" y="612000"/>
            <a:ext cx="811458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인사 · 총무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2000" y="8928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6D52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52000" y="8928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운영 지원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0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26C77"/>
                </a:solidFill>
                <a:latin typeface="맑은 고딕"/>
                <a:ea typeface="맑은 고딕"/>
              </a:rPr>
              <a:t>평일 방문 상담   ·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재무팀 차장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