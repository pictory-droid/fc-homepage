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6D52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우OO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05C55"/>
                </a:solidFill>
                <a:latin typeface="맑은 고딕"/>
                <a:ea typeface="맑은 고딕"/>
              </a:rPr>
              <a:t>재무팀 차장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4F8796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6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D52A8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462968" cy="208800"/>
          </a:xfrm>
          <a:prstGeom prst="roundRect">
            <a:avLst>
              <a:gd name="adj" fmla="val 50000"/>
            </a:avLst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46296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마케팅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9768" y="612000"/>
            <a:ext cx="811458" cy="208800"/>
          </a:xfrm>
          <a:prstGeom prst="roundRect">
            <a:avLst>
              <a:gd name="adj" fmla="val 50000"/>
            </a:avLst>
          </a:prstGeom>
          <a:solidFill>
            <a:srgbClr val="6D52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779768" y="612000"/>
            <a:ext cx="81145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56025" y="612000"/>
            <a:ext cx="811458" cy="208800"/>
          </a:xfrm>
          <a:prstGeom prst="roundRect">
            <a:avLst>
              <a:gd name="adj" fmla="val 50000"/>
            </a:avLst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656025" y="612000"/>
            <a:ext cx="81145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2000" y="8928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6D52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52000" y="8928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운영 지원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26C77"/>
                </a:solidFill>
                <a:latin typeface="맑은 고딕"/>
                <a:ea typeface="맑은 고딕"/>
              </a:rPr>
              <a:t>평일 방문 상담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재무팀 차장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