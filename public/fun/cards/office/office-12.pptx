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FFFC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오지호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91200" y="511200"/>
            <a:ext cx="57600" cy="57600"/>
          </a:xfrm>
          <a:prstGeom prst="ellipse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684000"/>
            <a:ext cx="2448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2151C"/>
                </a:solidFill>
                <a:latin typeface="맑은 고딕"/>
                <a:ea typeface="맑은 고딕"/>
              </a:rPr>
              <a:t>숫자 뒤의 사람을 먼저 봅니다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