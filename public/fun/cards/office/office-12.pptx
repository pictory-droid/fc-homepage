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360000" y="2016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6B725C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542240" y="516960"/>
            <a:ext cx="43200" cy="77760"/>
          </a:xfrm>
          <a:prstGeom prst="roundRect">
            <a:avLst>
              <a:gd name="adj" fmla="val 10000"/>
            </a:avLst>
          </a:prstGeom>
          <a:solidFill>
            <a:srgbClr val="8198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598400" y="473760"/>
            <a:ext cx="43200" cy="120960"/>
          </a:xfrm>
          <a:prstGeom prst="roundRect">
            <a:avLst>
              <a:gd name="adj" fmla="val 10000"/>
            </a:avLst>
          </a:prstGeom>
          <a:solidFill>
            <a:srgbClr val="ECF1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654560" y="421920"/>
            <a:ext cx="43200" cy="172800"/>
          </a:xfrm>
          <a:prstGeom prst="roundRect">
            <a:avLst>
              <a:gd name="adj" fmla="val 10000"/>
            </a:avLst>
          </a:prstGeom>
          <a:solidFill>
            <a:srgbClr val="8198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524960" y="603360"/>
            <a:ext cx="190080" cy="0"/>
          </a:xfrm>
          <a:prstGeom prst="line">
            <a:avLst/>
          </a:prstGeom>
          <a:ln w="8640">
            <a:solidFill>
              <a:srgbClr val="ECF1E2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360000" y="684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49562E"/>
                </a:solidFill>
                <a:latin typeface="바탕"/>
                <a:ea typeface="바탕"/>
              </a:rPr>
              <a:t>오지호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0512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61723E"/>
                </a:solidFill>
                <a:latin typeface="맑은 고딕"/>
                <a:ea typeface="맑은 고딕"/>
              </a:rPr>
              <a:t>마케팅팀 과장</a:t>
            </a:r>
          </a:p>
        </p:txBody>
      </p:sp>
      <p:sp>
        <p:nvSpPr>
          <p:cNvPr id="9" name="Rectangle 8"/>
          <p:cNvSpPr/>
          <p:nvPr/>
        </p:nvSpPr>
        <p:spPr>
          <a:xfrm>
            <a:off x="1512000" y="1245600"/>
            <a:ext cx="216000" cy="10800"/>
          </a:xfrm>
          <a:prstGeom prst="rect">
            <a:avLst/>
          </a:prstGeom>
          <a:solidFill>
            <a:srgbClr val="8198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339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49562E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6B725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93600"/>
            <a:ext cx="3240000" cy="0"/>
          </a:xfrm>
          <a:prstGeom prst="line">
            <a:avLst/>
          </a:prstGeom>
          <a:ln w="7200">
            <a:solidFill>
              <a:srgbClr val="475285">
                <a:alpha val="30000"/>
              </a:srgbClr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0" y="201600"/>
            <a:ext cx="3240000" cy="0"/>
          </a:xfrm>
          <a:prstGeom prst="line">
            <a:avLst/>
          </a:prstGeom>
          <a:ln w="7200">
            <a:solidFill>
              <a:srgbClr val="475285">
                <a:alpha val="30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09600"/>
            <a:ext cx="3240000" cy="0"/>
          </a:xfrm>
          <a:prstGeom prst="line">
            <a:avLst/>
          </a:prstGeom>
          <a:ln w="7200">
            <a:solidFill>
              <a:srgbClr val="475285">
                <a:alpha val="30000"/>
              </a:srgbClr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0" y="417600"/>
            <a:ext cx="3240000" cy="0"/>
          </a:xfrm>
          <a:prstGeom prst="line">
            <a:avLst/>
          </a:prstGeom>
          <a:ln w="7200">
            <a:solidFill>
              <a:srgbClr val="475285">
                <a:alpha val="30000"/>
              </a:srgbClr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0" y="525600"/>
            <a:ext cx="3240000" cy="0"/>
          </a:xfrm>
          <a:prstGeom prst="line">
            <a:avLst/>
          </a:prstGeom>
          <a:ln w="7200">
            <a:solidFill>
              <a:srgbClr val="475285">
                <a:alpha val="30000"/>
              </a:srgbClr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0" y="633600"/>
            <a:ext cx="3240000" cy="0"/>
          </a:xfrm>
          <a:prstGeom prst="line">
            <a:avLst/>
          </a:prstGeom>
          <a:ln w="7200">
            <a:solidFill>
              <a:srgbClr val="475285">
                <a:alpha val="30000"/>
              </a:srgbClr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0" y="741600"/>
            <a:ext cx="3240000" cy="0"/>
          </a:xfrm>
          <a:prstGeom prst="line">
            <a:avLst/>
          </a:prstGeom>
          <a:ln w="7200">
            <a:solidFill>
              <a:srgbClr val="475285">
                <a:alpha val="30000"/>
              </a:srgbClr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0" y="849600"/>
            <a:ext cx="3240000" cy="0"/>
          </a:xfrm>
          <a:prstGeom prst="line">
            <a:avLst/>
          </a:prstGeom>
          <a:ln w="7200">
            <a:solidFill>
              <a:srgbClr val="475285">
                <a:alpha val="30000"/>
              </a:srgbClr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0" y="957600"/>
            <a:ext cx="3240000" cy="0"/>
          </a:xfrm>
          <a:prstGeom prst="line">
            <a:avLst/>
          </a:prstGeom>
          <a:ln w="7200">
            <a:solidFill>
              <a:srgbClr val="475285">
                <a:alpha val="30000"/>
              </a:srgbClr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0" y="1065600"/>
            <a:ext cx="3240000" cy="0"/>
          </a:xfrm>
          <a:prstGeom prst="line">
            <a:avLst/>
          </a:prstGeom>
          <a:ln w="7200">
            <a:solidFill>
              <a:srgbClr val="475285">
                <a:alpha val="30000"/>
              </a:srgbClr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0" y="1173600"/>
            <a:ext cx="3240000" cy="0"/>
          </a:xfrm>
          <a:prstGeom prst="line">
            <a:avLst/>
          </a:prstGeom>
          <a:ln w="7200">
            <a:solidFill>
              <a:srgbClr val="475285">
                <a:alpha val="30000"/>
              </a:srgbClr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0" y="1281600"/>
            <a:ext cx="3240000" cy="0"/>
          </a:xfrm>
          <a:prstGeom prst="line">
            <a:avLst/>
          </a:prstGeom>
          <a:ln w="7200">
            <a:solidFill>
              <a:srgbClr val="475285">
                <a:alpha val="30000"/>
              </a:srgbClr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0" y="1389600"/>
            <a:ext cx="3240000" cy="0"/>
          </a:xfrm>
          <a:prstGeom prst="line">
            <a:avLst/>
          </a:prstGeom>
          <a:ln w="7200">
            <a:solidFill>
              <a:srgbClr val="475285">
                <a:alpha val="30000"/>
              </a:srgbClr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0" y="1497600"/>
            <a:ext cx="3240000" cy="0"/>
          </a:xfrm>
          <a:prstGeom prst="line">
            <a:avLst/>
          </a:prstGeom>
          <a:ln w="7200">
            <a:solidFill>
              <a:srgbClr val="475285">
                <a:alpha val="30000"/>
              </a:srgbClr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0" y="1605600"/>
            <a:ext cx="3240000" cy="0"/>
          </a:xfrm>
          <a:prstGeom prst="line">
            <a:avLst/>
          </a:prstGeom>
          <a:ln w="7200">
            <a:solidFill>
              <a:srgbClr val="475285">
                <a:alpha val="30000"/>
              </a:srgbClr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0" y="1713600"/>
            <a:ext cx="3240000" cy="0"/>
          </a:xfrm>
          <a:prstGeom prst="line">
            <a:avLst/>
          </a:prstGeom>
          <a:ln w="7200">
            <a:solidFill>
              <a:srgbClr val="475285">
                <a:alpha val="30000"/>
              </a:srgbClr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0" y="1821600"/>
            <a:ext cx="3240000" cy="0"/>
          </a:xfrm>
          <a:prstGeom prst="line">
            <a:avLst/>
          </a:prstGeom>
          <a:ln w="7200">
            <a:solidFill>
              <a:srgbClr val="475285">
                <a:alpha val="30000"/>
              </a:srgbClr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solidFill>
            <a:srgbClr val="FBF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noFill/>
          <a:ln w="9000">
            <a:solidFill>
              <a:srgbClr val="47528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텍스트"/>
          <p:cNvSpPr txBox="1"/>
          <p:nvPr/>
        </p:nvSpPr>
        <p:spPr>
          <a:xfrm>
            <a:off x="576000" y="540000"/>
            <a:ext cx="2088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49562E"/>
                </a:solidFill>
                <a:latin typeface="바탕"/>
                <a:ea typeface="바탕"/>
              </a:rPr>
              <a:t>숫자 뒤의 사람을 먼저 봅니다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6C725C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마케팅팀 과장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