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91200" y="208800"/>
            <a:ext cx="57600" cy="57600"/>
          </a:xfrm>
          <a:prstGeom prst="ellipse">
            <a:avLst/>
          </a:prstGeom>
          <a:solidFill>
            <a:srgbClr val="FF9F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360000" y="468000"/>
            <a:ext cx="252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90"/>
              </a:lnSpc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</a:rPr>
              <a:t>권다은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360000" y="878400"/>
            <a:ext cx="2520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0">
                <a:solidFill>
                  <a:srgbClr val="A3A9B5"/>
                </a:solidFill>
                <a:latin typeface="맑은 고딕"/>
                <a:ea typeface="맑은 고딕"/>
              </a:rPr>
              <a:t>경영지원팀 사원</a:t>
            </a:r>
          </a:p>
        </p:txBody>
      </p:sp>
      <p:sp>
        <p:nvSpPr>
          <p:cNvPr id="5" name="Rectangle 4"/>
          <p:cNvSpPr/>
          <p:nvPr/>
        </p:nvSpPr>
        <p:spPr>
          <a:xfrm>
            <a:off x="1530000" y="1137600"/>
            <a:ext cx="180000" cy="14400"/>
          </a:xfrm>
          <a:prstGeom prst="rect">
            <a:avLst/>
          </a:prstGeom>
          <a:solidFill>
            <a:srgbClr val="FF9F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360000" y="12672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      name@example.com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360000" y="14256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>
                <a:solidFill>
                  <a:srgbClr val="A3A9B5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360000" y="1576800"/>
            <a:ext cx="2520000" cy="104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97"/>
              </a:lnSpc>
            </a:pPr>
            <a:r>
              <a:rPr sz="550" b="1" spc="300">
                <a:solidFill>
                  <a:srgbClr val="A3A9B5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1200" y="295200"/>
            <a:ext cx="417600" cy="417600"/>
          </a:xfrm>
          <a:prstGeom prst="ellipse">
            <a:avLst/>
          </a:prstGeom>
          <a:solidFill>
            <a:srgbClr val="FF9F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1368000" y="324000"/>
            <a:ext cx="504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3769"/>
              </a:lnSpc>
            </a:pPr>
            <a:r>
              <a:rPr sz="2600" b="1">
                <a:solidFill>
                  <a:srgbClr val="12151C"/>
                </a:solidFill>
                <a:latin typeface="맑은 고딕"/>
                <a:ea typeface="맑은 고딕"/>
              </a:rPr>
              <a:t>회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360000" y="820800"/>
            <a:ext cx="2520000" cy="1619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32"/>
              </a:lnSpc>
            </a:pPr>
            <a:r>
              <a:rPr sz="850" b="1" spc="200">
                <a:solidFill>
                  <a:srgbClr val="12151C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5" name="Rectangle 4"/>
          <p:cNvSpPr/>
          <p:nvPr/>
        </p:nvSpPr>
        <p:spPr>
          <a:xfrm>
            <a:off x="1530000" y="1051200"/>
            <a:ext cx="180000" cy="14400"/>
          </a:xfrm>
          <a:prstGeom prst="rect">
            <a:avLst/>
          </a:prstGeom>
          <a:solidFill>
            <a:srgbClr val="FF9F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540000" y="1188000"/>
            <a:ext cx="216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6C4915"/>
                </a:solidFill>
                <a:latin typeface="맑은 고딕"/>
                <a:ea typeface="맑은 고딕"/>
              </a:rPr>
              <a:t>일의 끝에는 늘 감사가 있습니다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경영지원팀 사원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