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E4E0F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바탕"/>
                <a:ea typeface="바탕"/>
              </a:rPr>
              <a:t>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F649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47347F"/>
                </a:solidFill>
                <a:latin typeface="바탕"/>
                <a:ea typeface="바탕"/>
              </a:rPr>
              <a:t>권다은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45CBC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45CB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7347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917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0D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11960" y="1372680"/>
            <a:ext cx="136080" cy="136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7240" y="1506240"/>
            <a:ext cx="65520" cy="40320"/>
          </a:xfrm>
          <a:prstGeom prst="roundRect">
            <a:avLst>
              <a:gd name="adj" fmla="val 18749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7320" y="1554120"/>
            <a:ext cx="45360" cy="22680"/>
          </a:xfrm>
          <a:prstGeom prst="roundRect">
            <a:avLst>
              <a:gd name="adj" fmla="val 33333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47347F"/>
                </a:solidFill>
                <a:latin typeface="맑은 고딕"/>
                <a:ea typeface="맑은 고딕"/>
              </a:rPr>
              <a:t>일의 끝에는 늘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47347F"/>
                </a:solidFill>
                <a:latin typeface="맑은 고딕"/>
                <a:ea typeface="맑은 고딕"/>
              </a:rPr>
              <a:t>감사가 있습니다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2678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