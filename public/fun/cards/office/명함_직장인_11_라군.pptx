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6F1F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6F1F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6F1F1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B0622E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B0622E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