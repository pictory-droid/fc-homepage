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C6E5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1561680" y="415440"/>
            <a:ext cx="116640" cy="11664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91920" y="529920"/>
            <a:ext cx="56160" cy="34560"/>
          </a:xfrm>
          <a:prstGeom prst="roundRect">
            <a:avLst>
              <a:gd name="adj" fmla="val 18750"/>
            </a:avLst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00560" y="570960"/>
            <a:ext cx="38880" cy="19440"/>
          </a:xfrm>
          <a:prstGeom prst="roundRect">
            <a:avLst>
              <a:gd name="adj" fmla="val 33333"/>
            </a:avLst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4591B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B6B21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4591B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C6E5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59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8A74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8A74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4591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약속부터 지키는 사람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DD6C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