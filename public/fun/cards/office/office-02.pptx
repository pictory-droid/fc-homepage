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작은 약속부터 지키는 사람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CEDB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