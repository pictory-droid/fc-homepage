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000" cy="1800000"/>
          </a:xfrm>
          <a:prstGeom prst="rect">
            <a:avLst/>
          </a:prstGeom>
          <a:solidFill>
            <a:srgbClr val="1F5B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0400" cy="50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00800" cy="100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51200" cy="151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01600" cy="201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52000" cy="252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02400" cy="302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352800" cy="35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453600" cy="45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04000" cy="50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0" y="1224000"/>
            <a:ext cx="554400" cy="55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88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792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1296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1800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30400" y="1274400"/>
            <a:ext cx="525600" cy="525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80800" y="1324800"/>
            <a:ext cx="475200" cy="475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331200" y="1375200"/>
            <a:ext cx="424800" cy="424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381600" y="1425600"/>
            <a:ext cx="374400" cy="37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432000" y="1476000"/>
            <a:ext cx="324000" cy="32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482400" y="1526400"/>
            <a:ext cx="273600" cy="27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532800" y="1576800"/>
            <a:ext cx="223200" cy="22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583200" y="1627200"/>
            <a:ext cx="172800" cy="17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633600" y="1677600"/>
            <a:ext cx="122400" cy="122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684000" y="1728000"/>
            <a:ext cx="72000" cy="72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734400" y="1778400"/>
            <a:ext cx="21600" cy="21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29" name="Oval 28"/>
          <p:cNvSpPr/>
          <p:nvPr/>
        </p:nvSpPr>
        <p:spPr>
          <a:xfrm>
            <a:off x="212400" y="374400"/>
            <a:ext cx="331200" cy="331200"/>
          </a:xfrm>
          <a:prstGeom prst="ellipse">
            <a:avLst/>
          </a:prstGeom>
          <a:noFill/>
          <a:ln w="57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텍스트"/>
          <p:cNvSpPr txBox="1"/>
          <p:nvPr/>
        </p:nvSpPr>
        <p:spPr>
          <a:xfrm>
            <a:off x="198000" y="378000"/>
            <a:ext cx="360000" cy="32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320"/>
              </a:lnSpc>
            </a:pPr>
            <a:r>
              <a:rPr sz="1600" b="1">
                <a:solidFill>
                  <a:srgbClr val="FFFFFF"/>
                </a:solidFill>
                <a:latin typeface="맑은 고딕"/>
                <a:ea typeface="맑은 고딕"/>
              </a:rPr>
              <a:t>회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936000" y="252000"/>
            <a:ext cx="154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36000" y="424800"/>
            <a:ext cx="2052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936000" y="684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이서준</a:t>
            </a:r>
          </a:p>
        </p:txBody>
      </p:sp>
      <p:sp>
        <p:nvSpPr>
          <p:cNvPr id="34" name="텍스트"/>
          <p:cNvSpPr txBox="1"/>
          <p:nvPr/>
        </p:nvSpPr>
        <p:spPr>
          <a:xfrm>
            <a:off x="936000" y="936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B7280"/>
                </a:solidFill>
                <a:latin typeface="맑은 고딕"/>
                <a:ea typeface="맑은 고딕"/>
              </a:rPr>
              <a:t>마케팅팀 과장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36000" y="1303200"/>
            <a:ext cx="2052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36" name="텍스트"/>
          <p:cNvSpPr txBox="1"/>
          <p:nvPr/>
        </p:nvSpPr>
        <p:spPr>
          <a:xfrm>
            <a:off x="936000" y="139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1267200" y="138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936000" y="1515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9" name="텍스트"/>
          <p:cNvSpPr txBox="1"/>
          <p:nvPr/>
        </p:nvSpPr>
        <p:spPr>
          <a:xfrm>
            <a:off x="1267200" y="1504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40" name="텍스트"/>
          <p:cNvSpPr txBox="1"/>
          <p:nvPr/>
        </p:nvSpPr>
        <p:spPr>
          <a:xfrm>
            <a:off x="936000" y="1638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267200" y="1627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5B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CEDBFF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CEDBFF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CEDBFF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CEDBFF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CEDBFF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CEDBFF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CEDBFF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CEDBFF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31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CEDBFF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마케팅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99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서비스 기획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90000" y="676800"/>
            <a:ext cx="0" cy="230400"/>
          </a:xfrm>
          <a:prstGeom prst="line">
            <a:avLst/>
          </a:prstGeom>
          <a:ln w="3600">
            <a:solidFill>
              <a:srgbClr val="799DFF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162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프로젝트 관리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676800"/>
            <a:ext cx="0" cy="230400"/>
          </a:xfrm>
          <a:prstGeom prst="line">
            <a:avLst/>
          </a:prstGeom>
          <a:ln w="3600">
            <a:solidFill>
              <a:srgbClr val="799DFF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225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계약 관리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250000" y="676800"/>
            <a:ext cx="0" cy="230400"/>
          </a:xfrm>
          <a:prstGeom prst="line">
            <a:avLst/>
          </a:prstGeom>
          <a:ln w="3600">
            <a:solidFill>
              <a:srgbClr val="799DFF"/>
            </a:solidFill>
          </a:ln>
        </p:spPr>
      </p:cxnSp>
      <p:cxnSp>
        <p:nvCxnSpPr>
          <p:cNvPr id="19" name="Connector 18"/>
          <p:cNvCxnSpPr/>
          <p:nvPr/>
        </p:nvCxnSpPr>
        <p:spPr>
          <a:xfrm>
            <a:off x="360000" y="1159200"/>
            <a:ext cx="2520000" cy="0"/>
          </a:xfrm>
          <a:prstGeom prst="line">
            <a:avLst/>
          </a:prstGeom>
          <a:ln w="3600">
            <a:solidFill>
              <a:srgbClr val="799DFF"/>
            </a:solidFill>
          </a:ln>
        </p:spPr>
      </p:cxnSp>
      <p:sp>
        <p:nvSpPr>
          <p:cNvPr id="20" name="텍스트"/>
          <p:cNvSpPr txBox="1"/>
          <p:nvPr/>
        </p:nvSpPr>
        <p:spPr>
          <a:xfrm>
            <a:off x="360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평일 09:00 – 18:00</a:t>
            </a:r>
          </a:p>
        </p:txBody>
      </p:sp>
      <p:sp>
        <p:nvSpPr>
          <p:cNvPr id="21" name="텍스트"/>
          <p:cNvSpPr txBox="1"/>
          <p:nvPr/>
        </p:nvSpPr>
        <p:spPr>
          <a:xfrm>
            <a:off x="1656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BLOG  blog.example.com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360000" y="15264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CEDBFF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마케팅팀 과장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