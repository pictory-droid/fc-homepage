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2E9B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2E9BFF"/>
                </a:solidFill>
                <a:latin typeface="맑은 고딕"/>
                <a:ea typeface="맑은 고딕"/>
              </a:rPr>
              <a:t>회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박지우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개발팀 선임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2E9BFF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B728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9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8324E"/>
                </a:solidFill>
                <a:latin typeface="맑은 고딕"/>
                <a:ea typeface="맑은 고딕"/>
              </a:rPr>
              <a:t>담당 업무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365A4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475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서비스 기획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91200"/>
            <a:ext cx="1296000" cy="0"/>
          </a:xfrm>
          <a:prstGeom prst="line">
            <a:avLst/>
          </a:prstGeom>
          <a:ln w="3600">
            <a:solidFill>
              <a:srgbClr val="2365A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1656000" y="4680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879200" y="4572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데이터 분석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56000" y="691200"/>
            <a:ext cx="1296000" cy="0"/>
          </a:xfrm>
          <a:prstGeom prst="line">
            <a:avLst/>
          </a:prstGeom>
          <a:ln w="3600">
            <a:solidFill>
              <a:srgbClr val="2365A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475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제휴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036800"/>
            <a:ext cx="1296000" cy="0"/>
          </a:xfrm>
          <a:prstGeom prst="line">
            <a:avLst/>
          </a:prstGeom>
          <a:ln w="3600">
            <a:solidFill>
              <a:srgbClr val="2365A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1656000" y="813600"/>
            <a:ext cx="21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00">
                <a:solidFill>
                  <a:srgbClr val="12151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879200" y="802800"/>
            <a:ext cx="1152000" cy="1409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0">
                <a:solidFill>
                  <a:srgbClr val="12151C"/>
                </a:solidFill>
                <a:latin typeface="맑은 고딕"/>
                <a:ea typeface="맑은 고딕"/>
              </a:rPr>
              <a:t>품질 관리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56000" y="1036800"/>
            <a:ext cx="1296000" cy="0"/>
          </a:xfrm>
          <a:prstGeom prst="line">
            <a:avLst/>
          </a:prstGeom>
          <a:ln w="3600">
            <a:solidFill>
              <a:srgbClr val="2365A4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252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8324E"/>
                </a:solidFill>
                <a:latin typeface="맑은 고딕"/>
                <a:ea typeface="맑은 고딕"/>
              </a:rPr>
              <a:t>평일 09:30 – 18:30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69600"/>
            <a:ext cx="136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69"/>
              </a:lnSpc>
            </a:pPr>
            <a:r>
              <a:rPr sz="600" b="0">
                <a:solidFill>
                  <a:srgbClr val="18324E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개발팀 선임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