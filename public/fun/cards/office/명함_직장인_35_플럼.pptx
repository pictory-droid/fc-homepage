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6E4A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7C8CC8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성OO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경영지원팀 사원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F73B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CBD1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3F0F3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968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752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7632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576000" y="7416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0296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76000" y="10080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960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12744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8997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E0F0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전화 · 메일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E0F0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CE0F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경영지원팀 사원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