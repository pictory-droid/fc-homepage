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6E4A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C8CC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3F0F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CE0F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