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7A6D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09:30 – 18:30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