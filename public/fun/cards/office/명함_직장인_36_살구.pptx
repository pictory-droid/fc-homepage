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E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FB1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332D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6332D"/>
                </a:solidFill>
                <a:latin typeface="맑은 고딕"/>
                <a:ea typeface="맑은 고딕"/>
              </a:rPr>
              <a:t>기획팀 매니저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46332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46332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9E6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12151C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6332D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12151C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9E6B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9E6B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9E6B"/>
          </a:solidFill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A0674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6332D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46332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46332D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기획팀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