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63A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5DDEC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B2C1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D5DDEC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B2C1DC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DDD3E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D5DDE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F63A8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DD3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A7FB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DD3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A7FB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DD3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A7FB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DD3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A7FB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DD3E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46425C"/>
                </a:solidFill>
                <a:latin typeface="맑은 고딕"/>
                <a:ea typeface="맑은 고딕"/>
              </a:rPr>
              <a:t>사전 연락 후 방문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46425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