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2C1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D5DDEC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2C1D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DD3E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D5DDE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DD3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A7FB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DD3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A7FB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DD3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A7FB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DD3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A7FB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DD3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6425C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6425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