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협업의 온도를 높이는 사람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