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6292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류하은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8F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FB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FB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FB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FB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