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0688" y="218304"/>
            <a:ext cx="186624" cy="1866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99072" y="401472"/>
            <a:ext cx="89856" cy="5529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12896" y="467136"/>
            <a:ext cx="62208" cy="31104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7C1B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1C2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6F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14F22"/>
                </a:solidFill>
                <a:latin typeface="바탕"/>
                <a:ea typeface="바탕"/>
              </a:rPr>
              <a:t>협업의 온도를 높이는 사람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3755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