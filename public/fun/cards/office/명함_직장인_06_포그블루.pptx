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F5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ABC5B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D8E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ABC5BF"/>
          </a:solidFill>
          <a:ln w="5760">
            <a:solidFill>
              <a:srgbClr val="ABC5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2E6F5E"/>
          </a:solidFill>
          <a:ln w="5760">
            <a:solidFill>
              <a:srgbClr val="ABC5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2E6F5E"/>
          </a:solidFill>
          <a:ln w="5760">
            <a:solidFill>
              <a:srgbClr val="ABC5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2E6F5E"/>
          </a:solidFill>
          <a:ln w="5760">
            <a:solidFill>
              <a:srgbClr val="ABC5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D1DFD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D1DFDC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