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DADE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3D5AFE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소하영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개발팀 선임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E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작은 성과도 함께 기뻐하는 팀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222F72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개발팀 선임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