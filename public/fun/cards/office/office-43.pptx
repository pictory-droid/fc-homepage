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3D5AF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3D5AFE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22F72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C9D1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3D5AF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C9D1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3D5AF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C9D1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3D5AF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C9D1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3D5AF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C9D1FF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222F72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222F72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