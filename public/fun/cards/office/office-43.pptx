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16352" y="201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2816352" y="201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2816352" y="201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2816352" y="201024"/>
            <a:ext cx="55296" cy="31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7232" y="263232"/>
            <a:ext cx="193536" cy="193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02528" y="318528"/>
            <a:ext cx="82944" cy="82944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3676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4B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3192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4B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3192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27B4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3192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0800" y="748800"/>
            <a:ext cx="302400" cy="30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7200" y="835200"/>
            <a:ext cx="129600" cy="12960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431920"/>
                </a:solidFill>
                <a:latin typeface="맑은 고딕"/>
                <a:ea typeface="맑은 고딕"/>
              </a:rPr>
              <a:t>작은 성과도 함께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431920"/>
                </a:solidFill>
                <a:latin typeface="맑은 고딕"/>
                <a:ea typeface="맑은 고딕"/>
              </a:rPr>
              <a:t>기뻐하는 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83646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