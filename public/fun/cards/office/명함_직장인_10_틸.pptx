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64B56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8F3F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0DFF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