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2F7E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7E7BC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BCDDD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임OO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264B56"/>
                </a:solidFill>
                <a:latin typeface="맑은 고딕"/>
                <a:ea typeface="맑은 고딕"/>
              </a:rPr>
              <a:t>연구소 연구원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BCDDD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64B5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64B5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64B5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16DB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CBCA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E8F3F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96800"/>
            <a:ext cx="36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75200"/>
            <a:ext cx="165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영업 관리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763200"/>
            <a:ext cx="36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576000" y="741600"/>
            <a:ext cx="165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마케팅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029600"/>
            <a:ext cx="36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76000" y="1008000"/>
            <a:ext cx="165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96000"/>
            <a:ext cx="36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FFFF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1274400"/>
            <a:ext cx="165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9693CB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0DFF0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사전 연락 후 방문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0DFF0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E0DFF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연구소 연구원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