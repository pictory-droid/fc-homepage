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DDE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23F2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23F2A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23F2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23F2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23F2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23F2A"/>
                </a:solidFill>
                <a:latin typeface="맑은 고딕"/>
                <a:ea typeface="맑은 고딕"/>
              </a:rPr>
              <a:t>사람 사이의 다리를 놓겠습니다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