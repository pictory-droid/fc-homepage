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E4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7200" y="403200"/>
            <a:ext cx="993600" cy="993600"/>
          </a:xfrm>
          <a:prstGeom prst="ellipse">
            <a:avLst/>
          </a:prstGeom>
          <a:noFill/>
          <a:ln w="14400">
            <a:solidFill>
              <a:srgbClr val="78604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9200" y="475200"/>
            <a:ext cx="849600" cy="849600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9200" y="612000"/>
            <a:ext cx="8496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959"/>
              </a:lnSpc>
            </a:pPr>
            <a:r>
              <a:rPr sz="4800" b="1">
                <a:solidFill>
                  <a:srgbClr val="595959"/>
                </a:solidFill>
                <a:latin typeface="맑은 고딕"/>
                <a:ea typeface="맑은 고딕"/>
              </a:rPr>
              <a:t>탁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332000" y="223200"/>
            <a:ext cx="1728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C7BDB3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332000" y="424800"/>
            <a:ext cx="1728000" cy="2971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 spc="50">
                <a:solidFill>
                  <a:srgbClr val="FFFFFF"/>
                </a:solidFill>
                <a:latin typeface="맑은 고딕"/>
                <a:ea typeface="맑은 고딕"/>
              </a:rPr>
              <a:t>탁서아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332000" y="705600"/>
            <a:ext cx="1728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EFE0D2"/>
                </a:solidFill>
                <a:latin typeface="맑은 고딕"/>
                <a:ea typeface="맑은 고딕"/>
              </a:rPr>
              <a:t>경영지원팀 사원</a:t>
            </a:r>
          </a:p>
        </p:txBody>
      </p:sp>
      <p:sp>
        <p:nvSpPr>
          <p:cNvPr id="8" name="Rectangle 7"/>
          <p:cNvSpPr/>
          <p:nvPr/>
        </p:nvSpPr>
        <p:spPr>
          <a:xfrm>
            <a:off x="1332000" y="907200"/>
            <a:ext cx="201600" cy="14400"/>
          </a:xfrm>
          <a:prstGeom prst="rect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332000" y="10512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EFE0D2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476000" y="1051200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332000" y="12201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EFE0D2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76000" y="1220111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332000" y="13890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EFE0D2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76000" y="1389022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8800" y="651600"/>
            <a:ext cx="86400" cy="49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568800" y="651600"/>
            <a:ext cx="86400" cy="49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5400000">
            <a:off x="568800" y="651600"/>
            <a:ext cx="86400" cy="49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8100000">
            <a:off x="568800" y="651600"/>
            <a:ext cx="86400" cy="49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60800" y="748800"/>
            <a:ext cx="302400" cy="302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7200" y="835200"/>
            <a:ext cx="129600" cy="129600"/>
          </a:xfrm>
          <a:prstGeom prst="ellipse">
            <a:avLst/>
          </a:prstGeom>
          <a:solidFill>
            <a:srgbClr val="7373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440000" y="432000"/>
            <a:ext cx="1584000" cy="79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7"/>
              </a:lnSpc>
            </a:pPr>
            <a:r>
              <a:rPr sz="1150" b="1">
                <a:solidFill>
                  <a:srgbClr val="3A2918"/>
                </a:solidFill>
                <a:latin typeface="바탕"/>
                <a:ea typeface="바탕"/>
              </a:rPr>
              <a:t>사람 사이의</a:t>
            </a:r>
          </a:p>
          <a:p>
            <a:pPr algn="l">
              <a:lnSpc>
                <a:spcPts val="1667"/>
              </a:lnSpc>
            </a:pPr>
            <a:r>
              <a:rPr sz="1150" b="1">
                <a:solidFill>
                  <a:srgbClr val="3A2918"/>
                </a:solidFill>
                <a:latin typeface="바탕"/>
                <a:ea typeface="바탕"/>
              </a:rPr>
              <a:t>다리를 놓겠습니다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40000" y="1317600"/>
            <a:ext cx="180000" cy="10800"/>
          </a:xfrm>
          <a:prstGeom prst="rect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40000" y="1418400"/>
            <a:ext cx="158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786B5F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경영지원팀 사원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