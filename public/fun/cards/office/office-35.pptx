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F2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23F2A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3F2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3F2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3F2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3F2A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23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86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23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9686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69833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23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769833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000" y="784761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23F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784761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3F2A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3F2A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23F2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