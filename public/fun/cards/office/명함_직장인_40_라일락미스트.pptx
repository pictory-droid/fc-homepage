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9788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9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368B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CBD6"/>
          </a:solidFill>
          <a:ln w="3600">
            <a:solidFill>
              <a:srgbClr val="CDC1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CBD6"/>
          </a:solidFill>
          <a:ln w="3600">
            <a:solidFill>
              <a:srgbClr val="CDC1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927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2CBD6"/>
          </a:solidFill>
          <a:ln w="3600">
            <a:solidFill>
              <a:srgbClr val="CDC1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927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96873"/>
                </a:solidFill>
                <a:latin typeface="맑은 고딕"/>
                <a:ea typeface="맑은 고딕"/>
              </a:rPr>
              <a:t>사전 연락 후 방문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