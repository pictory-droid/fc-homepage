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4705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Rectangle 3"/>
          <p:cNvSpPr/>
          <p:nvPr/>
        </p:nvSpPr>
        <p:spPr>
          <a:xfrm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8100000">
            <a:off x="580320" y="861840"/>
            <a:ext cx="633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1120" y="933120"/>
            <a:ext cx="221760" cy="221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4480" y="996480"/>
            <a:ext cx="95040" cy="95040"/>
          </a:xfrm>
          <a:prstGeom prst="ellipse">
            <a:avLst/>
          </a:prstGeom>
          <a:solidFill>
            <a:srgbClr val="8EBB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7076"/>
                </a:solidFill>
                <a:latin typeface="맑은 고딕"/>
                <a:ea typeface="맑은 고딕"/>
              </a:rPr>
              <a:t>전화 · 메일 문의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