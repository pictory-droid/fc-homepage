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4" name="Connector 3"/>
          <p:cNvCxnSpPr/>
          <p:nvPr/>
        </p:nvCxnSpPr>
        <p:spPr>
          <a:xfrm flipH="1">
            <a:off x="453600" y="941040"/>
            <a:ext cx="102960" cy="102960"/>
          </a:xfrm>
          <a:prstGeom prst="line">
            <a:avLst/>
          </a:prstGeom>
          <a:ln w="3168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453600" y="1044000"/>
            <a:ext cx="102960" cy="102960"/>
          </a:xfrm>
          <a:prstGeom prst="line">
            <a:avLst/>
          </a:prstGeom>
          <a:ln w="3168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67440" y="941040"/>
            <a:ext cx="102960" cy="102960"/>
          </a:xfrm>
          <a:prstGeom prst="line">
            <a:avLst/>
          </a:prstGeom>
          <a:ln w="3168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667440" y="1044000"/>
            <a:ext cx="102960" cy="102960"/>
          </a:xfrm>
          <a:prstGeom prst="line">
            <a:avLst/>
          </a:prstGeom>
          <a:ln w="3168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580320" y="909360"/>
            <a:ext cx="63360" cy="269280"/>
          </a:xfrm>
          <a:prstGeom prst="line">
            <a:avLst/>
          </a:prstGeom>
          <a:ln w="27720">
            <a:solidFill>
              <a:srgbClr val="C4BDD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19:00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