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B8752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53600" y="941040"/>
            <a:ext cx="102960" cy="102960"/>
          </a:xfrm>
          <a:prstGeom prst="line">
            <a:avLst/>
          </a:prstGeom>
          <a:ln w="3168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453600" y="1044000"/>
            <a:ext cx="102960" cy="102960"/>
          </a:xfrm>
          <a:prstGeom prst="line">
            <a:avLst/>
          </a:prstGeom>
          <a:ln w="3168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67440" y="941040"/>
            <a:ext cx="102960" cy="102960"/>
          </a:xfrm>
          <a:prstGeom prst="line">
            <a:avLst/>
          </a:prstGeom>
          <a:ln w="3168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667440" y="1044000"/>
            <a:ext cx="102960" cy="102960"/>
          </a:xfrm>
          <a:prstGeom prst="line">
            <a:avLst/>
          </a:prstGeom>
          <a:ln w="3168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80320" y="909360"/>
            <a:ext cx="63360" cy="269280"/>
          </a:xfrm>
          <a:prstGeom prst="line">
            <a:avLst/>
          </a:prstGeom>
          <a:ln w="27720">
            <a:solidFill>
              <a:srgbClr val="C4BD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