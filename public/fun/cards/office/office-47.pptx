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833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DCC8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62776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83A23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833B91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83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83A2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83A2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2776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83064" y="1491912"/>
            <a:ext cx="73872" cy="73872"/>
          </a:xfrm>
          <a:prstGeom prst="ellipse">
            <a:avLst/>
          </a:prstGeom>
          <a:solidFill>
            <a:srgbClr val="83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2216" y="1564416"/>
            <a:ext cx="35568" cy="21888"/>
          </a:xfrm>
          <a:prstGeom prst="roundRect">
            <a:avLst>
              <a:gd name="adj" fmla="val 18750"/>
            </a:avLst>
          </a:prstGeom>
          <a:solidFill>
            <a:srgbClr val="DCC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07688" y="1590408"/>
            <a:ext cx="24624" cy="12312"/>
          </a:xfrm>
          <a:prstGeom prst="roundRect">
            <a:avLst>
              <a:gd name="adj" fmla="val 33333"/>
            </a:avLst>
          </a:prstGeom>
          <a:solidFill>
            <a:srgbClr val="DCC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0F4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83A23"/>
                </a:solidFill>
                <a:latin typeface="바탕"/>
                <a:ea typeface="바탕"/>
              </a:rPr>
              <a:t>변화를 두려워하지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83A23"/>
                </a:solidFill>
                <a:latin typeface="바탕"/>
                <a:ea typeface="바탕"/>
              </a:rPr>
              <a:t>않는 사람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F776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