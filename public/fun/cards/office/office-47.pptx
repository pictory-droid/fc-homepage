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0"/>
            <a:ext cx="1224000" cy="1800000"/>
          </a:xfrm>
          <a:custGeom>
            <a:avLst/>
            <a:gdLst/>
            <a:ahLst/>
            <a:cxnLst/>
            <a:rect l="l" t="t" r="r" b="b"/>
            <a:pathLst>
              <a:path w="1224000" h="1800000">
                <a:moveTo>
                  <a:pt x="360000" y="0"/>
                </a:moveTo>
                <a:lnTo>
                  <a:pt x="1224000" y="0"/>
                </a:lnTo>
                <a:lnTo>
                  <a:pt x="1224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864800" y="0"/>
            <a:ext cx="460800" cy="1800000"/>
          </a:xfrm>
          <a:custGeom>
            <a:avLst/>
            <a:gdLst/>
            <a:ahLst/>
            <a:cxnLst/>
            <a:rect l="l" t="t" r="r" b="b"/>
            <a:pathLst>
              <a:path w="460800" h="1800000">
                <a:moveTo>
                  <a:pt x="360000" y="0"/>
                </a:moveTo>
                <a:lnTo>
                  <a:pt x="460800" y="0"/>
                </a:lnTo>
                <a:lnTo>
                  <a:pt x="1008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5EF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범채원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1195200"/>
            <a:ext cx="144000" cy="1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583200" y="13176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83200" y="14472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576800"/>
            <a:ext cx="1188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16000" y="72000"/>
            <a:ext cx="1080000" cy="93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5950"/>
              </a:lnSpc>
            </a:pPr>
            <a:r>
              <a:rPr sz="11000" b="1">
                <a:solidFill>
                  <a:srgbClr val="FFD000"/>
                </a:solidFill>
                <a:latin typeface="맑은 고딕"/>
                <a:ea typeface="맑은 고딕"/>
              </a:rPr>
              <a:t>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792000"/>
            <a:ext cx="252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변화를 두려워하지 않는 사람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252000" y="1512000"/>
            <a:ext cx="2736000" cy="0"/>
          </a:xfrm>
          <a:prstGeom prst="line">
            <a:avLst/>
          </a:prstGeom>
          <a:ln w="5760">
            <a:solidFill>
              <a:srgbClr val="FFF2B8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1569600"/>
            <a:ext cx="27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C5C11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