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3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8D534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80072" y="1366776"/>
            <a:ext cx="143856" cy="143856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17368" y="1507968"/>
            <a:ext cx="69264" cy="42624"/>
          </a:xfrm>
          <a:prstGeom prst="roundRect">
            <a:avLst>
              <a:gd name="adj" fmla="val 18749"/>
            </a:avLst>
          </a:prstGeom>
          <a:solidFill>
            <a:srgbClr val="BD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8024" y="1558584"/>
            <a:ext cx="47952" cy="23976"/>
          </a:xfrm>
          <a:prstGeom prst="roundRect">
            <a:avLst>
              <a:gd name="adj" fmla="val 33333"/>
            </a:avLst>
          </a:prstGeom>
          <a:solidFill>
            <a:srgbClr val="BD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FB7B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1D4D0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C8E0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C8E0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D2019"/>
                </a:solidFill>
                <a:latin typeface="바탕"/>
                <a:ea typeface="바탕"/>
              </a:rPr>
              <a:t>오늘도 한 가지를 더 배웠습니다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3676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