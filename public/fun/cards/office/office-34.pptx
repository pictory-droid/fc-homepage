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D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3FB1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3E6D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3E6D5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3E6D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3E6D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3E6D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9D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3FB1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C3E6D5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3E6D5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6FC49B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3E6D5"/>
                </a:solidFill>
                <a:latin typeface="맑은 고딕"/>
                <a:ea typeface="맑은 고딕"/>
              </a:rPr>
              <a:t>평일 09:30 – 18:30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