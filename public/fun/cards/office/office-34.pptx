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3FB1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3E6D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3E6D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3E6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3E6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3E6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FB1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오늘도 한 가지를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더 배웠습니다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C3E6D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