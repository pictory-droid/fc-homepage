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A978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9788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A9788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489676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D5C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45585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45585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45585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45585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45585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45585C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45585C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45585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44F77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5166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44F77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B2230"/>
                </a:solidFill>
                <a:latin typeface="맑은 고딕"/>
                <a:ea typeface="맑은 고딕"/>
              </a:rPr>
              <a:t>재무 · 회계  ·  계약 관리  ·  제휴 문의  ·  품질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8FB5A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사전 연락 후 방문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8FB5A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