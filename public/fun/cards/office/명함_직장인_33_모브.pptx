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A978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9788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A9788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489676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D5C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45585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45585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45585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45585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45585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45585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45585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45585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44F77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5166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44F77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재무 · 회계  ·  계약 관리  ·  제휴 문의  ·  품질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연락 후 방문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