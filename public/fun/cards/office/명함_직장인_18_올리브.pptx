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565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7B7B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CB59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송OO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ECEB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ECEB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ECEB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0374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4171D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B26B7A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0374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110" y="943200"/>
            <a:ext cx="63632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0374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620110" y="943200"/>
            <a:ext cx="63632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0683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0374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0683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제휴 문의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503740"/>
                </a:solidFill>
                <a:latin typeface="맑은 고딕"/>
                <a:ea typeface="맑은 고딕"/>
              </a:rPr>
              <a:t>BLOG   blog.example.com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0374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