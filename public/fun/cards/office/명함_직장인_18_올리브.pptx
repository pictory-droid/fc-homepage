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65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B7B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CB59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CEB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CEB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CEB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374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4171D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B26B7A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037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037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83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037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0683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03740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0374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