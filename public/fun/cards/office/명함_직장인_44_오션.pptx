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연주혁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6B7280"/>
                </a:solidFill>
                <a:latin typeface="맑은 고딕"/>
                <a:ea typeface="맑은 고딕"/>
              </a:rPr>
              <a:t>디자인팀 팀장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1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회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FFFFFF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0B3A72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B8D9FF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영업 관리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B8D9FF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계약 관리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B8D9FF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제휴 문의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B8D9FF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품질 관리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B8D9FF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0B3A72"/>
                </a:solidFill>
                <a:latin typeface="맑은 고딕"/>
                <a:ea typeface="맑은 고딕"/>
              </a:rPr>
              <a:t>평일 09:00 – 18:00   |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디자인팀 팀장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