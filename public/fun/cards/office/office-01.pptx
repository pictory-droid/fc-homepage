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E3E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김하늘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영업팀 대리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72000" y="943200"/>
            <a:ext cx="0" cy="6048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016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318400" y="1022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18400" y="1166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18400" y="1310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7DAFF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669AFF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C7DA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마케팅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669AFF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C7DA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개발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669AF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C7DA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재무 · 회계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669AFF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C7DAF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고객 응대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669AFF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337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FFFFFF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영업팀 대리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