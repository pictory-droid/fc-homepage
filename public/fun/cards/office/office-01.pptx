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7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609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오늘의 성실이 내일의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신뢰가 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