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83584" y="398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3440" y="329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3296" y="246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655936" y="536976"/>
            <a:ext cx="304128" cy="0"/>
          </a:xfrm>
          <a:prstGeom prst="line">
            <a:avLst/>
          </a:prstGeom>
          <a:ln w="13824">
            <a:solidFill>
              <a:srgbClr val="EFD2D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C667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42F4C"/>
                </a:solidFill>
                <a:latin typeface="바탕"/>
                <a:ea typeface="바탕"/>
              </a:rPr>
              <a:t>김하늘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B8517C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8517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42F4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8517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42F4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8517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42F4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90400" y="561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84000" y="489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77600" y="403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461600" y="705600"/>
            <a:ext cx="316800" cy="0"/>
          </a:xfrm>
          <a:prstGeom prst="line">
            <a:avLst/>
          </a:prstGeom>
          <a:ln w="144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오늘의 성실이 내일의 신뢰가 됩니다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