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E3E5E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김하늘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영업팀 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72000" y="943200"/>
            <a:ext cx="0" cy="6048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016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18400" y="1022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18400" y="1166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18400" y="13104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5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7DAFF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7DA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마케팅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7DA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개발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7DA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재무 · 회계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252000" y="10692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C7DA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489600" y="105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000" y="1202400"/>
            <a:ext cx="1512000" cy="0"/>
          </a:xfrm>
          <a:prstGeom prst="line">
            <a:avLst/>
          </a:prstGeom>
          <a:ln w="3600">
            <a:solidFill>
              <a:srgbClr val="669AFF"/>
            </a:solidFill>
          </a:ln>
        </p:spPr>
      </p:cxnSp>
      <p:sp>
        <p:nvSpPr>
          <p:cNvPr id="17" name="Rectangle 16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379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1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영업팀 대리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