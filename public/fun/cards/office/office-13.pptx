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201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A3A9B5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3" name="Oval 2"/>
          <p:cNvSpPr/>
          <p:nvPr/>
        </p:nvSpPr>
        <p:spPr>
          <a:xfrm>
            <a:off x="2955600" y="241200"/>
            <a:ext cx="64800" cy="64800"/>
          </a:xfrm>
          <a:prstGeom prst="ellipse">
            <a:avLst/>
          </a:prstGeom>
          <a:solidFill>
            <a:srgbClr val="FFC8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676800"/>
            <a:ext cx="252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서나연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080000"/>
            <a:ext cx="2520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A3A9B5"/>
                </a:solidFill>
                <a:latin typeface="맑은 고딕"/>
                <a:ea typeface="맑은 고딕"/>
              </a:rPr>
              <a:t>개발팀 선임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5760">
            <a:solidFill>
              <a:srgbClr val="2A2F38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411200"/>
            <a:ext cx="79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080000" y="1411200"/>
            <a:ext cx="90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52000" y="1411200"/>
            <a:ext cx="97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5264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2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080000" y="15264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2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052000" y="15264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2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2000" y="540000"/>
            <a:ext cx="28800" cy="72000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424800" y="612000"/>
            <a:ext cx="2160000" cy="6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sz="1250" b="1">
                <a:solidFill>
                  <a:srgbClr val="12151C"/>
                </a:solidFill>
                <a:latin typeface="맑은 고딕"/>
                <a:ea typeface="맑은 고딕"/>
              </a:rPr>
              <a:t>꾸준함이 가장 빠른 길입니다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4248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00">
                <a:solidFill>
                  <a:srgbClr val="6C5911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개발팀 선임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