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911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디자인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C8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5911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C5911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