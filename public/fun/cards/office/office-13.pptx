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A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240000" cy="720000"/>
          </a:xfrm>
          <a:prstGeom prst="rect">
            <a:avLst/>
          </a:prstGeom>
          <a:solidFill>
            <a:srgbClr val="2B824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3" name="Connector 2"/>
          <p:cNvCxnSpPr/>
          <p:nvPr/>
        </p:nvCxnSpPr>
        <p:spPr>
          <a:xfrm flipH="1">
            <a:off x="2705760" y="270144"/>
            <a:ext cx="89856" cy="89856"/>
          </a:xfrm>
          <a:prstGeom prst="line">
            <a:avLst/>
          </a:prstGeom>
          <a:ln w="27648">
            <a:solidFill>
              <a:srgbClr val="FFFFFF"/>
            </a:solidFill>
          </a:ln>
        </p:spPr>
      </p:cxnSp>
      <p:cxnSp>
        <p:nvCxnSpPr>
          <p:cNvPr id="4" name="Connector 3"/>
          <p:cNvCxnSpPr/>
          <p:nvPr/>
        </p:nvCxnSpPr>
        <p:spPr>
          <a:xfrm>
            <a:off x="2705760" y="360000"/>
            <a:ext cx="89856" cy="89856"/>
          </a:xfrm>
          <a:prstGeom prst="line">
            <a:avLst/>
          </a:prstGeom>
          <a:ln w="27648">
            <a:solidFill>
              <a:srgbClr val="FFFFFF"/>
            </a:solidFill>
          </a:ln>
        </p:spPr>
      </p:cxnSp>
      <p:cxnSp>
        <p:nvCxnSpPr>
          <p:cNvPr id="5" name="Connector 4"/>
          <p:cNvCxnSpPr/>
          <p:nvPr/>
        </p:nvCxnSpPr>
        <p:spPr>
          <a:xfrm>
            <a:off x="2892384" y="270144"/>
            <a:ext cx="89856" cy="89856"/>
          </a:xfrm>
          <a:prstGeom prst="line">
            <a:avLst/>
          </a:prstGeom>
          <a:ln w="27648">
            <a:solidFill>
              <a:srgbClr val="FFFFFF"/>
            </a:solidFill>
          </a:ln>
        </p:spPr>
      </p:cxnSp>
      <p:cxnSp>
        <p:nvCxnSpPr>
          <p:cNvPr id="6" name="Connector 5"/>
          <p:cNvCxnSpPr/>
          <p:nvPr/>
        </p:nvCxnSpPr>
        <p:spPr>
          <a:xfrm flipH="1">
            <a:off x="2892384" y="360000"/>
            <a:ext cx="89856" cy="89856"/>
          </a:xfrm>
          <a:prstGeom prst="line">
            <a:avLst/>
          </a:prstGeom>
          <a:ln w="27648">
            <a:solidFill>
              <a:srgbClr val="FFFFFF"/>
            </a:solidFill>
          </a:ln>
        </p:spPr>
      </p:cxnSp>
      <p:cxnSp>
        <p:nvCxnSpPr>
          <p:cNvPr id="7" name="Connector 6"/>
          <p:cNvCxnSpPr/>
          <p:nvPr/>
        </p:nvCxnSpPr>
        <p:spPr>
          <a:xfrm flipH="1">
            <a:off x="2816352" y="242496"/>
            <a:ext cx="55296" cy="235008"/>
          </a:xfrm>
          <a:prstGeom prst="line">
            <a:avLst/>
          </a:prstGeom>
          <a:ln w="24192">
            <a:solidFill>
              <a:srgbClr val="808080"/>
            </a:solidFill>
          </a:ln>
        </p:spPr>
      </p:cxnSp>
      <p:sp>
        <p:nvSpPr>
          <p:cNvPr id="8" name="텍스트"/>
          <p:cNvSpPr txBox="1"/>
          <p:nvPr/>
        </p:nvSpPr>
        <p:spPr>
          <a:xfrm>
            <a:off x="230400" y="187200"/>
            <a:ext cx="2160000" cy="30543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682"/>
              </a:lnSpc>
            </a:pPr>
            <a:r>
              <a:rPr sz="1850" b="1" spc="50">
                <a:solidFill>
                  <a:srgbClr val="FFFFFF"/>
                </a:solidFill>
                <a:latin typeface="맑은 고딕"/>
                <a:ea typeface="맑은 고딕"/>
              </a:rPr>
              <a:t>서나연</a:t>
            </a:r>
          </a:p>
        </p:txBody>
      </p:sp>
      <p:sp>
        <p:nvSpPr>
          <p:cNvPr id="9" name="텍스트"/>
          <p:cNvSpPr txBox="1"/>
          <p:nvPr/>
        </p:nvSpPr>
        <p:spPr>
          <a:xfrm>
            <a:off x="230400" y="475200"/>
            <a:ext cx="2160000" cy="12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32"/>
              </a:lnSpc>
            </a:pPr>
            <a:r>
              <a:rPr sz="850" b="1">
                <a:solidFill>
                  <a:srgbClr val="FFFFFF"/>
                </a:solidFill>
                <a:latin typeface="맑은 고딕"/>
                <a:ea typeface="맑은 고딕"/>
              </a:rPr>
              <a:t>개발팀 선임</a:t>
            </a:r>
          </a:p>
        </p:txBody>
      </p:sp>
      <p:sp>
        <p:nvSpPr>
          <p:cNvPr id="10" name="텍스트"/>
          <p:cNvSpPr txBox="1"/>
          <p:nvPr/>
        </p:nvSpPr>
        <p:spPr>
          <a:xfrm>
            <a:off x="230400" y="835200"/>
            <a:ext cx="1800000" cy="100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87"/>
              </a:lnSpc>
            </a:pPr>
            <a:r>
              <a:rPr sz="750" b="1" spc="150">
                <a:solidFill>
                  <a:srgbClr val="57725F"/>
                </a:solidFill>
                <a:latin typeface="맑은 고딕"/>
                <a:ea typeface="맑은 고딕"/>
              </a:rPr>
              <a:t>회사명 · 부서명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230400" y="1015200"/>
            <a:ext cx="122400" cy="1689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1">
                <a:solidFill>
                  <a:srgbClr val="297B42"/>
                </a:solidFill>
                <a:latin typeface="맑은 고딕"/>
                <a:ea typeface="맑은 고딕"/>
              </a:rPr>
              <a:t>T</a:t>
            </a:r>
          </a:p>
        </p:txBody>
      </p:sp>
      <p:sp>
        <p:nvSpPr>
          <p:cNvPr id="12" name="텍스트"/>
          <p:cNvSpPr txBox="1"/>
          <p:nvPr/>
        </p:nvSpPr>
        <p:spPr>
          <a:xfrm>
            <a:off x="374400" y="1015200"/>
            <a:ext cx="1872000" cy="1689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143D21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230400" y="1184111"/>
            <a:ext cx="122400" cy="1689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1">
                <a:solidFill>
                  <a:srgbClr val="297B42"/>
                </a:solidFill>
                <a:latin typeface="맑은 고딕"/>
                <a:ea typeface="맑은 고딕"/>
              </a:rPr>
              <a:t>E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374400" y="1184111"/>
            <a:ext cx="1872000" cy="1689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143D21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15" name="텍스트"/>
          <p:cNvSpPr txBox="1"/>
          <p:nvPr/>
        </p:nvSpPr>
        <p:spPr>
          <a:xfrm>
            <a:off x="230400" y="1353022"/>
            <a:ext cx="122400" cy="1689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1">
                <a:solidFill>
                  <a:srgbClr val="297B42"/>
                </a:solidFill>
                <a:latin typeface="맑은 고딕"/>
                <a:ea typeface="맑은 고딕"/>
              </a:rPr>
              <a:t>A</a:t>
            </a:r>
          </a:p>
        </p:txBody>
      </p:sp>
      <p:sp>
        <p:nvSpPr>
          <p:cNvPr id="16" name="텍스트"/>
          <p:cNvSpPr txBox="1"/>
          <p:nvPr/>
        </p:nvSpPr>
        <p:spPr>
          <a:xfrm>
            <a:off x="374400" y="1353022"/>
            <a:ext cx="1872000" cy="1689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143D21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8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64800" cy="1800000"/>
          </a:xfrm>
          <a:prstGeom prst="rect">
            <a:avLst/>
          </a:prstGeom>
          <a:solidFill>
            <a:srgbClr val="803B9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텍스트"/>
          <p:cNvSpPr txBox="1"/>
          <p:nvPr/>
        </p:nvSpPr>
        <p:spPr>
          <a:xfrm>
            <a:off x="252000" y="432000"/>
            <a:ext cx="2016000" cy="25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465"/>
              </a:lnSpc>
            </a:pPr>
            <a:r>
              <a:rPr sz="1700" b="1">
                <a:solidFill>
                  <a:srgbClr val="143D21"/>
                </a:solidFill>
                <a:latin typeface="맑은 고딕"/>
                <a:ea typeface="맑은 고딕"/>
              </a:rPr>
              <a:t>회사명 · 부서명</a:t>
            </a:r>
          </a:p>
        </p:txBody>
      </p:sp>
      <p:sp>
        <p:nvSpPr>
          <p:cNvPr id="4" name="텍스트"/>
          <p:cNvSpPr txBox="1"/>
          <p:nvPr/>
        </p:nvSpPr>
        <p:spPr>
          <a:xfrm>
            <a:off x="252000" y="878400"/>
            <a:ext cx="2016000" cy="54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32"/>
              </a:lnSpc>
            </a:pPr>
            <a:r>
              <a:rPr sz="850" b="0">
                <a:solidFill>
                  <a:srgbClr val="607865"/>
                </a:solidFill>
                <a:latin typeface="맑은 고딕"/>
                <a:ea typeface="맑은 고딕"/>
              </a:rPr>
              <a:t>꾸준함이 가장 빠른 길입니다</a:t>
            </a:r>
          </a:p>
        </p:txBody>
      </p:sp>
      <p:sp>
        <p:nvSpPr>
          <p:cNvPr id="5" name="Rectangle 4"/>
          <p:cNvSpPr/>
          <p:nvPr/>
        </p:nvSpPr>
        <p:spPr>
          <a:xfrm>
            <a:off x="2520000" y="1080000"/>
            <a:ext cx="504000" cy="504000"/>
          </a:xfrm>
          <a:prstGeom prst="rect">
            <a:avLst/>
          </a:prstGeom>
          <a:noFill/>
          <a:ln w="9000">
            <a:solidFill>
              <a:srgbClr val="803B91"/>
            </a:solidFill>
            <a:prstDash val="dash"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텍스트"/>
          <p:cNvSpPr txBox="1"/>
          <p:nvPr/>
        </p:nvSpPr>
        <p:spPr>
          <a:xfrm>
            <a:off x="2520000" y="1080000"/>
            <a:ext cx="504000" cy="504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305"/>
              </a:lnSpc>
            </a:pPr>
            <a:r>
              <a:rPr sz="900" b="1">
                <a:solidFill>
                  <a:srgbClr val="607865"/>
                </a:solidFill>
                <a:latin typeface="맑은 고딕"/>
                <a:ea typeface="맑은 고딕"/>
              </a:rPr>
              <a:t>QR</a:t>
            </a:r>
          </a:p>
        </p:txBody>
      </p:sp>
      <p:sp>
        <p:nvSpPr>
          <p:cNvPr id="7" name="Rectangle 6"/>
          <p:cNvSpPr/>
          <p:nvPr/>
        </p:nvSpPr>
        <p:spPr>
          <a:xfrm>
            <a:off x="252000" y="763200"/>
            <a:ext cx="201600" cy="14400"/>
          </a:xfrm>
          <a:prstGeom prst="rect">
            <a:avLst/>
          </a:prstGeom>
          <a:solidFill>
            <a:srgbClr val="803B9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8" name="Connector 7"/>
          <p:cNvCxnSpPr/>
          <p:nvPr/>
        </p:nvCxnSpPr>
        <p:spPr>
          <a:xfrm flipH="1">
            <a:off x="2642400" y="347760"/>
            <a:ext cx="84240" cy="84240"/>
          </a:xfrm>
          <a:prstGeom prst="line">
            <a:avLst/>
          </a:prstGeom>
          <a:ln w="25920">
            <a:solidFill>
              <a:srgbClr val="803B91"/>
            </a:solidFill>
          </a:ln>
        </p:spPr>
      </p:cxnSp>
      <p:cxnSp>
        <p:nvCxnSpPr>
          <p:cNvPr id="9" name="Connector 8"/>
          <p:cNvCxnSpPr/>
          <p:nvPr/>
        </p:nvCxnSpPr>
        <p:spPr>
          <a:xfrm>
            <a:off x="2642400" y="432000"/>
            <a:ext cx="84240" cy="84240"/>
          </a:xfrm>
          <a:prstGeom prst="line">
            <a:avLst/>
          </a:prstGeom>
          <a:ln w="25920">
            <a:solidFill>
              <a:srgbClr val="803B91"/>
            </a:solidFill>
          </a:ln>
        </p:spPr>
      </p:cxnSp>
      <p:cxnSp>
        <p:nvCxnSpPr>
          <p:cNvPr id="10" name="Connector 9"/>
          <p:cNvCxnSpPr/>
          <p:nvPr/>
        </p:nvCxnSpPr>
        <p:spPr>
          <a:xfrm>
            <a:off x="2817360" y="347760"/>
            <a:ext cx="84240" cy="84240"/>
          </a:xfrm>
          <a:prstGeom prst="line">
            <a:avLst/>
          </a:prstGeom>
          <a:ln w="25920">
            <a:solidFill>
              <a:srgbClr val="803B91"/>
            </a:solidFill>
          </a:ln>
        </p:spPr>
      </p:cxnSp>
      <p:cxnSp>
        <p:nvCxnSpPr>
          <p:cNvPr id="11" name="Connector 10"/>
          <p:cNvCxnSpPr/>
          <p:nvPr/>
        </p:nvCxnSpPr>
        <p:spPr>
          <a:xfrm flipH="1">
            <a:off x="2817360" y="432000"/>
            <a:ext cx="84240" cy="84240"/>
          </a:xfrm>
          <a:prstGeom prst="line">
            <a:avLst/>
          </a:prstGeom>
          <a:ln w="25920">
            <a:solidFill>
              <a:srgbClr val="803B91"/>
            </a:solidFill>
          </a:ln>
        </p:spPr>
      </p:cxnSp>
      <p:cxnSp>
        <p:nvCxnSpPr>
          <p:cNvPr id="12" name="Connector 11"/>
          <p:cNvCxnSpPr/>
          <p:nvPr/>
        </p:nvCxnSpPr>
        <p:spPr>
          <a:xfrm flipH="1">
            <a:off x="2746080" y="321840"/>
            <a:ext cx="51840" cy="220320"/>
          </a:xfrm>
          <a:prstGeom prst="line">
            <a:avLst/>
          </a:prstGeom>
          <a:ln w="22680">
            <a:solidFill>
              <a:srgbClr val="DBC8E0"/>
            </a:solidFill>
          </a:ln>
        </p:spPr>
      </p:cxn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개발팀 선임 명함 서식</dc:title>
  <dc:subject>편집용 명함 서식</dc:subject>
  <dc:creator>우체국보험 상담 안내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