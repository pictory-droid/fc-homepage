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8D5C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CBE6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547CAD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1B2230">
                    <a:alpha val="80000"/>
                  </a:srgbClr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송OO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B2230">
                    <a:alpha val="85000"/>
                  </a:srgbClr>
                </a:solidFill>
                <a:latin typeface="맑은 고딕"/>
                <a:ea typeface="맑은 고딕"/>
              </a:rPr>
              <a:t>재무팀 차장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5585C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5585C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5585C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79373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B2230"/>
                </a:solidFill>
                <a:latin typeface="맑은 고딕"/>
                <a:ea typeface="맑은 고딕"/>
              </a:rPr>
              <a:t>전화 · 메일 문의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7A99BF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31771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3D4B6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31771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110" y="943200"/>
            <a:ext cx="636329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3D4B6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620110" y="943200"/>
            <a:ext cx="636329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06839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3D4B6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306839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제휴 문의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3D4B61"/>
                </a:solidFill>
                <a:latin typeface="맑은 고딕"/>
                <a:ea typeface="맑은 고딕"/>
              </a:rPr>
              <a:t>BLOG   blog.example.com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79373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재무팀 차장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