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BE6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547CA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5585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5585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5585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7937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7A99BF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D4B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D4B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D4B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3D4B61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793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