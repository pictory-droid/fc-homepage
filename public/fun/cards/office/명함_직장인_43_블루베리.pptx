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3D5A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3D5AFE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2F72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D5AF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D5AF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D5AF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D5AF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222F72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222F72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