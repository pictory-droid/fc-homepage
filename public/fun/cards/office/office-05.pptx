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B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4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9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9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9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4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48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0E394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