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DEEF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C7A6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2F481E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68235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823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823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6823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8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B6BFB0"/>
                </a:solidFill>
                <a:latin typeface="바탕"/>
                <a:ea typeface="바탕"/>
              </a:rPr>
              <a:t>문제를 끝까지 책임지는 사람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CB0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6BFB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2642400" y="347760"/>
            <a:ext cx="84240" cy="84240"/>
          </a:xfrm>
          <a:prstGeom prst="line">
            <a:avLst/>
          </a:prstGeom>
          <a:ln w="25920">
            <a:solidFill>
              <a:srgbClr val="8CB07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642400" y="432000"/>
            <a:ext cx="84240" cy="84240"/>
          </a:xfrm>
          <a:prstGeom prst="line">
            <a:avLst/>
          </a:prstGeom>
          <a:ln w="25920">
            <a:solidFill>
              <a:srgbClr val="8CB072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17360" y="347760"/>
            <a:ext cx="84240" cy="84240"/>
          </a:xfrm>
          <a:prstGeom prst="line">
            <a:avLst/>
          </a:prstGeom>
          <a:ln w="25920">
            <a:solidFill>
              <a:srgbClr val="8CB07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2817360" y="432000"/>
            <a:ext cx="84240" cy="84240"/>
          </a:xfrm>
          <a:prstGeom prst="line">
            <a:avLst/>
          </a:prstGeom>
          <a:ln w="25920">
            <a:solidFill>
              <a:srgbClr val="8CB07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746080" y="321840"/>
            <a:ext cx="51840" cy="220320"/>
          </a:xfrm>
          <a:prstGeom prst="line">
            <a:avLst/>
          </a:prstGeom>
          <a:ln w="22680">
            <a:solidFill>
              <a:srgbClr val="50654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