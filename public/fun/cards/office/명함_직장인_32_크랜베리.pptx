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B2D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A94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DFBCC3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FBCC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FBCC3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B35F72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BCC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BCC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FBCC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고객 응대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