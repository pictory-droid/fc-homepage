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1F5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1F5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1F5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1F5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1F5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977604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1F5F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977604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4171D"/>
                </a:solidFill>
                <a:latin typeface="맑은 고딕"/>
                <a:ea typeface="맑은 고딕"/>
              </a:rPr>
              <a:t>고객지원팀 주임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장OO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A68A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디자인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운영 지원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A7ABB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A7ABB4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A7ABB4"/>
                </a:solidFill>
                <a:latin typeface="맑은 고딕"/>
                <a:ea typeface="맑은 고딕"/>
              </a:rPr>
              <a:t>평일 09:30 – 18:30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고객지원팀 주임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