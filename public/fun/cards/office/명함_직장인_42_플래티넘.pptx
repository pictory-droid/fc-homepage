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BFC1C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296000"/>
            <a:ext cx="3240000" cy="504000"/>
          </a:xfrm>
          <a:prstGeom prst="rect">
            <a:avLst/>
          </a:prstGeom>
          <a:solidFill>
            <a:srgbClr val="D9DAD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96000"/>
            <a:ext cx="3240000" cy="14400"/>
          </a:xfrm>
          <a:prstGeom prst="rect">
            <a:avLst/>
          </a:prstGeom>
          <a:solidFill>
            <a:srgbClr val="595E6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252000" y="2520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2B4A82"/>
                </a:solidFill>
                <a:latin typeface="맑은 고딕"/>
                <a:ea typeface="맑은 고딕"/>
              </a:rPr>
              <a:t>회사명 · 부서명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52000" y="576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B2230"/>
                </a:solidFill>
                <a:latin typeface="맑은 고딕"/>
                <a:ea typeface="맑은 고딕"/>
              </a:rPr>
              <a:t>진OO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252000" y="828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4C525C"/>
                </a:solidFill>
                <a:latin typeface="맑은 고딕"/>
                <a:ea typeface="맑은 고딕"/>
              </a:rPr>
              <a:t>마케팅팀 과장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252000" y="1411200"/>
            <a:ext cx="900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4C525C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252000" y="1512000"/>
            <a:ext cx="900000" cy="120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13"/>
              </a:lnSpc>
            </a:pPr>
            <a:r>
              <a:rPr sz="630" b="0">
                <a:solidFill>
                  <a:srgbClr val="1B2230"/>
                </a:solidFill>
                <a:latin typeface="맑은 고딕"/>
                <a:ea typeface="맑은 고딕"/>
              </a:rPr>
              <a:t>010-1234-5678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072800" y="1411200"/>
            <a:ext cx="0" cy="201600"/>
          </a:xfrm>
          <a:prstGeom prst="line">
            <a:avLst/>
          </a:prstGeom>
          <a:ln w="3600">
            <a:solidFill>
              <a:srgbClr val="4C525C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1152000" y="1411200"/>
            <a:ext cx="1008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4C525C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1152000" y="1512000"/>
            <a:ext cx="1008000" cy="120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13"/>
              </a:lnSpc>
            </a:pPr>
            <a:r>
              <a:rPr sz="630" b="0">
                <a:solidFill>
                  <a:srgbClr val="1B2230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080800" y="1411200"/>
            <a:ext cx="0" cy="201600"/>
          </a:xfrm>
          <a:prstGeom prst="line">
            <a:avLst/>
          </a:prstGeom>
          <a:ln w="3600">
            <a:solidFill>
              <a:srgbClr val="4C525C"/>
            </a:solidFill>
          </a:ln>
        </p:spPr>
      </p:cxnSp>
      <p:sp>
        <p:nvSpPr>
          <p:cNvPr id="13" name="텍스트"/>
          <p:cNvSpPr txBox="1"/>
          <p:nvPr/>
        </p:nvSpPr>
        <p:spPr>
          <a:xfrm>
            <a:off x="2160000" y="1411200"/>
            <a:ext cx="972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4C525C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160000" y="1512000"/>
            <a:ext cx="972000" cy="120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13"/>
              </a:lnSpc>
            </a:pPr>
            <a:r>
              <a:rPr sz="630" b="0">
                <a:solidFill>
                  <a:srgbClr val="1B2230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52000" y="216000"/>
            <a:ext cx="1944000" cy="1080000"/>
          </a:xfrm>
          <a:prstGeom prst="roundRect">
            <a:avLst>
              <a:gd name="adj" fmla="val 12000"/>
            </a:avLst>
          </a:prstGeom>
          <a:solidFill>
            <a:srgbClr val="4B659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540000" y="1288800"/>
            <a:ext cx="216000" cy="223200"/>
          </a:xfrm>
          <a:custGeom>
            <a:avLst/>
            <a:gdLst/>
            <a:ahLst/>
            <a:cxnLst/>
            <a:rect l="l" t="t" r="r" b="b"/>
            <a:pathLst>
              <a:path w="216000" h="223200">
                <a:moveTo>
                  <a:pt x="0" y="0"/>
                </a:moveTo>
                <a:lnTo>
                  <a:pt x="216000" y="0"/>
                </a:lnTo>
                <a:lnTo>
                  <a:pt x="36000" y="223200"/>
                </a:lnTo>
                <a:close/>
              </a:path>
            </a:pathLst>
          </a:custGeom>
          <a:solidFill>
            <a:srgbClr val="4B659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396000" y="302400"/>
            <a:ext cx="1656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FFFFFF">
                    <a:alpha val="80000"/>
                  </a:srgbClr>
                </a:solidFill>
                <a:latin typeface="맑은 고딕"/>
                <a:ea typeface="맑은 고딕"/>
              </a:rPr>
              <a:t>담당 업무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396000" y="468000"/>
            <a:ext cx="1692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FFFFFF"/>
                </a:solidFill>
                <a:latin typeface="맑은 고딕"/>
                <a:ea typeface="맑은 고딕"/>
              </a:rPr>
              <a:t>디자인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396000" y="669600"/>
            <a:ext cx="1692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FFFFFF"/>
                </a:solidFill>
                <a:latin typeface="맑은 고딕"/>
                <a:ea typeface="맑은 고딕"/>
              </a:rPr>
              <a:t>고객 응대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396000" y="871200"/>
            <a:ext cx="1692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FFFFFF"/>
                </a:solidFill>
                <a:latin typeface="맑은 고딕"/>
                <a:ea typeface="맑은 고딕"/>
              </a:rPr>
              <a:t>계약 관리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396000" y="1072800"/>
            <a:ext cx="1692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FFFFFF"/>
                </a:solidFill>
                <a:latin typeface="맑은 고딕"/>
                <a:ea typeface="맑은 고딕"/>
              </a:rPr>
              <a:t>품질 관리</a:t>
            </a:r>
          </a:p>
        </p:txBody>
      </p:sp>
      <p:sp>
        <p:nvSpPr>
          <p:cNvPr id="9" name="Oval 8"/>
          <p:cNvSpPr/>
          <p:nvPr/>
        </p:nvSpPr>
        <p:spPr>
          <a:xfrm>
            <a:off x="2433600" y="381600"/>
            <a:ext cx="100800" cy="100800"/>
          </a:xfrm>
          <a:prstGeom prst="ellipse">
            <a:avLst/>
          </a:prstGeom>
          <a:solidFill>
            <a:srgbClr val="77A6B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 rot="1080000">
            <a:off x="2664000" y="324000"/>
            <a:ext cx="144000" cy="144000"/>
          </a:xfrm>
          <a:prstGeom prst="roundRect">
            <a:avLst>
              <a:gd name="adj" fmla="val 15000"/>
            </a:avLst>
          </a:prstGeom>
          <a:solidFill>
            <a:srgbClr val="2B4A8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텍스트"/>
          <p:cNvSpPr txBox="1"/>
          <p:nvPr/>
        </p:nvSpPr>
        <p:spPr>
          <a:xfrm>
            <a:off x="2376000" y="1080000"/>
            <a:ext cx="684000" cy="1066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811"/>
              </a:lnSpc>
            </a:pPr>
            <a:r>
              <a:rPr sz="560" b="0">
                <a:solidFill>
                  <a:srgbClr val="1B2230"/>
                </a:solidFill>
                <a:latin typeface="맑은 고딕"/>
                <a:ea typeface="맑은 고딕"/>
              </a:rPr>
              <a:t>전화 · 메일 문의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2376000" y="1209600"/>
            <a:ext cx="684000" cy="1066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811"/>
              </a:lnSpc>
            </a:pPr>
            <a:r>
              <a:rPr sz="560" b="0">
                <a:solidFill>
                  <a:srgbClr val="5F6672"/>
                </a:solidFill>
                <a:latin typeface="맑은 고딕"/>
                <a:ea typeface="맑은 고딕"/>
              </a:rPr>
              <a:t>blog.example.com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마케팅팀 과장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