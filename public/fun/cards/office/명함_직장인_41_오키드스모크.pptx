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D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A6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0CAE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0CAE2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0CAE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F63A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CCC1D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96876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AA6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3F63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87B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3F63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87B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3F63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87B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3F63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87B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3F63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87BC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D67B6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B8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B8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BECAE1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273859"/>
                </a:solidFill>
                <a:latin typeface="맑은 고딕"/>
                <a:ea typeface="맑은 고딕"/>
              </a:rPr>
              <a:t>전화 · 메일 문의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