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355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디자인팀 팀장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759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8A70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D3CAB6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3CAB6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988152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988152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988152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988152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3CAB6"/>
                </a:solidFill>
                <a:latin typeface="맑은 고딕"/>
                <a:ea typeface="맑은 고딕"/>
              </a:rPr>
              <a:t>평일 09:30 – 18:30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디자인팀 팀장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