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7F94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789AC2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789A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38BB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A9BF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A9BF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운영 지원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6E92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558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26A77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