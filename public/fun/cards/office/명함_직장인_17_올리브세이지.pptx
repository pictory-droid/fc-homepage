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F94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89AC2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E92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