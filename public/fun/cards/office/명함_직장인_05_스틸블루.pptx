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0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CED6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CED6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CED6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4F6D8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4F6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4F6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A3848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정OO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2A3848"/>
                </a:solidFill>
                <a:latin typeface="맑은 고딕"/>
                <a:ea typeface="맑은 고딕"/>
              </a:rPr>
              <a:t>경영지원팀 사원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4F6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A3848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A3848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A3848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3276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A7ABB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3276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개발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067" y="540000"/>
            <a:ext cx="7508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A7ABB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630067" y="540000"/>
            <a:ext cx="7508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313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A7ABB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313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운영 지원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경영지원팀 사원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