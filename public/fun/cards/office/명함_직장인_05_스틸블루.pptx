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CED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CED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CED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4F6D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A384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A3848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384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384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384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