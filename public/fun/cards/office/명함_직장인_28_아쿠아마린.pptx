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C4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A7DC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535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535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535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949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789AC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789AC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789AC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789AC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