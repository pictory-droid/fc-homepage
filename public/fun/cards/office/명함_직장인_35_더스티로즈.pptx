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경영지원팀 사원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C0CB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재무 · 회계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계약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0CB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B9C0CB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B9C0CB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경영지원팀 사원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