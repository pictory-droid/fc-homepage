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B26B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9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C0CB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58698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0CB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0CB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9C0CB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