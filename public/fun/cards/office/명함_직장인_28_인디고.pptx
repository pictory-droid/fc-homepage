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6E6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7D4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7D4FF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영업 관리  ·  데이터 분석  ·  계약 관리  ·  품질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