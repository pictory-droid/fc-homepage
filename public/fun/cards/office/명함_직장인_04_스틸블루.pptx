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E6F5E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6F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4B83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D1DFD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BD7E4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649488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64948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649488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649488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1DFDC"/>
                </a:solidFill>
                <a:latin typeface="맑은 고딕"/>
                <a:ea typeface="맑은 고딕"/>
              </a:rPr>
              <a:t>사전 연락 후 방문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