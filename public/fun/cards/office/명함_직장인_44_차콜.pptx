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A0A1A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5E60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576800" y="252000"/>
            <a:ext cx="86400" cy="115200"/>
          </a:xfrm>
          <a:custGeom>
            <a:avLst/>
            <a:gdLst/>
            <a:ahLst/>
            <a:cxnLst/>
            <a:rect l="l" t="t" r="r" b="b"/>
            <a:pathLst>
              <a:path w="86400" h="115200">
                <a:moveTo>
                  <a:pt x="43200" y="0"/>
                </a:moveTo>
                <a:lnTo>
                  <a:pt x="86400" y="57600"/>
                </a:lnTo>
                <a:lnTo>
                  <a:pt x="43200" y="115200"/>
                </a:lnTo>
                <a:lnTo>
                  <a:pt x="0" y="57600"/>
                </a:lnTo>
                <a:close/>
              </a:path>
            </a:pathLst>
          </a:custGeom>
          <a:solidFill>
            <a:srgbClr val="A0A1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360000" y="460800"/>
            <a:ext cx="25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1" spc="800">
                <a:solidFill>
                  <a:srgbClr val="FFFFFF"/>
                </a:solidFill>
                <a:latin typeface="바탕"/>
                <a:ea typeface="바탕"/>
              </a:rPr>
              <a:t>엄OO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704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300">
                <a:solidFill>
                  <a:srgbClr val="BBBCBF"/>
                </a:solidFill>
                <a:latin typeface="바탕"/>
                <a:ea typeface="바탕"/>
              </a:rPr>
              <a:t>디자인팀 팀장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76000" y="993600"/>
            <a:ext cx="288000" cy="0"/>
          </a:xfrm>
          <a:prstGeom prst="line">
            <a:avLst/>
          </a:prstGeom>
          <a:ln w="5760">
            <a:solidFill>
              <a:srgbClr val="A0A1A5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1016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A0A1A5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BBBCB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C4DF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C4DF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C4DF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C4DF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C4DF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C4DF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C4DF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C4DF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C4DF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C4DF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C4DF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C4DF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C4DF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C4DF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C4DF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C4DF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C4DF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C4DF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C4DF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C4DF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C4DF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C4DF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C4DF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C4DF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C4DF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C4DF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E4347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영업 관리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계약 관리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제휴 문의</a:t>
            </a:r>
          </a:p>
        </p:txBody>
      </p:sp>
      <p:sp>
        <p:nvSpPr>
          <p:cNvPr id="63" name="Oval 62"/>
          <p:cNvSpPr/>
          <p:nvPr/>
        </p:nvSpPr>
        <p:spPr>
          <a:xfrm>
            <a:off x="1407600" y="1159200"/>
            <a:ext cx="43200" cy="43200"/>
          </a:xfrm>
          <a:prstGeom prst="ellipse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텍스트"/>
          <p:cNvSpPr txBox="1"/>
          <p:nvPr/>
        </p:nvSpPr>
        <p:spPr>
          <a:xfrm>
            <a:off x="1512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품질 관리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C4DFDF"/>
            </a:solidFill>
          </a:ln>
        </p:spPr>
      </p:cxnSp>
      <p:sp>
        <p:nvSpPr>
          <p:cNvPr id="66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1E4347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디자인팀 팀장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