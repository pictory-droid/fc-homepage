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0A1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5E60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BBBCBF"/>
                </a:solidFill>
                <a:latin typeface="바탕"/>
                <a:ea typeface="바탕"/>
              </a:rPr>
              <a:t>디자인팀 팀장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A0A1A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0A1A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BBBCB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4347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E4347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