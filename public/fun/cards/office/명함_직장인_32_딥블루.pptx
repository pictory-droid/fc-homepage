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7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구민아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C9D7F3"/>
                </a:solidFill>
                <a:latin typeface="맑은 고딕"/>
                <a:ea typeface="맑은 고딕"/>
              </a:rPr>
              <a:t>마케팅팀 과장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C9D7F3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6C91DD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C9D7F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6C91D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C9D7F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6C91D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C9D7F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6C91DD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7C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C9D7F3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C9D7F3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6C91DD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고객 응대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6C91DD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품질 관리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6C91DD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6C91DD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KAKAO  @채널아이디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C9D7F3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마케팅팀 과장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