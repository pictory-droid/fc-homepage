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6000" y="0"/>
            <a:ext cx="1044000" cy="1800000"/>
          </a:xfrm>
          <a:prstGeom prst="rect">
            <a:avLst/>
          </a:prstGeom>
          <a:solidFill>
            <a:srgbClr val="246B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77680" y="488160"/>
            <a:ext cx="80640" cy="463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2677680" y="488160"/>
            <a:ext cx="80640" cy="463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5400000">
            <a:off x="2677680" y="488160"/>
            <a:ext cx="80640" cy="463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8100000">
            <a:off x="2677680" y="488160"/>
            <a:ext cx="80640" cy="463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76880" y="578880"/>
            <a:ext cx="282240" cy="282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57520" y="659520"/>
            <a:ext cx="120960" cy="120960"/>
          </a:xfrm>
          <a:prstGeom prst="ellipse">
            <a:avLst/>
          </a:prstGeom>
          <a:solidFill>
            <a:srgbClr val="8080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268000" y="1224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60"/>
              </a:lnSpc>
            </a:pPr>
            <a:r>
              <a:rPr sz="800" b="1" spc="150">
                <a:solidFill>
                  <a:srgbClr val="FFFFFF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6000" y="331200"/>
            <a:ext cx="1872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143D30"/>
                </a:solidFill>
                <a:latin typeface="맑은 고딕"/>
                <a:ea typeface="맑은 고딕"/>
              </a:rPr>
              <a:t>전보라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6000" y="619200"/>
            <a:ext cx="1872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246B53"/>
                </a:solidFill>
                <a:latin typeface="맑은 고딕"/>
                <a:ea typeface="맑은 고딕"/>
              </a:rPr>
              <a:t>고객지원팀 주임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6000" y="828000"/>
            <a:ext cx="201600" cy="14400"/>
          </a:xfrm>
          <a:prstGeom prst="rect">
            <a:avLst/>
          </a:prstGeom>
          <a:solidFill>
            <a:srgbClr val="246B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16000" y="1008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246B53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10080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3D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6000" y="1176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246B53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1769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3D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" y="1345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246B53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360000" y="13458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3D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246B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8800" y="651600"/>
            <a:ext cx="86400" cy="49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568800" y="651600"/>
            <a:ext cx="86400" cy="49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5400000">
            <a:off x="568800" y="651600"/>
            <a:ext cx="86400" cy="49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8100000">
            <a:off x="568800" y="651600"/>
            <a:ext cx="86400" cy="49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0800" y="748800"/>
            <a:ext cx="302400" cy="30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7200" y="835200"/>
            <a:ext cx="129600" cy="129600"/>
          </a:xfrm>
          <a:prstGeom prst="ellipse">
            <a:avLst/>
          </a:prstGeom>
          <a:solidFill>
            <a:srgbClr val="8080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40000" y="432000"/>
            <a:ext cx="1584000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1">
                <a:solidFill>
                  <a:srgbClr val="143D30"/>
                </a:solidFill>
                <a:latin typeface="맑은 고딕"/>
                <a:ea typeface="맑은 고딕"/>
              </a:rPr>
              <a:t>작은 아이디어도</a:t>
            </a:r>
          </a:p>
          <a:p>
            <a:pPr algn="l">
              <a:lnSpc>
                <a:spcPts val="1667"/>
              </a:lnSpc>
            </a:pPr>
            <a:r>
              <a:rPr sz="1150" b="1">
                <a:solidFill>
                  <a:srgbClr val="143D30"/>
                </a:solidFill>
                <a:latin typeface="맑은 고딕"/>
                <a:ea typeface="맑은 고딕"/>
              </a:rPr>
              <a:t>소중히 듣겠습니다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0000" y="1317600"/>
            <a:ext cx="180000" cy="10800"/>
          </a:xfrm>
          <a:prstGeom prst="rect">
            <a:avLst/>
          </a:prstGeom>
          <a:solidFill>
            <a:srgbClr val="246B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40000" y="1418400"/>
            <a:ext cx="158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617B72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고객지원팀 주임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