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0262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작은 아이디어도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소중히 듣겠습니다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