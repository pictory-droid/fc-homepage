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2871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A90B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B2230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785403" cy="172800"/>
          </a:xfrm>
          <a:prstGeom prst="roundRect">
            <a:avLst>
              <a:gd name="adj" fmla="val 50000"/>
            </a:avLst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7854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E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4385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6B5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462968" cy="208800"/>
          </a:xfrm>
          <a:prstGeom prst="roundRect">
            <a:avLst>
              <a:gd name="adj" fmla="val 50000"/>
            </a:avLst>
          </a:prstGeom>
          <a:solidFill>
            <a:srgbClr val="4385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46296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768" y="612000"/>
            <a:ext cx="462968" cy="208800"/>
          </a:xfrm>
          <a:prstGeom prst="roundRect">
            <a:avLst>
              <a:gd name="adj" fmla="val 50000"/>
            </a:avLst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779768" y="612000"/>
            <a:ext cx="46296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7535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4385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307535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83793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83793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16C78"/>
                </a:solidFill>
                <a:latin typeface="맑은 고딕"/>
                <a:ea typeface="맑은 고딕"/>
              </a:rPr>
              <a:t>평일 방문 상담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