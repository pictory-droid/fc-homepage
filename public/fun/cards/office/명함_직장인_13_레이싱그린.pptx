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A90B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E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38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438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768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779768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07535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438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307535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3793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83793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C78"/>
                </a:solidFill>
                <a:latin typeface="맑은 고딕"/>
                <a:ea typeface="맑은 고딕"/>
              </a:rPr>
              <a:t>평일 방문 상담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