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A165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E5D5FE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E5D5FE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5D5F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빠른 답변보다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정확한 답변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9856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