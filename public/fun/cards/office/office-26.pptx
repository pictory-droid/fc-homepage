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532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D28A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73080" y="269640"/>
            <a:ext cx="213840" cy="213840"/>
          </a:xfrm>
          <a:prstGeom prst="ellipse">
            <a:avLst/>
          </a:prstGeom>
          <a:solidFill>
            <a:srgbClr val="D28A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28520" y="479520"/>
            <a:ext cx="102960" cy="63360"/>
          </a:xfrm>
          <a:prstGeom prst="roundRect">
            <a:avLst>
              <a:gd name="adj" fmla="val 18750"/>
            </a:avLst>
          </a:prstGeom>
          <a:solidFill>
            <a:srgbClr val="9953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44360" y="554760"/>
            <a:ext cx="71280" cy="35640"/>
          </a:xfrm>
          <a:prstGeom prst="roundRect">
            <a:avLst>
              <a:gd name="adj" fmla="val 33333"/>
            </a:avLst>
          </a:prstGeom>
          <a:solidFill>
            <a:srgbClr val="9953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노승민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E4B9D6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D8BED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532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2320" y="250560"/>
            <a:ext cx="855360" cy="855360"/>
          </a:xfrm>
          <a:prstGeom prst="ellipse">
            <a:avLst/>
          </a:prstGeom>
          <a:solidFill>
            <a:srgbClr val="D28A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14080" y="1090080"/>
            <a:ext cx="411840" cy="253440"/>
          </a:xfrm>
          <a:prstGeom prst="roundRect">
            <a:avLst>
              <a:gd name="adj" fmla="val 18750"/>
            </a:avLst>
          </a:prstGeom>
          <a:solidFill>
            <a:srgbClr val="9953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77440" y="1391040"/>
            <a:ext cx="285120" cy="142560"/>
          </a:xfrm>
          <a:prstGeom prst="roundRect">
            <a:avLst>
              <a:gd name="adj" fmla="val 33333"/>
            </a:avLst>
          </a:prstGeom>
          <a:solidFill>
            <a:srgbClr val="9953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5326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빠른 답변보다 정확한 답변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D28A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D8BED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