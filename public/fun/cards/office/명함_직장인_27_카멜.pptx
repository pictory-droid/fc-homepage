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H="1">
            <a:off x="2376000" y="950400"/>
            <a:ext cx="93600" cy="93600"/>
          </a:xfrm>
          <a:prstGeom prst="line">
            <a:avLst/>
          </a:prstGeom>
          <a:ln w="288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2376000" y="1044000"/>
            <a:ext cx="93600" cy="93600"/>
          </a:xfrm>
          <a:prstGeom prst="line">
            <a:avLst/>
          </a:prstGeom>
          <a:ln w="288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570400" y="950400"/>
            <a:ext cx="93600" cy="93600"/>
          </a:xfrm>
          <a:prstGeom prst="line">
            <a:avLst/>
          </a:prstGeom>
          <a:ln w="288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2570400" y="1044000"/>
            <a:ext cx="93600" cy="93600"/>
          </a:xfrm>
          <a:prstGeom prst="line">
            <a:avLst/>
          </a:prstGeom>
          <a:ln w="288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491200" y="921600"/>
            <a:ext cx="57600" cy="244800"/>
          </a:xfrm>
          <a:prstGeom prst="line">
            <a:avLst/>
          </a:prstGeom>
          <a:ln w="25200">
            <a:solidFill>
              <a:srgbClr val="D3B99E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