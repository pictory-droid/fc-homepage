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E0DFF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F2EFF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0DFF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0DFF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0DFF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E7BC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개발  ·  디자인  ·  고객 응대  ·  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