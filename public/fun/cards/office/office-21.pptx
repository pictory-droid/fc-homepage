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899704" cy="180000"/>
          </a:xfrm>
          <a:prstGeom prst="roundRect">
            <a:avLst>
              <a:gd name="adj" fmla="val 50000"/>
            </a:avLst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89970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66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믿고 맡길 수 있는</a:t>
            </a:r>
          </a:p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사람이 되겠습니다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