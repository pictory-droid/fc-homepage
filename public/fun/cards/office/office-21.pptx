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4056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669760" y="288144"/>
            <a:ext cx="89856" cy="89856"/>
          </a:xfrm>
          <a:prstGeom prst="line">
            <a:avLst/>
          </a:prstGeom>
          <a:ln w="27648">
            <a:solidFill>
              <a:srgbClr val="70978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669760" y="378000"/>
            <a:ext cx="89856" cy="89856"/>
          </a:xfrm>
          <a:prstGeom prst="line">
            <a:avLst/>
          </a:prstGeom>
          <a:ln w="27648">
            <a:solidFill>
              <a:srgbClr val="70978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856384" y="288144"/>
            <a:ext cx="89856" cy="89856"/>
          </a:xfrm>
          <a:prstGeom prst="line">
            <a:avLst/>
          </a:prstGeom>
          <a:ln w="27648">
            <a:solidFill>
              <a:srgbClr val="709784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856384" y="378000"/>
            <a:ext cx="89856" cy="89856"/>
          </a:xfrm>
          <a:prstGeom prst="line">
            <a:avLst/>
          </a:prstGeom>
          <a:ln w="27648">
            <a:solidFill>
              <a:srgbClr val="709784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780352" y="260496"/>
            <a:ext cx="55296" cy="235008"/>
          </a:xfrm>
          <a:prstGeom prst="line">
            <a:avLst/>
          </a:prstGeom>
          <a:ln w="24192">
            <a:solidFill>
              <a:srgbClr val="40564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0B9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EA190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EA19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EA19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EA19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C362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2746A"/>
                </a:solidFill>
                <a:latin typeface="맑은 고딕"/>
                <a:ea typeface="맑은 고딕"/>
              </a:rPr>
              <a:t>믿고 맡길 수 있는 사람이 되겠습니다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396F5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2746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2642400" y="347760"/>
            <a:ext cx="84240" cy="84240"/>
          </a:xfrm>
          <a:prstGeom prst="line">
            <a:avLst/>
          </a:prstGeom>
          <a:ln w="25920">
            <a:solidFill>
              <a:srgbClr val="396F5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642400" y="432000"/>
            <a:ext cx="84240" cy="84240"/>
          </a:xfrm>
          <a:prstGeom prst="line">
            <a:avLst/>
          </a:prstGeom>
          <a:ln w="25920">
            <a:solidFill>
              <a:srgbClr val="396F54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17360" y="347760"/>
            <a:ext cx="84240" cy="84240"/>
          </a:xfrm>
          <a:prstGeom prst="line">
            <a:avLst/>
          </a:prstGeom>
          <a:ln w="25920">
            <a:solidFill>
              <a:srgbClr val="396F54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2817360" y="432000"/>
            <a:ext cx="84240" cy="84240"/>
          </a:xfrm>
          <a:prstGeom prst="line">
            <a:avLst/>
          </a:prstGeom>
          <a:ln w="25920">
            <a:solidFill>
              <a:srgbClr val="396F54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746080" y="321840"/>
            <a:ext cx="51840" cy="220320"/>
          </a:xfrm>
          <a:prstGeom prst="line">
            <a:avLst/>
          </a:prstGeom>
          <a:ln w="22680">
            <a:solidFill>
              <a:srgbClr val="E2F2E9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