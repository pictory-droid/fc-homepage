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D4BA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970B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9C1CA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23041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304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9C1CA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304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9C1CA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304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D9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E4A6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469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6687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66876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66876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