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D4BA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9970B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9C1CA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곽OO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23041"/>
                </a:solidFill>
                <a:latin typeface="맑은 고딕"/>
                <a:ea typeface="맑은 고딕"/>
              </a:rPr>
              <a:t>디자인팀 팀장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304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9C1CA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304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9C1CA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2304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9469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마케팅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66876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66876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66876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디자인팀 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