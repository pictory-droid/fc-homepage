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8A79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1F7A8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8A79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1F7A8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8A79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1F7A8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8A79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1F7A8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8A79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1F7A8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F7A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8A7968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07079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07079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07079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고객 응대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sp>
        <p:nvSpPr>
          <p:cNvPr id="14" name="Rectangle 13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방문 상담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