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8A79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8A79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8A79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8A79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8A79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1F7A8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E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A796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0707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0707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0707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B9D3D7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방문 상담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