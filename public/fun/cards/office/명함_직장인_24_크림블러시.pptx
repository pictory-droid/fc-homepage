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D6836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D68368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D6836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D6836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D68368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D68368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D68368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D6836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05C5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양OO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605C55"/>
                </a:solidFill>
                <a:latin typeface="맑은 고딕"/>
                <a:ea typeface="맑은 고딕"/>
              </a:rPr>
              <a:t>디자인팀 팀장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D68368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05C5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D3D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D563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6C6571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000" y="554400"/>
            <a:ext cx="144000" cy="14400"/>
          </a:xfrm>
          <a:prstGeom prst="rect">
            <a:avLst/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CD6948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656000" y="554400"/>
            <a:ext cx="144000" cy="14400"/>
          </a:xfrm>
          <a:prstGeom prst="rect">
            <a:avLst/>
          </a:prstGeom>
          <a:solidFill>
            <a:srgbClr val="CD69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56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CD6948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94400"/>
            <a:ext cx="144000" cy="14400"/>
          </a:xfrm>
          <a:prstGeom prst="rect">
            <a:avLst/>
          </a:prstGeom>
          <a:solidFill>
            <a:srgbClr val="CD69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고객 응대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B5763"/>
                </a:solidFill>
                <a:latin typeface="맑은 고딕"/>
                <a:ea typeface="맑은 고딕"/>
              </a:rPr>
              <a:t>전화 · 메일 문의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