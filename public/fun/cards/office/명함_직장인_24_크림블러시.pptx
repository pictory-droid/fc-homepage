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44000" y="144000"/>
            <a:ext cx="165600" cy="0"/>
          </a:xfrm>
          <a:prstGeom prst="line">
            <a:avLst/>
          </a:prstGeom>
          <a:ln w="7920">
            <a:solidFill>
              <a:srgbClr val="D68368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44000" y="144000"/>
            <a:ext cx="0" cy="165600"/>
          </a:xfrm>
          <a:prstGeom prst="line">
            <a:avLst/>
          </a:prstGeom>
          <a:ln w="7920">
            <a:solidFill>
              <a:srgbClr val="D68368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2930400" y="144000"/>
            <a:ext cx="165600" cy="0"/>
          </a:xfrm>
          <a:prstGeom prst="line">
            <a:avLst/>
          </a:prstGeom>
          <a:ln w="7920">
            <a:solidFill>
              <a:srgbClr val="D68368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096000" y="144000"/>
            <a:ext cx="0" cy="165600"/>
          </a:xfrm>
          <a:prstGeom prst="line">
            <a:avLst/>
          </a:prstGeom>
          <a:ln w="7920">
            <a:solidFill>
              <a:srgbClr val="D68368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144000" y="1656000"/>
            <a:ext cx="165600" cy="0"/>
          </a:xfrm>
          <a:prstGeom prst="line">
            <a:avLst/>
          </a:prstGeom>
          <a:ln w="7920">
            <a:solidFill>
              <a:srgbClr val="D68368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144000" y="1490400"/>
            <a:ext cx="0" cy="165600"/>
          </a:xfrm>
          <a:prstGeom prst="line">
            <a:avLst/>
          </a:prstGeom>
          <a:ln w="7920">
            <a:solidFill>
              <a:srgbClr val="D68368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2930400" y="1656000"/>
            <a:ext cx="165600" cy="0"/>
          </a:xfrm>
          <a:prstGeom prst="line">
            <a:avLst/>
          </a:prstGeom>
          <a:ln w="7920">
            <a:solidFill>
              <a:srgbClr val="D68368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3096000" y="1490400"/>
            <a:ext cx="0" cy="165600"/>
          </a:xfrm>
          <a:prstGeom prst="line">
            <a:avLst/>
          </a:prstGeom>
          <a:ln w="7920">
            <a:solidFill>
              <a:srgbClr val="D68368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024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1" spc="300">
                <a:solidFill>
                  <a:srgbClr val="605C55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360000" y="504000"/>
            <a:ext cx="252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양OO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756000"/>
            <a:ext cx="252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605C55"/>
                </a:solidFill>
                <a:latin typeface="맑은 고딕"/>
                <a:ea typeface="맑은 고딕"/>
              </a:rPr>
              <a:t>디자인팀 팀장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12000" y="993600"/>
            <a:ext cx="216000" cy="0"/>
          </a:xfrm>
          <a:prstGeom prst="line">
            <a:avLst/>
          </a:prstGeom>
          <a:ln w="7200">
            <a:solidFill>
              <a:srgbClr val="D68368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360000" y="1144800"/>
            <a:ext cx="25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360000" y="1274400"/>
            <a:ext cx="25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605C55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D3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BD5634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8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6C6571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71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영업 관리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656000" y="38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CD6948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656000" y="71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마케팅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92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CD6948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25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고객 응대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5264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5B5763"/>
                </a:solidFill>
                <a:latin typeface="맑은 고딕"/>
                <a:ea typeface="맑은 고딕"/>
              </a:rPr>
              <a:t>전화 · 메일 문의   ·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디자인팀 팀장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