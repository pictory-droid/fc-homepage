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고객지원팀 주임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고객지원팀 주임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