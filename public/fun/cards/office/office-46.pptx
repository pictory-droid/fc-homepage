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12151C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  <a:ln w="7200">
            <a:solidFill>
              <a:srgbClr val="0B625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0B625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04000"/>
            <a:ext cx="1728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고객의 한마디를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기록합니다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" y="1296000"/>
            <a:ext cx="144000" cy="180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1404000"/>
            <a:ext cx="165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0B625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