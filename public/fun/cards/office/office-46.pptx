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48320" y="249840"/>
            <a:ext cx="63360" cy="364320"/>
          </a:xfrm>
          <a:prstGeom prst="rect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2848320" y="249840"/>
            <a:ext cx="63360" cy="364320"/>
          </a:xfrm>
          <a:prstGeom prst="rect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5400000">
            <a:off x="2848320" y="249840"/>
            <a:ext cx="63360" cy="364320"/>
          </a:xfrm>
          <a:prstGeom prst="rect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8100000">
            <a:off x="2848320" y="249840"/>
            <a:ext cx="63360" cy="364320"/>
          </a:xfrm>
          <a:prstGeom prst="rect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69120" y="321120"/>
            <a:ext cx="221760" cy="221760"/>
          </a:xfrm>
          <a:prstGeom prst="ellipse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32480" y="384480"/>
            <a:ext cx="95040" cy="95040"/>
          </a:xfrm>
          <a:prstGeom prst="ellipse">
            <a:avLst/>
          </a:prstGeom>
          <a:solidFill>
            <a:srgbClr val="DCCC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53A41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34958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5707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4974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253A41"/>
                </a:solidFill>
                <a:latin typeface="바탕"/>
                <a:ea typeface="바탕"/>
              </a:rPr>
              <a:t>고객의 한마디를 기록합니다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497483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2707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5600" y="241200"/>
            <a:ext cx="28800" cy="165600"/>
          </a:xfrm>
          <a:prstGeom prst="rect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1605600" y="241200"/>
            <a:ext cx="28800" cy="165600"/>
          </a:xfrm>
          <a:prstGeom prst="rect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5400000">
            <a:off x="1605600" y="241200"/>
            <a:ext cx="28800" cy="165600"/>
          </a:xfrm>
          <a:prstGeom prst="rect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8100000">
            <a:off x="1605600" y="241200"/>
            <a:ext cx="28800" cy="165600"/>
          </a:xfrm>
          <a:prstGeom prst="rect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69600" y="273600"/>
            <a:ext cx="100800" cy="1008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98400" y="302400"/>
            <a:ext cx="43200" cy="43200"/>
          </a:xfrm>
          <a:prstGeom prst="ellipse">
            <a:avLst/>
          </a:prstGeom>
          <a:solidFill>
            <a:srgbClr val="E2ED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