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88000" y="129600"/>
            <a:ext cx="1008000" cy="1540800"/>
          </a:xfrm>
          <a:prstGeom prst="roundRect">
            <a:avLst>
              <a:gd name="adj" fmla="val 10714"/>
            </a:avLst>
          </a:prstGeom>
          <a:solidFill>
            <a:srgbClr val="846F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30800" y="241200"/>
            <a:ext cx="122400" cy="12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02000" y="212400"/>
            <a:ext cx="180000" cy="180000"/>
          </a:xfrm>
          <a:prstGeom prst="ellipse">
            <a:avLst/>
          </a:prstGeom>
          <a:noFill/>
          <a:ln w="50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49440" y="815760"/>
            <a:ext cx="79200" cy="142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52400" y="736560"/>
            <a:ext cx="79200" cy="221760"/>
          </a:xfrm>
          <a:prstGeom prst="roundRect">
            <a:avLst>
              <a:gd name="adj" fmla="val 10000"/>
            </a:avLst>
          </a:prstGeom>
          <a:solidFill>
            <a:srgbClr val="C2B7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55360" y="641520"/>
            <a:ext cx="79200" cy="316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2417760" y="974160"/>
            <a:ext cx="348480" cy="0"/>
          </a:xfrm>
          <a:prstGeom prst="line">
            <a:avLst/>
          </a:prstGeom>
          <a:ln w="15840">
            <a:solidFill>
              <a:srgbClr val="C2B7AA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88000" y="1188000"/>
            <a:ext cx="1008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 spc="100">
                <a:solidFill>
                  <a:srgbClr val="FFFFFF"/>
                </a:solidFill>
                <a:latin typeface="맑은 고딕"/>
                <a:ea typeface="맑은 고딕"/>
              </a:rPr>
              <a:t>경영지원팀 사원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088000" y="1382400"/>
            <a:ext cx="1008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0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432000"/>
            <a:ext cx="158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손OO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770400"/>
            <a:ext cx="936000" cy="0"/>
          </a:xfrm>
          <a:prstGeom prst="line">
            <a:avLst/>
          </a:prstGeom>
          <a:ln w="7920">
            <a:solidFill>
              <a:srgbClr val="A28A6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918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907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062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051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554400" y="1195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7373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0480" y="925920"/>
            <a:ext cx="86400" cy="155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2800" y="839520"/>
            <a:ext cx="86400" cy="241920"/>
          </a:xfrm>
          <a:prstGeom prst="roundRect">
            <a:avLst>
              <a:gd name="adj" fmla="val 10000"/>
            </a:avLst>
          </a:prstGeom>
          <a:solidFill>
            <a:srgbClr val="B9B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5120" y="735840"/>
            <a:ext cx="86400" cy="34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385920" y="1098720"/>
            <a:ext cx="380160" cy="0"/>
          </a:xfrm>
          <a:prstGeom prst="line">
            <a:avLst/>
          </a:prstGeom>
          <a:ln w="17280">
            <a:solidFill>
              <a:srgbClr val="B9B9D1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7373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영업 관리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6E62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7373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디자인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1152000"/>
            <a:ext cx="43200" cy="43200"/>
          </a:xfrm>
          <a:prstGeom prst="ellipse">
            <a:avLst/>
          </a:prstGeom>
          <a:solidFill>
            <a:srgbClr val="6E62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1476000" y="1094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고객 응대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09:00 – 18:00  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경영지원팀 사원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