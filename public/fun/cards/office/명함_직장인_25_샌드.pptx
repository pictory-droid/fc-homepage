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9440" y="81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2400" y="73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C2B7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5360" y="64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2417760" y="974160"/>
            <a:ext cx="348480" cy="0"/>
          </a:xfrm>
          <a:prstGeom prst="line">
            <a:avLst/>
          </a:prstGeom>
          <a:ln w="15840">
            <a:solidFill>
              <a:srgbClr val="C2B7A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A28A6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480" y="925920"/>
            <a:ext cx="86400" cy="15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2800" y="839520"/>
            <a:ext cx="86400" cy="241920"/>
          </a:xfrm>
          <a:prstGeom prst="roundRect">
            <a:avLst>
              <a:gd name="adj" fmla="val 10000"/>
            </a:avLst>
          </a:prstGeom>
          <a:solidFill>
            <a:srgbClr val="B9B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5120" y="735840"/>
            <a:ext cx="86400" cy="34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5920" y="1098720"/>
            <a:ext cx="380160" cy="0"/>
          </a:xfrm>
          <a:prstGeom prst="line">
            <a:avLst/>
          </a:prstGeom>
          <a:ln w="17280">
            <a:solidFill>
              <a:srgbClr val="B9B9D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6E62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6E62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