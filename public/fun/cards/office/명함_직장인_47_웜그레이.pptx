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7A72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3558B8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4171D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DAD8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B3A3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천OO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B3A39"/>
                </a:solidFill>
                <a:latin typeface="맑은 고딕"/>
                <a:ea typeface="맑은 고딕"/>
              </a:rPr>
              <a:t>인사팀 책임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DAD8D5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3A3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3A3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3A3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645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B0B9B3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B0B9B3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B0B9B3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B0B9B3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B0B9B3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B0B9B3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B0B9B3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B0B9B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7CDC9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B0B9B3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계약 관리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품질 관리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C7CDC9"/>
                </a:solidFill>
                <a:latin typeface="맑은 고딕"/>
                <a:ea typeface="맑은 고딕"/>
              </a:rPr>
              <a:t>평일 10:00 – 19:00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인사팀 책임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