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B76E7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05C55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3E8D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CEE2E3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B223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0E2E4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EE2E3"/>
                </a:solidFill>
                <a:latin typeface="맑은 고딕"/>
                <a:ea typeface="맑은 고딕"/>
              </a:rPr>
              <a:t>전화 · 메일 문의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