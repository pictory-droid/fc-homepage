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1DD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9E8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5CA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99D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5CACC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5CAC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영업 관리  ·  데이터 분석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5CA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EE2E3"/>
                </a:solidFill>
                <a:latin typeface="바탕"/>
                <a:ea typeface="바탕"/>
              </a:rPr>
              <a:t>사전 연락 후 방문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EE2E3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