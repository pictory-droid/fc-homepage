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E1DD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E1DD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E1DD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E1DD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E1DD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E1DD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E1DD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E1DD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E1DD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E1DD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E1DD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E1DD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E1DD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E1DD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E1DD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9776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9E8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9776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고객지원팀 주임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구OO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F7A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E1DDED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4B6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4B6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4B6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E1DDED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E1DDED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A5CA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599D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A5CACC"/>
                </a:solidFill>
                <a:latin typeface="바탕"/>
                <a:ea typeface="바탕"/>
              </a:rPr>
              <a:t>담당 업무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A5CACC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FFFFFF"/>
                </a:solidFill>
                <a:latin typeface="바탕"/>
                <a:ea typeface="바탕"/>
              </a:rPr>
              <a:t>영업 관리  ·  데이터 분석  ·  계약 관리  ·  제휴 문의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A5CACC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CEE2E3"/>
                </a:solidFill>
                <a:latin typeface="바탕"/>
                <a:ea typeface="바탕"/>
              </a:rPr>
              <a:t>사전 연락 후 방문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CEE2E3"/>
                </a:solidFill>
                <a:latin typeface="바탕"/>
                <a:ea typeface="바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고객지원팀 주임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