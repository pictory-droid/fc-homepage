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B5543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956C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2D4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0A0B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7BCC7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0A0B0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7BCC7"/>
                </a:solidFill>
                <a:latin typeface="맑은 고딕"/>
                <a:ea typeface="맑은 고딕"/>
              </a:rPr>
              <a:t>평일 09:30 – 18:30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