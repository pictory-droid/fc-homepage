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12151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B4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12151C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0C2C0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0C2C0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0C2C0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B4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B4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0E3B4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0E3B4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