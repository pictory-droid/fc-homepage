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25200">
            <a:solidFill>
              <a:srgbClr val="B5543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73600" y="2736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73600" y="612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유OO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73600" y="864000"/>
            <a:ext cx="216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686459"/>
                </a:solidFill>
                <a:latin typeface="맑은 고딕"/>
                <a:ea typeface="맑은 고딕"/>
              </a:rPr>
              <a:t>고객지원팀 주임</a:t>
            </a:r>
          </a:p>
        </p:txBody>
      </p:sp>
      <p:sp>
        <p:nvSpPr>
          <p:cNvPr id="6" name="Rectangle 5"/>
          <p:cNvSpPr/>
          <p:nvPr/>
        </p:nvSpPr>
        <p:spPr>
          <a:xfrm>
            <a:off x="273600" y="1137600"/>
            <a:ext cx="144000" cy="18000"/>
          </a:xfrm>
          <a:prstGeom prst="rect">
            <a:avLst/>
          </a:prstGeom>
          <a:solidFill>
            <a:srgbClr val="AB76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73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73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73600" y="12600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73600" y="13608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81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81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C60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7376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CBCCCD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CBCCCD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CBCCCD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CBCCCD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CBCCCD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CBCCCD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CBCCCD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CBCCCD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CBCCCD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CBCCCD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CBCCCD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CBCCCD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CBCCCD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CBCCCD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CBCCCD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CBCCCD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CBCCCD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CBCCCD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CBCCCD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CBCCCD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CBCCCD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CBCCCD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CBCCCD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CBCCCD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CBCCCD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CBCCCD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CBCCCD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CBCCCD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CBCCCD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CBCCCD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FFFFFF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BCCCD"/>
                </a:solidFill>
                <a:latin typeface="맑은 고딕"/>
                <a:ea typeface="맑은 고딕"/>
              </a:rPr>
              <a:t>담당 업무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838689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영업 관리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838689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서비스 기획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838689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인사 · 총무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838689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품질 관리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838689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CBCCCD"/>
                </a:solidFill>
                <a:latin typeface="맑은 고딕"/>
                <a:ea typeface="맑은 고딕"/>
              </a:rPr>
              <a:t>평일 10:00 – 19:00   |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고객지원팀 주임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