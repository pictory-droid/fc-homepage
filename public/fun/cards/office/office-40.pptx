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1584000" y="36000"/>
            <a:ext cx="1656000" cy="172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8560"/>
              </a:lnSpc>
            </a:pPr>
            <a:r>
              <a:rPr sz="12800" b="1">
                <a:solidFill>
                  <a:srgbClr val="F5E1E7"/>
                </a:solidFill>
                <a:latin typeface="맑은 고딕"/>
                <a:ea typeface="맑은 고딕"/>
              </a:rPr>
              <a:t>마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04800"/>
            <a:ext cx="165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마시현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08000"/>
            <a:ext cx="165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sp>
        <p:nvSpPr>
          <p:cNvPr id="6" name="Rectangle 5"/>
          <p:cNvSpPr/>
          <p:nvPr/>
        </p:nvSpPr>
        <p:spPr>
          <a:xfrm>
            <a:off x="252000" y="1231200"/>
            <a:ext cx="144000" cy="18000"/>
          </a:xfrm>
          <a:prstGeom prst="rect">
            <a:avLst/>
          </a:prstGeom>
          <a:solidFill>
            <a:srgbClr val="FF6F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350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3392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2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616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9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84000"/>
            <a:ext cx="1296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4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5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3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3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3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3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3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3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3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3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3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3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3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3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3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3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4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4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4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4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4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4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4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4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74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74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74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74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4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4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74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74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6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6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6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96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96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96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96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96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96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96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96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96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6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107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107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7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7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7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7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7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07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07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7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07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07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7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17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7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7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117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117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117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17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117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17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117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117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17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117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117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117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117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8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128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128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128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128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128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28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128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28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28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128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128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128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128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128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128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139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139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139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139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139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139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139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139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139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139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139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139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139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139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39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39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150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150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150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150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150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150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150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150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150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150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150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150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150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150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150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150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161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161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161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161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161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161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161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161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161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161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161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161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161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161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161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161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171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171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171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171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171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171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171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171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171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171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171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171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171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171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171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171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182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182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182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182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182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182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182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182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182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182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182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182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182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182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182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182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193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193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193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193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193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93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193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193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193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193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193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93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193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193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193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193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204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204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204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204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204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204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204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204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204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204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204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204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204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204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204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204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215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215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215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215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215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215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215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215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215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215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215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215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215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215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215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215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225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225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225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225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225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225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225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225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225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225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225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225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225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225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225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225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236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236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236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236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236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236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236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236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236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236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236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236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236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236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236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236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247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247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247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247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247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247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247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247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247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247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247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247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247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247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247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247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258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258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258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258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258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58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258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258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258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258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258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258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258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258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258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258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269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269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269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269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269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269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269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269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269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269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269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269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269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269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269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269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2798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2798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2798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2798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2798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2798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2798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2798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2798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2798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2798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2798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2798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2798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2798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2798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2906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2906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2906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2906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2906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2906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2906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2906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2906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2906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2906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2906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2906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2906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2906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2906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3014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3014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3014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3014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3014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014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014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3014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3014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3014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3014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3014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3014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3014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3014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3014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3122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3122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3122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122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3122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3122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3122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3122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3122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3122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3122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3122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3122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3122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3122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3122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3230640" y="9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3230640" y="20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3230640" y="31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3230640" y="42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3230640" y="53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3230640" y="63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3230640" y="74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3230640" y="85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230640" y="96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3230640" y="107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3230640" y="117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3230640" y="1286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3230640" y="1394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3230640" y="1502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3230640" y="1610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3230640" y="1718640"/>
            <a:ext cx="18720" cy="1872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2" name="Rectangle 481"/>
          <p:cNvSpPr/>
          <p:nvPr/>
        </p:nvSpPr>
        <p:spPr>
          <a:xfrm>
            <a:off x="396000" y="468000"/>
            <a:ext cx="2448000" cy="864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3" name="텍스트"/>
          <p:cNvSpPr txBox="1"/>
          <p:nvPr/>
        </p:nvSpPr>
        <p:spPr>
          <a:xfrm>
            <a:off x="540000" y="576000"/>
            <a:ext cx="2160000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2151C"/>
                </a:solidFill>
                <a:latin typeface="맑은 고딕"/>
                <a:ea typeface="맑은 고딕"/>
              </a:rPr>
              <a:t>꼼꼼함이 저의 인사입니다</a:t>
            </a:r>
          </a:p>
        </p:txBody>
      </p:sp>
      <p:sp>
        <p:nvSpPr>
          <p:cNvPr id="484" name="텍스트"/>
          <p:cNvSpPr txBox="1"/>
          <p:nvPr/>
        </p:nvSpPr>
        <p:spPr>
          <a:xfrm>
            <a:off x="540000" y="1144800"/>
            <a:ext cx="216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