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95B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F5E3C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F5E3C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F5E3C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F5E3C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F5E3C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F5E3C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F5E3C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F5E3C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F5E3C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F5E3C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F5E3C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F5E3C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F5E3C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F5E3C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F5E3C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F5E3C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F5E3C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F5E3C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F5E3C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F5E3C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9C75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EBE2D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마시현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5E3CC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5E3C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5E3C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5E3C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2764800" y="1113120"/>
            <a:ext cx="74880" cy="74880"/>
          </a:xfrm>
          <a:prstGeom prst="line">
            <a:avLst/>
          </a:prstGeom>
          <a:ln w="23040">
            <a:solidFill>
              <a:srgbClr val="F5E3CC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764800" y="1188000"/>
            <a:ext cx="74880" cy="74880"/>
          </a:xfrm>
          <a:prstGeom prst="line">
            <a:avLst/>
          </a:prstGeom>
          <a:ln w="23040">
            <a:solidFill>
              <a:srgbClr val="F5E3CC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2920320" y="1113120"/>
            <a:ext cx="74880" cy="74880"/>
          </a:xfrm>
          <a:prstGeom prst="line">
            <a:avLst/>
          </a:prstGeom>
          <a:ln w="23040">
            <a:solidFill>
              <a:srgbClr val="F5E3CC"/>
            </a:solidFill>
          </a:ln>
        </p:spPr>
      </p:cxnSp>
      <p:cxnSp>
        <p:nvCxnSpPr>
          <p:cNvPr id="36" name="Connector 35"/>
          <p:cNvCxnSpPr/>
          <p:nvPr/>
        </p:nvCxnSpPr>
        <p:spPr>
          <a:xfrm flipH="1">
            <a:off x="2920320" y="1188000"/>
            <a:ext cx="74880" cy="74880"/>
          </a:xfrm>
          <a:prstGeom prst="line">
            <a:avLst/>
          </a:prstGeom>
          <a:ln w="23040">
            <a:solidFill>
              <a:srgbClr val="F5E3CC"/>
            </a:solidFill>
          </a:ln>
        </p:spPr>
      </p:cxnSp>
      <p:cxnSp>
        <p:nvCxnSpPr>
          <p:cNvPr id="37" name="Connector 36"/>
          <p:cNvCxnSpPr/>
          <p:nvPr/>
        </p:nvCxnSpPr>
        <p:spPr>
          <a:xfrm flipH="1">
            <a:off x="2856960" y="1090080"/>
            <a:ext cx="46080" cy="195840"/>
          </a:xfrm>
          <a:prstGeom prst="line">
            <a:avLst/>
          </a:prstGeom>
          <a:ln w="20160">
            <a:solidFill>
              <a:srgbClr val="9C754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73440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440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58976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158976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124128" y="183744"/>
            <a:ext cx="25344" cy="107712"/>
          </a:xfrm>
          <a:prstGeom prst="line">
            <a:avLst/>
          </a:prstGeom>
          <a:ln w="11088">
            <a:solidFill>
              <a:srgbClr val="73737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5B3D15"/>
                </a:solidFill>
                <a:latin typeface="바탕"/>
                <a:ea typeface="바탕"/>
              </a:rPr>
              <a:t>꼼꼼함이 저의 인사입니다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D6B5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3B8B9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D6B53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