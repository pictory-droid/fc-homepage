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46000" y="234000"/>
            <a:ext cx="36000" cy="36000"/>
          </a:xfrm>
          <a:prstGeom prst="ellipse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46000" y="3348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46000" y="4356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46000" y="536400"/>
            <a:ext cx="36000" cy="36000"/>
          </a:xfrm>
          <a:prstGeom prst="ellipse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46800" y="2340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46800" y="3348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46800" y="435600"/>
            <a:ext cx="36000" cy="36000"/>
          </a:xfrm>
          <a:prstGeom prst="ellipse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46800" y="5364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7600" y="2340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7600" y="334800"/>
            <a:ext cx="36000" cy="36000"/>
          </a:xfrm>
          <a:prstGeom prst="ellipse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7600" y="4356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7600" y="5364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48400" y="234000"/>
            <a:ext cx="36000" cy="36000"/>
          </a:xfrm>
          <a:prstGeom prst="ellipse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48400" y="3348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48400" y="4356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48400" y="536400"/>
            <a:ext cx="36000" cy="36000"/>
          </a:xfrm>
          <a:prstGeom prst="ellipse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49200" y="2340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49200" y="3348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49200" y="435600"/>
            <a:ext cx="36000" cy="36000"/>
          </a:xfrm>
          <a:prstGeom prst="ellipse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49200" y="5364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52000" y="770400"/>
            <a:ext cx="201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남도현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1173600"/>
            <a:ext cx="201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디자인팀 팀장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1620000" y="13392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1620000" y="14760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1620000" y="16128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88000" y="0"/>
            <a:ext cx="1152000" cy="1800000"/>
          </a:xfrm>
          <a:prstGeom prst="rect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97600" y="633600"/>
            <a:ext cx="532800" cy="532800"/>
          </a:xfrm>
          <a:prstGeom prst="ellipse">
            <a:avLst/>
          </a:prstGeom>
          <a:noFill/>
          <a:ln w="108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304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6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처음 만난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날처럼 한결같이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512000"/>
            <a:ext cx="15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디자인팀 팀장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