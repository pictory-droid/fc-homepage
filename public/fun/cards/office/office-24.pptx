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6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4A646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845440" y="1406736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845440" y="1476000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89296" y="1406736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989296" y="1476000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688" y="1385424"/>
            <a:ext cx="42624" cy="181152"/>
          </a:xfrm>
          <a:prstGeom prst="line">
            <a:avLst/>
          </a:prstGeom>
          <a:ln w="18648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3BEB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0B5B8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0B5B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0B5B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0B5B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274649"/>
                </a:solidFill>
                <a:latin typeface="바탕"/>
                <a:ea typeface="바탕"/>
              </a:rPr>
              <a:t>처음 만난 날처럼 한결같이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E70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4B868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E707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