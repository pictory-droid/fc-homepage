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4ED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5040">
            <a:solidFill>
              <a:srgbClr val="2E6F5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1200" y="151200"/>
            <a:ext cx="2937600" cy="1497600"/>
          </a:xfrm>
          <a:prstGeom prst="rect">
            <a:avLst/>
          </a:prstGeom>
          <a:noFill/>
          <a:ln w="3600">
            <a:solidFill>
              <a:srgbClr val="BCD3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1576800" y="252000"/>
            <a:ext cx="86400" cy="115200"/>
          </a:xfrm>
          <a:custGeom>
            <a:avLst/>
            <a:gdLst/>
            <a:ahLst/>
            <a:cxnLst/>
            <a:rect l="l" t="t" r="r" b="b"/>
            <a:pathLst>
              <a:path w="86400" h="115200">
                <a:moveTo>
                  <a:pt x="43200" y="0"/>
                </a:moveTo>
                <a:lnTo>
                  <a:pt x="86400" y="57600"/>
                </a:lnTo>
                <a:lnTo>
                  <a:pt x="43200" y="115200"/>
                </a:lnTo>
                <a:lnTo>
                  <a:pt x="0" y="57600"/>
                </a:lnTo>
                <a:close/>
              </a:path>
            </a:pathLst>
          </a:custGeom>
          <a:solidFill>
            <a:srgbClr val="2E6F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360000" y="460800"/>
            <a:ext cx="252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75"/>
              </a:lnSpc>
            </a:pPr>
            <a:r>
              <a:rPr sz="1500" b="1" spc="800">
                <a:solidFill>
                  <a:srgbClr val="1B2230"/>
                </a:solidFill>
                <a:latin typeface="바탕"/>
                <a:ea typeface="바탕"/>
              </a:rPr>
              <a:t>신OO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360000" y="770400"/>
            <a:ext cx="252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 spc="300">
                <a:solidFill>
                  <a:srgbClr val="616F75"/>
                </a:solidFill>
                <a:latin typeface="바탕"/>
                <a:ea typeface="바탕"/>
              </a:rPr>
              <a:t>디자인팀 팀장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476000" y="993600"/>
            <a:ext cx="288000" cy="0"/>
          </a:xfrm>
          <a:prstGeom prst="line">
            <a:avLst/>
          </a:prstGeom>
          <a:ln w="5760">
            <a:solidFill>
              <a:srgbClr val="2E6F5E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360000" y="11016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1" spc="300">
                <a:solidFill>
                  <a:srgbClr val="2E6F5E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360000" y="1339200"/>
            <a:ext cx="252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010-1234-5678   ·   name@example.com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360000" y="1468800"/>
            <a:ext cx="252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69"/>
              </a:lnSpc>
            </a:pPr>
            <a:r>
              <a:rPr sz="600" b="0">
                <a:solidFill>
                  <a:srgbClr val="616F75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5040">
            <a:solidFill>
              <a:srgbClr val="2B4A8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1200" y="151200"/>
            <a:ext cx="2937600" cy="1497600"/>
          </a:xfrm>
          <a:prstGeom prst="rect">
            <a:avLst/>
          </a:prstGeom>
          <a:noFill/>
          <a:ln w="3600">
            <a:solidFill>
              <a:srgbClr val="E2DD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60000" y="280800"/>
            <a:ext cx="25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11"/>
              </a:lnSpc>
            </a:pPr>
            <a:r>
              <a:rPr sz="560" b="1" spc="400">
                <a:solidFill>
                  <a:srgbClr val="2B4A82"/>
                </a:solidFill>
                <a:latin typeface="바탕"/>
                <a:ea typeface="바탕"/>
              </a:rPr>
              <a:t>담당 업무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512000" y="432000"/>
            <a:ext cx="216000" cy="0"/>
          </a:xfrm>
          <a:prstGeom prst="line">
            <a:avLst/>
          </a:prstGeom>
          <a:ln w="5040">
            <a:solidFill>
              <a:srgbClr val="2B4A82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360000" y="576000"/>
            <a:ext cx="252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47"/>
              </a:lnSpc>
            </a:pPr>
            <a:r>
              <a:rPr sz="860" b="1" spc="100">
                <a:solidFill>
                  <a:srgbClr val="1B2230"/>
                </a:solidFill>
                <a:latin typeface="바탕"/>
                <a:ea typeface="바탕"/>
              </a:rPr>
              <a:t>개발  ·  프로젝트 관리  ·  계약 관리  ·  제휴 문의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512000" y="1173600"/>
            <a:ext cx="216000" cy="0"/>
          </a:xfrm>
          <a:prstGeom prst="line">
            <a:avLst/>
          </a:prstGeom>
          <a:ln w="5040">
            <a:solidFill>
              <a:srgbClr val="2B4A82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360000" y="12600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0" spc="100">
                <a:solidFill>
                  <a:srgbClr val="605C55"/>
                </a:solidFill>
                <a:latin typeface="바탕"/>
                <a:ea typeface="바탕"/>
              </a:rPr>
              <a:t>평일 방문 상담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360000" y="13968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0" spc="100">
                <a:solidFill>
                  <a:srgbClr val="605C55"/>
                </a:solidFill>
                <a:latin typeface="바탕"/>
                <a:ea typeface="바탕"/>
              </a:rPr>
              <a:t>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디자인팀 팀장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