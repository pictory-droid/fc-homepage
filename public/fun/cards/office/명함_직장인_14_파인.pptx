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4ED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2E6F5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BCD3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576800" y="252000"/>
            <a:ext cx="86400" cy="115200"/>
          </a:xfrm>
          <a:custGeom>
            <a:avLst/>
            <a:gdLst/>
            <a:ahLst/>
            <a:cxnLst/>
            <a:rect l="l" t="t" r="r" b="b"/>
            <a:pathLst>
              <a:path w="86400" h="115200">
                <a:moveTo>
                  <a:pt x="43200" y="0"/>
                </a:moveTo>
                <a:lnTo>
                  <a:pt x="86400" y="57600"/>
                </a:lnTo>
                <a:lnTo>
                  <a:pt x="43200" y="115200"/>
                </a:lnTo>
                <a:lnTo>
                  <a:pt x="0" y="57600"/>
                </a:lnTo>
                <a:close/>
              </a:path>
            </a:pathLst>
          </a:custGeom>
          <a:solidFill>
            <a:srgbClr val="2E6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360000" y="460800"/>
            <a:ext cx="25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75"/>
              </a:lnSpc>
            </a:pPr>
            <a:r>
              <a:rPr sz="1500" b="1" spc="800">
                <a:solidFill>
                  <a:srgbClr val="1B2230"/>
                </a:solidFill>
                <a:latin typeface="바탕"/>
                <a:ea typeface="바탕"/>
              </a:rPr>
              <a:t>신OO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704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300">
                <a:solidFill>
                  <a:srgbClr val="616F75"/>
                </a:solidFill>
                <a:latin typeface="바탕"/>
                <a:ea typeface="바탕"/>
              </a:rPr>
              <a:t>디자인팀 팀장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76000" y="993600"/>
            <a:ext cx="288000" cy="0"/>
          </a:xfrm>
          <a:prstGeom prst="line">
            <a:avLst/>
          </a:prstGeom>
          <a:ln w="5760">
            <a:solidFill>
              <a:srgbClr val="2E6F5E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1016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2E6F5E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392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4688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616F75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2B4A8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E2D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11"/>
              </a:lnSpc>
            </a:pPr>
            <a:r>
              <a:rPr sz="560" b="1" spc="400">
                <a:solidFill>
                  <a:srgbClr val="2B4A82"/>
                </a:solidFill>
                <a:latin typeface="바탕"/>
                <a:ea typeface="바탕"/>
              </a:rPr>
              <a:t>담당 업무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512000" y="432000"/>
            <a:ext cx="216000" cy="0"/>
          </a:xfrm>
          <a:prstGeom prst="line">
            <a:avLst/>
          </a:prstGeom>
          <a:ln w="5040">
            <a:solidFill>
              <a:srgbClr val="2B4A82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360000" y="57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47"/>
              </a:lnSpc>
            </a:pPr>
            <a:r>
              <a:rPr sz="860" b="1" spc="100">
                <a:solidFill>
                  <a:srgbClr val="1B2230"/>
                </a:solidFill>
                <a:latin typeface="바탕"/>
                <a:ea typeface="바탕"/>
              </a:rPr>
              <a:t>개발  ·  프로젝트 관리  ·  계약 관리  ·  제휴 문의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12000" y="1173600"/>
            <a:ext cx="216000" cy="0"/>
          </a:xfrm>
          <a:prstGeom prst="line">
            <a:avLst/>
          </a:prstGeom>
          <a:ln w="5040">
            <a:solidFill>
              <a:srgbClr val="2B4A82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26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605C55"/>
                </a:solidFill>
                <a:latin typeface="바탕"/>
                <a:ea typeface="바탕"/>
              </a:rPr>
              <a:t>평일 방문 상담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968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605C55"/>
                </a:solidFill>
                <a:latin typeface="바탕"/>
                <a:ea typeface="바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디자인팀 팀장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