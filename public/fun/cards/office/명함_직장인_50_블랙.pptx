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31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BCBCB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21318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BCBCBC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31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31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31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