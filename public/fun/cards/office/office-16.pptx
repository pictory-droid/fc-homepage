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3088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721600" y="329040"/>
            <a:ext cx="102960" cy="102960"/>
          </a:xfrm>
          <a:prstGeom prst="line">
            <a:avLst/>
          </a:prstGeom>
          <a:ln w="31680">
            <a:solidFill>
              <a:srgbClr val="30885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721600" y="432000"/>
            <a:ext cx="102960" cy="102960"/>
          </a:xfrm>
          <a:prstGeom prst="line">
            <a:avLst/>
          </a:prstGeom>
          <a:ln w="31680">
            <a:solidFill>
              <a:srgbClr val="30885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2935440" y="329040"/>
            <a:ext cx="102960" cy="102960"/>
          </a:xfrm>
          <a:prstGeom prst="line">
            <a:avLst/>
          </a:prstGeom>
          <a:ln w="31680">
            <a:solidFill>
              <a:srgbClr val="308854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>
            <a:off x="2935440" y="432000"/>
            <a:ext cx="102960" cy="102960"/>
          </a:xfrm>
          <a:prstGeom prst="line">
            <a:avLst/>
          </a:prstGeom>
          <a:ln w="31680">
            <a:solidFill>
              <a:srgbClr val="308854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>
            <a:off x="2848320" y="297360"/>
            <a:ext cx="63360" cy="269280"/>
          </a:xfrm>
          <a:prstGeom prst="line">
            <a:avLst/>
          </a:prstGeom>
          <a:ln w="27720">
            <a:solidFill>
              <a:srgbClr val="DEF5E8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16000" y="2304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153C26"/>
                </a:solidFill>
                <a:latin typeface="맑은 고딕"/>
                <a:ea typeface="맑은 고딕"/>
              </a:rPr>
              <a:t>황주원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16000" y="5256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2E8150"/>
                </a:solidFill>
                <a:latin typeface="맑은 고딕"/>
                <a:ea typeface="맑은 고딕"/>
              </a:rPr>
              <a:t>기획팀 매니저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6000" y="770400"/>
            <a:ext cx="216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5D7868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6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1432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16000" y="1576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1576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800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944000" y="1432800"/>
            <a:ext cx="118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3600" cy="1800000"/>
          </a:xfrm>
          <a:prstGeom prst="rect">
            <a:avLst/>
          </a:prstGeom>
          <a:solidFill>
            <a:srgbClr val="8A3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73440" y="196416"/>
            <a:ext cx="41184" cy="41184"/>
          </a:xfrm>
          <a:prstGeom prst="line">
            <a:avLst/>
          </a:prstGeom>
          <a:ln w="12672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440" y="237600"/>
            <a:ext cx="41184" cy="41184"/>
          </a:xfrm>
          <a:prstGeom prst="line">
            <a:avLst/>
          </a:prstGeom>
          <a:ln w="12672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158976" y="196416"/>
            <a:ext cx="41184" cy="41184"/>
          </a:xfrm>
          <a:prstGeom prst="line">
            <a:avLst/>
          </a:prstGeom>
          <a:ln w="12672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>
            <a:off x="158976" y="237600"/>
            <a:ext cx="41184" cy="41184"/>
          </a:xfrm>
          <a:prstGeom prst="line">
            <a:avLst/>
          </a:prstGeom>
          <a:ln w="12672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>
            <a:off x="124128" y="183744"/>
            <a:ext cx="25344" cy="107712"/>
          </a:xfrm>
          <a:prstGeom prst="line">
            <a:avLst/>
          </a:prstGeom>
          <a:ln w="11088">
            <a:solidFill>
              <a:srgbClr val="737373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504000" y="396000"/>
            <a:ext cx="180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153C26"/>
                </a:solidFill>
                <a:latin typeface="바탕"/>
                <a:ea typeface="바탕"/>
              </a:rPr>
              <a:t>정직한 일처리를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153C26"/>
                </a:solidFill>
                <a:latin typeface="바탕"/>
                <a:ea typeface="바탕"/>
              </a:rPr>
              <a:t>약속합니다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504000" y="1260000"/>
            <a:ext cx="172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617868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  <a:ln w="9000">
            <a:solidFill>
              <a:srgbClr val="8A3B9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17868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기획팀 매니저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