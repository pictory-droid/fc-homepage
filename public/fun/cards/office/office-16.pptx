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FF7A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황주원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기획팀 매니저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2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648000"/>
          </a:xfrm>
          <a:prstGeom prst="line">
            <a:avLst/>
          </a:prstGeom>
          <a:ln w="5760">
            <a:solidFill>
              <a:srgbClr val="FF7A00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C3B11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FF7A00"/>
          </a:solidFill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서비스 기획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FF2E6"/>
          </a:solidFill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FF2E6"/>
          </a:solidFill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데이터 분석</a:t>
            </a:r>
          </a:p>
        </p:txBody>
      </p:sp>
      <p:sp>
        <p:nvSpPr>
          <p:cNvPr id="10" name="Oval 9"/>
          <p:cNvSpPr/>
          <p:nvPr/>
        </p:nvSpPr>
        <p:spPr>
          <a:xfrm>
            <a:off x="367200" y="1044000"/>
            <a:ext cx="57600" cy="57600"/>
          </a:xfrm>
          <a:prstGeom prst="ellipse">
            <a:avLst/>
          </a:prstGeom>
          <a:solidFill>
            <a:srgbClr val="FFF2E6"/>
          </a:solidFill>
          <a:ln w="5760">
            <a:solidFill>
              <a:srgbClr val="FF7A0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540000" y="10008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품질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FFDAB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B11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C3B11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C3B1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C3B11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기획팀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