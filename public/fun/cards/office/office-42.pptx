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봉기태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0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일의 품격을 지켜 가겠습니다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50367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