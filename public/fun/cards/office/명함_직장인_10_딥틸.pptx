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7383E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C0D7D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7383E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C0D7D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83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83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83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5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8CAB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A28261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8CABC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8CABC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8CAB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