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7383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7383E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5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8CAB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A2826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ABC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ABC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8CAB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