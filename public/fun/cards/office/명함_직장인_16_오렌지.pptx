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7A0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B11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7A00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2E6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2E6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2E6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B11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C3B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C3B11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