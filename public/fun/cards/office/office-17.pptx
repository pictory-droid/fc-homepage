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FF6A1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안예린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0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영업 관리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디자인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