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10800">
            <a:solidFill>
              <a:srgbClr val="CAA01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4000" y="144000"/>
            <a:ext cx="2952000" cy="1512000"/>
          </a:xfrm>
          <a:prstGeom prst="rect">
            <a:avLst/>
          </a:prstGeom>
          <a:noFill/>
          <a:ln w="5400">
            <a:solidFill>
              <a:srgbClr val="FBF3D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60000" y="280800"/>
            <a:ext cx="2520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 spc="400">
                <a:solidFill>
                  <a:srgbClr val="786C44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360000" y="468000"/>
            <a:ext cx="2520000" cy="3136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755"/>
              </a:lnSpc>
            </a:pPr>
            <a:r>
              <a:rPr sz="1900" b="1" spc="50">
                <a:solidFill>
                  <a:srgbClr val="6E570C"/>
                </a:solidFill>
                <a:latin typeface="맑은 고딕"/>
                <a:ea typeface="맑은 고딕"/>
              </a:rPr>
              <a:t>안예린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360000" y="784800"/>
            <a:ext cx="2520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32"/>
              </a:lnSpc>
            </a:pPr>
            <a:r>
              <a:rPr sz="850" b="1">
                <a:solidFill>
                  <a:srgbClr val="83680E"/>
                </a:solidFill>
                <a:latin typeface="맑은 고딕"/>
                <a:ea typeface="맑은 고딕"/>
              </a:rPr>
              <a:t>인사팀 책임</a:t>
            </a:r>
          </a:p>
        </p:txBody>
      </p:sp>
      <p:sp>
        <p:nvSpPr>
          <p:cNvPr id="7" name="Rectangle 6"/>
          <p:cNvSpPr/>
          <p:nvPr/>
        </p:nvSpPr>
        <p:spPr>
          <a:xfrm>
            <a:off x="1530000" y="993600"/>
            <a:ext cx="180000" cy="10800"/>
          </a:xfrm>
          <a:prstGeom prst="rect">
            <a:avLst/>
          </a:prstGeom>
          <a:solidFill>
            <a:srgbClr val="CAA01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360000" y="10872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87"/>
              </a:lnSpc>
            </a:pPr>
            <a:r>
              <a:rPr sz="750" b="0">
                <a:solidFill>
                  <a:srgbClr val="6E570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360000" y="12096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87"/>
              </a:lnSpc>
            </a:pPr>
            <a:r>
              <a:rPr sz="750" b="0">
                <a:solidFill>
                  <a:srgbClr val="6E570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360000" y="13320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>
                <a:solidFill>
                  <a:srgbClr val="786C44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70752" y="1556208"/>
            <a:ext cx="27360" cy="49248"/>
          </a:xfrm>
          <a:prstGeom prst="roundRect">
            <a:avLst>
              <a:gd name="adj" fmla="val 10000"/>
            </a:avLst>
          </a:prstGeom>
          <a:solidFill>
            <a:srgbClr val="CAA01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606320" y="1528848"/>
            <a:ext cx="27360" cy="76608"/>
          </a:xfrm>
          <a:prstGeom prst="roundRect">
            <a:avLst>
              <a:gd name="adj" fmla="val 10000"/>
            </a:avLst>
          </a:prstGeom>
          <a:solidFill>
            <a:srgbClr val="FBF3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641888" y="1496016"/>
            <a:ext cx="27360" cy="109440"/>
          </a:xfrm>
          <a:prstGeom prst="roundRect">
            <a:avLst>
              <a:gd name="adj" fmla="val 10000"/>
            </a:avLst>
          </a:prstGeom>
          <a:solidFill>
            <a:srgbClr val="CAA01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1559808" y="1610928"/>
            <a:ext cx="120384" cy="0"/>
          </a:xfrm>
          <a:prstGeom prst="line">
            <a:avLst/>
          </a:prstGeom>
          <a:ln w="5472">
            <a:solidFill>
              <a:srgbClr val="FBF3D7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CAA01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490400" y="561600"/>
            <a:ext cx="72000" cy="129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584000" y="489600"/>
            <a:ext cx="72000" cy="201600"/>
          </a:xfrm>
          <a:prstGeom prst="roundRect">
            <a:avLst>
              <a:gd name="adj" fmla="val 10000"/>
            </a:avLst>
          </a:prstGeom>
          <a:solidFill>
            <a:srgbClr val="80808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677600" y="403200"/>
            <a:ext cx="72000" cy="288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461600" y="705600"/>
            <a:ext cx="316800" cy="0"/>
          </a:xfrm>
          <a:prstGeom prst="line">
            <a:avLst/>
          </a:prstGeom>
          <a:ln w="14400">
            <a:solidFill>
              <a:srgbClr val="808080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396000" y="835200"/>
            <a:ext cx="2448000" cy="39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667"/>
              </a:lnSpc>
            </a:pPr>
            <a:r>
              <a:rPr sz="1150" b="1">
                <a:solidFill>
                  <a:srgbClr val="FFFFFF"/>
                </a:solidFill>
                <a:latin typeface="바탕"/>
                <a:ea typeface="바탕"/>
              </a:rPr>
              <a:t>내일을 준비하는 오늘의 노트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360000" y="14760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 spc="300">
                <a:solidFill>
                  <a:srgbClr val="FFFFFF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인사팀 책임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