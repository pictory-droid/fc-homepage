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D4C8C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C2B2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4C8CE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584" y="1064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440" y="995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9AA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3296" y="912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05936" y="1202976"/>
            <a:ext cx="304128" cy="0"/>
          </a:xfrm>
          <a:prstGeom prst="line">
            <a:avLst/>
          </a:prstGeom>
          <a:ln w="13824">
            <a:solidFill>
              <a:srgbClr val="9AAC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