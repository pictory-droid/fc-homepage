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546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987D8B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C2B2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D4C8CE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C2B2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4C8CE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987D8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C8C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C8C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C8C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584" y="1064736"/>
            <a:ext cx="69120" cy="124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3440" y="995616"/>
            <a:ext cx="69120" cy="193536"/>
          </a:xfrm>
          <a:prstGeom prst="roundRect">
            <a:avLst>
              <a:gd name="adj" fmla="val 10000"/>
            </a:avLst>
          </a:prstGeom>
          <a:solidFill>
            <a:srgbClr val="9AA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3296" y="912672"/>
            <a:ext cx="69120" cy="276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05936" y="1202976"/>
            <a:ext cx="304128" cy="0"/>
          </a:xfrm>
          <a:prstGeom prst="line">
            <a:avLst/>
          </a:prstGeom>
          <a:ln w="13824">
            <a:solidFill>
              <a:srgbClr val="9AACD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5" name="Oval 14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평일 09:00 – 18:00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