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9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1A2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6C0C6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51A25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1A2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6C0C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1A2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6C0C6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51A2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7981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