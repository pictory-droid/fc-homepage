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282A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5A9A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오OO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마케팅팀 과장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EE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540000"/>
            <a:ext cx="684000" cy="1260000"/>
          </a:xfrm>
          <a:prstGeom prst="rect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" y="198000"/>
            <a:ext cx="684000" cy="342000"/>
          </a:xfrm>
          <a:custGeom>
            <a:avLst/>
            <a:gdLst/>
            <a:ahLst/>
            <a:cxnLst/>
            <a:rect l="l" t="t" r="r" b="b"/>
            <a:pathLst>
              <a:path w="684000" h="342000">
                <a:moveTo>
                  <a:pt x="0" y="342000"/>
                </a:moveTo>
                <a:lnTo>
                  <a:pt x="2926" y="297360"/>
                </a:lnTo>
                <a:lnTo>
                  <a:pt x="11653" y="253484"/>
                </a:lnTo>
                <a:lnTo>
                  <a:pt x="26033" y="211122"/>
                </a:lnTo>
                <a:lnTo>
                  <a:pt x="45819" y="171000"/>
                </a:lnTo>
                <a:lnTo>
                  <a:pt x="70673" y="133804"/>
                </a:lnTo>
                <a:lnTo>
                  <a:pt x="100169" y="100169"/>
                </a:lnTo>
                <a:lnTo>
                  <a:pt x="133804" y="70673"/>
                </a:lnTo>
                <a:lnTo>
                  <a:pt x="171000" y="45819"/>
                </a:lnTo>
                <a:lnTo>
                  <a:pt x="211122" y="26033"/>
                </a:lnTo>
                <a:lnTo>
                  <a:pt x="253484" y="11653"/>
                </a:lnTo>
                <a:lnTo>
                  <a:pt x="297360" y="2926"/>
                </a:lnTo>
                <a:lnTo>
                  <a:pt x="342000" y="0"/>
                </a:lnTo>
                <a:lnTo>
                  <a:pt x="386640" y="2926"/>
                </a:lnTo>
                <a:lnTo>
                  <a:pt x="430516" y="11653"/>
                </a:lnTo>
                <a:lnTo>
                  <a:pt x="472878" y="26033"/>
                </a:lnTo>
                <a:lnTo>
                  <a:pt x="513000" y="45819"/>
                </a:lnTo>
                <a:lnTo>
                  <a:pt x="550196" y="70673"/>
                </a:lnTo>
                <a:lnTo>
                  <a:pt x="583831" y="100169"/>
                </a:lnTo>
                <a:lnTo>
                  <a:pt x="613327" y="133804"/>
                </a:lnTo>
                <a:lnTo>
                  <a:pt x="638181" y="171000"/>
                </a:lnTo>
                <a:lnTo>
                  <a:pt x="657967" y="211122"/>
                </a:lnTo>
                <a:lnTo>
                  <a:pt x="672347" y="253484"/>
                </a:lnTo>
                <a:lnTo>
                  <a:pt x="681074" y="297360"/>
                </a:lnTo>
                <a:lnTo>
                  <a:pt x="684000" y="342000"/>
                </a:lnTo>
                <a:close/>
              </a:path>
            </a:pathLst>
          </a:cu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0352" y="885024"/>
            <a:ext cx="55296" cy="3179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530352" y="885024"/>
            <a:ext cx="55296" cy="3179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5400000">
            <a:off x="530352" y="885024"/>
            <a:ext cx="55296" cy="3179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8100000">
            <a:off x="530352" y="885024"/>
            <a:ext cx="55296" cy="3179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1232" y="947232"/>
            <a:ext cx="193536" cy="19353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16528" y="1002528"/>
            <a:ext cx="82944" cy="82944"/>
          </a:xfrm>
          <a:prstGeom prst="ellipse">
            <a:avLst/>
          </a:prstGeom>
          <a:solidFill>
            <a:srgbClr val="DAAA9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18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12E28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1" name="Oval 10"/>
          <p:cNvSpPr/>
          <p:nvPr/>
        </p:nvSpPr>
        <p:spPr>
          <a:xfrm>
            <a:off x="1191600" y="489600"/>
            <a:ext cx="43200" cy="43200"/>
          </a:xfrm>
          <a:prstGeom prst="ellipse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29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재무 · 회계</a:t>
            </a:r>
          </a:p>
        </p:txBody>
      </p:sp>
      <p:sp>
        <p:nvSpPr>
          <p:cNvPr id="13" name="Oval 12"/>
          <p:cNvSpPr/>
          <p:nvPr/>
        </p:nvSpPr>
        <p:spPr>
          <a:xfrm>
            <a:off x="1191600" y="712800"/>
            <a:ext cx="43200" cy="43200"/>
          </a:xfrm>
          <a:prstGeom prst="ellipse">
            <a:avLst/>
          </a:prstGeom>
          <a:solidFill>
            <a:srgbClr val="AB76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29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인사 · 총무</a:t>
            </a:r>
          </a:p>
        </p:txBody>
      </p:sp>
      <p:sp>
        <p:nvSpPr>
          <p:cNvPr id="15" name="Oval 14"/>
          <p:cNvSpPr/>
          <p:nvPr/>
        </p:nvSpPr>
        <p:spPr>
          <a:xfrm>
            <a:off x="1191600" y="936000"/>
            <a:ext cx="43200" cy="43200"/>
          </a:xfrm>
          <a:prstGeom prst="ellipse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129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고객 응대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88000" y="1440000"/>
            <a:ext cx="1836000" cy="0"/>
          </a:xfrm>
          <a:prstGeom prst="line">
            <a:avLst/>
          </a:prstGeom>
          <a:ln w="3600">
            <a:solidFill>
              <a:srgbClr val="EACFC8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1188000" y="1512000"/>
            <a:ext cx="1872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512E28"/>
                </a:solidFill>
                <a:latin typeface="맑은 고딕"/>
                <a:ea typeface="맑은 고딕"/>
              </a:rPr>
              <a:t>평일 10:00 – 19:00  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마케팅팀 과장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