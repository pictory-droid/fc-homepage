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82A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232" y="947232"/>
            <a:ext cx="193536" cy="193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528" y="1002528"/>
            <a:ext cx="82944" cy="82944"/>
          </a:xfrm>
          <a:prstGeom prst="ellipse">
            <a:avLst/>
          </a:prstGeom>
          <a:solidFill>
            <a:srgbClr val="DAAA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12E2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B76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ACFC8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12E28"/>
                </a:solidFill>
                <a:latin typeface="맑은 고딕"/>
                <a:ea typeface="맑은 고딕"/>
              </a:rPr>
              <a:t>평일 10:00 – 19:00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