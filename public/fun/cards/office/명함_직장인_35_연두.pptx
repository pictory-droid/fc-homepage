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23F2A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23F2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탁서아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223F2A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D6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3F2A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1215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3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8600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3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968600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69833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3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769833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000" y="784761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3F2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784761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3E894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3F2A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23F2A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