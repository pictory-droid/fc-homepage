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D3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7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5B5763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E818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CAB3B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B5763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CAB3BC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6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6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6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평일 방문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