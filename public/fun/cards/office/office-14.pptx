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신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신태민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FFB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한 번 더 확인하는 마음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C5111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