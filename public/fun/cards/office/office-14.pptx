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DEE5F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30688" y="1353456"/>
            <a:ext cx="42624" cy="245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2930688" y="1353456"/>
            <a:ext cx="42624" cy="245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2930688" y="1353456"/>
            <a:ext cx="42624" cy="245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2930688" y="1353456"/>
            <a:ext cx="42624" cy="245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77408" y="1401408"/>
            <a:ext cx="149184" cy="1491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920032" y="1444032"/>
            <a:ext cx="63936" cy="63936"/>
          </a:xfrm>
          <a:prstGeom prst="ellipse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F6A8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294D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35299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914C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9294D"/>
                </a:solidFill>
                <a:latin typeface="맑은 고딕"/>
                <a:ea typeface="맑은 고딕"/>
              </a:rPr>
              <a:t>한 번 더 확인하는 마음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914C3B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8718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5600" y="241200"/>
            <a:ext cx="28800" cy="1656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1605600" y="241200"/>
            <a:ext cx="28800" cy="1656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5400000">
            <a:off x="1605600" y="241200"/>
            <a:ext cx="28800" cy="1656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8100000">
            <a:off x="1605600" y="241200"/>
            <a:ext cx="28800" cy="1656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9600" y="273600"/>
            <a:ext cx="100800" cy="100800"/>
          </a:xfrm>
          <a:prstGeom prst="ellipse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8400" y="302400"/>
            <a:ext cx="43200" cy="43200"/>
          </a:xfrm>
          <a:prstGeom prst="ellipse">
            <a:avLst/>
          </a:prstGeom>
          <a:solidFill>
            <a:srgbClr val="E0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