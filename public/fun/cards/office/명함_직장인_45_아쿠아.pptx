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0D0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5C6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B5C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B5C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5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B5C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6005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0B5C6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