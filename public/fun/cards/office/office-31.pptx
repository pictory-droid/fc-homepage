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3C49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C9CDD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C9CDD8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C9CDD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C9CDD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C9CDD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C49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6771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한 줄의 메일에도 정성을 담아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