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8A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B49D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14688" y="236304"/>
            <a:ext cx="186624" cy="186624"/>
          </a:xfrm>
          <a:prstGeom prst="ellipse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63072" y="419472"/>
            <a:ext cx="89856" cy="55296"/>
          </a:xfrm>
          <a:prstGeom prst="roundRect">
            <a:avLst>
              <a:gd name="adj" fmla="val 18750"/>
            </a:avLst>
          </a:prstGeom>
          <a:solidFill>
            <a:srgbClr val="B49D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76896" y="485136"/>
            <a:ext cx="62208" cy="31104"/>
          </a:xfrm>
          <a:prstGeom prst="roundRect">
            <a:avLst>
              <a:gd name="adj" fmla="val 33333"/>
            </a:avLst>
          </a:prstGeom>
          <a:solidFill>
            <a:srgbClr val="B49D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차예준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8A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B49D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한 줄의 메일에도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정성을 담아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