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9CDD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9CDD8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CDD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CDD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CDD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CDD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9CDD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9CDD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9CDD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C49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