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E392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E392D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개발  ·  디자인  ·  고객 응대  ·  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