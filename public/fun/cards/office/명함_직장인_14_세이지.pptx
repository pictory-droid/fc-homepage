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7A9A8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A7ABB4"/>
                </a:solidFill>
                <a:latin typeface="바탕"/>
                <a:ea typeface="바탕"/>
              </a:rPr>
              <a:t>디자인팀 팀장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7A9A8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7A9A8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A040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A04033"/>
                </a:solidFill>
                <a:latin typeface="바탕"/>
                <a:ea typeface="바탕"/>
              </a:rPr>
              <a:t>담당 업무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A04033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14171D"/>
                </a:solidFill>
                <a:latin typeface="바탕"/>
                <a:ea typeface="바탕"/>
              </a:rPr>
              <a:t>개발  ·  프로젝트 관리  ·  계약 관리  ·  제휴 문의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A0403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86459"/>
                </a:solidFill>
                <a:latin typeface="바탕"/>
                <a:ea typeface="바탕"/>
              </a:rPr>
              <a:t>평일 09:00 – 18:00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686459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