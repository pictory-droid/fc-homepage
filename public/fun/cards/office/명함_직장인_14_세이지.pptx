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A9A8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디자인팀 팀장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7A9A8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7A9A8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04033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0403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개발  ·  프로젝트 관리  ·  계약 관리  ·  제휴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0403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평일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