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차OO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기획팀 매니저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C98B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4171D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4171D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2F4C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4171D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2F4C9A"/>
                </a:solidFill>
                <a:latin typeface="맑은 고딕"/>
                <a:ea typeface="맑은 고딕"/>
              </a:rPr>
              <a:t>디자인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4171D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2F4C9A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66B73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66B73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기획팀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