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4171D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4171D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4C9A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4C9A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