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차OO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기획팀 매니저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A7ABB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C98B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4171D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4171D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2F4C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66B73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3600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4171D"/>
                </a:solidFill>
                <a:latin typeface="맑은 고딕"/>
                <a:ea typeface="맑은 고딕"/>
              </a:rPr>
              <a:t>개발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552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2F4C9A"/>
                </a:solidFill>
                <a:latin typeface="맑은 고딕"/>
                <a:ea typeface="맑은 고딕"/>
              </a:rPr>
              <a:t>디자인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504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4171D"/>
                </a:solidFill>
                <a:latin typeface="맑은 고딕"/>
                <a:ea typeface="맑은 고딕"/>
              </a:rPr>
              <a:t>재무 · 회계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456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2F4C9A"/>
                </a:solidFill>
                <a:latin typeface="맑은 고딕"/>
                <a:ea typeface="맑은 고딕"/>
              </a:rPr>
              <a:t>인사 · 총무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7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666B73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4976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666B73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기획팀 매니저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