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1687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6376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376BD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6878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969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방문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