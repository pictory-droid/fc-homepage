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1687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637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376B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878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969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