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304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66B73"/>
                </a:solidFill>
                <a:latin typeface="맑은 고딕"/>
                <a:ea typeface="맑은 고딕"/>
              </a:rPr>
              <a:t>회사명 · 부서명</a:t>
            </a:r>
          </a:p>
        </p:txBody>
      </p:sp>
      <p:sp>
        <p:nvSpPr>
          <p:cNvPr id="3" name="텍스트"/>
          <p:cNvSpPr txBox="1"/>
          <p:nvPr/>
        </p:nvSpPr>
        <p:spPr>
          <a:xfrm>
            <a:off x="252000" y="396000"/>
            <a:ext cx="216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0"/>
              </a:lnSpc>
            </a:pPr>
            <a:r>
              <a:rPr sz="1400" b="1" spc="100">
                <a:solidFill>
                  <a:srgbClr val="14171D"/>
                </a:solidFill>
                <a:latin typeface="맑은 고딕"/>
                <a:ea typeface="맑은 고딕"/>
              </a:rPr>
              <a:t>현OO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70400"/>
            <a:ext cx="3240000" cy="331200"/>
          </a:xfrm>
          <a:prstGeom prst="rect">
            <a:avLst/>
          </a:prstGeom>
          <a:solidFill>
            <a:srgbClr val="6A4A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252000" y="770400"/>
            <a:ext cx="1440000" cy="331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160"/>
              </a:lnSpc>
            </a:pPr>
            <a:r>
              <a:rPr sz="800" b="1" spc="120">
                <a:solidFill>
                  <a:srgbClr val="FFFFFF"/>
                </a:solidFill>
                <a:latin typeface="맑은 고딕"/>
                <a:ea typeface="맑은 고딕"/>
              </a:rPr>
              <a:t>연구소 연구원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1548000" y="770400"/>
            <a:ext cx="1440000" cy="331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ts val="1015"/>
              </a:lnSpc>
            </a:pPr>
            <a:r>
              <a:rPr sz="700" b="1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52000" y="1267200"/>
            <a:ext cx="2736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0">
                <a:solidFill>
                  <a:srgbClr val="14171D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52000" y="1425600"/>
            <a:ext cx="2736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0">
                <a:solidFill>
                  <a:srgbClr val="666B73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2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8000" y="432000"/>
            <a:ext cx="936000" cy="936000"/>
          </a:xfrm>
          <a:prstGeom prst="ellipse">
            <a:avLst/>
          </a:prstGeom>
          <a:solidFill>
            <a:srgbClr val="6D874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0" y="324000"/>
            <a:ext cx="1152000" cy="1152000"/>
          </a:xfrm>
          <a:prstGeom prst="ellipse">
            <a:avLst/>
          </a:prstGeom>
          <a:noFill/>
          <a:ln w="4320">
            <a:solidFill>
              <a:srgbClr val="2A2D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59360" y="722880"/>
            <a:ext cx="233280" cy="2332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19840" y="951840"/>
            <a:ext cx="112320" cy="69120"/>
          </a:xfrm>
          <a:prstGeom prst="roundRect">
            <a:avLst>
              <a:gd name="adj" fmla="val 18750"/>
            </a:avLst>
          </a:prstGeom>
          <a:solidFill>
            <a:srgbClr val="B6C3A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37120" y="1033920"/>
            <a:ext cx="77760" cy="38880"/>
          </a:xfrm>
          <a:prstGeom prst="roundRect">
            <a:avLst>
              <a:gd name="adj" fmla="val 33333"/>
            </a:avLst>
          </a:prstGeom>
          <a:solidFill>
            <a:srgbClr val="B6C3A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텍스트"/>
          <p:cNvSpPr txBox="1"/>
          <p:nvPr/>
        </p:nvSpPr>
        <p:spPr>
          <a:xfrm>
            <a:off x="1368000" y="252000"/>
            <a:ext cx="1512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A7ABB4"/>
                </a:solidFill>
                <a:latin typeface="맑은 고딕"/>
                <a:ea typeface="맑은 고딕"/>
              </a:rPr>
              <a:t>담당 업무</a:t>
            </a:r>
          </a:p>
        </p:txBody>
      </p:sp>
      <p:sp>
        <p:nvSpPr>
          <p:cNvPr id="8" name="Oval 7"/>
          <p:cNvSpPr/>
          <p:nvPr/>
        </p:nvSpPr>
        <p:spPr>
          <a:xfrm>
            <a:off x="1371600" y="482400"/>
            <a:ext cx="43200" cy="43200"/>
          </a:xfrm>
          <a:prstGeom prst="ellipse">
            <a:avLst/>
          </a:prstGeom>
          <a:solidFill>
            <a:srgbClr val="6D874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텍스트"/>
          <p:cNvSpPr txBox="1"/>
          <p:nvPr/>
        </p:nvSpPr>
        <p:spPr>
          <a:xfrm>
            <a:off x="1476000" y="4248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서비스 기획</a:t>
            </a:r>
          </a:p>
        </p:txBody>
      </p:sp>
      <p:sp>
        <p:nvSpPr>
          <p:cNvPr id="10" name="Oval 9"/>
          <p:cNvSpPr/>
          <p:nvPr/>
        </p:nvSpPr>
        <p:spPr>
          <a:xfrm>
            <a:off x="1371600" y="705600"/>
            <a:ext cx="43200" cy="43200"/>
          </a:xfrm>
          <a:prstGeom prst="ellipse">
            <a:avLst/>
          </a:prstGeom>
          <a:solidFill>
            <a:srgbClr val="D19A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텍스트"/>
          <p:cNvSpPr txBox="1"/>
          <p:nvPr/>
        </p:nvSpPr>
        <p:spPr>
          <a:xfrm>
            <a:off x="1476000" y="6480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개발</a:t>
            </a:r>
          </a:p>
        </p:txBody>
      </p:sp>
      <p:sp>
        <p:nvSpPr>
          <p:cNvPr id="12" name="Oval 11"/>
          <p:cNvSpPr/>
          <p:nvPr/>
        </p:nvSpPr>
        <p:spPr>
          <a:xfrm>
            <a:off x="1371600" y="928800"/>
            <a:ext cx="43200" cy="43200"/>
          </a:xfrm>
          <a:prstGeom prst="ellipse">
            <a:avLst/>
          </a:prstGeom>
          <a:solidFill>
            <a:srgbClr val="6D874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텍스트"/>
          <p:cNvSpPr txBox="1"/>
          <p:nvPr/>
        </p:nvSpPr>
        <p:spPr>
          <a:xfrm>
            <a:off x="1476000" y="8712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디자인</a:t>
            </a:r>
          </a:p>
        </p:txBody>
      </p:sp>
      <p:sp>
        <p:nvSpPr>
          <p:cNvPr id="14" name="Oval 13"/>
          <p:cNvSpPr/>
          <p:nvPr/>
        </p:nvSpPr>
        <p:spPr>
          <a:xfrm>
            <a:off x="1371600" y="1152000"/>
            <a:ext cx="43200" cy="43200"/>
          </a:xfrm>
          <a:prstGeom prst="ellipse">
            <a:avLst/>
          </a:prstGeom>
          <a:solidFill>
            <a:srgbClr val="D19A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텍스트"/>
          <p:cNvSpPr txBox="1"/>
          <p:nvPr/>
        </p:nvSpPr>
        <p:spPr>
          <a:xfrm>
            <a:off x="1476000" y="10944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제휴 문의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368000" y="1440000"/>
            <a:ext cx="1656000" cy="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sp>
        <p:nvSpPr>
          <p:cNvPr id="17" name="텍스트"/>
          <p:cNvSpPr txBox="1"/>
          <p:nvPr/>
        </p:nvSpPr>
        <p:spPr>
          <a:xfrm>
            <a:off x="1368000" y="1512000"/>
            <a:ext cx="1656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0">
                <a:solidFill>
                  <a:srgbClr val="A7ABB4"/>
                </a:solidFill>
                <a:latin typeface="맑은 고딕"/>
                <a:ea typeface="맑은 고딕"/>
              </a:rPr>
              <a:t>평일 09:00 – 18:00     blog.example.com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연구소 연구원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