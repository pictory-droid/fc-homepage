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현OO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9360" y="722880"/>
            <a:ext cx="233280" cy="2332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9840" y="951840"/>
            <a:ext cx="112320" cy="69120"/>
          </a:xfrm>
          <a:prstGeom prst="roundRect">
            <a:avLst>
              <a:gd name="adj" fmla="val 18750"/>
            </a:avLst>
          </a:prstGeom>
          <a:solidFill>
            <a:srgbClr val="B6C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37120" y="1033920"/>
            <a:ext cx="77760" cy="38880"/>
          </a:xfrm>
          <a:prstGeom prst="roundRect">
            <a:avLst>
              <a:gd name="adj" fmla="val 33333"/>
            </a:avLst>
          </a:prstGeom>
          <a:solidFill>
            <a:srgbClr val="B6C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디자인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18:00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