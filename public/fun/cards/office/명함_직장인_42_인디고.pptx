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3F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5A5A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A9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2C2D7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2C2D7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2C2D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C2C2D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2C2D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C2C2D7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2C2D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4171D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66B73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