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F3F8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5A5A9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A9A9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2C2D7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진OO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C2C2D7"/>
                </a:solidFill>
                <a:latin typeface="맑은 고딕"/>
                <a:ea typeface="맑은 고딕"/>
              </a:rPr>
              <a:t>마케팅팀 과장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2C2D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C2C2D7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2C2D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C2C2D7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2C2D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디자인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고객 응대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계약 관리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품질 관리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244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1F5F6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14171D"/>
                </a:solidFill>
                <a:latin typeface="맑은 고딕"/>
                <a:ea typeface="맑은 고딕"/>
              </a:rPr>
              <a:t>평일 10:00 – 19:00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666B73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마케팅팀 과장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