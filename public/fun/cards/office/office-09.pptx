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1115605" cy="180000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111560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당신의 시간을 아끼는 사람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41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