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536560" y="750240"/>
            <a:ext cx="100800" cy="181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67600" y="649440"/>
            <a:ext cx="100800" cy="282240"/>
          </a:xfrm>
          <a:prstGeom prst="roundRect">
            <a:avLst>
              <a:gd name="adj" fmla="val 10000"/>
            </a:avLst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98640" y="528480"/>
            <a:ext cx="100800" cy="403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496240" y="951840"/>
            <a:ext cx="443520" cy="0"/>
          </a:xfrm>
          <a:prstGeom prst="line">
            <a:avLst/>
          </a:prstGeom>
          <a:ln w="20160">
            <a:solidFill>
              <a:srgbClr val="80808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C401C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78137"/>
                </a:solidFill>
                <a:latin typeface="맑은 고딕"/>
                <a:ea typeface="맑은 고딕"/>
              </a:rPr>
              <a:t>고객지원팀 주임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78137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78137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7813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8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D3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90400" y="561600"/>
            <a:ext cx="72000" cy="129600"/>
          </a:xfrm>
          <a:prstGeom prst="roundRect">
            <a:avLst>
              <a:gd name="adj" fmla="val 10000"/>
            </a:avLst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84000" y="489600"/>
            <a:ext cx="72000" cy="201600"/>
          </a:xfrm>
          <a:prstGeom prst="roundRect">
            <a:avLst>
              <a:gd name="adj" fmla="val 10000"/>
            </a:avLst>
          </a:prstGeom>
          <a:solidFill>
            <a:srgbClr val="D1D1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77600" y="403200"/>
            <a:ext cx="72000" cy="288000"/>
          </a:xfrm>
          <a:prstGeom prst="roundRect">
            <a:avLst>
              <a:gd name="adj" fmla="val 10000"/>
            </a:avLst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461600" y="705600"/>
            <a:ext cx="316800" cy="0"/>
          </a:xfrm>
          <a:prstGeom prst="line">
            <a:avLst/>
          </a:prstGeom>
          <a:ln w="14400">
            <a:solidFill>
              <a:srgbClr val="D1D1D1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666666"/>
                </a:solidFill>
                <a:latin typeface="맑은 고딕"/>
                <a:ea typeface="맑은 고딕"/>
              </a:rPr>
              <a:t>당신의 시간을 아끼는 사람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6666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고객지원팀 주임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