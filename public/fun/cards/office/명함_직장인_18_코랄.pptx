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송현우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재무팀 차장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C2F2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C2F2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개발  ·  데이터 분석  ·  제휴 문의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재무팀 차장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