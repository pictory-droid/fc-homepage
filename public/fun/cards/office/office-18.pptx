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944000" y="216000"/>
            <a:ext cx="10800" cy="1368000"/>
          </a:xfrm>
          <a:prstGeom prst="rect">
            <a:avLst/>
          </a:prstGeom>
          <a:solidFill>
            <a:srgbClr val="257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01600"/>
            <a:ext cx="1584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300">
                <a:solidFill>
                  <a:srgbClr val="597581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4" name="Oval 3"/>
          <p:cNvSpPr/>
          <p:nvPr/>
        </p:nvSpPr>
        <p:spPr>
          <a:xfrm>
            <a:off x="331848" y="442584"/>
            <a:ext cx="128304" cy="128304"/>
          </a:xfrm>
          <a:prstGeom prst="ellipse">
            <a:avLst/>
          </a:prstGeom>
          <a:solidFill>
            <a:srgbClr val="257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5112" y="568512"/>
            <a:ext cx="61776" cy="38016"/>
          </a:xfrm>
          <a:prstGeom prst="roundRect">
            <a:avLst>
              <a:gd name="adj" fmla="val 18750"/>
            </a:avLst>
          </a:prstGeom>
          <a:solidFill>
            <a:srgbClr val="DBF0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4616" y="613656"/>
            <a:ext cx="42768" cy="21384"/>
          </a:xfrm>
          <a:prstGeom prst="roundRect">
            <a:avLst>
              <a:gd name="adj" fmla="val 33333"/>
            </a:avLst>
          </a:prstGeom>
          <a:solidFill>
            <a:srgbClr val="DBF0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16000" y="972000"/>
            <a:ext cx="1728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237395"/>
                </a:solidFill>
                <a:latin typeface="맑은 고딕"/>
                <a:ea typeface="맑은 고딕"/>
              </a:rPr>
              <a:t>재무팀 차장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6000" y="1123200"/>
            <a:ext cx="1728000" cy="346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45"/>
              </a:lnSpc>
            </a:pPr>
            <a:r>
              <a:rPr sz="2100" b="1" spc="50">
                <a:solidFill>
                  <a:srgbClr val="11394A"/>
                </a:solidFill>
                <a:latin typeface="바탕"/>
                <a:ea typeface="바탕"/>
              </a:rPr>
              <a:t>송현우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73600" y="540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237395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17600" y="540000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1394A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73600" y="708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237395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17600" y="708911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1394A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73600" y="877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237395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17600" y="877822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1394A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192320" y="250560"/>
            <a:ext cx="855360" cy="855360"/>
          </a:xfrm>
          <a:prstGeom prst="ellipse">
            <a:avLst/>
          </a:prstGeom>
          <a:solidFill>
            <a:srgbClr val="257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414080" y="1090080"/>
            <a:ext cx="411840" cy="253440"/>
          </a:xfrm>
          <a:prstGeom prst="roundRect">
            <a:avLst>
              <a:gd name="adj" fmla="val 18750"/>
            </a:avLst>
          </a:prstGeom>
          <a:solidFill>
            <a:srgbClr val="CCE9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477440" y="1391040"/>
            <a:ext cx="285120" cy="142560"/>
          </a:xfrm>
          <a:prstGeom prst="roundRect">
            <a:avLst>
              <a:gd name="adj" fmla="val 33333"/>
            </a:avLst>
          </a:prstGeom>
          <a:solidFill>
            <a:srgbClr val="CCE9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FFFFFF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96000" y="612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11394A"/>
                </a:solidFill>
                <a:latin typeface="바탕"/>
                <a:ea typeface="바탕"/>
              </a:rPr>
              <a:t>배우는 일을 멈추지 않습니다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512000" y="1173600"/>
            <a:ext cx="216000" cy="10800"/>
          </a:xfrm>
          <a:prstGeom prst="rect">
            <a:avLst/>
          </a:prstGeom>
          <a:solidFill>
            <a:srgbClr val="257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128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5F7882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재무팀 차장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