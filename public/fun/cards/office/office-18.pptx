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송현우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재무팀 차장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A3A9B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FF5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EED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FFD1CE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FFD1CE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FFD1CE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FFD1CE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FFD1CE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FFD1CE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FFD1CE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FFD1CE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C2F2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5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C2F2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2151C"/>
                </a:solidFill>
                <a:latin typeface="맑은 고딕"/>
                <a:ea typeface="맑은 고딕"/>
              </a:rPr>
              <a:t>개발  ·  데이터 분석  ·  제휴 문의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FFD1CE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FFD1CE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재무팀 차장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