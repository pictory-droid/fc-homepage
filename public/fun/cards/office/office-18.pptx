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D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배우는 일을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멈추지 않습니다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2F2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