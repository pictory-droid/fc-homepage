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160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B1B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C7CCD0"/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C7CCD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C7CCD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C7CCD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C7CCD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4171D"/>
                </a:solidFill>
                <a:latin typeface="맑은 고딕"/>
                <a:ea typeface="맑은 고딕"/>
              </a:rPr>
              <a:t>개발  ·  디자인  ·  고객 응대  ·  운영 지원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