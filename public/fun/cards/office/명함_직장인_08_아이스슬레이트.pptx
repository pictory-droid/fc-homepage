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5160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36000"/>
          </a:xfrm>
          <a:prstGeom prst="rect">
            <a:avLst/>
          </a:prstGeom>
          <a:solidFill>
            <a:srgbClr val="B1B7B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296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윤OO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75200"/>
            <a:ext cx="1296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C7CCD0"/>
                </a:solidFill>
                <a:latin typeface="맑은 고딕"/>
                <a:ea typeface="맑은 고딕"/>
              </a:rPr>
              <a:t>재무팀 차장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548000" y="259200"/>
            <a:ext cx="144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20">
                <a:solidFill>
                  <a:srgbClr val="C7CCD0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52000" y="907200"/>
            <a:ext cx="27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52000" y="9864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7CCD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936000" y="9684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52000" y="1137600"/>
            <a:ext cx="27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12168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7CCD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936000" y="11988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368000"/>
            <a:ext cx="27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447200"/>
            <a:ext cx="57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60">
                <a:solidFill>
                  <a:srgbClr val="C7CCD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936000" y="1429200"/>
            <a:ext cx="205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FFFFFF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52000" y="1598400"/>
            <a:ext cx="2736000" cy="0"/>
          </a:xfrm>
          <a:prstGeom prst="line">
            <a:avLst/>
          </a:prstGeom>
          <a:ln w="3600">
            <a:solidFill>
              <a:srgbClr val="7B868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79200" y="108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08000" y="79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103200" y="108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32000" y="79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79200" y="1692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08000" y="1663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103200" y="1692000"/>
            <a:ext cx="576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32000" y="1663200"/>
            <a:ext cx="0" cy="576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252000" y="288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99826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19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686459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41600"/>
            <a:ext cx="2520000" cy="39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188"/>
              </a:lnSpc>
            </a:pPr>
            <a:r>
              <a:rPr sz="819" b="1">
                <a:solidFill>
                  <a:srgbClr val="14171D"/>
                </a:solidFill>
                <a:latin typeface="맑은 고딕"/>
                <a:ea typeface="맑은 고딕"/>
              </a:rPr>
              <a:t>개발  ·  디자인  ·  고객 응대  ·  운영 지원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0000" y="1224000"/>
            <a:ext cx="2520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1296000"/>
            <a:ext cx="0" cy="18000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16560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4171D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재무팀 차장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