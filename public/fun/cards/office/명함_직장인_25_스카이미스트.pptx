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BBD6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49440" y="815760"/>
            <a:ext cx="79200" cy="142560"/>
          </a:xfrm>
          <a:prstGeom prst="roundRect">
            <a:avLst>
              <a:gd name="adj" fmla="val 10000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52400" y="736560"/>
            <a:ext cx="79200" cy="221760"/>
          </a:xfrm>
          <a:prstGeom prst="roundRect">
            <a:avLst>
              <a:gd name="adj" fmla="val 10000"/>
            </a:avLst>
          </a:prstGeom>
          <a:solidFill>
            <a:srgbClr val="6B7C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55360" y="641520"/>
            <a:ext cx="79200" cy="316800"/>
          </a:xfrm>
          <a:prstGeom prst="roundRect">
            <a:avLst>
              <a:gd name="adj" fmla="val 10000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2417760" y="974160"/>
            <a:ext cx="348480" cy="0"/>
          </a:xfrm>
          <a:prstGeom prst="line">
            <a:avLst/>
          </a:prstGeom>
          <a:ln w="15840">
            <a:solidFill>
              <a:srgbClr val="6B7C8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1B2230"/>
                </a:solidFill>
                <a:latin typeface="맑은 고딕"/>
                <a:ea typeface="맑은 고딕"/>
              </a:rPr>
              <a:t>경영지원팀 사원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손OO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69A5DA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6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D8BE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D4CD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0480" y="925920"/>
            <a:ext cx="86400" cy="155520"/>
          </a:xfrm>
          <a:prstGeom prst="roundRect">
            <a:avLst>
              <a:gd name="adj" fmla="val 10000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32800" y="839520"/>
            <a:ext cx="86400" cy="241920"/>
          </a:xfrm>
          <a:prstGeom prst="roundRect">
            <a:avLst>
              <a:gd name="adj" fmla="val 10000"/>
            </a:avLst>
          </a:prstGeom>
          <a:solidFill>
            <a:srgbClr val="7A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5120" y="735840"/>
            <a:ext cx="86400" cy="345600"/>
          </a:xfrm>
          <a:prstGeom prst="roundRect">
            <a:avLst>
              <a:gd name="adj" fmla="val 10000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85920" y="1098720"/>
            <a:ext cx="380160" cy="0"/>
          </a:xfrm>
          <a:prstGeom prst="line">
            <a:avLst/>
          </a:prstGeom>
          <a:ln w="17280">
            <a:solidFill>
              <a:srgbClr val="7A705A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282C9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A07E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4D94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A07E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디자인</a:t>
            </a:r>
          </a:p>
        </p:txBody>
      </p:sp>
      <p:sp>
        <p:nvSpPr>
          <p:cNvPr id="15" name="Oval 14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4D94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고객 응대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D4CDBC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C6C6D"/>
                </a:solidFill>
                <a:latin typeface="맑은 고딕"/>
                <a:ea typeface="맑은 고딕"/>
              </a:rPr>
              <a:t>평일 방문 상담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경영지원팀 사원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