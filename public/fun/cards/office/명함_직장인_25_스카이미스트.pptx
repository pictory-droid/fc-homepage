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88000" y="129600"/>
            <a:ext cx="1008000" cy="1540800"/>
          </a:xfrm>
          <a:prstGeom prst="roundRect">
            <a:avLst>
              <a:gd name="adj" fmla="val 10714"/>
            </a:avLst>
          </a:prstGeom>
          <a:solidFill>
            <a:srgbClr val="BBD6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30800" y="241200"/>
            <a:ext cx="122400" cy="122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02000" y="212400"/>
            <a:ext cx="180000" cy="180000"/>
          </a:xfrm>
          <a:prstGeom prst="ellipse">
            <a:avLst/>
          </a:prstGeom>
          <a:noFill/>
          <a:ln w="504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449440" y="815760"/>
            <a:ext cx="79200" cy="142560"/>
          </a:xfrm>
          <a:prstGeom prst="roundRect">
            <a:avLst>
              <a:gd name="adj" fmla="val 10000"/>
            </a:avLst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52400" y="736560"/>
            <a:ext cx="79200" cy="221760"/>
          </a:xfrm>
          <a:prstGeom prst="roundRect">
            <a:avLst>
              <a:gd name="adj" fmla="val 10000"/>
            </a:avLst>
          </a:prstGeom>
          <a:solidFill>
            <a:srgbClr val="6B7C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655360" y="641520"/>
            <a:ext cx="79200" cy="316800"/>
          </a:xfrm>
          <a:prstGeom prst="roundRect">
            <a:avLst>
              <a:gd name="adj" fmla="val 10000"/>
            </a:avLst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2417760" y="974160"/>
            <a:ext cx="348480" cy="0"/>
          </a:xfrm>
          <a:prstGeom prst="line">
            <a:avLst/>
          </a:prstGeom>
          <a:ln w="15840">
            <a:solidFill>
              <a:srgbClr val="6B7C8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88000" y="1188000"/>
            <a:ext cx="1008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 spc="100">
                <a:solidFill>
                  <a:srgbClr val="1B2230"/>
                </a:solidFill>
                <a:latin typeface="맑은 고딕"/>
                <a:ea typeface="맑은 고딕"/>
              </a:rPr>
              <a:t>경영지원팀 사원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088000" y="1382400"/>
            <a:ext cx="1008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0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432000"/>
            <a:ext cx="158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손OO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770400"/>
            <a:ext cx="936000" cy="0"/>
          </a:xfrm>
          <a:prstGeom prst="line">
            <a:avLst/>
          </a:prstGeom>
          <a:ln w="7920">
            <a:solidFill>
              <a:srgbClr val="69A5DA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918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907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062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051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554400" y="1195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6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000" y="432000"/>
            <a:ext cx="936000" cy="936000"/>
          </a:xfrm>
          <a:prstGeom prst="ellipse">
            <a:avLst/>
          </a:prstGeom>
          <a:solidFill>
            <a:srgbClr val="D8B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324000"/>
            <a:ext cx="1152000" cy="1152000"/>
          </a:xfrm>
          <a:prstGeom prst="ellipse">
            <a:avLst/>
          </a:prstGeom>
          <a:noFill/>
          <a:ln w="4320">
            <a:solidFill>
              <a:srgbClr val="D4CDB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20480" y="925920"/>
            <a:ext cx="86400" cy="155520"/>
          </a:xfrm>
          <a:prstGeom prst="roundRect">
            <a:avLst>
              <a:gd name="adj" fmla="val 10000"/>
            </a:avLst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2800" y="839520"/>
            <a:ext cx="86400" cy="241920"/>
          </a:xfrm>
          <a:prstGeom prst="roundRect">
            <a:avLst>
              <a:gd name="adj" fmla="val 10000"/>
            </a:avLst>
          </a:prstGeom>
          <a:solidFill>
            <a:srgbClr val="7A70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5120" y="735840"/>
            <a:ext cx="86400" cy="345600"/>
          </a:xfrm>
          <a:prstGeom prst="roundRect">
            <a:avLst>
              <a:gd name="adj" fmla="val 10000"/>
            </a:avLst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385920" y="1098720"/>
            <a:ext cx="380160" cy="0"/>
          </a:xfrm>
          <a:prstGeom prst="line">
            <a:avLst/>
          </a:prstGeom>
          <a:ln w="17280">
            <a:solidFill>
              <a:srgbClr val="7A705A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36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3282C9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9" name="Oval 8"/>
          <p:cNvSpPr/>
          <p:nvPr/>
        </p:nvSpPr>
        <p:spPr>
          <a:xfrm>
            <a:off x="1371600" y="482400"/>
            <a:ext cx="43200" cy="43200"/>
          </a:xfrm>
          <a:prstGeom prst="ellipse">
            <a:avLst/>
          </a:prstGeom>
          <a:solidFill>
            <a:srgbClr val="A07E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476000" y="4248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영업 관리</a:t>
            </a:r>
          </a:p>
        </p:txBody>
      </p:sp>
      <p:sp>
        <p:nvSpPr>
          <p:cNvPr id="11" name="Oval 10"/>
          <p:cNvSpPr/>
          <p:nvPr/>
        </p:nvSpPr>
        <p:spPr>
          <a:xfrm>
            <a:off x="1371600" y="705600"/>
            <a:ext cx="43200" cy="43200"/>
          </a:xfrm>
          <a:prstGeom prst="ellipse">
            <a:avLst/>
          </a:prstGeom>
          <a:solidFill>
            <a:srgbClr val="4D94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476000" y="648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개발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928800"/>
            <a:ext cx="43200" cy="43200"/>
          </a:xfrm>
          <a:prstGeom prst="ellipse">
            <a:avLst/>
          </a:prstGeom>
          <a:solidFill>
            <a:srgbClr val="A07E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476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디자인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1152000"/>
            <a:ext cx="43200" cy="43200"/>
          </a:xfrm>
          <a:prstGeom prst="ellipse">
            <a:avLst/>
          </a:prstGeom>
          <a:solidFill>
            <a:srgbClr val="4D94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1476000" y="1094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고객 응대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368000" y="1440000"/>
            <a:ext cx="1656000" cy="0"/>
          </a:xfrm>
          <a:prstGeom prst="line">
            <a:avLst/>
          </a:prstGeom>
          <a:ln w="3600">
            <a:solidFill>
              <a:srgbClr val="D4CDBC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1368000" y="1512000"/>
            <a:ext cx="165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C6C6D"/>
                </a:solidFill>
                <a:latin typeface="맑은 고딕"/>
                <a:ea typeface="맑은 고딕"/>
              </a:rPr>
              <a:t>평일 방문 상담  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경영지원팀 사원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