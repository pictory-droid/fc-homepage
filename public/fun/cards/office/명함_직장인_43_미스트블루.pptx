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795C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1D6F73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649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8649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