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7A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D3DF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81920" y="513360"/>
            <a:ext cx="272160" cy="272160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652480" y="780480"/>
            <a:ext cx="131040" cy="80640"/>
          </a:xfrm>
          <a:prstGeom prst="roundRect">
            <a:avLst>
              <a:gd name="adj" fmla="val 18749"/>
            </a:avLst>
          </a:prstGeom>
          <a:solidFill>
            <a:srgbClr val="F7F7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672640" y="876240"/>
            <a:ext cx="90720" cy="45360"/>
          </a:xfrm>
          <a:prstGeom prst="roundRect">
            <a:avLst>
              <a:gd name="adj" fmla="val 33333"/>
            </a:avLst>
          </a:prstGeom>
          <a:solidFill>
            <a:srgbClr val="F7F7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5959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D3DF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8F40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E0CA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11960" y="1372680"/>
            <a:ext cx="136080" cy="136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47240" y="1506240"/>
            <a:ext cx="65520" cy="40320"/>
          </a:xfrm>
          <a:prstGeom prst="roundRect">
            <a:avLst>
              <a:gd name="adj" fmla="val 18749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57320" y="1554120"/>
            <a:ext cx="45360" cy="22680"/>
          </a:xfrm>
          <a:prstGeom prst="roundRect">
            <a:avLst>
              <a:gd name="adj" fmla="val 33333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3A5E88"/>
                </a:solidFill>
                <a:latin typeface="맑은 고딕"/>
                <a:ea typeface="맑은 고딕"/>
              </a:rPr>
              <a:t>정리된 하루가 편안한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3A5E88"/>
                </a:solidFill>
                <a:latin typeface="맑은 고딕"/>
                <a:ea typeface="맑은 고딕"/>
              </a:rPr>
              <a:t>내일을 만듭니다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E6F8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