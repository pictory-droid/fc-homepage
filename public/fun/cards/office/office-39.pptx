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정리된 하루가 편안한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내일을 만듭니다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B512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