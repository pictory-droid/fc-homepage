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C39CA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9688A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C39CA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9688A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C39CA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9688A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C39CA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9688A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C39CA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9688A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4B8B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C39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9688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C39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9688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4B8BF"/>
                </a:solidFill>
                <a:latin typeface="맑은 고딕"/>
                <a:ea typeface="맑은 고딕"/>
              </a:rPr>
              <a:t>평일 09:30 – 18:30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