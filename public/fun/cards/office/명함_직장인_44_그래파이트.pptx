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F697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5040">
            <a:solidFill>
              <a:srgbClr val="B7BBC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1200" y="151200"/>
            <a:ext cx="2937600" cy="1497600"/>
          </a:xfrm>
          <a:prstGeom prst="rect">
            <a:avLst/>
          </a:prstGeom>
          <a:noFill/>
          <a:ln w="3600">
            <a:solidFill>
              <a:srgbClr val="89909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576800" y="252000"/>
            <a:ext cx="86400" cy="115200"/>
          </a:xfrm>
          <a:custGeom>
            <a:avLst/>
            <a:gdLst/>
            <a:ahLst/>
            <a:cxnLst/>
            <a:rect l="l" t="t" r="r" b="b"/>
            <a:pathLst>
              <a:path w="86400" h="115200">
                <a:moveTo>
                  <a:pt x="43200" y="0"/>
                </a:moveTo>
                <a:lnTo>
                  <a:pt x="86400" y="57600"/>
                </a:lnTo>
                <a:lnTo>
                  <a:pt x="43200" y="115200"/>
                </a:lnTo>
                <a:lnTo>
                  <a:pt x="0" y="57600"/>
                </a:lnTo>
                <a:close/>
              </a:path>
            </a:pathLst>
          </a:custGeom>
          <a:solidFill>
            <a:srgbClr val="B7BB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360000" y="460800"/>
            <a:ext cx="252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75"/>
              </a:lnSpc>
            </a:pPr>
            <a:r>
              <a:rPr sz="1500" b="1" spc="800">
                <a:solidFill>
                  <a:srgbClr val="FFFFFF"/>
                </a:solidFill>
                <a:latin typeface="바탕"/>
                <a:ea typeface="바탕"/>
              </a:rPr>
              <a:t>엄OO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360000" y="7704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300">
                <a:solidFill>
                  <a:srgbClr val="DCDEE1"/>
                </a:solidFill>
                <a:latin typeface="바탕"/>
                <a:ea typeface="바탕"/>
              </a:rPr>
              <a:t>디자인팀 팀장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476000" y="993600"/>
            <a:ext cx="288000" cy="0"/>
          </a:xfrm>
          <a:prstGeom prst="line">
            <a:avLst/>
          </a:prstGeom>
          <a:ln w="5760">
            <a:solidFill>
              <a:srgbClr val="B7BBC1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360000" y="11016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1" spc="300">
                <a:solidFill>
                  <a:srgbClr val="B7BBC1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360000" y="1339200"/>
            <a:ext cx="252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69"/>
              </a:lnSpc>
            </a:pPr>
            <a:r>
              <a:rPr sz="600" b="0">
                <a:solidFill>
                  <a:srgbClr val="FFFFFF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360000" y="1468800"/>
            <a:ext cx="252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69"/>
              </a:lnSpc>
            </a:pPr>
            <a:r>
              <a:rPr sz="600" b="0">
                <a:solidFill>
                  <a:srgbClr val="DCDEE1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C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6400" y="194400"/>
            <a:ext cx="43200" cy="43200"/>
          </a:xfrm>
          <a:prstGeom prst="ellipse">
            <a:avLst/>
          </a:prstGeom>
          <a:solidFill>
            <a:srgbClr val="3F63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5400" y="369000"/>
            <a:ext cx="25200" cy="25200"/>
          </a:xfrm>
          <a:prstGeom prst="ellipse">
            <a:avLst/>
          </a:prstGeom>
          <a:solidFill>
            <a:srgbClr val="BECA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5400" y="534600"/>
            <a:ext cx="25200" cy="25200"/>
          </a:xfrm>
          <a:prstGeom prst="ellipse">
            <a:avLst/>
          </a:prstGeom>
          <a:solidFill>
            <a:srgbClr val="BECA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6400" y="691200"/>
            <a:ext cx="43200" cy="43200"/>
          </a:xfrm>
          <a:prstGeom prst="ellipse">
            <a:avLst/>
          </a:prstGeom>
          <a:solidFill>
            <a:srgbClr val="3F63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400" y="865800"/>
            <a:ext cx="25200" cy="25200"/>
          </a:xfrm>
          <a:prstGeom prst="ellipse">
            <a:avLst/>
          </a:prstGeom>
          <a:solidFill>
            <a:srgbClr val="4A56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400" y="1031400"/>
            <a:ext cx="25200" cy="25200"/>
          </a:xfrm>
          <a:prstGeom prst="ellipse">
            <a:avLst/>
          </a:prstGeom>
          <a:solidFill>
            <a:srgbClr val="BECA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66400" y="1188000"/>
            <a:ext cx="43200" cy="43200"/>
          </a:xfrm>
          <a:prstGeom prst="ellipse">
            <a:avLst/>
          </a:prstGeom>
          <a:solidFill>
            <a:srgbClr val="3F63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400" y="1362600"/>
            <a:ext cx="25200" cy="25200"/>
          </a:xfrm>
          <a:prstGeom prst="ellipse">
            <a:avLst/>
          </a:prstGeom>
          <a:solidFill>
            <a:srgbClr val="BECA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75400" y="1528200"/>
            <a:ext cx="25200" cy="25200"/>
          </a:xfrm>
          <a:prstGeom prst="ellipse">
            <a:avLst/>
          </a:prstGeom>
          <a:solidFill>
            <a:srgbClr val="4A56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9400" y="203400"/>
            <a:ext cx="25200" cy="25200"/>
          </a:xfrm>
          <a:prstGeom prst="ellipse">
            <a:avLst/>
          </a:prstGeom>
          <a:solidFill>
            <a:srgbClr val="BECA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19400" y="369000"/>
            <a:ext cx="25200" cy="25200"/>
          </a:xfrm>
          <a:prstGeom prst="ellipse">
            <a:avLst/>
          </a:prstGeom>
          <a:solidFill>
            <a:srgbClr val="BECA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10400" y="525600"/>
            <a:ext cx="43200" cy="43200"/>
          </a:xfrm>
          <a:prstGeom prst="ellipse">
            <a:avLst/>
          </a:prstGeom>
          <a:solidFill>
            <a:srgbClr val="3F63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9400" y="700200"/>
            <a:ext cx="25200" cy="25200"/>
          </a:xfrm>
          <a:prstGeom prst="ellipse">
            <a:avLst/>
          </a:prstGeom>
          <a:solidFill>
            <a:srgbClr val="BECA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19400" y="865800"/>
            <a:ext cx="25200" cy="25200"/>
          </a:xfrm>
          <a:prstGeom prst="ellipse">
            <a:avLst/>
          </a:prstGeom>
          <a:solidFill>
            <a:srgbClr val="BECA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10400" y="1022400"/>
            <a:ext cx="43200" cy="43200"/>
          </a:xfrm>
          <a:prstGeom prst="ellipse">
            <a:avLst/>
          </a:prstGeom>
          <a:solidFill>
            <a:srgbClr val="3F63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19400" y="1197000"/>
            <a:ext cx="25200" cy="25200"/>
          </a:xfrm>
          <a:prstGeom prst="ellipse">
            <a:avLst/>
          </a:prstGeom>
          <a:solidFill>
            <a:srgbClr val="4A56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19400" y="1362600"/>
            <a:ext cx="25200" cy="25200"/>
          </a:xfrm>
          <a:prstGeom prst="ellipse">
            <a:avLst/>
          </a:prstGeom>
          <a:solidFill>
            <a:srgbClr val="BECA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10400" y="1519200"/>
            <a:ext cx="43200" cy="43200"/>
          </a:xfrm>
          <a:prstGeom prst="ellipse">
            <a:avLst/>
          </a:prstGeom>
          <a:solidFill>
            <a:srgbClr val="3F63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63400" y="203400"/>
            <a:ext cx="25200" cy="25200"/>
          </a:xfrm>
          <a:prstGeom prst="ellipse">
            <a:avLst/>
          </a:prstGeom>
          <a:solidFill>
            <a:srgbClr val="4A56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54400" y="360000"/>
            <a:ext cx="43200" cy="43200"/>
          </a:xfrm>
          <a:prstGeom prst="ellipse">
            <a:avLst/>
          </a:prstGeom>
          <a:solidFill>
            <a:srgbClr val="3F63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63400" y="534600"/>
            <a:ext cx="25200" cy="25200"/>
          </a:xfrm>
          <a:prstGeom prst="ellipse">
            <a:avLst/>
          </a:prstGeom>
          <a:solidFill>
            <a:srgbClr val="BECA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3400" y="700200"/>
            <a:ext cx="25200" cy="25200"/>
          </a:xfrm>
          <a:prstGeom prst="ellipse">
            <a:avLst/>
          </a:prstGeom>
          <a:solidFill>
            <a:srgbClr val="BECA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54400" y="856800"/>
            <a:ext cx="43200" cy="43200"/>
          </a:xfrm>
          <a:prstGeom prst="ellipse">
            <a:avLst/>
          </a:prstGeom>
          <a:solidFill>
            <a:srgbClr val="3F63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63400" y="1031400"/>
            <a:ext cx="25200" cy="25200"/>
          </a:xfrm>
          <a:prstGeom prst="ellipse">
            <a:avLst/>
          </a:prstGeom>
          <a:solidFill>
            <a:srgbClr val="BECA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3400" y="1197000"/>
            <a:ext cx="25200" cy="25200"/>
          </a:xfrm>
          <a:prstGeom prst="ellipse">
            <a:avLst/>
          </a:prstGeom>
          <a:solidFill>
            <a:srgbClr val="BECA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54400" y="1353600"/>
            <a:ext cx="43200" cy="43200"/>
          </a:xfrm>
          <a:prstGeom prst="ellipse">
            <a:avLst/>
          </a:prstGeom>
          <a:solidFill>
            <a:srgbClr val="3F63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63400" y="1528200"/>
            <a:ext cx="25200" cy="25200"/>
          </a:xfrm>
          <a:prstGeom prst="ellipse">
            <a:avLst/>
          </a:prstGeom>
          <a:solidFill>
            <a:srgbClr val="4A56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8400" y="194400"/>
            <a:ext cx="43200" cy="43200"/>
          </a:xfrm>
          <a:prstGeom prst="ellipse">
            <a:avLst/>
          </a:prstGeom>
          <a:solidFill>
            <a:srgbClr val="3F63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07400" y="369000"/>
            <a:ext cx="25200" cy="25200"/>
          </a:xfrm>
          <a:prstGeom prst="ellipse">
            <a:avLst/>
          </a:prstGeom>
          <a:solidFill>
            <a:srgbClr val="BECA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07400" y="534600"/>
            <a:ext cx="25200" cy="25200"/>
          </a:xfrm>
          <a:prstGeom prst="ellipse">
            <a:avLst/>
          </a:prstGeom>
          <a:solidFill>
            <a:srgbClr val="4A56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98400" y="691200"/>
            <a:ext cx="43200" cy="43200"/>
          </a:xfrm>
          <a:prstGeom prst="ellipse">
            <a:avLst/>
          </a:prstGeom>
          <a:solidFill>
            <a:srgbClr val="3F63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07400" y="865800"/>
            <a:ext cx="25200" cy="25200"/>
          </a:xfrm>
          <a:prstGeom prst="ellipse">
            <a:avLst/>
          </a:prstGeom>
          <a:solidFill>
            <a:srgbClr val="BECA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07400" y="1031400"/>
            <a:ext cx="25200" cy="25200"/>
          </a:xfrm>
          <a:prstGeom prst="ellipse">
            <a:avLst/>
          </a:prstGeom>
          <a:solidFill>
            <a:srgbClr val="BECA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98400" y="1188000"/>
            <a:ext cx="43200" cy="43200"/>
          </a:xfrm>
          <a:prstGeom prst="ellipse">
            <a:avLst/>
          </a:prstGeom>
          <a:solidFill>
            <a:srgbClr val="3F63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07400" y="1362600"/>
            <a:ext cx="25200" cy="25200"/>
          </a:xfrm>
          <a:prstGeom prst="ellipse">
            <a:avLst/>
          </a:prstGeom>
          <a:solidFill>
            <a:srgbClr val="BECA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07400" y="1528200"/>
            <a:ext cx="25200" cy="25200"/>
          </a:xfrm>
          <a:prstGeom prst="ellipse">
            <a:avLst/>
          </a:prstGeom>
          <a:solidFill>
            <a:srgbClr val="BECA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51400" y="203400"/>
            <a:ext cx="25200" cy="25200"/>
          </a:xfrm>
          <a:prstGeom prst="ellipse">
            <a:avLst/>
          </a:prstGeom>
          <a:solidFill>
            <a:srgbClr val="4A56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51400" y="369000"/>
            <a:ext cx="25200" cy="25200"/>
          </a:xfrm>
          <a:prstGeom prst="ellipse">
            <a:avLst/>
          </a:prstGeom>
          <a:solidFill>
            <a:srgbClr val="BECA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42400" y="525600"/>
            <a:ext cx="43200" cy="43200"/>
          </a:xfrm>
          <a:prstGeom prst="ellipse">
            <a:avLst/>
          </a:prstGeom>
          <a:solidFill>
            <a:srgbClr val="3F63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51400" y="700200"/>
            <a:ext cx="25200" cy="25200"/>
          </a:xfrm>
          <a:prstGeom prst="ellipse">
            <a:avLst/>
          </a:prstGeom>
          <a:solidFill>
            <a:srgbClr val="BECA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51400" y="865800"/>
            <a:ext cx="25200" cy="25200"/>
          </a:xfrm>
          <a:prstGeom prst="ellipse">
            <a:avLst/>
          </a:prstGeom>
          <a:solidFill>
            <a:srgbClr val="4A56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42400" y="1022400"/>
            <a:ext cx="43200" cy="43200"/>
          </a:xfrm>
          <a:prstGeom prst="ellipse">
            <a:avLst/>
          </a:prstGeom>
          <a:solidFill>
            <a:srgbClr val="3F63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51400" y="1197000"/>
            <a:ext cx="25200" cy="25200"/>
          </a:xfrm>
          <a:prstGeom prst="ellipse">
            <a:avLst/>
          </a:prstGeom>
          <a:solidFill>
            <a:srgbClr val="BECA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51400" y="1362600"/>
            <a:ext cx="25200" cy="25200"/>
          </a:xfrm>
          <a:prstGeom prst="ellipse">
            <a:avLst/>
          </a:prstGeom>
          <a:solidFill>
            <a:srgbClr val="BECA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42400" y="1519200"/>
            <a:ext cx="43200" cy="43200"/>
          </a:xfrm>
          <a:prstGeom prst="ellipse">
            <a:avLst/>
          </a:prstGeom>
          <a:solidFill>
            <a:srgbClr val="3F63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95400" y="203400"/>
            <a:ext cx="25200" cy="25200"/>
          </a:xfrm>
          <a:prstGeom prst="ellipse">
            <a:avLst/>
          </a:prstGeom>
          <a:solidFill>
            <a:srgbClr val="BECA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86400" y="360000"/>
            <a:ext cx="43200" cy="43200"/>
          </a:xfrm>
          <a:prstGeom prst="ellipse">
            <a:avLst/>
          </a:prstGeom>
          <a:solidFill>
            <a:srgbClr val="3F63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95400" y="534600"/>
            <a:ext cx="25200" cy="25200"/>
          </a:xfrm>
          <a:prstGeom prst="ellipse">
            <a:avLst/>
          </a:prstGeom>
          <a:solidFill>
            <a:srgbClr val="4A56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95400" y="700200"/>
            <a:ext cx="25200" cy="25200"/>
          </a:xfrm>
          <a:prstGeom prst="ellipse">
            <a:avLst/>
          </a:prstGeom>
          <a:solidFill>
            <a:srgbClr val="BECA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86400" y="856800"/>
            <a:ext cx="43200" cy="43200"/>
          </a:xfrm>
          <a:prstGeom prst="ellipse">
            <a:avLst/>
          </a:prstGeom>
          <a:solidFill>
            <a:srgbClr val="3F63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95400" y="1031400"/>
            <a:ext cx="25200" cy="25200"/>
          </a:xfrm>
          <a:prstGeom prst="ellipse">
            <a:avLst/>
          </a:prstGeom>
          <a:solidFill>
            <a:srgbClr val="BECA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95400" y="1197000"/>
            <a:ext cx="25200" cy="25200"/>
          </a:xfrm>
          <a:prstGeom prst="ellipse">
            <a:avLst/>
          </a:prstGeom>
          <a:solidFill>
            <a:srgbClr val="4A56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86400" y="1353600"/>
            <a:ext cx="43200" cy="43200"/>
          </a:xfrm>
          <a:prstGeom prst="ellipse">
            <a:avLst/>
          </a:prstGeom>
          <a:solidFill>
            <a:srgbClr val="3F63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95400" y="1528200"/>
            <a:ext cx="25200" cy="25200"/>
          </a:xfrm>
          <a:prstGeom prst="ellipse">
            <a:avLst/>
          </a:prstGeom>
          <a:solidFill>
            <a:srgbClr val="BECA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텍스트"/>
          <p:cNvSpPr txBox="1"/>
          <p:nvPr/>
        </p:nvSpPr>
        <p:spPr>
          <a:xfrm>
            <a:off x="1404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4A5663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57" name="Oval 56"/>
          <p:cNvSpPr/>
          <p:nvPr/>
        </p:nvSpPr>
        <p:spPr>
          <a:xfrm>
            <a:off x="1407600" y="489600"/>
            <a:ext cx="43200" cy="43200"/>
          </a:xfrm>
          <a:prstGeom prst="ellipse">
            <a:avLst/>
          </a:prstGeom>
          <a:solidFill>
            <a:srgbClr val="3F63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텍스트"/>
          <p:cNvSpPr txBox="1"/>
          <p:nvPr/>
        </p:nvSpPr>
        <p:spPr>
          <a:xfrm>
            <a:off x="1512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영업 관리</a:t>
            </a:r>
          </a:p>
        </p:txBody>
      </p:sp>
      <p:sp>
        <p:nvSpPr>
          <p:cNvPr id="59" name="Oval 58"/>
          <p:cNvSpPr/>
          <p:nvPr/>
        </p:nvSpPr>
        <p:spPr>
          <a:xfrm>
            <a:off x="1407600" y="712800"/>
            <a:ext cx="43200" cy="43200"/>
          </a:xfrm>
          <a:prstGeom prst="ellipse">
            <a:avLst/>
          </a:prstGeom>
          <a:solidFill>
            <a:srgbClr val="4A56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텍스트"/>
          <p:cNvSpPr txBox="1"/>
          <p:nvPr/>
        </p:nvSpPr>
        <p:spPr>
          <a:xfrm>
            <a:off x="1512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계약 관리</a:t>
            </a:r>
          </a:p>
        </p:txBody>
      </p:sp>
      <p:sp>
        <p:nvSpPr>
          <p:cNvPr id="61" name="Oval 60"/>
          <p:cNvSpPr/>
          <p:nvPr/>
        </p:nvSpPr>
        <p:spPr>
          <a:xfrm>
            <a:off x="1407600" y="936000"/>
            <a:ext cx="43200" cy="43200"/>
          </a:xfrm>
          <a:prstGeom prst="ellipse">
            <a:avLst/>
          </a:prstGeom>
          <a:solidFill>
            <a:srgbClr val="3F63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텍스트"/>
          <p:cNvSpPr txBox="1"/>
          <p:nvPr/>
        </p:nvSpPr>
        <p:spPr>
          <a:xfrm>
            <a:off x="1512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제휴 문의</a:t>
            </a:r>
          </a:p>
        </p:txBody>
      </p:sp>
      <p:sp>
        <p:nvSpPr>
          <p:cNvPr id="63" name="Oval 62"/>
          <p:cNvSpPr/>
          <p:nvPr/>
        </p:nvSpPr>
        <p:spPr>
          <a:xfrm>
            <a:off x="1407600" y="1159200"/>
            <a:ext cx="43200" cy="43200"/>
          </a:xfrm>
          <a:prstGeom prst="ellipse">
            <a:avLst/>
          </a:prstGeom>
          <a:solidFill>
            <a:srgbClr val="4A56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텍스트"/>
          <p:cNvSpPr txBox="1"/>
          <p:nvPr/>
        </p:nvSpPr>
        <p:spPr>
          <a:xfrm>
            <a:off x="1512000" y="1101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품질 관리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1404000" y="1440000"/>
            <a:ext cx="1620000" cy="0"/>
          </a:xfrm>
          <a:prstGeom prst="line">
            <a:avLst/>
          </a:prstGeom>
          <a:ln w="3600">
            <a:solidFill>
              <a:srgbClr val="BECAE1"/>
            </a:solidFill>
          </a:ln>
        </p:spPr>
      </p:cxnSp>
      <p:sp>
        <p:nvSpPr>
          <p:cNvPr id="66" name="텍스트"/>
          <p:cNvSpPr txBox="1"/>
          <p:nvPr/>
        </p:nvSpPr>
        <p:spPr>
          <a:xfrm>
            <a:off x="1404000" y="1512000"/>
            <a:ext cx="16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273859"/>
                </a:solidFill>
                <a:latin typeface="맑은 고딕"/>
                <a:ea typeface="맑은 고딕"/>
              </a:rPr>
              <a:t>평일 방문 상담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디자인팀 팀장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