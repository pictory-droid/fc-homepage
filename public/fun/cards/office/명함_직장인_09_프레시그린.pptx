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2B7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392D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12392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392D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392D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