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ACB4B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Rectangle 2"/>
          <p:cNvSpPr/>
          <p:nvPr/>
        </p:nvSpPr>
        <p:spPr>
          <a:xfrm>
            <a:off x="1602720" y="404640"/>
            <a:ext cx="34560" cy="198720"/>
          </a:xfrm>
          <a:prstGeom prst="rect">
            <a:avLst/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602720" y="404640"/>
            <a:ext cx="34560" cy="198720"/>
          </a:xfrm>
          <a:prstGeom prst="rect">
            <a:avLst/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5400000">
            <a:off x="1602720" y="404640"/>
            <a:ext cx="34560" cy="198720"/>
          </a:xfrm>
          <a:prstGeom prst="rect">
            <a:avLst/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8100000">
            <a:off x="1602720" y="404640"/>
            <a:ext cx="34560" cy="198720"/>
          </a:xfrm>
          <a:prstGeom prst="rect">
            <a:avLst/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9520" y="443520"/>
            <a:ext cx="120960" cy="120960"/>
          </a:xfrm>
          <a:prstGeom prst="ellipse">
            <a:avLst/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94080" y="478080"/>
            <a:ext cx="51840" cy="51840"/>
          </a:xfrm>
          <a:prstGeom prst="ellipse">
            <a:avLst/>
          </a:prstGeom>
          <a:solidFill>
            <a:srgbClr val="384C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7394B1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ACB4B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275A8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2A3F"/>
                </a:solidFill>
                <a:latin typeface="바탕"/>
                <a:ea typeface="바탕"/>
              </a:rPr>
              <a:t>복잡한 일도 쉽게 풀어 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275A86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F71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5600" y="241200"/>
            <a:ext cx="28800" cy="165600"/>
          </a:xfrm>
          <a:prstGeom prst="rect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1605600" y="241200"/>
            <a:ext cx="28800" cy="165600"/>
          </a:xfrm>
          <a:prstGeom prst="rect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5400000">
            <a:off x="1605600" y="241200"/>
            <a:ext cx="28800" cy="165600"/>
          </a:xfrm>
          <a:prstGeom prst="rect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8100000">
            <a:off x="1605600" y="241200"/>
            <a:ext cx="28800" cy="165600"/>
          </a:xfrm>
          <a:prstGeom prst="rect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69600" y="273600"/>
            <a:ext cx="100800" cy="1008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98400" y="302400"/>
            <a:ext cx="43200" cy="43200"/>
          </a:xfrm>
          <a:prstGeom prst="ellipse">
            <a:avLst/>
          </a:prstGeom>
          <a:solidFill>
            <a:srgbClr val="DDE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