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복잡한 일도 쉽게 풀어 드립니다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