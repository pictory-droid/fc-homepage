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86459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462968" cy="208800"/>
          </a:xfrm>
          <a:prstGeom prst="roundRect">
            <a:avLst>
              <a:gd name="adj" fmla="val 50000"/>
            </a:avLst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46296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768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779768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