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A3A9B5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31728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6193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6193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6193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6193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728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728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3172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