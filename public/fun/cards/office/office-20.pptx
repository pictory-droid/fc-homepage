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F8B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CE8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좋은 결과는 좋은 과정에서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3172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