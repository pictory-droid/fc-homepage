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DF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6717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3535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785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76320" y="1205280"/>
            <a:ext cx="57600" cy="103680"/>
          </a:xfrm>
          <a:prstGeom prst="roundRect">
            <a:avLst>
              <a:gd name="adj" fmla="val 10000"/>
            </a:avLst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51200" y="1147680"/>
            <a:ext cx="57600" cy="161280"/>
          </a:xfrm>
          <a:prstGeom prst="roundRect">
            <a:avLst>
              <a:gd name="adj" fmla="val 10000"/>
            </a:avLst>
          </a:prstGeom>
          <a:solidFill>
            <a:srgbClr val="DF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26080" y="1078560"/>
            <a:ext cx="57600" cy="230400"/>
          </a:xfrm>
          <a:prstGeom prst="roundRect">
            <a:avLst>
              <a:gd name="adj" fmla="val 10000"/>
            </a:avLst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753280" y="1320480"/>
            <a:ext cx="253440" cy="0"/>
          </a:xfrm>
          <a:prstGeom prst="line">
            <a:avLst/>
          </a:prstGeom>
          <a:ln w="11520">
            <a:solidFill>
              <a:srgbClr val="DFF1F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F95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맑은 고딕"/>
                <a:ea typeface="맑은 고딕"/>
              </a:rPr>
              <a:t>좋은 결과는 좋은 과정에서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F7A7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