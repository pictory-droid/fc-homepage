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05C5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B2230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CAEB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5626E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5E576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000" y="554400"/>
            <a:ext cx="144000" cy="14400"/>
          </a:xfrm>
          <a:prstGeom prst="rect">
            <a:avLst/>
          </a:prstGeom>
          <a:solidFill>
            <a:srgbClr val="5E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3D717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56000" y="554400"/>
            <a:ext cx="144000" cy="14400"/>
          </a:xfrm>
          <a:prstGeom prst="rect">
            <a:avLst/>
          </a:prstGeom>
          <a:solidFill>
            <a:srgbClr val="3D71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56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제휴 문의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3D717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94400"/>
            <a:ext cx="144000" cy="14400"/>
          </a:xfrm>
          <a:prstGeom prst="rect">
            <a:avLst/>
          </a:prstGeom>
          <a:solidFill>
            <a:srgbClr val="3D71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운영 지원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56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5E576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56000" y="1094400"/>
            <a:ext cx="144000" cy="14400"/>
          </a:xfrm>
          <a:prstGeom prst="rect">
            <a:avLst/>
          </a:prstGeom>
          <a:solidFill>
            <a:srgbClr val="5E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656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품질 관리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04C58"/>
                </a:solidFill>
                <a:latin typeface="맑은 고딕"/>
                <a:ea typeface="맑은 고딕"/>
              </a:rPr>
              <a:t>평일 방문 상담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