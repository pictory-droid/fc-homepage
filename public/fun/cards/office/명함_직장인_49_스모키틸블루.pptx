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05C5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5626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E576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D717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D717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E576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04C58"/>
                </a:solidFill>
                <a:latin typeface="맑은 고딕"/>
                <a:ea typeface="맑은 고딕"/>
              </a:rPr>
              <a:t>평일 방문 상담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