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929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8CC7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1B2230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453600" y="941040"/>
            <a:ext cx="102960" cy="102960"/>
          </a:xfrm>
          <a:prstGeom prst="line">
            <a:avLst/>
          </a:prstGeom>
          <a:ln w="3168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453600" y="1044000"/>
            <a:ext cx="102960" cy="102960"/>
          </a:xfrm>
          <a:prstGeom prst="line">
            <a:avLst/>
          </a:prstGeom>
          <a:ln w="3168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67440" y="941040"/>
            <a:ext cx="102960" cy="102960"/>
          </a:xfrm>
          <a:prstGeom prst="line">
            <a:avLst/>
          </a:prstGeom>
          <a:ln w="3168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667440" y="1044000"/>
            <a:ext cx="102960" cy="102960"/>
          </a:xfrm>
          <a:prstGeom prst="line">
            <a:avLst/>
          </a:prstGeom>
          <a:ln w="3168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580320" y="909360"/>
            <a:ext cx="63360" cy="269280"/>
          </a:xfrm>
          <a:prstGeom prst="line">
            <a:avLst/>
          </a:prstGeom>
          <a:ln w="27720">
            <a:solidFill>
              <a:srgbClr val="54747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E77"/>
                </a:solidFill>
                <a:latin typeface="맑은 고딕"/>
                <a:ea typeface="맑은 고딕"/>
              </a:rPr>
              <a:t>전화 · 메일 문의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