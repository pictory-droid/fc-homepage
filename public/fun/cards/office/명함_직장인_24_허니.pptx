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A77B2E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A77B2E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A77B2E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A77B2E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A77B2E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A77B2E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A77B2E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A77B2E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024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686459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504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양OO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7560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686459"/>
                </a:solidFill>
                <a:latin typeface="맑은 고딕"/>
                <a:ea typeface="맑은 고딕"/>
              </a:rPr>
              <a:t>디자인팀 팀장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12000" y="993600"/>
            <a:ext cx="216000" cy="0"/>
          </a:xfrm>
          <a:prstGeom prst="line">
            <a:avLst/>
          </a:prstGeom>
          <a:ln w="7200">
            <a:solidFill>
              <a:srgbClr val="A77B2E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360000" y="11448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2744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68645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E5A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BCADA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B7B5CB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영업 관리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56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BFB6A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56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마케팅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BFB6A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고객 응대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CBCADA"/>
                </a:solidFill>
                <a:latin typeface="맑은 고딕"/>
                <a:ea typeface="맑은 고딕"/>
              </a:rPr>
              <a:t>평일 10:00 – 19:00   ·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디자인팀 팀장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