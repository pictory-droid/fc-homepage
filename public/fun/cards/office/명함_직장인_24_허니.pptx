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A77B2E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AD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7B5C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FB6A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FB6A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BCADA"/>
                </a:solidFill>
                <a:latin typeface="맑은 고딕"/>
                <a:ea typeface="맑은 고딕"/>
              </a:rPr>
              <a:t>평일 10:00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