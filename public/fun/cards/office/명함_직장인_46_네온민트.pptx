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C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00E0A4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625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0E0A4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6FCF6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6FCF6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E6FCF6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0B625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0B625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