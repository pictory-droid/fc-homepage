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EBDAB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6E3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315520" y="928080"/>
            <a:ext cx="93600" cy="16848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37200" y="834480"/>
            <a:ext cx="93600" cy="262080"/>
          </a:xfrm>
          <a:prstGeom prst="roundRect">
            <a:avLst>
              <a:gd name="adj" fmla="val 10000"/>
            </a:avLst>
          </a:prstGeom>
          <a:solidFill>
            <a:srgbClr val="837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58880" y="722160"/>
            <a:ext cx="93600" cy="374400"/>
          </a:xfrm>
          <a:prstGeom prst="roundRect">
            <a:avLst>
              <a:gd name="adj" fmla="val 10000"/>
            </a:avLst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2278080" y="1115280"/>
            <a:ext cx="411840" cy="0"/>
          </a:xfrm>
          <a:prstGeom prst="line">
            <a:avLst/>
          </a:prstGeom>
          <a:ln w="18720">
            <a:solidFill>
              <a:srgbClr val="837E7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전OO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F6672"/>
                </a:solidFill>
                <a:latin typeface="맑은 고딕"/>
                <a:ea typeface="맑은 고딕"/>
              </a:rPr>
              <a:t>영업팀 대리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5477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개발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A582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계약 관리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A582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26A77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영업팀 대리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