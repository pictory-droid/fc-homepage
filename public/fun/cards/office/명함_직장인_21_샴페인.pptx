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837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837E7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A582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A582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