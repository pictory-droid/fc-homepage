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1F7A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1F7A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1F7A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1F7A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1F7A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977604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1F7A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977604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B2230"/>
                </a:solidFill>
                <a:latin typeface="맑은 고딕"/>
                <a:ea typeface="맑은 고딕"/>
              </a:rPr>
              <a:t>고객지원팀 주임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장OO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7E7BC0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7D6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F7A80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7471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BFBFD3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서비스 기획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BFBFD3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디자인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BFBFD3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운영 지원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BFBFD3"/>
            </a:solidFill>
          </a:ln>
        </p:spPr>
      </p:cxnSp>
      <p:sp>
        <p:nvSpPr>
          <p:cNvPr id="11" name="Rectangle 10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626677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626677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626677"/>
                </a:solidFill>
                <a:latin typeface="맑은 고딕"/>
                <a:ea typeface="맑은 고딕"/>
              </a:rPr>
              <a:t>사전 연락 후 방문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고객지원팀 주임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