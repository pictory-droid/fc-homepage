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F7A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7A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2667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26677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26677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