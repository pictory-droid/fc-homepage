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3240000" cy="180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B336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93600" y="93600"/>
            <a:ext cx="3052800" cy="1612800"/>
          </a:xfrm>
          <a:prstGeom prst="rect">
            <a:avLst/>
          </a:prstGeom>
          <a:noFill/>
          <a:ln w="10800">
            <a:solidFill>
              <a:srgbClr val="D2D6E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44000" y="144000"/>
            <a:ext cx="2952000" cy="1512000"/>
          </a:xfrm>
          <a:prstGeom prst="rect">
            <a:avLst/>
          </a:prstGeom>
          <a:noFill/>
          <a:ln w="5400">
            <a:solidFill>
              <a:srgbClr val="4D5481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텍스트"/>
          <p:cNvSpPr txBox="1"/>
          <p:nvPr/>
        </p:nvSpPr>
        <p:spPr>
          <a:xfrm>
            <a:off x="360000" y="280800"/>
            <a:ext cx="2520000" cy="100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015"/>
              </a:lnSpc>
            </a:pPr>
            <a:r>
              <a:rPr sz="700" b="1" spc="400">
                <a:solidFill>
                  <a:srgbClr val="B5B8CB"/>
                </a:solidFill>
                <a:latin typeface="맑은 고딕"/>
                <a:ea typeface="맑은 고딕"/>
              </a:rPr>
              <a:t>회사명 · 부서명</a:t>
            </a:r>
          </a:p>
        </p:txBody>
      </p:sp>
      <p:sp>
        <p:nvSpPr>
          <p:cNvPr id="5" name="텍스트"/>
          <p:cNvSpPr txBox="1"/>
          <p:nvPr/>
        </p:nvSpPr>
        <p:spPr>
          <a:xfrm>
            <a:off x="360000" y="468000"/>
            <a:ext cx="2520000" cy="3136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2755"/>
              </a:lnSpc>
            </a:pPr>
            <a:r>
              <a:rPr sz="1900" b="1" spc="50">
                <a:solidFill>
                  <a:srgbClr val="FFFFFF"/>
                </a:solidFill>
                <a:latin typeface="바탕"/>
                <a:ea typeface="바탕"/>
              </a:rPr>
              <a:t>방지민</a:t>
            </a:r>
          </a:p>
        </p:txBody>
      </p:sp>
      <p:sp>
        <p:nvSpPr>
          <p:cNvPr id="6" name="텍스트"/>
          <p:cNvSpPr txBox="1"/>
          <p:nvPr/>
        </p:nvSpPr>
        <p:spPr>
          <a:xfrm>
            <a:off x="360000" y="784800"/>
            <a:ext cx="2520000" cy="122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232"/>
              </a:lnSpc>
            </a:pPr>
            <a:r>
              <a:rPr sz="850" b="1">
                <a:solidFill>
                  <a:srgbClr val="D2D6EF"/>
                </a:solidFill>
                <a:latin typeface="맑은 고딕"/>
                <a:ea typeface="맑은 고딕"/>
              </a:rPr>
              <a:t>인사팀 책임</a:t>
            </a:r>
          </a:p>
        </p:txBody>
      </p:sp>
      <p:sp>
        <p:nvSpPr>
          <p:cNvPr id="7" name="Rectangle 6"/>
          <p:cNvSpPr/>
          <p:nvPr/>
        </p:nvSpPr>
        <p:spPr>
          <a:xfrm>
            <a:off x="1530000" y="993600"/>
            <a:ext cx="180000" cy="10800"/>
          </a:xfrm>
          <a:prstGeom prst="rect">
            <a:avLst/>
          </a:prstGeom>
          <a:solidFill>
            <a:srgbClr val="D2D6E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텍스트"/>
          <p:cNvSpPr txBox="1"/>
          <p:nvPr/>
        </p:nvSpPr>
        <p:spPr>
          <a:xfrm>
            <a:off x="360000" y="1087200"/>
            <a:ext cx="2520000" cy="108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087"/>
              </a:lnSpc>
            </a:pPr>
            <a:r>
              <a:rPr sz="750" b="0">
                <a:solidFill>
                  <a:srgbClr val="FFFFFF"/>
                </a:solidFill>
                <a:latin typeface="맑은 고딕"/>
                <a:ea typeface="맑은 고딕"/>
              </a:rPr>
              <a:t>010-1234-5678</a:t>
            </a:r>
          </a:p>
        </p:txBody>
      </p:sp>
      <p:sp>
        <p:nvSpPr>
          <p:cNvPr id="9" name="텍스트"/>
          <p:cNvSpPr txBox="1"/>
          <p:nvPr/>
        </p:nvSpPr>
        <p:spPr>
          <a:xfrm>
            <a:off x="360000" y="1209600"/>
            <a:ext cx="2520000" cy="108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087"/>
              </a:lnSpc>
            </a:pPr>
            <a:r>
              <a:rPr sz="750" b="0">
                <a:solidFill>
                  <a:srgbClr val="FFFFFF"/>
                </a:solidFill>
                <a:latin typeface="맑은 고딕"/>
                <a:ea typeface="맑은 고딕"/>
              </a:rPr>
              <a:t>name@example.com</a:t>
            </a:r>
          </a:p>
        </p:txBody>
      </p:sp>
      <p:sp>
        <p:nvSpPr>
          <p:cNvPr id="10" name="텍스트"/>
          <p:cNvSpPr txBox="1"/>
          <p:nvPr/>
        </p:nvSpPr>
        <p:spPr>
          <a:xfrm>
            <a:off x="360000" y="1332000"/>
            <a:ext cx="2520000" cy="108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015"/>
              </a:lnSpc>
            </a:pPr>
            <a:r>
              <a:rPr sz="700" b="0">
                <a:solidFill>
                  <a:srgbClr val="B5B8CB"/>
                </a:solidFill>
                <a:latin typeface="맑은 고딕"/>
                <a:ea typeface="맑은 고딕"/>
              </a:rPr>
              <a:t>주소를 입력해 주세요</a:t>
            </a:r>
          </a:p>
        </p:txBody>
      </p:sp>
      <p:cxnSp>
        <p:nvCxnSpPr>
          <p:cNvPr id="11" name="Connector 10"/>
          <p:cNvCxnSpPr/>
          <p:nvPr/>
        </p:nvCxnSpPr>
        <p:spPr>
          <a:xfrm flipH="1">
            <a:off x="1565280" y="1512432"/>
            <a:ext cx="35568" cy="35568"/>
          </a:xfrm>
          <a:prstGeom prst="line">
            <a:avLst/>
          </a:prstGeom>
          <a:ln w="10944">
            <a:solidFill>
              <a:srgbClr val="D2D6EF"/>
            </a:solidFill>
          </a:ln>
        </p:spPr>
      </p:cxnSp>
      <p:cxnSp>
        <p:nvCxnSpPr>
          <p:cNvPr id="12" name="Connector 11"/>
          <p:cNvCxnSpPr/>
          <p:nvPr/>
        </p:nvCxnSpPr>
        <p:spPr>
          <a:xfrm>
            <a:off x="1565280" y="1548000"/>
            <a:ext cx="35568" cy="35568"/>
          </a:xfrm>
          <a:prstGeom prst="line">
            <a:avLst/>
          </a:prstGeom>
          <a:ln w="10944">
            <a:solidFill>
              <a:srgbClr val="D2D6EF"/>
            </a:solidFill>
          </a:ln>
        </p:spPr>
      </p:cxnSp>
      <p:cxnSp>
        <p:nvCxnSpPr>
          <p:cNvPr id="13" name="Connector 12"/>
          <p:cNvCxnSpPr/>
          <p:nvPr/>
        </p:nvCxnSpPr>
        <p:spPr>
          <a:xfrm>
            <a:off x="1639152" y="1512432"/>
            <a:ext cx="35568" cy="35568"/>
          </a:xfrm>
          <a:prstGeom prst="line">
            <a:avLst/>
          </a:prstGeom>
          <a:ln w="10944">
            <a:solidFill>
              <a:srgbClr val="D2D6EF"/>
            </a:solidFill>
          </a:ln>
        </p:spPr>
      </p:cxnSp>
      <p:cxnSp>
        <p:nvCxnSpPr>
          <p:cNvPr id="14" name="Connector 13"/>
          <p:cNvCxnSpPr/>
          <p:nvPr/>
        </p:nvCxnSpPr>
        <p:spPr>
          <a:xfrm flipH="1">
            <a:off x="1639152" y="1548000"/>
            <a:ext cx="35568" cy="35568"/>
          </a:xfrm>
          <a:prstGeom prst="line">
            <a:avLst/>
          </a:prstGeom>
          <a:ln w="10944">
            <a:solidFill>
              <a:srgbClr val="D2D6EF"/>
            </a:solidFill>
          </a:ln>
        </p:spPr>
      </p:cxnSp>
      <p:cxnSp>
        <p:nvCxnSpPr>
          <p:cNvPr id="15" name="Connector 14"/>
          <p:cNvCxnSpPr/>
          <p:nvPr/>
        </p:nvCxnSpPr>
        <p:spPr>
          <a:xfrm flipH="1">
            <a:off x="1609056" y="1501488"/>
            <a:ext cx="21888" cy="93024"/>
          </a:xfrm>
          <a:prstGeom prst="line">
            <a:avLst/>
          </a:prstGeom>
          <a:ln w="9576">
            <a:solidFill>
              <a:srgbClr val="4D5481"/>
            </a:solidFill>
          </a:ln>
        </p:spPr>
      </p:cxn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8F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64800" cy="1800000"/>
          </a:xfrm>
          <a:prstGeom prst="rect">
            <a:avLst/>
          </a:prstGeom>
          <a:solidFill>
            <a:srgbClr val="915B3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텍스트"/>
          <p:cNvSpPr txBox="1"/>
          <p:nvPr/>
        </p:nvSpPr>
        <p:spPr>
          <a:xfrm>
            <a:off x="252000" y="432000"/>
            <a:ext cx="2016000" cy="25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465"/>
              </a:lnSpc>
            </a:pPr>
            <a:r>
              <a:rPr sz="1700" b="1">
                <a:solidFill>
                  <a:srgbClr val="1B2041"/>
                </a:solidFill>
                <a:latin typeface="바탕"/>
                <a:ea typeface="바탕"/>
              </a:rPr>
              <a:t>회사명 · 부서명</a:t>
            </a:r>
          </a:p>
        </p:txBody>
      </p:sp>
      <p:sp>
        <p:nvSpPr>
          <p:cNvPr id="4" name="텍스트"/>
          <p:cNvSpPr txBox="1"/>
          <p:nvPr/>
        </p:nvSpPr>
        <p:spPr>
          <a:xfrm>
            <a:off x="252000" y="878400"/>
            <a:ext cx="2016000" cy="54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232"/>
              </a:lnSpc>
            </a:pPr>
            <a:r>
              <a:rPr sz="850" b="0">
                <a:solidFill>
                  <a:srgbClr val="696C7F"/>
                </a:solidFill>
                <a:latin typeface="맑은 고딕"/>
                <a:ea typeface="맑은 고딕"/>
              </a:rPr>
              <a:t>가장 먼저 듣고 가장 나중에 말합니다</a:t>
            </a:r>
          </a:p>
        </p:txBody>
      </p:sp>
      <p:sp>
        <p:nvSpPr>
          <p:cNvPr id="5" name="Rectangle 4"/>
          <p:cNvSpPr/>
          <p:nvPr/>
        </p:nvSpPr>
        <p:spPr>
          <a:xfrm>
            <a:off x="2520000" y="1080000"/>
            <a:ext cx="504000" cy="504000"/>
          </a:xfrm>
          <a:prstGeom prst="rect">
            <a:avLst/>
          </a:prstGeom>
          <a:noFill/>
          <a:ln w="9000">
            <a:solidFill>
              <a:srgbClr val="915B3B"/>
            </a:solidFill>
            <a:prstDash val="dash"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텍스트"/>
          <p:cNvSpPr txBox="1"/>
          <p:nvPr/>
        </p:nvSpPr>
        <p:spPr>
          <a:xfrm>
            <a:off x="2520000" y="1080000"/>
            <a:ext cx="504000" cy="504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305"/>
              </a:lnSpc>
            </a:pPr>
            <a:r>
              <a:rPr sz="900" b="1">
                <a:solidFill>
                  <a:srgbClr val="696C7F"/>
                </a:solidFill>
                <a:latin typeface="맑은 고딕"/>
                <a:ea typeface="맑은 고딕"/>
              </a:rPr>
              <a:t>QR</a:t>
            </a:r>
          </a:p>
        </p:txBody>
      </p:sp>
      <p:sp>
        <p:nvSpPr>
          <p:cNvPr id="7" name="Rectangle 6"/>
          <p:cNvSpPr/>
          <p:nvPr/>
        </p:nvSpPr>
        <p:spPr>
          <a:xfrm>
            <a:off x="252000" y="763200"/>
            <a:ext cx="201600" cy="14400"/>
          </a:xfrm>
          <a:prstGeom prst="rect">
            <a:avLst/>
          </a:prstGeom>
          <a:solidFill>
            <a:srgbClr val="915B3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8" name="Connector 7"/>
          <p:cNvCxnSpPr/>
          <p:nvPr/>
        </p:nvCxnSpPr>
        <p:spPr>
          <a:xfrm flipH="1">
            <a:off x="2642400" y="347760"/>
            <a:ext cx="84240" cy="84240"/>
          </a:xfrm>
          <a:prstGeom prst="line">
            <a:avLst/>
          </a:prstGeom>
          <a:ln w="25920">
            <a:solidFill>
              <a:srgbClr val="915B3B"/>
            </a:solidFill>
          </a:ln>
        </p:spPr>
      </p:cxnSp>
      <p:cxnSp>
        <p:nvCxnSpPr>
          <p:cNvPr id="9" name="Connector 8"/>
          <p:cNvCxnSpPr/>
          <p:nvPr/>
        </p:nvCxnSpPr>
        <p:spPr>
          <a:xfrm>
            <a:off x="2642400" y="432000"/>
            <a:ext cx="84240" cy="84240"/>
          </a:xfrm>
          <a:prstGeom prst="line">
            <a:avLst/>
          </a:prstGeom>
          <a:ln w="25920">
            <a:solidFill>
              <a:srgbClr val="915B3B"/>
            </a:solidFill>
          </a:ln>
        </p:spPr>
      </p:cxnSp>
      <p:cxnSp>
        <p:nvCxnSpPr>
          <p:cNvPr id="10" name="Connector 9"/>
          <p:cNvCxnSpPr/>
          <p:nvPr/>
        </p:nvCxnSpPr>
        <p:spPr>
          <a:xfrm>
            <a:off x="2817360" y="347760"/>
            <a:ext cx="84240" cy="84240"/>
          </a:xfrm>
          <a:prstGeom prst="line">
            <a:avLst/>
          </a:prstGeom>
          <a:ln w="25920">
            <a:solidFill>
              <a:srgbClr val="915B3B"/>
            </a:solidFill>
          </a:ln>
        </p:spPr>
      </p:cxnSp>
      <p:cxnSp>
        <p:nvCxnSpPr>
          <p:cNvPr id="11" name="Connector 10"/>
          <p:cNvCxnSpPr/>
          <p:nvPr/>
        </p:nvCxnSpPr>
        <p:spPr>
          <a:xfrm flipH="1">
            <a:off x="2817360" y="432000"/>
            <a:ext cx="84240" cy="84240"/>
          </a:xfrm>
          <a:prstGeom prst="line">
            <a:avLst/>
          </a:prstGeom>
          <a:ln w="25920">
            <a:solidFill>
              <a:srgbClr val="915B3B"/>
            </a:solidFill>
          </a:ln>
        </p:spPr>
      </p:cxnSp>
      <p:cxnSp>
        <p:nvCxnSpPr>
          <p:cNvPr id="12" name="Connector 11"/>
          <p:cNvCxnSpPr/>
          <p:nvPr/>
        </p:nvCxnSpPr>
        <p:spPr>
          <a:xfrm flipH="1">
            <a:off x="2746080" y="321840"/>
            <a:ext cx="51840" cy="220320"/>
          </a:xfrm>
          <a:prstGeom prst="line">
            <a:avLst/>
          </a:prstGeom>
          <a:ln w="22680">
            <a:solidFill>
              <a:srgbClr val="E0D1C8"/>
            </a:solidFill>
          </a:ln>
        </p:spPr>
      </p:cxn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인사팀 책임 명함 서식</dc:title>
  <dc:subject>편집용 명함 서식</dc:subject>
  <dc:creator>우체국보험 상담 안내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