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8A7A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가장 먼저 듣고 가장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나중에 말합니다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