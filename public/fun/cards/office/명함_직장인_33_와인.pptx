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7A22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7A2237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하OO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개발팀 선임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7A2237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864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4A3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CFC5C0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CFC5C0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CFC5C0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CFC5C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CFC5C0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CFC5C0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CFC5C0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CFC5C0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CFC5C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BCAE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FC5C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재무 · 회계  ·  계약 관리  ·  제휴 문의  ·  품질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8E756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8E7569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개발팀 선임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