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223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7A223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4A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FC5C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FC5C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FC5C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재무 · 회계  ·  계약 관리  ·  제휴 문의  ·  품질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8E756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8E756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