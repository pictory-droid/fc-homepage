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4A4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4A4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서비스 기획  ·  운영 지원  ·  품질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