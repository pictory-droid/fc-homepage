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80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80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B2230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80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809A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05C55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05C5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477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6C8A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6C8A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D4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D4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9E1EA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9E1EA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