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216000"/>
            <a:ext cx="684000" cy="1368000"/>
          </a:xfrm>
          <a:custGeom>
            <a:avLst/>
            <a:gdLst/>
            <a:ahLst/>
            <a:cxnLst/>
            <a:rect l="l" t="t" r="r" b="b"/>
            <a:pathLst>
              <a:path w="684000" h="1368000">
                <a:moveTo>
                  <a:pt x="0" y="0"/>
                </a:moveTo>
                <a:lnTo>
                  <a:pt x="71497" y="3747"/>
                </a:lnTo>
                <a:lnTo>
                  <a:pt x="142212" y="14947"/>
                </a:lnTo>
                <a:lnTo>
                  <a:pt x="211368" y="33477"/>
                </a:lnTo>
                <a:lnTo>
                  <a:pt x="278208" y="59135"/>
                </a:lnTo>
                <a:lnTo>
                  <a:pt x="342000" y="91639"/>
                </a:lnTo>
                <a:lnTo>
                  <a:pt x="402045" y="130632"/>
                </a:lnTo>
                <a:lnTo>
                  <a:pt x="457685" y="175689"/>
                </a:lnTo>
                <a:lnTo>
                  <a:pt x="508311" y="226315"/>
                </a:lnTo>
                <a:lnTo>
                  <a:pt x="553368" y="281955"/>
                </a:lnTo>
                <a:lnTo>
                  <a:pt x="592361" y="342000"/>
                </a:lnTo>
                <a:lnTo>
                  <a:pt x="624865" y="405792"/>
                </a:lnTo>
                <a:lnTo>
                  <a:pt x="650523" y="472632"/>
                </a:lnTo>
                <a:lnTo>
                  <a:pt x="669053" y="541788"/>
                </a:lnTo>
                <a:lnTo>
                  <a:pt x="680253" y="612503"/>
                </a:lnTo>
                <a:lnTo>
                  <a:pt x="684000" y="684000"/>
                </a:lnTo>
                <a:lnTo>
                  <a:pt x="680253" y="755497"/>
                </a:lnTo>
                <a:lnTo>
                  <a:pt x="669053" y="826212"/>
                </a:lnTo>
                <a:lnTo>
                  <a:pt x="650523" y="895368"/>
                </a:lnTo>
                <a:lnTo>
                  <a:pt x="624865" y="962208"/>
                </a:lnTo>
                <a:lnTo>
                  <a:pt x="592361" y="1026000"/>
                </a:lnTo>
                <a:lnTo>
                  <a:pt x="553368" y="1086045"/>
                </a:lnTo>
                <a:lnTo>
                  <a:pt x="508311" y="1141685"/>
                </a:lnTo>
                <a:lnTo>
                  <a:pt x="457685" y="1192311"/>
                </a:lnTo>
                <a:lnTo>
                  <a:pt x="402045" y="1237368"/>
                </a:lnTo>
                <a:lnTo>
                  <a:pt x="342000" y="1276361"/>
                </a:lnTo>
                <a:lnTo>
                  <a:pt x="278208" y="1308865"/>
                </a:lnTo>
                <a:lnTo>
                  <a:pt x="211368" y="1334523"/>
                </a:lnTo>
                <a:lnTo>
                  <a:pt x="142212" y="1353053"/>
                </a:lnTo>
                <a:lnTo>
                  <a:pt x="71497" y="1364253"/>
                </a:lnTo>
                <a:lnTo>
                  <a:pt x="0" y="1368000"/>
                </a:lnTo>
                <a:close/>
              </a:path>
            </a:pathLst>
          </a:cu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432000" y="468000"/>
            <a:ext cx="864000" cy="86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252000" y="648000"/>
            <a:ext cx="504000" cy="504000"/>
          </a:xfrm>
          <a:prstGeom prst="ellipse">
            <a:avLst/>
          </a:prstGeom>
          <a:noFill/>
          <a:ln w="432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86400" y="612000"/>
            <a:ext cx="3240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450"/>
              </a:lnSpc>
            </a:pPr>
            <a:r>
              <a:rPr sz="1000" b="1">
                <a:solidFill>
                  <a:srgbClr val="12151C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252000"/>
            <a:ext cx="18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16000" y="4248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1116000" y="648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임건우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16000" y="900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연구소 연구원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16000" y="1267200"/>
            <a:ext cx="1872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116000" y="1357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47200" y="1346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116000" y="1479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47200" y="14688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116000" y="160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1447200" y="1591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CD9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288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402C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4248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720000" y="4752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영업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6912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720000" y="7416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마케팅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9576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720000" y="10080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개발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1224000"/>
            <a:ext cx="5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175"/>
              </a:lnSpc>
            </a:pPr>
            <a:r>
              <a:rPr sz="1500" b="1">
                <a:solidFill>
                  <a:srgbClr val="12151C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720000" y="1274400"/>
            <a:ext cx="151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1">
                <a:solidFill>
                  <a:srgbClr val="12151C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232000" y="424800"/>
            <a:ext cx="0" cy="1087200"/>
          </a:xfrm>
          <a:prstGeom prst="line">
            <a:avLst/>
          </a:prstGeom>
          <a:ln w="3600">
            <a:solidFill>
              <a:srgbClr val="358B4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376000" y="4248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5400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09:30 – 18:30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376000" y="900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F402C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376000" y="10152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2376000" y="1440000"/>
            <a:ext cx="6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1F402C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연구소 연구원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