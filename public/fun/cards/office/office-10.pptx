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CC334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CC334D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CC334D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CC334D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CC334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CC334D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CC334D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CC334D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CC334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CC334D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CC334D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CC334D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CC334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CC334D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CC334D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CC334D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CC334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CC334D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CC334D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CC334D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8626B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A1F2E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C334D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02240" y="1069920"/>
            <a:ext cx="155520" cy="15552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2560" y="1222560"/>
            <a:ext cx="74880" cy="46080"/>
          </a:xfrm>
          <a:prstGeom prst="roundRect">
            <a:avLst>
              <a:gd name="adj" fmla="val 18750"/>
            </a:avLst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54080" y="1277280"/>
            <a:ext cx="51840" cy="25920"/>
          </a:xfrm>
          <a:prstGeom prst="roundRect">
            <a:avLst>
              <a:gd name="adj" fmla="val 33333"/>
            </a:avLst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B5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B5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72A3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약속한 날짜에 도착합니다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E9CBD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