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35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약속한 날짜에 도착합니다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1F402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