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F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AD7C29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2F5D4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2F5D45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2F5D4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1E322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948804" cy="158400"/>
          </a:xfrm>
          <a:prstGeom prst="roundRect">
            <a:avLst>
              <a:gd name="adj" fmla="val 50000"/>
            </a:avLst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9488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7B62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7B62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09:30 – 18:30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