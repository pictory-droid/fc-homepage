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1D7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일상의 업무에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마음을 더합니다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