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E828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2151C"/>
                </a:solidFill>
                <a:latin typeface="맑은 고딕"/>
                <a:ea typeface="맑은 고딕"/>
              </a:rPr>
              <a:t>마케팅  ·  재무 · 회계  ·  인사 · 총무  ·  운영 지원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