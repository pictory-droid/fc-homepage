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3F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CFBCB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Rectangle 3"/>
          <p:cNvSpPr/>
          <p:nvPr/>
        </p:nvSpPr>
        <p:spPr>
          <a:xfrm>
            <a:off x="376992" y="430704"/>
            <a:ext cx="38016" cy="218592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376992" y="430704"/>
            <a:ext cx="38016" cy="218592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376992" y="430704"/>
            <a:ext cx="38016" cy="218592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376992" y="430704"/>
            <a:ext cx="38016" cy="218592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9472" y="473472"/>
            <a:ext cx="133056" cy="133056"/>
          </a:xfrm>
          <a:prstGeom prst="ellipse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7488" y="511488"/>
            <a:ext cx="57024" cy="57024"/>
          </a:xfrm>
          <a:prstGeom prst="ellipse">
            <a:avLst/>
          </a:prstGeom>
          <a:solidFill>
            <a:srgbClr val="8B5E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4DBCD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DBC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DBC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DBC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B91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92713"/>
                </a:solidFill>
                <a:latin typeface="맑은 고딕"/>
                <a:ea typeface="맑은 고딕"/>
              </a:rPr>
              <a:t>일상의 업무에 마음을 더합니다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B9185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06A5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5600" y="241200"/>
            <a:ext cx="28800" cy="1656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1605600" y="241200"/>
            <a:ext cx="28800" cy="1656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5400000">
            <a:off x="1605600" y="241200"/>
            <a:ext cx="28800" cy="1656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8100000">
            <a:off x="1605600" y="241200"/>
            <a:ext cx="28800" cy="165600"/>
          </a:xfrm>
          <a:prstGeom prst="rect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600" y="273600"/>
            <a:ext cx="100800" cy="100800"/>
          </a:xfrm>
          <a:prstGeom prst="ellipse">
            <a:avLst/>
          </a:prstGeom>
          <a:solidFill>
            <a:srgbClr val="3B9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8400" y="302400"/>
            <a:ext cx="43200" cy="43200"/>
          </a:xfrm>
          <a:prstGeom prst="ellipse">
            <a:avLst/>
          </a:prstGeom>
          <a:solidFill>
            <a:srgbClr val="C8E0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