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마케팅  ·  재무 · 회계  ·  인사 · 총무  ·  운영 지원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