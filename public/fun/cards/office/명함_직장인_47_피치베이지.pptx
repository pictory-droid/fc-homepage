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D8855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1F7A80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F7E7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1F7A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5554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F7E7D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555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A5CAC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6E2D7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A5CAC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품질 관리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CEE2E3"/>
                </a:solidFill>
                <a:latin typeface="맑은 고딕"/>
                <a:ea typeface="맑은 고딕"/>
              </a:rPr>
              <a:t>전화 · 메일 문의   ·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