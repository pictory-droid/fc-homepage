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E2D1FD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E2D1F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E2D1F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985BF7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함께 성장하는 동료입니다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