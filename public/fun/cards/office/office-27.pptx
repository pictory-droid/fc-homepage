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5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10800">
            <a:solidFill>
              <a:srgbClr val="D7B06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44000" y="144000"/>
            <a:ext cx="2952000" cy="1512000"/>
          </a:xfrm>
          <a:prstGeom prst="rect">
            <a:avLst/>
          </a:prstGeom>
          <a:noFill/>
          <a:ln w="5400">
            <a:solidFill>
              <a:srgbClr val="886E3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 spc="400">
                <a:solidFill>
                  <a:srgbClr val="D7CEBD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360000" y="468000"/>
            <a:ext cx="2520000" cy="3136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755"/>
              </a:lnSpc>
            </a:pPr>
            <a:r>
              <a:rPr sz="1900" b="1" spc="50">
                <a:solidFill>
                  <a:srgbClr val="FFFFFF"/>
                </a:solidFill>
                <a:latin typeface="맑은 고딕"/>
                <a:ea typeface="맑은 고딕"/>
              </a:rPr>
              <a:t>하지안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360000" y="784800"/>
            <a:ext cx="252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>
                <a:solidFill>
                  <a:srgbClr val="E5CC98"/>
                </a:solidFill>
                <a:latin typeface="맑은 고딕"/>
                <a:ea typeface="맑은 고딕"/>
              </a:rPr>
              <a:t>인사팀 책임</a:t>
            </a:r>
          </a:p>
        </p:txBody>
      </p:sp>
      <p:sp>
        <p:nvSpPr>
          <p:cNvPr id="7" name="Rectangle 6"/>
          <p:cNvSpPr/>
          <p:nvPr/>
        </p:nvSpPr>
        <p:spPr>
          <a:xfrm>
            <a:off x="1530000" y="993600"/>
            <a:ext cx="180000" cy="10800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10872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2096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360000" y="1332000"/>
            <a:ext cx="252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0">
                <a:solidFill>
                  <a:srgbClr val="D7CEB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609056" y="1485072"/>
            <a:ext cx="21888" cy="125856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1609056" y="1485072"/>
            <a:ext cx="21888" cy="125856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5400000">
            <a:off x="1609056" y="1485072"/>
            <a:ext cx="21888" cy="125856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8100000">
            <a:off x="1609056" y="1485072"/>
            <a:ext cx="21888" cy="125856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581696" y="1509696"/>
            <a:ext cx="76608" cy="76608"/>
          </a:xfrm>
          <a:prstGeom prst="ellipse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603584" y="1531584"/>
            <a:ext cx="32832" cy="32832"/>
          </a:xfrm>
          <a:prstGeom prst="ellipse">
            <a:avLst/>
          </a:prstGeom>
          <a:solidFill>
            <a:srgbClr val="886E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152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68800" y="651600"/>
            <a:ext cx="86400" cy="4968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568800" y="651600"/>
            <a:ext cx="86400" cy="4968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5400000">
            <a:off x="568800" y="651600"/>
            <a:ext cx="86400" cy="4968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8100000">
            <a:off x="568800" y="651600"/>
            <a:ext cx="86400" cy="4968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460800" y="748800"/>
            <a:ext cx="302400" cy="302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47200" y="835200"/>
            <a:ext cx="129600" cy="129600"/>
          </a:xfrm>
          <a:prstGeom prst="ellipse">
            <a:avLst/>
          </a:prstGeom>
          <a:solidFill>
            <a:srgbClr val="CFCFC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40000" y="432000"/>
            <a:ext cx="1584000" cy="79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함께 성장하는</a:t>
            </a:r>
          </a:p>
          <a:p>
            <a:pPr algn="l">
              <a:lnSpc>
                <a:spcPts val="1667"/>
              </a:lnSpc>
            </a:pPr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동료입니다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40000" y="1317600"/>
            <a:ext cx="180000" cy="10800"/>
          </a:xfrm>
          <a:prstGeom prst="rect">
            <a:avLst/>
          </a:prstGeom>
          <a:solidFill>
            <a:srgbClr val="D7B06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1440000" y="1418400"/>
            <a:ext cx="1584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7CEBD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인사팀 책임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