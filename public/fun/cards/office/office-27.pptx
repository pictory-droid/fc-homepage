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2CF5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2D1FD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2D1FD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2D1FD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2D1FD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2D1FD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2D1FD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2D1FD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2D1FD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하지안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E2D1FD"/>
                </a:solidFill>
                <a:latin typeface="맑은 고딕"/>
                <a:ea typeface="맑은 고딕"/>
              </a:rPr>
              <a:t>인사팀 책임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FFFFF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E2D1FD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E2D1F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985B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영업 관리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운영 지원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평일 09:30 – 18:30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인사팀 책임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