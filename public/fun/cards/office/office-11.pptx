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3FBE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3FBE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3FBE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B728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제휴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A6E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