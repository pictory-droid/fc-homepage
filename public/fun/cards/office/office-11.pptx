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EBE0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80352" y="219024"/>
            <a:ext cx="55296" cy="317952"/>
          </a:xfrm>
          <a:prstGeom prst="rect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2780352" y="219024"/>
            <a:ext cx="55296" cy="317952"/>
          </a:xfrm>
          <a:prstGeom prst="rect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2780352" y="219024"/>
            <a:ext cx="55296" cy="317952"/>
          </a:xfrm>
          <a:prstGeom prst="rect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2780352" y="219024"/>
            <a:ext cx="55296" cy="317952"/>
          </a:xfrm>
          <a:prstGeom prst="rect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11232" y="281232"/>
            <a:ext cx="193536" cy="19353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66528" y="336528"/>
            <a:ext cx="82944" cy="82944"/>
          </a:xfrm>
          <a:prstGeom prst="ellipse">
            <a:avLst/>
          </a:prstGeom>
          <a:solidFill>
            <a:srgbClr val="EBE0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9648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73371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C56B3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C56B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7337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C56B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7337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C56B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7337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8800" y="651600"/>
            <a:ext cx="86400" cy="49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568800" y="651600"/>
            <a:ext cx="86400" cy="49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5400000">
            <a:off x="568800" y="651600"/>
            <a:ext cx="86400" cy="49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8100000">
            <a:off x="568800" y="651600"/>
            <a:ext cx="86400" cy="49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60800" y="748800"/>
            <a:ext cx="302400" cy="30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7200" y="835200"/>
            <a:ext cx="129600" cy="129600"/>
          </a:xfrm>
          <a:prstGeom prst="ellipse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573371"/>
                </a:solidFill>
                <a:latin typeface="바탕"/>
                <a:ea typeface="바탕"/>
              </a:rPr>
              <a:t>좋은 팀은 좋은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573371"/>
                </a:solidFill>
                <a:latin typeface="바탕"/>
                <a:ea typeface="바탕"/>
              </a:rPr>
              <a:t>대화에서 시작됩니다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A668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