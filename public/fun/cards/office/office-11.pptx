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016000" y="0"/>
            <a:ext cx="1224000" cy="1800000"/>
          </a:xfrm>
          <a:custGeom>
            <a:avLst/>
            <a:gdLst/>
            <a:ahLst/>
            <a:cxnLst/>
            <a:rect l="l" t="t" r="r" b="b"/>
            <a:pathLst>
              <a:path w="1224000" h="1800000">
                <a:moveTo>
                  <a:pt x="360000" y="0"/>
                </a:moveTo>
                <a:lnTo>
                  <a:pt x="1224000" y="0"/>
                </a:lnTo>
                <a:lnTo>
                  <a:pt x="1224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A6E2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1864800" y="0"/>
            <a:ext cx="460800" cy="1800000"/>
          </a:xfrm>
          <a:custGeom>
            <a:avLst/>
            <a:gdLst/>
            <a:ahLst/>
            <a:cxnLst/>
            <a:rect l="l" t="t" r="r" b="b"/>
            <a:pathLst>
              <a:path w="460800" h="1800000">
                <a:moveTo>
                  <a:pt x="360000" y="0"/>
                </a:moveTo>
                <a:lnTo>
                  <a:pt x="460800" y="0"/>
                </a:lnTo>
                <a:lnTo>
                  <a:pt x="1008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F3FB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23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B7280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1584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한소율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943200"/>
            <a:ext cx="1584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영업팀 대리</a:t>
            </a:r>
          </a:p>
        </p:txBody>
      </p:sp>
      <p:sp>
        <p:nvSpPr>
          <p:cNvPr id="7" name="Rectangle 6"/>
          <p:cNvSpPr/>
          <p:nvPr/>
        </p:nvSpPr>
        <p:spPr>
          <a:xfrm>
            <a:off x="252000" y="1195200"/>
            <a:ext cx="144000" cy="18000"/>
          </a:xfrm>
          <a:prstGeom prst="rect">
            <a:avLst/>
          </a:prstGeom>
          <a:solidFill>
            <a:srgbClr val="A6E2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132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583200" y="13176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458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583200" y="14472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52000" y="1587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83200" y="15768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A6E2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412000" y="972000"/>
            <a:ext cx="828000" cy="828000"/>
          </a:xfrm>
          <a:custGeom>
            <a:avLst/>
            <a:gdLst/>
            <a:ahLst/>
            <a:cxnLst/>
            <a:rect l="l" t="t" r="r" b="b"/>
            <a:pathLst>
              <a:path w="828000" h="828000">
                <a:moveTo>
                  <a:pt x="828000" y="828000"/>
                </a:moveTo>
                <a:lnTo>
                  <a:pt x="0" y="828000"/>
                </a:lnTo>
                <a:lnTo>
                  <a:pt x="1773" y="773846"/>
                </a:lnTo>
                <a:lnTo>
                  <a:pt x="7084" y="719924"/>
                </a:lnTo>
                <a:lnTo>
                  <a:pt x="15910" y="666465"/>
                </a:lnTo>
                <a:lnTo>
                  <a:pt x="28213" y="613698"/>
                </a:lnTo>
                <a:lnTo>
                  <a:pt x="43942" y="561848"/>
                </a:lnTo>
                <a:lnTo>
                  <a:pt x="63028" y="511138"/>
                </a:lnTo>
                <a:lnTo>
                  <a:pt x="85389" y="461785"/>
                </a:lnTo>
                <a:lnTo>
                  <a:pt x="110931" y="414000"/>
                </a:lnTo>
                <a:lnTo>
                  <a:pt x="139543" y="367988"/>
                </a:lnTo>
                <a:lnTo>
                  <a:pt x="171103" y="323946"/>
                </a:lnTo>
                <a:lnTo>
                  <a:pt x="205477" y="282062"/>
                </a:lnTo>
                <a:lnTo>
                  <a:pt x="242516" y="242516"/>
                </a:lnTo>
                <a:lnTo>
                  <a:pt x="282062" y="205477"/>
                </a:lnTo>
                <a:lnTo>
                  <a:pt x="323946" y="171103"/>
                </a:lnTo>
                <a:lnTo>
                  <a:pt x="367988" y="139543"/>
                </a:lnTo>
                <a:lnTo>
                  <a:pt x="414000" y="110931"/>
                </a:lnTo>
                <a:lnTo>
                  <a:pt x="461785" y="85389"/>
                </a:lnTo>
                <a:lnTo>
                  <a:pt x="511138" y="63028"/>
                </a:lnTo>
                <a:lnTo>
                  <a:pt x="561848" y="43942"/>
                </a:lnTo>
                <a:lnTo>
                  <a:pt x="613698" y="28213"/>
                </a:lnTo>
                <a:lnTo>
                  <a:pt x="666465" y="15910"/>
                </a:lnTo>
                <a:lnTo>
                  <a:pt x="719924" y="7084"/>
                </a:lnTo>
                <a:lnTo>
                  <a:pt x="773846" y="1773"/>
                </a:lnTo>
                <a:lnTo>
                  <a:pt x="828000" y="0"/>
                </a:lnTo>
                <a:close/>
              </a:path>
            </a:pathLst>
          </a:custGeom>
          <a:solidFill>
            <a:srgbClr val="BAE85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432000"/>
            <a:ext cx="2304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84"/>
              </a:lnSpc>
            </a:pPr>
            <a:r>
              <a:rPr sz="1300" b="1">
                <a:solidFill>
                  <a:srgbClr val="12151C"/>
                </a:solidFill>
                <a:latin typeface="맑은 고딕"/>
                <a:ea typeface="맑은 고딕"/>
              </a:rPr>
              <a:t>좋은 팀은 좋은</a:t>
            </a:r>
          </a:p>
          <a:p>
            <a:pPr algn="l">
              <a:lnSpc>
                <a:spcPts val="1884"/>
              </a:lnSpc>
            </a:pPr>
            <a:r>
              <a:rPr sz="1300" b="1">
                <a:solidFill>
                  <a:srgbClr val="12151C"/>
                </a:solidFill>
                <a:latin typeface="맑은 고딕"/>
                <a:ea typeface="맑은 고딕"/>
              </a:rPr>
              <a:t>대화에서 시작됩니다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476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12151C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영업팀 대리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