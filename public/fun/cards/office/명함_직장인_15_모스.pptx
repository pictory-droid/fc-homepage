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797BD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6B8F6E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6B8F6E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6B8F6E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36474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779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1864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7D3E4"/>
          </a:solidFill>
          <a:ln w="3600">
            <a:solidFill>
              <a:srgbClr val="BE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7D3E4"/>
          </a:solidFill>
          <a:ln w="3600">
            <a:solidFill>
              <a:srgbClr val="BE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7D3E4"/>
          </a:solidFill>
          <a:ln w="3600">
            <a:solidFill>
              <a:srgbClr val="BE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7D3E4"/>
          </a:solidFill>
          <a:ln w="3600">
            <a:solidFill>
              <a:srgbClr val="BE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사전 연락 후 방문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