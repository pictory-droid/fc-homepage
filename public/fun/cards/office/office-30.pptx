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C5786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C57865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C57865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C57865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C5786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C57865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C57865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C57865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C5786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C57865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C57865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C57865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C5786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C57865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C57865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C57865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C57865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C57865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C57865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C57865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7546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6B2A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E8C7C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E8C7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6960" y="1055520"/>
            <a:ext cx="46080" cy="26496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700000">
            <a:off x="2856960" y="1055520"/>
            <a:ext cx="46080" cy="26496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5400000">
            <a:off x="2856960" y="1055520"/>
            <a:ext cx="46080" cy="26496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8100000">
            <a:off x="2856960" y="1055520"/>
            <a:ext cx="46080" cy="26496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99360" y="1107360"/>
            <a:ext cx="161280" cy="161280"/>
          </a:xfrm>
          <a:prstGeom prst="ellipse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45440" y="1153440"/>
            <a:ext cx="69120" cy="69120"/>
          </a:xfrm>
          <a:prstGeom prst="ellipse">
            <a:avLst/>
          </a:prstGeom>
          <a:solidFill>
            <a:srgbClr val="7546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23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C578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내가 맡은 일에 마침표를 찍습니다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C57865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C6B2A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5600" y="241200"/>
            <a:ext cx="28800" cy="1656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1605600" y="241200"/>
            <a:ext cx="28800" cy="1656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5400000">
            <a:off x="1605600" y="241200"/>
            <a:ext cx="28800" cy="1656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8100000">
            <a:off x="1605600" y="241200"/>
            <a:ext cx="28800" cy="165600"/>
          </a:xfrm>
          <a:prstGeom prst="rect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69600" y="273600"/>
            <a:ext cx="100800" cy="100800"/>
          </a:xfrm>
          <a:prstGeom prst="ellipse">
            <a:avLst/>
          </a:prstGeom>
          <a:solidFill>
            <a:srgbClr val="C578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8400" y="302400"/>
            <a:ext cx="43200" cy="43200"/>
          </a:xfrm>
          <a:prstGeom prst="ellipse">
            <a:avLst/>
          </a:prstGeom>
          <a:solidFill>
            <a:srgbClr val="7546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