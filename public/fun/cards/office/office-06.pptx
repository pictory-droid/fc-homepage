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12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168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5696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656000" y="15696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2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0E3B4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0E3B4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듣고, 정리하고,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해결합니다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E3B4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