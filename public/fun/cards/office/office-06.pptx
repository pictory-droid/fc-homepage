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497D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848320" y="249840"/>
            <a:ext cx="63360" cy="364320"/>
          </a:xfrm>
          <a:prstGeom prst="rect">
            <a:avLst/>
          </a:prstGeom>
          <a:solidFill>
            <a:srgbClr val="497D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2848320" y="249840"/>
            <a:ext cx="63360" cy="364320"/>
          </a:xfrm>
          <a:prstGeom prst="rect">
            <a:avLst/>
          </a:prstGeom>
          <a:solidFill>
            <a:srgbClr val="497D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5400000">
            <a:off x="2848320" y="249840"/>
            <a:ext cx="63360" cy="364320"/>
          </a:xfrm>
          <a:prstGeom prst="rect">
            <a:avLst/>
          </a:prstGeom>
          <a:solidFill>
            <a:srgbClr val="497D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8100000">
            <a:off x="2848320" y="249840"/>
            <a:ext cx="63360" cy="364320"/>
          </a:xfrm>
          <a:prstGeom prst="rect">
            <a:avLst/>
          </a:prstGeom>
          <a:solidFill>
            <a:srgbClr val="497D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69120" y="321120"/>
            <a:ext cx="221760" cy="221760"/>
          </a:xfrm>
          <a:prstGeom prst="ellipse">
            <a:avLst/>
          </a:prstGeom>
          <a:solidFill>
            <a:srgbClr val="497D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832480" y="384480"/>
            <a:ext cx="95040" cy="95040"/>
          </a:xfrm>
          <a:prstGeom prst="ellipse">
            <a:avLst/>
          </a:prstGeom>
          <a:solidFill>
            <a:srgbClr val="D3E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16000" y="2304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29465B"/>
                </a:solidFill>
                <a:latin typeface="맑은 고딕"/>
                <a:ea typeface="맑은 고딕"/>
              </a:rPr>
              <a:t>강도윤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16000" y="525600"/>
            <a:ext cx="216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45779A"/>
                </a:solidFill>
                <a:latin typeface="맑은 고딕"/>
                <a:ea typeface="맑은 고딕"/>
              </a:rPr>
              <a:t>기획팀 매니저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16000" y="770400"/>
            <a:ext cx="216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63737E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6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1432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" y="1576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576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800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944000" y="1432800"/>
            <a:ext cx="118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465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10800">
            <a:solidFill>
              <a:srgbClr val="7CA1B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504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바탕"/>
                <a:ea typeface="바탕"/>
              </a:rPr>
              <a:t>듣고, 정리하고, 해결합니다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260000" y="1080000"/>
            <a:ext cx="684000" cy="0"/>
          </a:xfrm>
          <a:prstGeom prst="line">
            <a:avLst/>
          </a:prstGeom>
          <a:ln w="7200">
            <a:solidFill>
              <a:srgbClr val="7CA1BC"/>
            </a:solidFill>
          </a:ln>
        </p:spPr>
      </p:cxnSp>
      <p:sp>
        <p:nvSpPr>
          <p:cNvPr id="5" name="Oval 4"/>
          <p:cNvSpPr/>
          <p:nvPr/>
        </p:nvSpPr>
        <p:spPr>
          <a:xfrm>
            <a:off x="1594800" y="1054800"/>
            <a:ext cx="50400" cy="50400"/>
          </a:xfrm>
          <a:prstGeom prst="ellipse">
            <a:avLst/>
          </a:prstGeom>
          <a:solidFill>
            <a:srgbClr val="7CA1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24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B4BEC6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7" name="Rectangle 6"/>
          <p:cNvSpPr/>
          <p:nvPr/>
        </p:nvSpPr>
        <p:spPr>
          <a:xfrm>
            <a:off x="1605600" y="241200"/>
            <a:ext cx="28800" cy="165600"/>
          </a:xfrm>
          <a:prstGeom prst="rect">
            <a:avLst/>
          </a:prstGeom>
          <a:solidFill>
            <a:srgbClr val="7CA1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1605600" y="241200"/>
            <a:ext cx="28800" cy="165600"/>
          </a:xfrm>
          <a:prstGeom prst="rect">
            <a:avLst/>
          </a:prstGeom>
          <a:solidFill>
            <a:srgbClr val="7CA1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5400000">
            <a:off x="1605600" y="241200"/>
            <a:ext cx="28800" cy="165600"/>
          </a:xfrm>
          <a:prstGeom prst="rect">
            <a:avLst/>
          </a:prstGeom>
          <a:solidFill>
            <a:srgbClr val="7CA1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8100000">
            <a:off x="1605600" y="241200"/>
            <a:ext cx="28800" cy="165600"/>
          </a:xfrm>
          <a:prstGeom prst="rect">
            <a:avLst/>
          </a:prstGeom>
          <a:solidFill>
            <a:srgbClr val="7CA1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569600" y="273600"/>
            <a:ext cx="100800" cy="100800"/>
          </a:xfrm>
          <a:prstGeom prst="ellipse">
            <a:avLst/>
          </a:prstGeom>
          <a:solidFill>
            <a:srgbClr val="7CA1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598400" y="302400"/>
            <a:ext cx="43200" cy="43200"/>
          </a:xfrm>
          <a:prstGeom prst="ellipse">
            <a:avLst/>
          </a:prstGeom>
          <a:solidFill>
            <a:srgbClr val="4B647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기획팀 매니저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