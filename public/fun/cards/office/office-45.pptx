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DCDFE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9776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00D0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9776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경영지원팀 사원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도아린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B5C66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00D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0B5C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0B5C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005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0B5C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6005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운영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B8F2F6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C66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5C66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0B5C66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경영지원팀 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