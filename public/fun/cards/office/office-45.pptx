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30400"/>
            <a:ext cx="1115605" cy="180000"/>
          </a:xfrm>
          <a:prstGeom prst="roundRect">
            <a:avLst>
              <a:gd name="adj" fmla="val 50000"/>
            </a:avLst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30400"/>
            <a:ext cx="111560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경영지원팀 사원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5688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sz="2400" b="1">
                <a:solidFill>
                  <a:srgbClr val="12151C"/>
                </a:solidFill>
                <a:latin typeface="맑은 고딕"/>
                <a:ea typeface="맑은 고딕"/>
              </a:rPr>
              <a:t>도아린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993600"/>
            <a:ext cx="2160000" cy="152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209600"/>
            <a:ext cx="2736000" cy="0"/>
          </a:xfrm>
          <a:prstGeom prst="line">
            <a:avLst/>
          </a:prstGeom>
          <a:ln w="576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299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2888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292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4184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58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5480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1200" y="295200"/>
            <a:ext cx="417600" cy="417600"/>
          </a:xfrm>
          <a:prstGeom prst="ellipse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368000" y="324000"/>
            <a:ext cx="50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769"/>
              </a:lnSpc>
            </a:pPr>
            <a:r>
              <a:rPr sz="2600" b="1">
                <a:solidFill>
                  <a:srgbClr val="12151C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20800"/>
            <a:ext cx="2520000" cy="161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 spc="200">
                <a:solidFill>
                  <a:srgbClr val="12151C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051200"/>
            <a:ext cx="180000" cy="14400"/>
          </a:xfrm>
          <a:prstGeom prst="rect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40000" y="1188000"/>
            <a:ext cx="216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0B5C66"/>
                </a:solidFill>
                <a:latin typeface="맑은 고딕"/>
                <a:ea typeface="맑은 고딕"/>
              </a:rPr>
              <a:t>맡은 자리에서 빛나는 하루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경영지원팀 사원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