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8DD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E6E52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7C5D27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57882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5788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C5D2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7C5D27"/>
                </a:solidFill>
                <a:latin typeface="바탕"/>
                <a:ea typeface="바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7E6E52"/>
                </a:solidFill>
                <a:latin typeface="맑은 고딕"/>
                <a:ea typeface="맑은 고딕"/>
              </a:rPr>
              <a:t>맡은 자리에서 빛나는 하루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C496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E6E5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2642400" y="347760"/>
            <a:ext cx="84240" cy="84240"/>
          </a:xfrm>
          <a:prstGeom prst="line">
            <a:avLst/>
          </a:prstGeom>
          <a:ln w="25920">
            <a:solidFill>
              <a:srgbClr val="C4964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2642400" y="432000"/>
            <a:ext cx="84240" cy="84240"/>
          </a:xfrm>
          <a:prstGeom prst="line">
            <a:avLst/>
          </a:prstGeom>
          <a:ln w="25920">
            <a:solidFill>
              <a:srgbClr val="C49645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2817360" y="347760"/>
            <a:ext cx="84240" cy="84240"/>
          </a:xfrm>
          <a:prstGeom prst="line">
            <a:avLst/>
          </a:prstGeom>
          <a:ln w="25920">
            <a:solidFill>
              <a:srgbClr val="C4964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H="1">
            <a:off x="2817360" y="432000"/>
            <a:ext cx="84240" cy="84240"/>
          </a:xfrm>
          <a:prstGeom prst="line">
            <a:avLst/>
          </a:prstGeom>
          <a:ln w="25920">
            <a:solidFill>
              <a:srgbClr val="C4964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2746080" y="321840"/>
            <a:ext cx="51840" cy="220320"/>
          </a:xfrm>
          <a:prstGeom prst="line">
            <a:avLst/>
          </a:prstGeom>
          <a:ln w="22680">
            <a:solidFill>
              <a:srgbClr val="F6EDDD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