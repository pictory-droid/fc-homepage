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CEC4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4F2D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A1F3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CEC4CE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CEC4CE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CEC4CE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5C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8B6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6C83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A8B6C1"/>
                </a:solidFill>
                <a:latin typeface="바탕"/>
                <a:ea typeface="바탕"/>
              </a:rPr>
              <a:t>담당 업무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A8B6C1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영업 관리  ·  데이터 분석  ·  계약 관리  ·  제휴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A8B6C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1CBD3"/>
                </a:solidFill>
                <a:latin typeface="바탕"/>
                <a:ea typeface="바탕"/>
              </a:rPr>
              <a:t>평일 09:30 – 18:30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1CBD3"/>
                </a:solidFill>
                <a:latin typeface="바탕"/>
                <a:ea typeface="바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