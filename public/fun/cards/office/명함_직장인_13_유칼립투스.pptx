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67A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768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779768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753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30753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3793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83793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