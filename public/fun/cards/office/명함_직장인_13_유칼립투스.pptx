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467A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768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779768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7535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307535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3793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83793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