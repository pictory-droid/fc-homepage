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67A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753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30753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379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8379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