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3395B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3C4048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3C404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3C4048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948804" cy="158400"/>
          </a:xfrm>
          <a:prstGeom prst="roundRect">
            <a:avLst>
              <a:gd name="adj" fmla="val 50000"/>
            </a:avLst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948804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6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1CFD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8BCB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6C8E8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8BCB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6C8E8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A8BCB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6C8E8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1CFD0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1CFD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