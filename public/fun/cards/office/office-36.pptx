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85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37440" y="455760"/>
            <a:ext cx="79200" cy="142560"/>
          </a:xfrm>
          <a:prstGeom prst="roundRect">
            <a:avLst>
              <a:gd name="adj" fmla="val 1000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40400" y="376560"/>
            <a:ext cx="79200" cy="221760"/>
          </a:xfrm>
          <a:prstGeom prst="roundRect">
            <a:avLst>
              <a:gd name="adj" fmla="val 10000"/>
            </a:avLst>
          </a:prstGeom>
          <a:solidFill>
            <a:srgbClr val="6579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43360" y="281520"/>
            <a:ext cx="79200" cy="316800"/>
          </a:xfrm>
          <a:prstGeom prst="roundRect">
            <a:avLst>
              <a:gd name="adj" fmla="val 1000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705760" y="614160"/>
            <a:ext cx="348480" cy="0"/>
          </a:xfrm>
          <a:prstGeom prst="line">
            <a:avLst/>
          </a:prstGeom>
          <a:ln w="15840">
            <a:solidFill>
              <a:srgbClr val="65798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9E3E8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FD5D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7A5258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BF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7A525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314149"/>
                </a:solidFill>
                <a:latin typeface="바탕"/>
                <a:ea typeface="바탕"/>
              </a:rPr>
              <a:t>책임감은 습관이라고 믿습니다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C7477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