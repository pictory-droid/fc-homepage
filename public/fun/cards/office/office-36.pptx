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9E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FFBB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FFBB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FFBB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FFBB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FFBB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FFBB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FFBB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FFBB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FFBB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FFBB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FFBB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FFBB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FFBB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46332D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선은호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46332D"/>
                </a:solidFill>
                <a:latin typeface="맑은 고딕"/>
                <a:ea typeface="맑은 고딕"/>
              </a:rPr>
              <a:t>기획팀 매니저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9E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46332D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46332D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책임감은 습관이라고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믿습니다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46332D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기획팀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