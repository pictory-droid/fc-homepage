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9E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FFB1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332D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선은호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6332D"/>
                </a:solidFill>
                <a:latin typeface="맑은 고딕"/>
                <a:ea typeface="맑은 고딕"/>
              </a:rPr>
              <a:t>기획팀 매니저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32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46332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32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46332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32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9E6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12151C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6332D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12151C"/>
          </a:solidFill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F9E6B"/>
          </a:solidFill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디자인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F9E6B"/>
          </a:solidFill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FF9E6B"/>
          </a:solidFill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인사 · 총무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A0674B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32D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32D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46332D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46332D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기획팀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