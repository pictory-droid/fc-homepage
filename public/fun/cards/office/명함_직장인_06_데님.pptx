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강OO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기획팀 매니저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66B7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3E5C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5551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C8B297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8C9B5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C8B297"/>
          </a:solidFill>
          <a:ln w="5760">
            <a:solidFill>
              <a:srgbClr val="C8B2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855517"/>
          </a:solidFill>
          <a:ln w="5760">
            <a:solidFill>
              <a:srgbClr val="C8B2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855517"/>
          </a:solidFill>
          <a:ln w="5760">
            <a:solidFill>
              <a:srgbClr val="C8B2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855517"/>
          </a:solidFill>
          <a:ln w="5760">
            <a:solidFill>
              <a:srgbClr val="C8B2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제휴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A27E4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8C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8C9B5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D8C9B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D8C9B5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기획팀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