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BAE1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7076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30352" y="885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232" y="947232"/>
            <a:ext cx="193536" cy="193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528" y="1002528"/>
            <a:ext cx="82944" cy="82944"/>
          </a:xfrm>
          <a:prstGeom prst="ellipse">
            <a:avLst/>
          </a:prstGeom>
          <a:solidFill>
            <a:srgbClr val="A5B2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20304C"/>
                </a:solidFill>
                <a:latin typeface="맑은 고딕"/>
                <a:ea typeface="맑은 고딕"/>
              </a:rPr>
              <a:t>전화 · 메일 문의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