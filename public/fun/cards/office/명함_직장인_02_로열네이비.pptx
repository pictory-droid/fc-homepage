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B9C4D7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6979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B9C4D7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97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97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97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B4A82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평일 방문 상담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