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3C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F2CEF7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3" name="Oval 2"/>
          <p:cNvSpPr/>
          <p:nvPr/>
        </p:nvSpPr>
        <p:spPr>
          <a:xfrm>
            <a:off x="2955600" y="241200"/>
            <a:ext cx="64800" cy="64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고은채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800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F2CEF7"/>
                </a:solidFill>
                <a:latin typeface="맑은 고딕"/>
                <a:ea typeface="맑은 고딕"/>
              </a:rPr>
              <a:t>경영지원팀 사원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5760">
            <a:solidFill>
              <a:srgbClr val="DF8AE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411200"/>
            <a:ext cx="79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080000" y="1411200"/>
            <a:ext cx="90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52000" y="1411200"/>
            <a:ext cx="97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F2CEF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080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F2CEF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F2CEF7"/>
                </a:solidFill>
                <a:latin typeface="맑은 고딕"/>
                <a:ea typeface="맑은 고딕"/>
              </a:rPr>
              <a:t>ADDR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1200" y="295200"/>
            <a:ext cx="417600" cy="417600"/>
          </a:xfrm>
          <a:prstGeom prst="ellipse">
            <a:avLst/>
          </a:prstGeom>
          <a:solidFill>
            <a:srgbClr val="C93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368000" y="324000"/>
            <a:ext cx="504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769"/>
              </a:lnSpc>
            </a:pPr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20800"/>
            <a:ext cx="2520000" cy="1619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 spc="200">
                <a:solidFill>
                  <a:srgbClr val="FFFFFF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051200"/>
            <a:ext cx="180000" cy="14400"/>
          </a:xfrm>
          <a:prstGeom prst="rect">
            <a:avLst/>
          </a:prstGeom>
          <a:solidFill>
            <a:srgbClr val="C93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40000" y="11880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A3A9B5"/>
                </a:solidFill>
                <a:latin typeface="맑은 고딕"/>
                <a:ea typeface="맑은 고딕"/>
              </a:rPr>
              <a:t>일이 사람을 닮는다고 믿습니다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경영지원팀 사원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