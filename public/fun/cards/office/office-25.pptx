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905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CC8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D1B9C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EB5C9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CC8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EB5C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EB5C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EB5C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C8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90400" y="561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4000" y="489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7600" y="403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61600" y="705600"/>
            <a:ext cx="316800" cy="0"/>
          </a:xfrm>
          <a:prstGeom prst="line">
            <a:avLst/>
          </a:prstGeom>
          <a:ln w="144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일이 사람을 닮는다고 믿습니다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