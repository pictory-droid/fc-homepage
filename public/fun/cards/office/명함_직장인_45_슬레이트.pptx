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3F63A8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5E6B7C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5E6B7C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5E6B7C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5F667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948804" cy="158400"/>
          </a:xfrm>
          <a:prstGeom prst="roundRect">
            <a:avLst>
              <a:gd name="adj" fmla="val 50000"/>
            </a:avLst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948804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F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D5D8DD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2C1D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718CBF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2C1D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718CBF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2C1D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718CBF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D5DDEC"/>
                </a:solidFill>
                <a:latin typeface="맑은 고딕"/>
                <a:ea typeface="맑은 고딕"/>
              </a:rPr>
              <a:t>사전 연락 후 방문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5DDEC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