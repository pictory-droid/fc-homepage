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3F63A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5E6B7C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5E6B7C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5E6B7C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5D8DD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C1D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718CB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C1D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718CB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C1D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718CB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D5DDEC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5DDE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