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6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076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998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998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353A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5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5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5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6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53A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076C6F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0E353A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0E353A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