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6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252000" y="230400"/>
            <a:ext cx="899704" cy="180000"/>
          </a:xfrm>
          <a:prstGeom prst="roundRect">
            <a:avLst>
              <a:gd name="adj" fmla="val 50000"/>
            </a:avLst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252000" y="230400"/>
            <a:ext cx="899704" cy="180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1160"/>
              </a:lnSpc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</a:rPr>
              <a:t>개발팀 선임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252000" y="568800"/>
            <a:ext cx="2520000" cy="39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3479"/>
              </a:lnSpc>
            </a:pPr>
            <a:r>
              <a:rPr sz="2400" b="1">
                <a:solidFill>
                  <a:srgbClr val="12151C"/>
                </a:solidFill>
                <a:latin typeface="맑은 고딕"/>
                <a:ea typeface="맑은 고딕"/>
              </a:rPr>
              <a:t>표세진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993600"/>
            <a:ext cx="2160000" cy="1524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00" b="0">
                <a:solidFill>
                  <a:srgbClr val="0E353A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1209600"/>
            <a:ext cx="2736000" cy="0"/>
          </a:xfrm>
          <a:prstGeom prst="line">
            <a:avLst/>
          </a:prstGeom>
          <a:ln w="5760">
            <a:solidFill>
              <a:srgbClr val="076C6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252000" y="12996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353A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583200" y="12888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14292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353A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583200" y="14184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252000" y="1558800"/>
            <a:ext cx="3312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20">
                <a:solidFill>
                  <a:srgbClr val="0E353A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2" name="텍스트"/>
          <p:cNvSpPr txBox="1"/>
          <p:nvPr/>
        </p:nvSpPr>
        <p:spPr>
          <a:xfrm>
            <a:off x="583200" y="1548000"/>
            <a:ext cx="1512000" cy="1295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86"/>
              </a:lnSpc>
            </a:pPr>
            <a:r>
              <a:rPr sz="68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0A6A6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252000" y="540000"/>
            <a:ext cx="28800" cy="720000"/>
          </a:xfrm>
          <a:prstGeom prst="rect">
            <a:avLst/>
          </a:prstGeom>
          <a:solidFill>
            <a:srgbClr val="12151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텍스트"/>
          <p:cNvSpPr txBox="1"/>
          <p:nvPr/>
        </p:nvSpPr>
        <p:spPr>
          <a:xfrm>
            <a:off x="424800" y="612000"/>
            <a:ext cx="2160000" cy="648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사소한 일에서</a:t>
            </a:r>
          </a:p>
          <a:p>
            <a:pPr algn="l">
              <a:lnSpc>
                <a:spcPts val="1812"/>
              </a:lnSpc>
            </a:pPr>
            <a:r>
              <a:rPr sz="1250" b="1">
                <a:solidFill>
                  <a:srgbClr val="12151C"/>
                </a:solidFill>
                <a:latin typeface="맑은 고딕"/>
                <a:ea typeface="맑은 고딕"/>
              </a:rPr>
              <a:t>신뢰가 자랍니다</a:t>
            </a:r>
          </a:p>
        </p:txBody>
      </p:sp>
      <p:sp>
        <p:nvSpPr>
          <p:cNvPr id="4" name="텍스트"/>
          <p:cNvSpPr txBox="1"/>
          <p:nvPr/>
        </p:nvSpPr>
        <p:spPr>
          <a:xfrm>
            <a:off x="424800" y="1512000"/>
            <a:ext cx="1800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00">
                <a:solidFill>
                  <a:srgbClr val="0E353A"/>
                </a:solidFill>
                <a:latin typeface="맑은 고딕"/>
                <a:ea typeface="맑은 고딕"/>
              </a:rPr>
              <a:t>회사명 · 부서명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개발팀 선임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