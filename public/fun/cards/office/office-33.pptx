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746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19584" y="380736"/>
            <a:ext cx="69120" cy="124416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09440" y="311616"/>
            <a:ext cx="69120" cy="193536"/>
          </a:xfrm>
          <a:prstGeom prst="roundRect">
            <a:avLst>
              <a:gd name="adj" fmla="val 10000"/>
            </a:avLst>
          </a:prstGeom>
          <a:solidFill>
            <a:srgbClr val="C5C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99296" y="228672"/>
            <a:ext cx="69120" cy="276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691936" y="518976"/>
            <a:ext cx="304128" cy="0"/>
          </a:xfrm>
          <a:prstGeom prst="line">
            <a:avLst/>
          </a:prstGeom>
          <a:ln w="13824">
            <a:solidFill>
              <a:srgbClr val="C5C5C5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595959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95959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ABEB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BDCD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BDCD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BDCD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4785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90400" y="561600"/>
            <a:ext cx="72000" cy="129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84000" y="489600"/>
            <a:ext cx="72000" cy="201600"/>
          </a:xfrm>
          <a:prstGeom prst="roundRect">
            <a:avLst>
              <a:gd name="adj" fmla="val 10000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77600" y="403200"/>
            <a:ext cx="72000" cy="2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461600" y="705600"/>
            <a:ext cx="316800" cy="0"/>
          </a:xfrm>
          <a:prstGeom prst="line">
            <a:avLst/>
          </a:prstGeom>
          <a:ln w="14400">
            <a:solidFill>
              <a:srgbClr val="73737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사소한 일에서 신뢰가 자랍니다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