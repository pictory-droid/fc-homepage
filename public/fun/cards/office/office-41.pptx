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C8E0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83584" y="398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3440" y="329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C8E0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3296" y="246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655936" y="536976"/>
            <a:ext cx="304128" cy="0"/>
          </a:xfrm>
          <a:prstGeom prst="line">
            <a:avLst/>
          </a:prstGeom>
          <a:ln w="13824">
            <a:solidFill>
              <a:srgbClr val="C8E0D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E6C6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B2017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6A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B2017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B2017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B201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어려울 땐 먼저 손을 내밉니다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