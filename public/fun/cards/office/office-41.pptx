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304000" y="684000"/>
            <a:ext cx="432000" cy="432000"/>
          </a:xfrm>
          <a:prstGeom prst="ellipse">
            <a:avLst/>
          </a:prstGeom>
          <a:noFill/>
          <a:ln w="4320">
            <a:solidFill>
              <a:srgbClr val="DCDFE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124000" y="504000"/>
            <a:ext cx="792000" cy="792000"/>
          </a:xfrm>
          <a:prstGeom prst="ellipse">
            <a:avLst/>
          </a:prstGeom>
          <a:noFill/>
          <a:ln w="4320">
            <a:solidFill>
              <a:srgbClr val="DCDFE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980000" y="360000"/>
            <a:ext cx="1080000" cy="1080000"/>
          </a:xfrm>
          <a:prstGeom prst="ellipse">
            <a:avLst/>
          </a:prstGeom>
          <a:noFill/>
          <a:ln w="4320">
            <a:solidFill>
              <a:srgbClr val="DCDFE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72000" y="252000"/>
            <a:ext cx="1296000" cy="1296000"/>
          </a:xfrm>
          <a:prstGeom prst="ellipse">
            <a:avLst/>
          </a:prstGeom>
          <a:noFill/>
          <a:ln w="4320">
            <a:solidFill>
              <a:srgbClr val="9B7B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469600" y="849600"/>
            <a:ext cx="100800" cy="100800"/>
          </a:xfrm>
          <a:prstGeom prst="ellipse">
            <a:avLst/>
          </a:prstGeom>
          <a:solidFill>
            <a:srgbClr val="9B7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55600" y="421200"/>
            <a:ext cx="43200" cy="43200"/>
          </a:xfrm>
          <a:prstGeom prst="ellipse">
            <a:avLst/>
          </a:prstGeom>
          <a:solidFill>
            <a:srgbClr val="9B7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나윤서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영업팀 대리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2000" y="1080000"/>
            <a:ext cx="129600" cy="14400"/>
          </a:xfrm>
          <a:prstGeom prst="rect">
            <a:avLst/>
          </a:prstGeom>
          <a:solidFill>
            <a:srgbClr val="9B7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52000" y="121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20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42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83200" y="1332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472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83200" y="1461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2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463C72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9B7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53600"/>
            <a:ext cx="1512000" cy="0"/>
          </a:xfrm>
          <a:prstGeom prst="line">
            <a:avLst/>
          </a:prstGeom>
          <a:ln w="3600">
            <a:solidFill>
              <a:srgbClr val="E3DAFF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076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463C72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489600" y="496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영업 관리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640800"/>
            <a:ext cx="1512000" cy="0"/>
          </a:xfrm>
          <a:prstGeom prst="line">
            <a:avLst/>
          </a:prstGeom>
          <a:ln w="3600">
            <a:solidFill>
              <a:srgbClr val="E3DAFF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948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463C72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489600" y="6840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개발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828000"/>
            <a:ext cx="1512000" cy="0"/>
          </a:xfrm>
          <a:prstGeom prst="line">
            <a:avLst/>
          </a:prstGeom>
          <a:ln w="3600">
            <a:solidFill>
              <a:srgbClr val="E3DAFF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8820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463C72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489600" y="87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인사 · 총무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000" y="1015200"/>
            <a:ext cx="1512000" cy="0"/>
          </a:xfrm>
          <a:prstGeom prst="line">
            <a:avLst/>
          </a:prstGeom>
          <a:ln w="3600">
            <a:solidFill>
              <a:srgbClr val="E3DAFF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252000" y="10692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463C72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489600" y="105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품질 관리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2000" y="1202400"/>
            <a:ext cx="1512000" cy="0"/>
          </a:xfrm>
          <a:prstGeom prst="line">
            <a:avLst/>
          </a:prstGeom>
          <a:ln w="3600">
            <a:solidFill>
              <a:srgbClr val="E3DAFF"/>
            </a:solidFill>
          </a:ln>
        </p:spPr>
      </p:cxnSp>
      <p:sp>
        <p:nvSpPr>
          <p:cNvPr id="17" name="Rectangle 16"/>
          <p:cNvSpPr/>
          <p:nvPr/>
        </p:nvSpPr>
        <p:spPr>
          <a:xfrm>
            <a:off x="2088000" y="252000"/>
            <a:ext cx="900000" cy="1296000"/>
          </a:xfrm>
          <a:prstGeom prst="rect">
            <a:avLst/>
          </a:prstGeom>
          <a:solidFill>
            <a:srgbClr val="9B7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196000" y="360000"/>
            <a:ext cx="68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2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2196000" y="5040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12151C"/>
                </a:solidFill>
                <a:latin typeface="맑은 고딕"/>
                <a:ea typeface="맑은 고딕"/>
              </a:rPr>
              <a:t>평일 10:00 – 19:00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196000" y="770400"/>
            <a:ext cx="684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21" name="텍스트"/>
          <p:cNvSpPr txBox="1"/>
          <p:nvPr/>
        </p:nvSpPr>
        <p:spPr>
          <a:xfrm>
            <a:off x="2196000" y="849600"/>
            <a:ext cx="68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2196000" y="9576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12151C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19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80">
                <a:solidFill>
                  <a:srgbClr val="12151C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영업팀 대리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