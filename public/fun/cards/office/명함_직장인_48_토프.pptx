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F6D8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Rectangle 3"/>
          <p:cNvSpPr/>
          <p:nvPr/>
        </p:nvSpPr>
        <p:spPr>
          <a:xfrm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80320" y="861840"/>
            <a:ext cx="63360" cy="36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1120" y="933120"/>
            <a:ext cx="221760" cy="221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4480" y="996480"/>
            <a:ext cx="95040" cy="95040"/>
          </a:xfrm>
          <a:prstGeom prst="ellipse">
            <a:avLst/>
          </a:prstGeom>
          <a:solidFill>
            <a:srgbClr val="ABBEB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