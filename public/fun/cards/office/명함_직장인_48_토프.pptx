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2016000" cy="1800000"/>
          </a:xfrm>
          <a:custGeom>
            <a:avLst/>
            <a:gdLst/>
            <a:ahLst/>
            <a:cxnLst/>
            <a:rect l="l" t="t" r="r" b="b"/>
            <a:pathLst>
              <a:path w="2016000" h="1800000">
                <a:moveTo>
                  <a:pt x="0" y="0"/>
                </a:moveTo>
                <a:lnTo>
                  <a:pt x="2016000" y="0"/>
                </a:lnTo>
                <a:lnTo>
                  <a:pt x="1440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82746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440000" y="0"/>
            <a:ext cx="684000" cy="1800000"/>
          </a:xfrm>
          <a:custGeom>
            <a:avLst/>
            <a:gdLst/>
            <a:ahLst/>
            <a:cxnLst/>
            <a:rect l="l" t="t" r="r" b="b"/>
            <a:pathLst>
              <a:path w="684000" h="1800000">
                <a:moveTo>
                  <a:pt x="576000" y="0"/>
                </a:moveTo>
                <a:lnTo>
                  <a:pt x="684000" y="0"/>
                </a:lnTo>
                <a:lnTo>
                  <a:pt x="108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4F6D8F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368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1" spc="22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12000"/>
            <a:ext cx="14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FFFFFF"/>
                </a:solidFill>
                <a:latin typeface="맑은 고딕"/>
                <a:ea typeface="맑은 고딕"/>
              </a:rPr>
              <a:t>방OO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64000"/>
            <a:ext cx="144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FFFFFF">
                    <a:alpha val="85000"/>
                  </a:srgbClr>
                </a:solidFill>
                <a:latin typeface="맑은 고딕"/>
                <a:ea typeface="맑은 고딕"/>
              </a:rPr>
              <a:t>재무팀 차장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016000" y="1090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296800" y="1080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016000" y="1234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96800" y="1224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378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96800" y="1368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4000" cy="1800000"/>
          </a:xfrm>
          <a:prstGeom prst="rect">
            <a:avLst/>
          </a:prstGeom>
          <a:solidFill>
            <a:srgbClr val="577C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16000" y="252000"/>
            <a:ext cx="86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40">
                <a:solidFill>
                  <a:srgbClr val="FFFFFF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4" name="Rectangle 3"/>
          <p:cNvSpPr/>
          <p:nvPr/>
        </p:nvSpPr>
        <p:spPr>
          <a:xfrm>
            <a:off x="580320" y="861840"/>
            <a:ext cx="63360" cy="36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580320" y="861840"/>
            <a:ext cx="63360" cy="36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5400000">
            <a:off x="580320" y="861840"/>
            <a:ext cx="63360" cy="36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8100000">
            <a:off x="580320" y="861840"/>
            <a:ext cx="63360" cy="36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01120" y="933120"/>
            <a:ext cx="221760" cy="221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64480" y="996480"/>
            <a:ext cx="95040" cy="95040"/>
          </a:xfrm>
          <a:prstGeom prst="ellipse">
            <a:avLst/>
          </a:prstGeom>
          <a:solidFill>
            <a:srgbClr val="ABBE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216000" y="1512000"/>
            <a:ext cx="864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6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440000" y="324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서비스 기획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40000" y="547200"/>
            <a:ext cx="1584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440000" y="576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운영 지원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799200"/>
            <a:ext cx="1584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440000" y="828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품질 관리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440000" y="1051200"/>
            <a:ext cx="1584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440000" y="1512000"/>
            <a:ext cx="1584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평일 10:00 – 19:00   ·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재무팀 차장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