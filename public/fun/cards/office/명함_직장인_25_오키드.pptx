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3C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F8A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2CEF7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F8AEC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2CEF7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F8AE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2CEF7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2CEF7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2CEF7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2033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62033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47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7247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