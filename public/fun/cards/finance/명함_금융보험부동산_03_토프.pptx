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박OO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보험 상담사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F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322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2F5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E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E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159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E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5159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79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1E32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1479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4171D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C5D2C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322C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E322C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1E322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