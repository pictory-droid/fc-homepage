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7ABB4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박OO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A7ABB4"/>
                </a:solidFill>
                <a:latin typeface="맑은 고딕"/>
                <a:ea typeface="맑은 고딕"/>
              </a:rPr>
              <a:t>보험 상담사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10368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A7ABB4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339200"/>
            <a:ext cx="3240000" cy="460800"/>
          </a:xfrm>
          <a:prstGeom prst="rect">
            <a:avLst/>
          </a:prstGeom>
          <a:solidFill>
            <a:srgbClr val="8A7B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14760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0000"/>
                  </a:srgbClr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576800"/>
            <a:ext cx="9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88000" y="1476000"/>
            <a:ext cx="108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0000"/>
                  </a:srgbClr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88000" y="1576800"/>
            <a:ext cx="108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108800" y="1468800"/>
            <a:ext cx="0" cy="20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EF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1E322C"/>
                </a:solidFill>
                <a:latin typeface="맑은 고딕"/>
                <a:ea typeface="맑은 고딕"/>
              </a:rPr>
              <a:t>상담 분야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67200"/>
            <a:ext cx="108000" cy="14400"/>
          </a:xfrm>
          <a:prstGeom prst="rect">
            <a:avLst/>
          </a:prstGeom>
          <a:solidFill>
            <a:srgbClr val="2F5D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52000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1E322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4171D"/>
                </a:solidFill>
                <a:latin typeface="맑은 고딕"/>
                <a:ea typeface="맑은 고딕"/>
              </a:rPr>
              <a:t>연금 설계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83967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1E322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883967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4171D"/>
                </a:solidFill>
                <a:latin typeface="맑은 고딕"/>
                <a:ea typeface="맑은 고딕"/>
              </a:rPr>
              <a:t>세무 상담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15933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1E322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515933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4171D"/>
                </a:solidFill>
                <a:latin typeface="맑은 고딕"/>
                <a:ea typeface="맑은 고딕"/>
              </a:rPr>
              <a:t>청약 안내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47900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1E322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147900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4171D"/>
                </a:solidFill>
                <a:latin typeface="맑은 고딕"/>
                <a:ea typeface="맑은 고딕"/>
              </a:rPr>
              <a:t>증권 정리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C5D2CB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220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E322C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648000" y="14112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방문 · 전화 상담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5804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E322C"/>
                </a:solidFill>
                <a:latin typeface="맑은 고딕"/>
                <a:ea typeface="맑은 고딕"/>
              </a:rPr>
              <a:t>KAKAO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648000" y="15696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548000" y="1411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1E322C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상담사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