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56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980000" y="396000"/>
            <a:ext cx="1008000" cy="1008000"/>
          </a:xfrm>
          <a:prstGeom prst="ellipse">
            <a:avLst/>
          </a:prstGeom>
          <a:solidFill>
            <a:srgbClr val="6D77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64800" y="280800"/>
            <a:ext cx="1238400" cy="1238400"/>
          </a:xfrm>
          <a:prstGeom prst="ellipse">
            <a:avLst/>
          </a:prstGeom>
          <a:noFill/>
          <a:ln w="4320">
            <a:solidFill>
              <a:srgbClr val="7E87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315520" y="928080"/>
            <a:ext cx="93600" cy="168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37200" y="834480"/>
            <a:ext cx="93600" cy="262080"/>
          </a:xfrm>
          <a:prstGeom prst="roundRect">
            <a:avLst>
              <a:gd name="adj" fmla="val 10000"/>
            </a:avLst>
          </a:prstGeom>
          <a:solidFill>
            <a:srgbClr val="B6B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58880" y="722160"/>
            <a:ext cx="93600" cy="37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278080" y="1115280"/>
            <a:ext cx="411840" cy="0"/>
          </a:xfrm>
          <a:prstGeom prst="line">
            <a:avLst/>
          </a:prstGeom>
          <a:ln w="18720">
            <a:solidFill>
              <a:srgbClr val="B6BBC7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9CCD5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방OO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C9CCD5"/>
                </a:solidFill>
                <a:latin typeface="맑은 고딕"/>
                <a:ea typeface="맑은 고딕"/>
              </a:rPr>
              <a:t>투자 상담역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7E879C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9CCD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9CCD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9CCD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" y="432000"/>
            <a:ext cx="936000" cy="936000"/>
          </a:xfrm>
          <a:prstGeom prst="ellipse">
            <a:avLst/>
          </a:prstGeom>
          <a:solidFill>
            <a:srgbClr val="1D6F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324000"/>
            <a:ext cx="1152000" cy="1152000"/>
          </a:xfrm>
          <a:prstGeom prst="ellipse">
            <a:avLst/>
          </a:prstGeom>
          <a:noFill/>
          <a:ln w="4320">
            <a:solidFill>
              <a:srgbClr val="E6E4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0480" y="925920"/>
            <a:ext cx="86400" cy="155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2800" y="839520"/>
            <a:ext cx="86400" cy="241920"/>
          </a:xfrm>
          <a:prstGeom prst="roundRect">
            <a:avLst>
              <a:gd name="adj" fmla="val 10000"/>
            </a:avLst>
          </a:prstGeom>
          <a:solidFill>
            <a:srgbClr val="8EB7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5120" y="735840"/>
            <a:ext cx="86400" cy="345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385920" y="1098720"/>
            <a:ext cx="380160" cy="0"/>
          </a:xfrm>
          <a:prstGeom prst="line">
            <a:avLst/>
          </a:prstGeom>
          <a:ln w="17280">
            <a:solidFill>
              <a:srgbClr val="8EB7B9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36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66B73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482400"/>
            <a:ext cx="43200" cy="43200"/>
          </a:xfrm>
          <a:prstGeom prst="ellipse">
            <a:avLst/>
          </a:prstGeom>
          <a:solidFill>
            <a:srgbClr val="1D6F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476000" y="4248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보험 상담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705600"/>
            <a:ext cx="43200" cy="43200"/>
          </a:xfrm>
          <a:prstGeom prst="ellipse">
            <a:avLst/>
          </a:prstGeom>
          <a:solidFill>
            <a:srgbClr val="5D7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476000" y="648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가입 점검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928800"/>
            <a:ext cx="43200" cy="43200"/>
          </a:xfrm>
          <a:prstGeom prst="ellipse">
            <a:avLst/>
          </a:prstGeom>
          <a:solidFill>
            <a:srgbClr val="1D6F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476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청약 안내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1152000"/>
            <a:ext cx="43200" cy="43200"/>
          </a:xfrm>
          <a:prstGeom prst="ellipse">
            <a:avLst/>
          </a:prstGeom>
          <a:solidFill>
            <a:srgbClr val="5D7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1476000" y="1094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68000" y="1440000"/>
            <a:ext cx="165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1368000" y="1512000"/>
            <a:ext cx="165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66B73"/>
                </a:solidFill>
                <a:latin typeface="맑은 고딕"/>
                <a:ea typeface="맑은 고딕"/>
              </a:rPr>
              <a:t>평일 10:00 – 19:00  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투자 상담역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