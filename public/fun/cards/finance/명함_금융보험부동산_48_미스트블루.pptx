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6D77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7E879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B6B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B6BBC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CC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9CCD5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7E879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C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C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C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480" y="925920"/>
            <a:ext cx="86400" cy="15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2800" y="839520"/>
            <a:ext cx="86400" cy="241920"/>
          </a:xfrm>
          <a:prstGeom prst="roundRect">
            <a:avLst>
              <a:gd name="adj" fmla="val 10000"/>
            </a:avLst>
          </a:prstGeom>
          <a:solidFill>
            <a:srgbClr val="8EB7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5120" y="735840"/>
            <a:ext cx="86400" cy="34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5920" y="1098720"/>
            <a:ext cx="380160" cy="0"/>
          </a:xfrm>
          <a:prstGeom prst="line">
            <a:avLst/>
          </a:prstGeom>
          <a:ln w="17280">
            <a:solidFill>
              <a:srgbClr val="8EB7B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