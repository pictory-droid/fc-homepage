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26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46640" y="488160"/>
            <a:ext cx="342720" cy="453600"/>
          </a:xfrm>
          <a:custGeom>
            <a:avLst/>
            <a:gdLst/>
            <a:ahLst/>
            <a:cxnLst/>
            <a:rect l="l" t="t" r="r" b="b"/>
            <a:pathLst>
              <a:path w="342720" h="453600">
                <a:moveTo>
                  <a:pt x="0" y="50400"/>
                </a:moveTo>
                <a:lnTo>
                  <a:pt x="171360" y="0"/>
                </a:lnTo>
                <a:lnTo>
                  <a:pt x="342720" y="50400"/>
                </a:lnTo>
                <a:lnTo>
                  <a:pt x="342720" y="241920"/>
                </a:lnTo>
                <a:lnTo>
                  <a:pt x="171360" y="453600"/>
                </a:lnTo>
                <a:lnTo>
                  <a:pt x="0" y="241920"/>
                </a:lnTo>
                <a:close/>
              </a:path>
            </a:pathLst>
          </a:cu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647440" y="720000"/>
            <a:ext cx="55440" cy="60480"/>
          </a:xfrm>
          <a:prstGeom prst="line">
            <a:avLst/>
          </a:prstGeom>
          <a:ln w="35280">
            <a:solidFill>
              <a:srgbClr val="E8E8E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702880" y="659520"/>
            <a:ext cx="95760" cy="120960"/>
          </a:xfrm>
          <a:prstGeom prst="line">
            <a:avLst/>
          </a:prstGeom>
          <a:ln w="35280">
            <a:solidFill>
              <a:srgbClr val="E8E8E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66666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6EACB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6EAC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421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C0A662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5442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C0A6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물어보셔도 괜찮습니다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3BDA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