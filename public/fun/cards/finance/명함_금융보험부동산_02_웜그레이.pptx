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E6E4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E6E4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E6E4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7A726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7A72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7A72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이OO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66B73"/>
                </a:solidFill>
                <a:latin typeface="맑은 고딕"/>
                <a:ea typeface="맑은 고딕"/>
              </a:rPr>
              <a:t>공인중개사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7A72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7A9A8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14171D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14171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14171D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14171D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상담 분야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전세 상담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대출 안내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투자 상담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0080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청약 안내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440000" y="1166400"/>
            <a:ext cx="1548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46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A7ABB4"/>
                </a:solidFill>
                <a:latin typeface="맑은 고딕"/>
                <a:ea typeface="맑은 고딕"/>
              </a:rPr>
              <a:t>평일 09:00 – 18:00   |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공인중개사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