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87D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687D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8788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7885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7885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7885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7885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