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687D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282A2D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282A2D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282A2D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7ABB4"/>
                </a:solidFill>
                <a:latin typeface="맑은 고딕"/>
                <a:ea typeface="맑은 고딕"/>
              </a:rPr>
              <a:t>투자 상담역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687D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8788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878859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878859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대출 안내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87885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878859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4171D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68645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투자 상담역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