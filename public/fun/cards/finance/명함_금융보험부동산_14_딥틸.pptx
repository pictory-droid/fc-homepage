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1F7A8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A2A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A2A3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1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A2A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A2A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A2A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A2A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A2A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F7A8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7A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3BAC2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방문 · 전화 상담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