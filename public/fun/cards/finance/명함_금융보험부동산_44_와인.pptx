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1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EFCBD5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EFCBD5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FCBD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FCBD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EFCBD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D3718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E7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01429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0142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연금 설계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0142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투자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0142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50142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청약 안내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EABDC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B512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