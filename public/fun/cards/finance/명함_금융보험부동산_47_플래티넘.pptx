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E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2345E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천OO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BFC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1B2230"/>
                </a:solidFill>
                <a:latin typeface="맑은 고딕"/>
                <a:ea typeface="맑은 고딕"/>
              </a:rPr>
              <a:t>회계사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36B76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E7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D84A0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22345E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000" y="554400"/>
            <a:ext cx="144000" cy="14400"/>
          </a:xfrm>
          <a:prstGeom prst="rect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62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자산 관리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38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5F96B2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656000" y="554400"/>
            <a:ext cx="144000" cy="14400"/>
          </a:xfrm>
          <a:prstGeom prst="rect">
            <a:avLst/>
          </a:prstGeom>
          <a:solidFill>
            <a:srgbClr val="5F96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56000" y="62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세무 상담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92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5F96B2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94400"/>
            <a:ext cx="144000" cy="14400"/>
          </a:xfrm>
          <a:prstGeom prst="rect">
            <a:avLst/>
          </a:prstGeom>
          <a:solidFill>
            <a:srgbClr val="5F96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6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전세 상담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56000" y="92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22345E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56000" y="1094400"/>
            <a:ext cx="144000" cy="14400"/>
          </a:xfrm>
          <a:prstGeom prst="rect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656000" y="116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투자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D2840"/>
                </a:solidFill>
                <a:latin typeface="맑은 고딕"/>
                <a:ea typeface="맑은 고딕"/>
              </a:rPr>
              <a:t>온라인 상담 가능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회계사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