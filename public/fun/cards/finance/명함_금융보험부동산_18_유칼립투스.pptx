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78080" y="778320"/>
            <a:ext cx="187200" cy="187200"/>
          </a:xfrm>
          <a:prstGeom prst="ellipse">
            <a:avLst/>
          </a:prstGeom>
          <a:noFill/>
          <a:ln w="421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455920" y="871920"/>
            <a:ext cx="234000" cy="0"/>
          </a:xfrm>
          <a:prstGeom prst="line">
            <a:avLst/>
          </a:prstGeom>
          <a:ln w="4212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624400" y="871920"/>
            <a:ext cx="0" cy="84240"/>
          </a:xfrm>
          <a:prstGeom prst="line">
            <a:avLst/>
          </a:prstGeom>
          <a:ln w="37440">
            <a:solidFill>
              <a:srgbClr val="A7C4B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689920" y="871920"/>
            <a:ext cx="0" cy="102960"/>
          </a:xfrm>
          <a:prstGeom prst="line">
            <a:avLst/>
          </a:prstGeom>
          <a:ln w="37440">
            <a:solidFill>
              <a:srgbClr val="A7C4B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82A23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4171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4A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E3CCC4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4A2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E3CCC4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4A2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E3CCC4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4A2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E3CCC4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482A23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82A23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