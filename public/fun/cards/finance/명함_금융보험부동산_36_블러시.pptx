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D58B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D58B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D58B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D58B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D58B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977604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D58B9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977604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B2230"/>
                </a:solidFill>
                <a:latin typeface="맑은 고딕"/>
                <a:ea typeface="맑은 고딕"/>
              </a:rPr>
              <a:t>부동산 컨설턴트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차OO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8A7968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474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D0C9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9F0F1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D0C9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가입 점검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4013" y="612000"/>
            <a:ext cx="811458" cy="208800"/>
          </a:xfrm>
          <a:prstGeom prst="roundRect">
            <a:avLst>
              <a:gd name="adj" fmla="val 50000"/>
            </a:avLst>
          </a:prstGeom>
          <a:solidFill>
            <a:srgbClr val="EFD4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954013" y="612000"/>
            <a:ext cx="811458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상속 · 증여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30271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D0C9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830271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법인 상담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2000" y="892800"/>
            <a:ext cx="724335" cy="208800"/>
          </a:xfrm>
          <a:prstGeom prst="roundRect">
            <a:avLst>
              <a:gd name="adj" fmla="val 50000"/>
            </a:avLst>
          </a:prstGeom>
          <a:solidFill>
            <a:srgbClr val="EFD4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52000" y="892800"/>
            <a:ext cx="724335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E4E0DD"/>
                </a:solidFill>
                <a:latin typeface="맑은 고딕"/>
                <a:ea typeface="맑은 고딕"/>
              </a:rPr>
              <a:t>온라인 상담 가능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부동산 컨설턴트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