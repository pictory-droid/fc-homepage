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C0CDE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C0CDE6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C0CDE6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46F3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6978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97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A67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F63A8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968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A67C4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752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7632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A67C4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76000" y="7416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0296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A67C4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76000" y="10080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960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A67C4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12744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05C5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