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0CDE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0CDE6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0CDE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46F3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978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67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A67C4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A67C4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A67C4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A67C4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5C5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