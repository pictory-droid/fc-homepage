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985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9856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9856F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3F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E5D5F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E5D5FE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보험 상담  ·  매매 · 임대  ·  대출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