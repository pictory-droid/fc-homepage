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3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D0708A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960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B2230"/>
                </a:solidFill>
                <a:latin typeface="맑은 고딕"/>
                <a:ea typeface="맑은 고딕"/>
              </a:rPr>
              <a:t>안OO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0400"/>
            <a:ext cx="3240000" cy="331200"/>
          </a:xfrm>
          <a:prstGeom prst="rect">
            <a:avLst/>
          </a:prstGeom>
          <a:solidFill>
            <a:srgbClr val="1D76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770400"/>
            <a:ext cx="1440000" cy="33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 spc="120">
                <a:solidFill>
                  <a:srgbClr val="FFFFFF"/>
                </a:solidFill>
                <a:latin typeface="맑은 고딕"/>
                <a:ea typeface="맑은 고딕"/>
              </a:rPr>
              <a:t>회계사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548000" y="770400"/>
            <a:ext cx="1440000" cy="33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67200"/>
            <a:ext cx="2736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425600"/>
            <a:ext cx="2736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5F6672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D3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6400" y="194400"/>
            <a:ext cx="43200" cy="43200"/>
          </a:xfrm>
          <a:prstGeom prst="ellipse">
            <a:avLst/>
          </a:prstGeom>
          <a:solidFill>
            <a:srgbClr val="6C65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5400" y="369000"/>
            <a:ext cx="25200" cy="25200"/>
          </a:xfrm>
          <a:prstGeom prst="ellipse">
            <a:avLst/>
          </a:prstGeom>
          <a:solidFill>
            <a:srgbClr val="CAB3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5400" y="534600"/>
            <a:ext cx="25200" cy="25200"/>
          </a:xfrm>
          <a:prstGeom prst="ellipse">
            <a:avLst/>
          </a:prstGeom>
          <a:solidFill>
            <a:srgbClr val="CAB3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6400" y="691200"/>
            <a:ext cx="43200" cy="43200"/>
          </a:xfrm>
          <a:prstGeom prst="ellipse">
            <a:avLst/>
          </a:prstGeom>
          <a:solidFill>
            <a:srgbClr val="6C65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400" y="865800"/>
            <a:ext cx="25200" cy="25200"/>
          </a:xfrm>
          <a:prstGeom prst="ellipse">
            <a:avLst/>
          </a:prstGeom>
          <a:solidFill>
            <a:srgbClr val="1470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400" y="1031400"/>
            <a:ext cx="25200" cy="25200"/>
          </a:xfrm>
          <a:prstGeom prst="ellipse">
            <a:avLst/>
          </a:prstGeom>
          <a:solidFill>
            <a:srgbClr val="CAB3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66400" y="1188000"/>
            <a:ext cx="43200" cy="43200"/>
          </a:xfrm>
          <a:prstGeom prst="ellipse">
            <a:avLst/>
          </a:prstGeom>
          <a:solidFill>
            <a:srgbClr val="6C65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400" y="1362600"/>
            <a:ext cx="25200" cy="25200"/>
          </a:xfrm>
          <a:prstGeom prst="ellipse">
            <a:avLst/>
          </a:prstGeom>
          <a:solidFill>
            <a:srgbClr val="CAB3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75400" y="1528200"/>
            <a:ext cx="25200" cy="25200"/>
          </a:xfrm>
          <a:prstGeom prst="ellipse">
            <a:avLst/>
          </a:prstGeom>
          <a:solidFill>
            <a:srgbClr val="1470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9400" y="203400"/>
            <a:ext cx="25200" cy="25200"/>
          </a:xfrm>
          <a:prstGeom prst="ellipse">
            <a:avLst/>
          </a:prstGeom>
          <a:solidFill>
            <a:srgbClr val="CAB3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19400" y="369000"/>
            <a:ext cx="25200" cy="25200"/>
          </a:xfrm>
          <a:prstGeom prst="ellipse">
            <a:avLst/>
          </a:prstGeom>
          <a:solidFill>
            <a:srgbClr val="CAB3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10400" y="525600"/>
            <a:ext cx="43200" cy="43200"/>
          </a:xfrm>
          <a:prstGeom prst="ellipse">
            <a:avLst/>
          </a:prstGeom>
          <a:solidFill>
            <a:srgbClr val="6C65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9400" y="700200"/>
            <a:ext cx="25200" cy="25200"/>
          </a:xfrm>
          <a:prstGeom prst="ellipse">
            <a:avLst/>
          </a:prstGeom>
          <a:solidFill>
            <a:srgbClr val="CAB3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19400" y="865800"/>
            <a:ext cx="25200" cy="25200"/>
          </a:xfrm>
          <a:prstGeom prst="ellipse">
            <a:avLst/>
          </a:prstGeom>
          <a:solidFill>
            <a:srgbClr val="CAB3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10400" y="1022400"/>
            <a:ext cx="43200" cy="43200"/>
          </a:xfrm>
          <a:prstGeom prst="ellipse">
            <a:avLst/>
          </a:prstGeom>
          <a:solidFill>
            <a:srgbClr val="6C65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19400" y="1197000"/>
            <a:ext cx="25200" cy="25200"/>
          </a:xfrm>
          <a:prstGeom prst="ellipse">
            <a:avLst/>
          </a:prstGeom>
          <a:solidFill>
            <a:srgbClr val="1470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19400" y="1362600"/>
            <a:ext cx="25200" cy="25200"/>
          </a:xfrm>
          <a:prstGeom prst="ellipse">
            <a:avLst/>
          </a:prstGeom>
          <a:solidFill>
            <a:srgbClr val="CAB3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10400" y="1519200"/>
            <a:ext cx="43200" cy="43200"/>
          </a:xfrm>
          <a:prstGeom prst="ellipse">
            <a:avLst/>
          </a:prstGeom>
          <a:solidFill>
            <a:srgbClr val="6C65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63400" y="203400"/>
            <a:ext cx="25200" cy="25200"/>
          </a:xfrm>
          <a:prstGeom prst="ellipse">
            <a:avLst/>
          </a:prstGeom>
          <a:solidFill>
            <a:srgbClr val="1470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54400" y="360000"/>
            <a:ext cx="43200" cy="43200"/>
          </a:xfrm>
          <a:prstGeom prst="ellipse">
            <a:avLst/>
          </a:prstGeom>
          <a:solidFill>
            <a:srgbClr val="6C65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63400" y="534600"/>
            <a:ext cx="25200" cy="25200"/>
          </a:xfrm>
          <a:prstGeom prst="ellipse">
            <a:avLst/>
          </a:prstGeom>
          <a:solidFill>
            <a:srgbClr val="CAB3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3400" y="700200"/>
            <a:ext cx="25200" cy="25200"/>
          </a:xfrm>
          <a:prstGeom prst="ellipse">
            <a:avLst/>
          </a:prstGeom>
          <a:solidFill>
            <a:srgbClr val="CAB3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54400" y="856800"/>
            <a:ext cx="43200" cy="43200"/>
          </a:xfrm>
          <a:prstGeom prst="ellipse">
            <a:avLst/>
          </a:prstGeom>
          <a:solidFill>
            <a:srgbClr val="6C65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63400" y="1031400"/>
            <a:ext cx="25200" cy="25200"/>
          </a:xfrm>
          <a:prstGeom prst="ellipse">
            <a:avLst/>
          </a:prstGeom>
          <a:solidFill>
            <a:srgbClr val="CAB3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3400" y="1197000"/>
            <a:ext cx="25200" cy="25200"/>
          </a:xfrm>
          <a:prstGeom prst="ellipse">
            <a:avLst/>
          </a:prstGeom>
          <a:solidFill>
            <a:srgbClr val="CAB3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54400" y="1353600"/>
            <a:ext cx="43200" cy="43200"/>
          </a:xfrm>
          <a:prstGeom prst="ellipse">
            <a:avLst/>
          </a:prstGeom>
          <a:solidFill>
            <a:srgbClr val="6C65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63400" y="1528200"/>
            <a:ext cx="25200" cy="25200"/>
          </a:xfrm>
          <a:prstGeom prst="ellipse">
            <a:avLst/>
          </a:prstGeom>
          <a:solidFill>
            <a:srgbClr val="1470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8400" y="194400"/>
            <a:ext cx="43200" cy="43200"/>
          </a:xfrm>
          <a:prstGeom prst="ellipse">
            <a:avLst/>
          </a:prstGeom>
          <a:solidFill>
            <a:srgbClr val="6C65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07400" y="369000"/>
            <a:ext cx="25200" cy="25200"/>
          </a:xfrm>
          <a:prstGeom prst="ellipse">
            <a:avLst/>
          </a:prstGeom>
          <a:solidFill>
            <a:srgbClr val="CAB3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07400" y="534600"/>
            <a:ext cx="25200" cy="25200"/>
          </a:xfrm>
          <a:prstGeom prst="ellipse">
            <a:avLst/>
          </a:prstGeom>
          <a:solidFill>
            <a:srgbClr val="1470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98400" y="691200"/>
            <a:ext cx="43200" cy="43200"/>
          </a:xfrm>
          <a:prstGeom prst="ellipse">
            <a:avLst/>
          </a:prstGeom>
          <a:solidFill>
            <a:srgbClr val="6C65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07400" y="865800"/>
            <a:ext cx="25200" cy="25200"/>
          </a:xfrm>
          <a:prstGeom prst="ellipse">
            <a:avLst/>
          </a:prstGeom>
          <a:solidFill>
            <a:srgbClr val="CAB3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07400" y="1031400"/>
            <a:ext cx="25200" cy="25200"/>
          </a:xfrm>
          <a:prstGeom prst="ellipse">
            <a:avLst/>
          </a:prstGeom>
          <a:solidFill>
            <a:srgbClr val="CAB3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98400" y="1188000"/>
            <a:ext cx="43200" cy="43200"/>
          </a:xfrm>
          <a:prstGeom prst="ellipse">
            <a:avLst/>
          </a:prstGeom>
          <a:solidFill>
            <a:srgbClr val="6C65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07400" y="1362600"/>
            <a:ext cx="25200" cy="25200"/>
          </a:xfrm>
          <a:prstGeom prst="ellipse">
            <a:avLst/>
          </a:prstGeom>
          <a:solidFill>
            <a:srgbClr val="CAB3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07400" y="1528200"/>
            <a:ext cx="25200" cy="25200"/>
          </a:xfrm>
          <a:prstGeom prst="ellipse">
            <a:avLst/>
          </a:prstGeom>
          <a:solidFill>
            <a:srgbClr val="CAB3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51400" y="203400"/>
            <a:ext cx="25200" cy="25200"/>
          </a:xfrm>
          <a:prstGeom prst="ellipse">
            <a:avLst/>
          </a:prstGeom>
          <a:solidFill>
            <a:srgbClr val="1470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51400" y="369000"/>
            <a:ext cx="25200" cy="25200"/>
          </a:xfrm>
          <a:prstGeom prst="ellipse">
            <a:avLst/>
          </a:prstGeom>
          <a:solidFill>
            <a:srgbClr val="CAB3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42400" y="525600"/>
            <a:ext cx="43200" cy="43200"/>
          </a:xfrm>
          <a:prstGeom prst="ellipse">
            <a:avLst/>
          </a:prstGeom>
          <a:solidFill>
            <a:srgbClr val="6C65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51400" y="700200"/>
            <a:ext cx="25200" cy="25200"/>
          </a:xfrm>
          <a:prstGeom prst="ellipse">
            <a:avLst/>
          </a:prstGeom>
          <a:solidFill>
            <a:srgbClr val="CAB3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51400" y="865800"/>
            <a:ext cx="25200" cy="25200"/>
          </a:xfrm>
          <a:prstGeom prst="ellipse">
            <a:avLst/>
          </a:prstGeom>
          <a:solidFill>
            <a:srgbClr val="1470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42400" y="1022400"/>
            <a:ext cx="43200" cy="43200"/>
          </a:xfrm>
          <a:prstGeom prst="ellipse">
            <a:avLst/>
          </a:prstGeom>
          <a:solidFill>
            <a:srgbClr val="6C65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51400" y="1197000"/>
            <a:ext cx="25200" cy="25200"/>
          </a:xfrm>
          <a:prstGeom prst="ellipse">
            <a:avLst/>
          </a:prstGeom>
          <a:solidFill>
            <a:srgbClr val="CAB3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51400" y="1362600"/>
            <a:ext cx="25200" cy="25200"/>
          </a:xfrm>
          <a:prstGeom prst="ellipse">
            <a:avLst/>
          </a:prstGeom>
          <a:solidFill>
            <a:srgbClr val="CAB3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42400" y="1519200"/>
            <a:ext cx="43200" cy="43200"/>
          </a:xfrm>
          <a:prstGeom prst="ellipse">
            <a:avLst/>
          </a:prstGeom>
          <a:solidFill>
            <a:srgbClr val="6C65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95400" y="203400"/>
            <a:ext cx="25200" cy="25200"/>
          </a:xfrm>
          <a:prstGeom prst="ellipse">
            <a:avLst/>
          </a:prstGeom>
          <a:solidFill>
            <a:srgbClr val="CAB3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86400" y="360000"/>
            <a:ext cx="43200" cy="43200"/>
          </a:xfrm>
          <a:prstGeom prst="ellipse">
            <a:avLst/>
          </a:prstGeom>
          <a:solidFill>
            <a:srgbClr val="6C65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95400" y="534600"/>
            <a:ext cx="25200" cy="25200"/>
          </a:xfrm>
          <a:prstGeom prst="ellipse">
            <a:avLst/>
          </a:prstGeom>
          <a:solidFill>
            <a:srgbClr val="1470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95400" y="700200"/>
            <a:ext cx="25200" cy="25200"/>
          </a:xfrm>
          <a:prstGeom prst="ellipse">
            <a:avLst/>
          </a:prstGeom>
          <a:solidFill>
            <a:srgbClr val="CAB3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86400" y="856800"/>
            <a:ext cx="43200" cy="43200"/>
          </a:xfrm>
          <a:prstGeom prst="ellipse">
            <a:avLst/>
          </a:prstGeom>
          <a:solidFill>
            <a:srgbClr val="6C65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95400" y="1031400"/>
            <a:ext cx="25200" cy="25200"/>
          </a:xfrm>
          <a:prstGeom prst="ellipse">
            <a:avLst/>
          </a:prstGeom>
          <a:solidFill>
            <a:srgbClr val="CAB3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95400" y="1197000"/>
            <a:ext cx="25200" cy="25200"/>
          </a:xfrm>
          <a:prstGeom prst="ellipse">
            <a:avLst/>
          </a:prstGeom>
          <a:solidFill>
            <a:srgbClr val="1470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86400" y="1353600"/>
            <a:ext cx="43200" cy="43200"/>
          </a:xfrm>
          <a:prstGeom prst="ellipse">
            <a:avLst/>
          </a:prstGeom>
          <a:solidFill>
            <a:srgbClr val="6C65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95400" y="1528200"/>
            <a:ext cx="25200" cy="25200"/>
          </a:xfrm>
          <a:prstGeom prst="ellipse">
            <a:avLst/>
          </a:prstGeom>
          <a:solidFill>
            <a:srgbClr val="CAB3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텍스트"/>
          <p:cNvSpPr txBox="1"/>
          <p:nvPr/>
        </p:nvSpPr>
        <p:spPr>
          <a:xfrm>
            <a:off x="1404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4705A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57" name="Oval 56"/>
          <p:cNvSpPr/>
          <p:nvPr/>
        </p:nvSpPr>
        <p:spPr>
          <a:xfrm>
            <a:off x="1407600" y="489600"/>
            <a:ext cx="43200" cy="43200"/>
          </a:xfrm>
          <a:prstGeom prst="ellipse">
            <a:avLst/>
          </a:prstGeom>
          <a:solidFill>
            <a:srgbClr val="6C65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텍스트"/>
          <p:cNvSpPr txBox="1"/>
          <p:nvPr/>
        </p:nvSpPr>
        <p:spPr>
          <a:xfrm>
            <a:off x="1512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보험 상담</a:t>
            </a:r>
          </a:p>
        </p:txBody>
      </p:sp>
      <p:sp>
        <p:nvSpPr>
          <p:cNvPr id="59" name="Oval 58"/>
          <p:cNvSpPr/>
          <p:nvPr/>
        </p:nvSpPr>
        <p:spPr>
          <a:xfrm>
            <a:off x="1407600" y="712800"/>
            <a:ext cx="43200" cy="43200"/>
          </a:xfrm>
          <a:prstGeom prst="ellipse">
            <a:avLst/>
          </a:prstGeom>
          <a:solidFill>
            <a:srgbClr val="1470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텍스트"/>
          <p:cNvSpPr txBox="1"/>
          <p:nvPr/>
        </p:nvSpPr>
        <p:spPr>
          <a:xfrm>
            <a:off x="1512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자산 관리</a:t>
            </a:r>
          </a:p>
        </p:txBody>
      </p:sp>
      <p:sp>
        <p:nvSpPr>
          <p:cNvPr id="61" name="Oval 60"/>
          <p:cNvSpPr/>
          <p:nvPr/>
        </p:nvSpPr>
        <p:spPr>
          <a:xfrm>
            <a:off x="1407600" y="936000"/>
            <a:ext cx="43200" cy="43200"/>
          </a:xfrm>
          <a:prstGeom prst="ellipse">
            <a:avLst/>
          </a:prstGeom>
          <a:solidFill>
            <a:srgbClr val="6C65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텍스트"/>
          <p:cNvSpPr txBox="1"/>
          <p:nvPr/>
        </p:nvSpPr>
        <p:spPr>
          <a:xfrm>
            <a:off x="1512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세무 상담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1404000" y="1440000"/>
            <a:ext cx="1620000" cy="0"/>
          </a:xfrm>
          <a:prstGeom prst="line">
            <a:avLst/>
          </a:prstGeom>
          <a:ln w="3600">
            <a:solidFill>
              <a:srgbClr val="CAB3BC"/>
            </a:solidFill>
          </a:ln>
        </p:spPr>
      </p:cxnSp>
      <p:sp>
        <p:nvSpPr>
          <p:cNvPr id="64" name="텍스트"/>
          <p:cNvSpPr txBox="1"/>
          <p:nvPr/>
        </p:nvSpPr>
        <p:spPr>
          <a:xfrm>
            <a:off x="1404000" y="1512000"/>
            <a:ext cx="16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5B5763"/>
                </a:solidFill>
                <a:latin typeface="맑은 고딕"/>
                <a:ea typeface="맑은 고딕"/>
              </a:rPr>
              <a:t>온라인 상담 가능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회계사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