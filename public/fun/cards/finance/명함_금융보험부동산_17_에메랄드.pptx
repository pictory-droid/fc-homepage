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0708A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안OO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1D76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FFFFFF"/>
                </a:solidFill>
                <a:latin typeface="맑은 고딕"/>
                <a:ea typeface="맑은 고딕"/>
              </a:rPr>
              <a:t>회계사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5F667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D3D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6C65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CAB3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CAB3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6C65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CAB3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6C65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CAB3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CAB3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CAB3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6C65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CAB3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CAB3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6C65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CAB3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6C65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6C65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CAB3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CAB3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6C65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CAB3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CAB3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6C65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6C65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CAB3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6C65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CAB3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CAB3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6C65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CAB3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CAB3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CAB3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6C65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CAB3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6C65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CAB3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CAB3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6C65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CAB3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6C65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CAB3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6C65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CAB3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6C65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CAB3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4705A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6C65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보험 상담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자산 관리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6C65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세무 상담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CAB3BC"/>
            </a:solidFill>
          </a:ln>
        </p:spPr>
      </p:cxnSp>
      <p:sp>
        <p:nvSpPr>
          <p:cNvPr id="64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B5763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회계사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