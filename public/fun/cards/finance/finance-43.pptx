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284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F17E95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9C9D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F9C9D3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F17E9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9C9D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9C9D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9C9D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31C2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8284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8284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8284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8284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C2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C2F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1C2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