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28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ED53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9C9D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F9C9D3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9C9D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9C9D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9C9D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F9C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DE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신뢰할 수 있는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곁을 지키겠습니다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31C2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