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53F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19584" y="380736"/>
            <a:ext cx="69120" cy="124416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09440" y="311616"/>
            <a:ext cx="69120" cy="193536"/>
          </a:xfrm>
          <a:prstGeom prst="roundRect">
            <a:avLst>
              <a:gd name="adj" fmla="val 10000"/>
            </a:avLst>
          </a:prstGeom>
          <a:solidFill>
            <a:srgbClr val="C5C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99296" y="228672"/>
            <a:ext cx="69120" cy="276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691936" y="518976"/>
            <a:ext cx="304128" cy="0"/>
          </a:xfrm>
          <a:prstGeom prst="line">
            <a:avLst/>
          </a:prstGeom>
          <a:ln w="13824">
            <a:solidFill>
              <a:srgbClr val="C5C5C5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595959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95959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FBCB1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4DBC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4DBC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4DBC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492713"/>
                </a:solidFill>
                <a:latin typeface="맑은 고딕"/>
                <a:ea typeface="맑은 고딕"/>
              </a:rPr>
              <a:t>신뢰할 수 있는 곁을 지키겠습니다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995229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80685B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5200" y="334800"/>
            <a:ext cx="36000" cy="64800"/>
          </a:xfrm>
          <a:prstGeom prst="roundRect">
            <a:avLst>
              <a:gd name="adj" fmla="val 10000"/>
            </a:avLst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02000" y="298800"/>
            <a:ext cx="36000" cy="100800"/>
          </a:xfrm>
          <a:prstGeom prst="roundRect">
            <a:avLst>
              <a:gd name="adj" fmla="val 10000"/>
            </a:avLst>
          </a:prstGeom>
          <a:solidFill>
            <a:srgbClr val="F7E6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648800" y="255600"/>
            <a:ext cx="36000" cy="144000"/>
          </a:xfrm>
          <a:prstGeom prst="roundRect">
            <a:avLst>
              <a:gd name="adj" fmla="val 10000"/>
            </a:avLst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40800" y="406800"/>
            <a:ext cx="158400" cy="0"/>
          </a:xfrm>
          <a:prstGeom prst="line">
            <a:avLst/>
          </a:prstGeom>
          <a:ln w="7200">
            <a:solidFill>
              <a:srgbClr val="F7E6DC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