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9E8FC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4A5663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B2230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E1DDE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4A56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A5663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엄OO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B4B65"/>
                </a:solidFill>
                <a:latin typeface="맑은 고딕"/>
                <a:ea typeface="맑은 고딕"/>
              </a:rPr>
              <a:t>세무사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E1DDED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4B6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4B6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4B6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F697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757E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7E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FFFFFF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B7BB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연금 설계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CAC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투자 상담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B7BB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법인 상담</a:t>
            </a:r>
          </a:p>
        </p:txBody>
      </p:sp>
      <p:sp>
        <p:nvSpPr>
          <p:cNvPr id="11" name="Oval 10"/>
          <p:cNvSpPr/>
          <p:nvPr/>
        </p:nvSpPr>
        <p:spPr>
          <a:xfrm>
            <a:off x="255600" y="1303200"/>
            <a:ext cx="43200" cy="43200"/>
          </a:xfrm>
          <a:prstGeom prst="ellipse">
            <a:avLst/>
          </a:prstGeom>
          <a:solidFill>
            <a:srgbClr val="CAC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1245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청약 안내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CDEE1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CDEE1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세무사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