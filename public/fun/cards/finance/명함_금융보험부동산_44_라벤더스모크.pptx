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9E8FC9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4A5663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1DDE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A566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4B65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1DDE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B6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F69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757E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757E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B7BB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CAC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투자 상담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B7BB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CAC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DEE1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CDEE1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