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4F2D4F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6F7378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4171D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CEC4C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A1F3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엄OO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A1F30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CEC4CE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1F3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597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973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A8B6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8DB3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A8B6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8DB3A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BD3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1CBD3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