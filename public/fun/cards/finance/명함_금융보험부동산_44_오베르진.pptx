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4F2D4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6F7378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CEC4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A1F3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A1F30"/>
                </a:solidFill>
                <a:latin typeface="맑은 고딕"/>
                <a:ea typeface="맑은 고딕"/>
              </a:rPr>
              <a:t>세무사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CEC4CE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1F3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1F3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1F3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5C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5973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5973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A8B6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연금 설계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8DB3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투자 상담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A8B6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법인 상담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8DB3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BD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BD3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