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B8892B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6078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류OO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재무 설계사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040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AD5B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AD5B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D4A9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보험 상담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C5B1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전세 상담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D4A9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청약 안내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C5B1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1C2BE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1C2BE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 설계사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