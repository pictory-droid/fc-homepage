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불필요한 걱정은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덜어 드립니다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