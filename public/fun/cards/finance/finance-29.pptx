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86160" y="508320"/>
            <a:ext cx="463680" cy="211680"/>
          </a:xfrm>
          <a:custGeom>
            <a:avLst/>
            <a:gdLst/>
            <a:ahLst/>
            <a:cxnLst/>
            <a:rect l="l" t="t" r="r" b="b"/>
            <a:pathLst>
              <a:path w="463680" h="211680">
                <a:moveTo>
                  <a:pt x="0" y="211680"/>
                </a:moveTo>
                <a:lnTo>
                  <a:pt x="231840" y="0"/>
                </a:lnTo>
                <a:lnTo>
                  <a:pt x="463680" y="2116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56720" y="720000"/>
            <a:ext cx="322560" cy="21168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77680" y="790560"/>
            <a:ext cx="80640" cy="141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74649"/>
                </a:solidFill>
                <a:latin typeface="바탕"/>
                <a:ea typeface="바탕"/>
              </a:rPr>
              <a:t>심소담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4797D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4797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7464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4797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7464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4797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7464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37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CC8D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71072"/>
            <a:ext cx="145728" cy="66528"/>
          </a:xfrm>
          <a:custGeom>
            <a:avLst/>
            <a:gdLst/>
            <a:ahLst/>
            <a:cxnLst/>
            <a:rect l="l" t="t" r="r" b="b"/>
            <a:pathLst>
              <a:path w="145728" h="66528">
                <a:moveTo>
                  <a:pt x="0" y="66528"/>
                </a:moveTo>
                <a:lnTo>
                  <a:pt x="72864" y="0"/>
                </a:lnTo>
                <a:lnTo>
                  <a:pt x="145728" y="6652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112" y="237600"/>
            <a:ext cx="101376" cy="66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4128" y="259776"/>
            <a:ext cx="25344" cy="44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불필요한 걱정은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덜어 드립니다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1B9C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CC8DA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1B9C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