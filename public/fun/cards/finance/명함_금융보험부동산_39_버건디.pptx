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DFD4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6B1F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구OO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재무 설계사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79819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7C93A6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79819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7C93A6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79819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7C93A6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79819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7C93A6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79819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7C93A6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7981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보험 상담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7C93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세무 상담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7981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전세 상담</a:t>
            </a:r>
          </a:p>
        </p:txBody>
      </p:sp>
      <p:sp>
        <p:nvSpPr>
          <p:cNvPr id="19" name="Oval 18"/>
          <p:cNvSpPr/>
          <p:nvPr/>
        </p:nvSpPr>
        <p:spPr>
          <a:xfrm>
            <a:off x="831600" y="1159200"/>
            <a:ext cx="43200" cy="43200"/>
          </a:xfrm>
          <a:prstGeom prst="ellipse">
            <a:avLst/>
          </a:prstGeom>
          <a:solidFill>
            <a:srgbClr val="7C93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텍스트"/>
          <p:cNvSpPr txBox="1"/>
          <p:nvPr/>
        </p:nvSpPr>
        <p:spPr>
          <a:xfrm>
            <a:off x="93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사업자 상담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22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방문 · 전화 상담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 설계사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