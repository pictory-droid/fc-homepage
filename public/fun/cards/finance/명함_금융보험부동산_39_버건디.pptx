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FD4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9819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7C93A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79819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7C93A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79819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7C93A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79819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7C93A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79819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7C93A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7981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7981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방문 · 전화 상담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