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AD7C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AD7C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AD7C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AD7C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AD7C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AD7C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AD7C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AD7C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AD7C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AD7C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홍OO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대리점 대표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B6667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B66678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B6667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B6667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B66678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B66678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B66678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B6667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상담 분야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B66678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매매 · 임대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대출 안내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상속 · 증여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법인 상담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09:00 – 18:00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대리점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