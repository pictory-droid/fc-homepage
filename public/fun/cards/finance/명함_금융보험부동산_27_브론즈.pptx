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2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266400"/>
            <a:ext cx="230400" cy="21600"/>
          </a:xfrm>
          <a:prstGeom prst="rect">
            <a:avLst/>
          </a:prstGeom>
          <a:solidFill>
            <a:srgbClr val="A279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36000" y="237600"/>
            <a:ext cx="216000" cy="216000"/>
          </a:xfrm>
          <a:prstGeom prst="ellipse">
            <a:avLst/>
          </a:prstGeom>
          <a:noFill/>
          <a:ln w="5040">
            <a:solidFill>
              <a:srgbClr val="A279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26000" y="327600"/>
            <a:ext cx="36000" cy="360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403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78494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33600"/>
            <a:ext cx="2736000" cy="0"/>
          </a:xfrm>
          <a:prstGeom prst="line">
            <a:avLst/>
          </a:prstGeom>
          <a:ln w="3600">
            <a:solidFill>
              <a:srgbClr val="D2C9B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008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1B2230"/>
                </a:solidFill>
                <a:latin typeface="맑은 고딕"/>
                <a:ea typeface="맑은 고딕"/>
              </a:rPr>
              <a:t>백OO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312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B6B6E"/>
                </a:solidFill>
                <a:latin typeface="맑은 고딕"/>
                <a:ea typeface="맑은 고딕"/>
              </a:rPr>
              <a:t>회계사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D2C9B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4A7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67C45"/>
                </a:solidFill>
                <a:latin typeface="맑은 고딕"/>
                <a:ea typeface="맑은 고딕"/>
              </a:rPr>
              <a:t>상담 분야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보험 상담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투자 상담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5F6672"/>
                </a:solidFill>
                <a:latin typeface="맑은 고딕"/>
                <a:ea typeface="맑은 고딕"/>
              </a:rPr>
              <a:t>사전 예약 상담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회계사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