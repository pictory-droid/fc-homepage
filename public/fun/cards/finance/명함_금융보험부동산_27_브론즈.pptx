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2D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72000"/>
            <a:ext cx="1296000" cy="10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700"/>
              </a:lnSpc>
            </a:pPr>
            <a:r>
              <a:rPr sz="6000" b="1">
                <a:solidFill>
                  <a:srgbClr val="946F3E">
                    <a:alpha val="95000"/>
                  </a:srgbClr>
                </a:solidFill>
                <a:latin typeface="맑은 고딕"/>
                <a:ea typeface="맑은 고딕"/>
              </a:rPr>
              <a:t>백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1692000" y="266400"/>
            <a:ext cx="129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478494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080000"/>
            <a:ext cx="2520000" cy="2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 spc="100">
                <a:solidFill>
                  <a:srgbClr val="1B2230"/>
                </a:solidFill>
                <a:latin typeface="맑은 고딕"/>
                <a:ea typeface="맑은 고딕"/>
              </a:rPr>
              <a:t>백OO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88800"/>
            <a:ext cx="252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B6B6E"/>
                </a:solidFill>
                <a:latin typeface="맑은 고딕"/>
                <a:ea typeface="맑은 고딕"/>
              </a:rPr>
              <a:t>회계사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468800"/>
            <a:ext cx="2736000" cy="0"/>
          </a:xfrm>
          <a:prstGeom prst="line">
            <a:avLst/>
          </a:prstGeom>
          <a:ln w="3600">
            <a:solidFill>
              <a:srgbClr val="D2C9B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4A7E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67C45"/>
                </a:solidFill>
                <a:latin typeface="맑은 고딕"/>
                <a:ea typeface="맑은 고딕"/>
              </a:rPr>
              <a:t>상담 분야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보험 상담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투자 상담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상속 · 증여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사업자 상담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5F6672"/>
                </a:solidFill>
                <a:latin typeface="맑은 고딕"/>
                <a:ea typeface="맑은 고딕"/>
              </a:rPr>
              <a:t>사전 예약 상담   |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회계사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