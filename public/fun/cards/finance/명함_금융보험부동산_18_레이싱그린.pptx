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2871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B9D5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78080" y="778320"/>
            <a:ext cx="187200" cy="187200"/>
          </a:xfrm>
          <a:prstGeom prst="ellipse">
            <a:avLst/>
          </a:prstGeom>
          <a:noFill/>
          <a:ln w="421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2455920" y="871920"/>
            <a:ext cx="234000" cy="0"/>
          </a:xfrm>
          <a:prstGeom prst="line">
            <a:avLst/>
          </a:prstGeom>
          <a:ln w="4212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624400" y="871920"/>
            <a:ext cx="0" cy="84240"/>
          </a:xfrm>
          <a:prstGeom prst="line">
            <a:avLst/>
          </a:prstGeom>
          <a:ln w="37440">
            <a:solidFill>
              <a:srgbClr val="93B8AD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2689920" y="871920"/>
            <a:ext cx="0" cy="102960"/>
          </a:xfrm>
          <a:prstGeom prst="line">
            <a:avLst/>
          </a:prstGeom>
          <a:ln w="37440">
            <a:solidFill>
              <a:srgbClr val="93B8AD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7A2A3C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송OO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7075"/>
                </a:solidFill>
                <a:latin typeface="맑은 고딕"/>
                <a:ea typeface="맑은 고딕"/>
              </a:rPr>
              <a:t>투자 상담역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B9D5CE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707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707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707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5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1F6B54"/>
                </a:solidFill>
                <a:latin typeface="맑은 고딕"/>
                <a:ea typeface="맑은 고딕"/>
              </a:rPr>
              <a:t>상담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1B2230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7A2A3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보험 상담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D2B7BD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7A2A3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연금 설계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D2B7BD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7A2A3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투자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D2B7BD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7A2A3C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D2B7BD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3B2534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3B2534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투자 상담역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