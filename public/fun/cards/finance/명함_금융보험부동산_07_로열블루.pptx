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C0D1F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1F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7307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1F5B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F5B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조하린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73072"/>
                </a:solidFill>
                <a:latin typeface="맑은 고딕"/>
                <a:ea typeface="맑은 고딕"/>
              </a:rPr>
              <a:t>회계사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C0D1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30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30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30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4C7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EDBFF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799DFF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799DF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799DFF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전세 상담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799DFF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799DFF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EDBFF"/>
                </a:solidFill>
                <a:latin typeface="맑은 고딕"/>
                <a:ea typeface="맑은 고딕"/>
              </a:rPr>
              <a:t>평일 09:00 – 18:00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