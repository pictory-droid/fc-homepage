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8D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98D4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66D7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66D70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698D4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D7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Freeform 3"/>
          <p:cNvSpPr/>
          <p:nvPr/>
        </p:nvSpPr>
        <p:spPr>
          <a:xfrm>
            <a:off x="477360" y="861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56560" y="1044000"/>
            <a:ext cx="43560" cy="47520"/>
          </a:xfrm>
          <a:prstGeom prst="line">
            <a:avLst/>
          </a:prstGeom>
          <a:ln w="27720">
            <a:solidFill>
              <a:srgbClr val="AABBC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600120" y="996480"/>
            <a:ext cx="75240" cy="95040"/>
          </a:xfrm>
          <a:prstGeom prst="line">
            <a:avLst/>
          </a:prstGeom>
          <a:ln w="27720">
            <a:solidFill>
              <a:srgbClr val="AABBC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C7D3E1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14259"/>
                </a:solidFill>
                <a:latin typeface="맑은 고딕"/>
                <a:ea typeface="맑은 고딕"/>
              </a:rPr>
              <a:t>사전 예약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