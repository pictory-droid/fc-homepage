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C6F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0B594A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오지호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0B594A"/>
                </a:solidFill>
                <a:latin typeface="맑은 고딕"/>
                <a:ea typeface="맑은 고딕"/>
              </a:rPr>
              <a:t>공인중개사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B594A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B8F0E2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B594A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B8F0E2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B594A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가입 점검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투자 상담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상속 · 증여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1" name="Rectangle 10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B7280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B7280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공인중개사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