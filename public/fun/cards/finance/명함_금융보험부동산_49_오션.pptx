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목태양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0077FF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0077FF"/>
          </a:solidFill>
          <a:ln w="5760">
            <a:solidFill>
              <a:srgbClr val="007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007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FFFFF"/>
          </a:solidFill>
          <a:ln w="5760">
            <a:solidFill>
              <a:srgbClr val="0077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