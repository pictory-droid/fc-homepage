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683584" y="398736"/>
            <a:ext cx="69120" cy="124416"/>
          </a:xfrm>
          <a:prstGeom prst="roundRect">
            <a:avLst>
              <a:gd name="adj" fmla="val 10000"/>
            </a:avLst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73440" y="329616"/>
            <a:ext cx="69120" cy="193536"/>
          </a:xfrm>
          <a:prstGeom prst="roundRect">
            <a:avLst>
              <a:gd name="adj" fmla="val 10000"/>
            </a:avLst>
          </a:prstGeom>
          <a:solidFill>
            <a:srgbClr val="D3E3E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63296" y="246672"/>
            <a:ext cx="69120" cy="276480"/>
          </a:xfrm>
          <a:prstGeom prst="roundRect">
            <a:avLst>
              <a:gd name="adj" fmla="val 10000"/>
            </a:avLst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655936" y="536976"/>
            <a:ext cx="304128" cy="0"/>
          </a:xfrm>
          <a:prstGeom prst="line">
            <a:avLst/>
          </a:prstGeom>
          <a:ln w="13824">
            <a:solidFill>
              <a:srgbClr val="D3E3EE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3737E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9465B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45779A"/>
                </a:solidFill>
                <a:latin typeface="맑은 고딕"/>
                <a:ea typeface="맑은 고딕"/>
              </a:rPr>
              <a:t>자산관리 상담사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497DA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5779A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9465B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5779A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9465B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45779A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9465B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10800">
            <a:solidFill>
              <a:srgbClr val="8D3F4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504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29465B"/>
                </a:solidFill>
                <a:latin typeface="바탕"/>
                <a:ea typeface="바탕"/>
              </a:rPr>
              <a:t>꼼꼼한 확인이 저의 약속입니다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60000" y="1080000"/>
            <a:ext cx="684000" cy="0"/>
          </a:xfrm>
          <a:prstGeom prst="line">
            <a:avLst/>
          </a:prstGeom>
          <a:ln w="7200">
            <a:solidFill>
              <a:srgbClr val="8D3F46"/>
            </a:solidFill>
          </a:ln>
        </p:spPr>
      </p:cxnSp>
      <p:sp>
        <p:nvSpPr>
          <p:cNvPr id="5" name="Oval 4"/>
          <p:cNvSpPr/>
          <p:nvPr/>
        </p:nvSpPr>
        <p:spPr>
          <a:xfrm>
            <a:off x="1594800" y="1054800"/>
            <a:ext cx="50400" cy="50400"/>
          </a:xfrm>
          <a:prstGeom prst="ellipse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24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1707A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5200" y="334800"/>
            <a:ext cx="36000" cy="64800"/>
          </a:xfrm>
          <a:prstGeom prst="roundRect">
            <a:avLst>
              <a:gd name="adj" fmla="val 10000"/>
            </a:avLst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602000" y="298800"/>
            <a:ext cx="36000" cy="100800"/>
          </a:xfrm>
          <a:prstGeom prst="roundRect">
            <a:avLst>
              <a:gd name="adj" fmla="val 10000"/>
            </a:avLst>
          </a:prstGeom>
          <a:solidFill>
            <a:srgbClr val="DFC9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648800" y="255600"/>
            <a:ext cx="36000" cy="144000"/>
          </a:xfrm>
          <a:prstGeom prst="roundRect">
            <a:avLst>
              <a:gd name="adj" fmla="val 10000"/>
            </a:avLst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1540800" y="406800"/>
            <a:ext cx="158400" cy="0"/>
          </a:xfrm>
          <a:prstGeom prst="line">
            <a:avLst/>
          </a:prstGeom>
          <a:ln w="7200">
            <a:solidFill>
              <a:srgbClr val="DFC9CB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자산관리 상담사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