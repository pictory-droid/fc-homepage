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6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575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575A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75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75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575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2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33CE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꼼꼼한 확인이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저의 약속입니다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0E3B4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