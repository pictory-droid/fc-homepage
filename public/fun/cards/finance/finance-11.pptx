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C6F1F1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C6F1F1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C6F1F1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575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B8EEED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575A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75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75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75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2C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0E3B4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0E3B40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전세 상담  ·  상속 · 증여  ·  법인 상담  ·  증권 정리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