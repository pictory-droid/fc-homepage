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6F1F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6F1F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6F1F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75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8EEE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75A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75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E3B4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E3B4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전세 상담  ·  상속 · 증여  ·  법인 상담  ·  증권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