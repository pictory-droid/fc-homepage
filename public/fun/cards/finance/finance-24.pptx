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46000" y="2340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46000" y="3348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46000" y="4356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46000" y="5364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6800" y="2340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6800" y="3348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6800" y="4356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6800" y="5364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7600" y="2340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7600" y="3348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7600" y="4356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7600" y="5364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48400" y="2340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48400" y="3348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48400" y="4356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8400" y="5364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49200" y="2340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9200" y="3348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49200" y="435600"/>
            <a:ext cx="36000" cy="36000"/>
          </a:xfrm>
          <a:prstGeom prst="ellipse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49200" y="536400"/>
            <a:ext cx="36000" cy="36000"/>
          </a:xfrm>
          <a:prstGeom prst="ellipse">
            <a:avLst/>
          </a:prstGeom>
          <a:solidFill>
            <a:srgbClr val="FDE1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52000" y="770400"/>
            <a:ext cx="2016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남도현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1173600"/>
            <a:ext cx="2016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세무사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1620000" y="13392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1620000" y="14760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1620000" y="1612800"/>
            <a:ext cx="1368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026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3565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오래 보아도 편안한 사이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세무사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