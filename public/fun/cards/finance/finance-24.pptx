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DEF5E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29456" y="1364112"/>
            <a:ext cx="245088" cy="111888"/>
          </a:xfrm>
          <a:custGeom>
            <a:avLst/>
            <a:gdLst/>
            <a:ahLst/>
            <a:cxnLst/>
            <a:rect l="l" t="t" r="r" b="b"/>
            <a:pathLst>
              <a:path w="245088" h="111888">
                <a:moveTo>
                  <a:pt x="0" y="111888"/>
                </a:moveTo>
                <a:lnTo>
                  <a:pt x="122544" y="0"/>
                </a:lnTo>
                <a:lnTo>
                  <a:pt x="245088" y="11188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66752" y="1476000"/>
            <a:ext cx="170496" cy="1118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30688" y="1513296"/>
            <a:ext cx="42624" cy="7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7726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43D30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46B53"/>
                </a:solidFill>
                <a:latin typeface="맑은 고딕"/>
                <a:ea typeface="맑은 고딕"/>
              </a:rPr>
              <a:t>세무사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46B5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46B5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46B5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673200"/>
            <a:ext cx="496800" cy="226800"/>
          </a:xfrm>
          <a:custGeom>
            <a:avLst/>
            <a:gdLst/>
            <a:ahLst/>
            <a:cxnLst/>
            <a:rect l="l" t="t" r="r" b="b"/>
            <a:pathLst>
              <a:path w="496800" h="226800">
                <a:moveTo>
                  <a:pt x="0" y="226800"/>
                </a:moveTo>
                <a:lnTo>
                  <a:pt x="248400" y="0"/>
                </a:lnTo>
                <a:lnTo>
                  <a:pt x="496800" y="2268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9200" y="900000"/>
            <a:ext cx="345600" cy="2268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8800" y="975600"/>
            <a:ext cx="86400" cy="151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23535C"/>
                </a:solidFill>
                <a:latin typeface="바탕"/>
                <a:ea typeface="바탕"/>
              </a:rPr>
              <a:t>오래 보아도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23535C"/>
                </a:solidFill>
                <a:latin typeface="바탕"/>
                <a:ea typeface="바탕"/>
              </a:rPr>
              <a:t>편안한 사이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6717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