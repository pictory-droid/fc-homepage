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5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647B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4DBFF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공나래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D4DBFF"/>
                </a:solidFill>
                <a:latin typeface="맑은 고딕"/>
                <a:ea typeface="맑은 고딕"/>
              </a:rPr>
              <a:t>투자 상담역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4DBFF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D4DBF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4DBFF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D4DB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4DBFF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3D5A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보험 상담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가입 점검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59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5159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청약 안내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7900" y="540000"/>
            <a:ext cx="6662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147900" y="540000"/>
            <a:ext cx="6662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투자 상담역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