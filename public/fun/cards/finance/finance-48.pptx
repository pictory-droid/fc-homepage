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D5AF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646000" y="2340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646000" y="3348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646000" y="4356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2646000" y="5364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746800" y="2340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746800" y="3348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2746800" y="4356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2746800" y="5364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2847600" y="2340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847600" y="3348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2847600" y="4356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2847600" y="5364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2948400" y="2340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2948400" y="3348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2948400" y="4356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2948400" y="5364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49200" y="2340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3049200" y="3348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3049200" y="435600"/>
            <a:ext cx="36000" cy="360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3049200" y="536400"/>
            <a:ext cx="36000" cy="36000"/>
          </a:xfrm>
          <a:prstGeom prst="ellipse">
            <a:avLst/>
          </a:prstGeom>
          <a:solidFill>
            <a:srgbClr val="778C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2" name="텍스트"/>
          <p:cNvSpPr txBox="1"/>
          <p:nvPr/>
        </p:nvSpPr>
        <p:spPr>
          <a:xfrm>
            <a:off x="252000" y="223200"/>
            <a:ext cx="144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 spc="200">
                <a:solidFill>
                  <a:srgbClr val="D4DBFF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23" name="텍스트"/>
          <p:cNvSpPr txBox="1"/>
          <p:nvPr/>
        </p:nvSpPr>
        <p:spPr>
          <a:xfrm>
            <a:off x="252000" y="770400"/>
            <a:ext cx="2016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190"/>
              </a:lnSpc>
            </a:pPr>
            <a:r>
              <a:rPr sz="2200" b="1">
                <a:solidFill>
                  <a:srgbClr val="FFFFFF"/>
                </a:solidFill>
                <a:latin typeface="맑은 고딕"/>
                <a:ea typeface="맑은 고딕"/>
              </a:rPr>
              <a:t>공나래</a:t>
            </a:r>
          </a:p>
        </p:txBody>
      </p:sp>
      <p:sp>
        <p:nvSpPr>
          <p:cNvPr id="24" name="텍스트"/>
          <p:cNvSpPr txBox="1"/>
          <p:nvPr/>
        </p:nvSpPr>
        <p:spPr>
          <a:xfrm>
            <a:off x="252000" y="1173600"/>
            <a:ext cx="2016000" cy="1714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305"/>
              </a:lnSpc>
            </a:pPr>
            <a:r>
              <a:rPr sz="900" b="0">
                <a:solidFill>
                  <a:srgbClr val="D4DBFF"/>
                </a:solidFill>
                <a:latin typeface="맑은 고딕"/>
                <a:ea typeface="맑은 고딕"/>
              </a:rPr>
              <a:t>투자 상담역</a:t>
            </a:r>
          </a:p>
        </p:txBody>
      </p:sp>
      <p:sp>
        <p:nvSpPr>
          <p:cNvPr id="25" name="텍스트"/>
          <p:cNvSpPr txBox="1"/>
          <p:nvPr/>
        </p:nvSpPr>
        <p:spPr>
          <a:xfrm>
            <a:off x="1620000" y="13392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26" name="텍스트"/>
          <p:cNvSpPr txBox="1"/>
          <p:nvPr/>
        </p:nvSpPr>
        <p:spPr>
          <a:xfrm>
            <a:off x="1620000" y="14760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27" name="텍스트"/>
          <p:cNvSpPr txBox="1"/>
          <p:nvPr/>
        </p:nvSpPr>
        <p:spPr>
          <a:xfrm>
            <a:off x="1620000" y="1612800"/>
            <a:ext cx="1368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1200" y="295200"/>
            <a:ext cx="417600" cy="417600"/>
          </a:xfrm>
          <a:prstGeom prst="ellipse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1368000" y="324000"/>
            <a:ext cx="504000" cy="3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3769"/>
              </a:lnSpc>
            </a:pPr>
            <a:r>
              <a:rPr sz="2600" b="1">
                <a:solidFill>
                  <a:srgbClr val="FFFFFF"/>
                </a:solidFill>
                <a:latin typeface="맑은 고딕"/>
                <a:ea typeface="맑은 고딕"/>
              </a:rPr>
              <a:t>회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360000" y="820800"/>
            <a:ext cx="2520000" cy="1619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232"/>
              </a:lnSpc>
            </a:pPr>
            <a:r>
              <a:rPr sz="850" b="1" spc="200">
                <a:solidFill>
                  <a:srgbClr val="12151C"/>
                </a:solidFill>
                <a:latin typeface="맑은 고딕"/>
                <a:ea typeface="맑은 고딕"/>
              </a:rPr>
              <a:t>회사 · 사무소 이름</a:t>
            </a:r>
          </a:p>
        </p:txBody>
      </p:sp>
      <p:sp>
        <p:nvSpPr>
          <p:cNvPr id="5" name="Rectangle 4"/>
          <p:cNvSpPr/>
          <p:nvPr/>
        </p:nvSpPr>
        <p:spPr>
          <a:xfrm>
            <a:off x="1530000" y="1051200"/>
            <a:ext cx="180000" cy="14400"/>
          </a:xfrm>
          <a:prstGeom prst="rect">
            <a:avLst/>
          </a:prstGeom>
          <a:solidFill>
            <a:srgbClr val="3D5AF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텍스트"/>
          <p:cNvSpPr txBox="1"/>
          <p:nvPr/>
        </p:nvSpPr>
        <p:spPr>
          <a:xfrm>
            <a:off x="540000" y="1188000"/>
            <a:ext cx="2160000" cy="36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ts val="1305"/>
              </a:lnSpc>
            </a:pPr>
            <a:r>
              <a:rPr sz="900" b="1">
                <a:solidFill>
                  <a:srgbClr val="6B7280"/>
                </a:solidFill>
                <a:latin typeface="맑은 고딕"/>
                <a:ea typeface="맑은 고딕"/>
              </a:rPr>
              <a:t>오랜 인연이 되길 바랍니다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투자 상담역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