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CCB4B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286704" y="440208"/>
            <a:ext cx="218592" cy="99792"/>
          </a:xfrm>
          <a:custGeom>
            <a:avLst/>
            <a:gdLst/>
            <a:ahLst/>
            <a:cxnLst/>
            <a:rect l="l" t="t" r="r" b="b"/>
            <a:pathLst>
              <a:path w="218592" h="99792">
                <a:moveTo>
                  <a:pt x="0" y="99792"/>
                </a:moveTo>
                <a:lnTo>
                  <a:pt x="109296" y="0"/>
                </a:lnTo>
                <a:lnTo>
                  <a:pt x="218592" y="99792"/>
                </a:lnTo>
                <a:close/>
              </a:path>
            </a:pathLst>
          </a:cu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9968" y="540000"/>
            <a:ext cx="152064" cy="99792"/>
          </a:xfrm>
          <a:prstGeom prst="rect">
            <a:avLst/>
          </a:prstGeom>
          <a:solidFill>
            <a:srgbClr val="844A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992" y="573264"/>
            <a:ext cx="38016" cy="66528"/>
          </a:xfrm>
          <a:prstGeom prst="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0D1D6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바탕"/>
                <a:ea typeface="바탕"/>
              </a:rPr>
              <a:t>공나래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1D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1D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1D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4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0A6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673200"/>
            <a:ext cx="496800" cy="226800"/>
          </a:xfrm>
          <a:custGeom>
            <a:avLst/>
            <a:gdLst/>
            <a:ahLst/>
            <a:cxnLst/>
            <a:rect l="l" t="t" r="r" b="b"/>
            <a:pathLst>
              <a:path w="496800" h="226800">
                <a:moveTo>
                  <a:pt x="0" y="226800"/>
                </a:moveTo>
                <a:lnTo>
                  <a:pt x="248400" y="0"/>
                </a:lnTo>
                <a:lnTo>
                  <a:pt x="496800" y="226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9200" y="900000"/>
            <a:ext cx="345600" cy="22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8800" y="975600"/>
            <a:ext cx="86400" cy="151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오랜 인연이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되길 바랍니다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C0A6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3BDA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