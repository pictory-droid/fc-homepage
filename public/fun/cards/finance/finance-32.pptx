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5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D7CEBD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3" name="Freeform 2"/>
          <p:cNvSpPr/>
          <p:nvPr/>
        </p:nvSpPr>
        <p:spPr>
          <a:xfrm>
            <a:off x="1520640" y="413280"/>
            <a:ext cx="198720" cy="90720"/>
          </a:xfrm>
          <a:custGeom>
            <a:avLst/>
            <a:gdLst/>
            <a:ahLst/>
            <a:cxnLst/>
            <a:rect l="l" t="t" r="r" b="b"/>
            <a:pathLst>
              <a:path w="198720" h="90720">
                <a:moveTo>
                  <a:pt x="0" y="90720"/>
                </a:moveTo>
                <a:lnTo>
                  <a:pt x="99360" y="0"/>
                </a:lnTo>
                <a:lnTo>
                  <a:pt x="198720" y="90720"/>
                </a:lnTo>
                <a:close/>
              </a:path>
            </a:pathLst>
          </a:cu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50880" y="504000"/>
            <a:ext cx="138240" cy="90720"/>
          </a:xfrm>
          <a:prstGeom prst="rect">
            <a:avLst/>
          </a:prstGeom>
          <a:solidFill>
            <a:srgbClr val="886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2720" y="534240"/>
            <a:ext cx="34560" cy="60480"/>
          </a:xfrm>
          <a:prstGeom prst="rect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E5CC98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D7CEB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7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673200"/>
            <a:ext cx="496800" cy="226800"/>
          </a:xfrm>
          <a:custGeom>
            <a:avLst/>
            <a:gdLst/>
            <a:ahLst/>
            <a:cxnLst/>
            <a:rect l="l" t="t" r="r" b="b"/>
            <a:pathLst>
              <a:path w="496800" h="226800">
                <a:moveTo>
                  <a:pt x="0" y="226800"/>
                </a:moveTo>
                <a:lnTo>
                  <a:pt x="248400" y="0"/>
                </a:lnTo>
                <a:lnTo>
                  <a:pt x="496800" y="226800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9200" y="900000"/>
            <a:ext cx="345600" cy="22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8800" y="975600"/>
            <a:ext cx="86400" cy="1512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든든한 이웃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같은 상담사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