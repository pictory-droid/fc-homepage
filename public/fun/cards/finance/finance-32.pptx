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144000"/>
            <a:ext cx="201600" cy="216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736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16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304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0512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1232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00000" y="11016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2744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3464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00000" y="13248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4976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00000" y="15480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7208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든든한 이웃 같은 상담사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955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