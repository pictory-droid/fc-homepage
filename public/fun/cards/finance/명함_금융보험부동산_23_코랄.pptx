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FE8E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FE8E6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FE8E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2F2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5A4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5A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5A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F2F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2F2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