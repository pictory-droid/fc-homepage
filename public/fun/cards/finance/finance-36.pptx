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약속은 가볍게 하지 않습니다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