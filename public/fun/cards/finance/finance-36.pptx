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6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45360" y="249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24560" y="432000"/>
            <a:ext cx="43560" cy="47520"/>
          </a:xfrm>
          <a:prstGeom prst="line">
            <a:avLst/>
          </a:prstGeom>
          <a:ln w="27720">
            <a:solidFill>
              <a:srgbClr val="8B7A3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68120" y="384480"/>
            <a:ext cx="75240" cy="95040"/>
          </a:xfrm>
          <a:prstGeom prst="line">
            <a:avLst/>
          </a:prstGeom>
          <a:ln w="27720">
            <a:solidFill>
              <a:srgbClr val="8B7A3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EE1AE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5E1D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D4D4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4D4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D4D4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4D4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D4D4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4D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418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AD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94320" y="1360080"/>
            <a:ext cx="171360" cy="226800"/>
          </a:xfrm>
          <a:custGeom>
            <a:avLst/>
            <a:gdLst/>
            <a:ahLst/>
            <a:cxnLst/>
            <a:rect l="l" t="t" r="r" b="b"/>
            <a:pathLst>
              <a:path w="171360" h="226800">
                <a:moveTo>
                  <a:pt x="0" y="25200"/>
                </a:moveTo>
                <a:lnTo>
                  <a:pt x="85680" y="0"/>
                </a:lnTo>
                <a:lnTo>
                  <a:pt x="171360" y="25200"/>
                </a:lnTo>
                <a:lnTo>
                  <a:pt x="171360" y="120960"/>
                </a:lnTo>
                <a:lnTo>
                  <a:pt x="85680" y="226800"/>
                </a:lnTo>
                <a:lnTo>
                  <a:pt x="0" y="1209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844720" y="1476000"/>
            <a:ext cx="27720" cy="30240"/>
          </a:xfrm>
          <a:prstGeom prst="line">
            <a:avLst/>
          </a:prstGeom>
          <a:ln w="17640">
            <a:solidFill>
              <a:srgbClr val="73737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872440" y="1445760"/>
            <a:ext cx="47880" cy="60480"/>
          </a:xfrm>
          <a:prstGeom prst="line">
            <a:avLst/>
          </a:prstGeom>
          <a:ln w="1764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7261A"/>
                </a:solidFill>
                <a:latin typeface="바탕"/>
                <a:ea typeface="바탕"/>
              </a:rPr>
              <a:t>약속은 가볍게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37261A"/>
                </a:solidFill>
                <a:latin typeface="바탕"/>
                <a:ea typeface="바탕"/>
              </a:rPr>
              <a:t>하지 않습니다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C706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