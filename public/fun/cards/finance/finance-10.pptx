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B536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B5369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36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36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36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12151C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믿고 물어볼 수 있는 상담 파트너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07779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0E394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