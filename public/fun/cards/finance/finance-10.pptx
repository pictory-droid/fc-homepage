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536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B8EBF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5369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B8EBF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36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36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36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3C6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대출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