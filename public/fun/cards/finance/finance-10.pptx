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462400" y="158400"/>
            <a:ext cx="43200" cy="43200"/>
          </a:xfrm>
          <a:prstGeom prst="ellipse">
            <a:avLst/>
          </a:prstGeom>
          <a:solidFill>
            <a:srgbClr val="423B91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462400" y="266400"/>
            <a:ext cx="43200" cy="43200"/>
          </a:xfrm>
          <a:prstGeom prst="ellipse">
            <a:avLst/>
          </a:prstGeom>
          <a:solidFill>
            <a:srgbClr val="423B91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62400" y="374400"/>
            <a:ext cx="43200" cy="43200"/>
          </a:xfrm>
          <a:prstGeom prst="ellipse">
            <a:avLst/>
          </a:prstGeom>
          <a:solidFill>
            <a:srgbClr val="423B91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62400" y="482400"/>
            <a:ext cx="43200" cy="43200"/>
          </a:xfrm>
          <a:prstGeom prst="ellipse">
            <a:avLst/>
          </a:prstGeom>
          <a:solidFill>
            <a:srgbClr val="423B91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70400" y="158400"/>
            <a:ext cx="43200" cy="43200"/>
          </a:xfrm>
          <a:prstGeom prst="ellipse">
            <a:avLst/>
          </a:prstGeom>
          <a:solidFill>
            <a:srgbClr val="423B91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570400" y="266400"/>
            <a:ext cx="43200" cy="43200"/>
          </a:xfrm>
          <a:prstGeom prst="ellipse">
            <a:avLst/>
          </a:prstGeom>
          <a:solidFill>
            <a:srgbClr val="423B91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570400" y="374400"/>
            <a:ext cx="43200" cy="43200"/>
          </a:xfrm>
          <a:prstGeom prst="ellipse">
            <a:avLst/>
          </a:prstGeom>
          <a:solidFill>
            <a:srgbClr val="423B91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70400" y="482400"/>
            <a:ext cx="43200" cy="43200"/>
          </a:xfrm>
          <a:prstGeom prst="ellipse">
            <a:avLst/>
          </a:prstGeom>
          <a:solidFill>
            <a:srgbClr val="423B91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78400" y="158400"/>
            <a:ext cx="43200" cy="43200"/>
          </a:xfrm>
          <a:prstGeom prst="ellipse">
            <a:avLst/>
          </a:prstGeom>
          <a:solidFill>
            <a:srgbClr val="423B91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78400" y="266400"/>
            <a:ext cx="43200" cy="43200"/>
          </a:xfrm>
          <a:prstGeom prst="ellipse">
            <a:avLst/>
          </a:prstGeom>
          <a:solidFill>
            <a:srgbClr val="423B91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78400" y="374400"/>
            <a:ext cx="43200" cy="43200"/>
          </a:xfrm>
          <a:prstGeom prst="ellipse">
            <a:avLst/>
          </a:prstGeom>
          <a:solidFill>
            <a:srgbClr val="423B91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8400" y="482400"/>
            <a:ext cx="43200" cy="43200"/>
          </a:xfrm>
          <a:prstGeom prst="ellipse">
            <a:avLst/>
          </a:prstGeom>
          <a:solidFill>
            <a:srgbClr val="423B91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86400" y="158400"/>
            <a:ext cx="43200" cy="43200"/>
          </a:xfrm>
          <a:prstGeom prst="ellipse">
            <a:avLst/>
          </a:prstGeom>
          <a:solidFill>
            <a:srgbClr val="423B91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786400" y="266400"/>
            <a:ext cx="43200" cy="43200"/>
          </a:xfrm>
          <a:prstGeom prst="ellipse">
            <a:avLst/>
          </a:prstGeom>
          <a:solidFill>
            <a:srgbClr val="423B91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86400" y="374400"/>
            <a:ext cx="43200" cy="43200"/>
          </a:xfrm>
          <a:prstGeom prst="ellipse">
            <a:avLst/>
          </a:prstGeom>
          <a:solidFill>
            <a:srgbClr val="423B91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786400" y="482400"/>
            <a:ext cx="43200" cy="43200"/>
          </a:xfrm>
          <a:prstGeom prst="ellipse">
            <a:avLst/>
          </a:prstGeom>
          <a:solidFill>
            <a:srgbClr val="423B91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94400" y="158400"/>
            <a:ext cx="43200" cy="43200"/>
          </a:xfrm>
          <a:prstGeom prst="ellipse">
            <a:avLst/>
          </a:prstGeom>
          <a:solidFill>
            <a:srgbClr val="423B91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894400" y="266400"/>
            <a:ext cx="43200" cy="43200"/>
          </a:xfrm>
          <a:prstGeom prst="ellipse">
            <a:avLst/>
          </a:prstGeom>
          <a:solidFill>
            <a:srgbClr val="423B91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894400" y="374400"/>
            <a:ext cx="43200" cy="43200"/>
          </a:xfrm>
          <a:prstGeom prst="ellipse">
            <a:avLst/>
          </a:prstGeom>
          <a:solidFill>
            <a:srgbClr val="423B91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894400" y="482400"/>
            <a:ext cx="43200" cy="43200"/>
          </a:xfrm>
          <a:prstGeom prst="ellipse">
            <a:avLst/>
          </a:prstGeom>
          <a:solidFill>
            <a:srgbClr val="423B91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1663200"/>
            <a:ext cx="3240000" cy="136800"/>
          </a:xfrm>
          <a:prstGeom prst="rect">
            <a:avLst/>
          </a:prstGeom>
          <a:solidFill>
            <a:srgbClr val="423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663200"/>
            <a:ext cx="936000" cy="136800"/>
          </a:xfrm>
          <a:prstGeom prst="rect">
            <a:avLst/>
          </a:prstGeom>
          <a:solidFill>
            <a:srgbClr val="CAC8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텍스트"/>
          <p:cNvSpPr txBox="1"/>
          <p:nvPr/>
        </p:nvSpPr>
        <p:spPr>
          <a:xfrm>
            <a:off x="252000" y="2088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647258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54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2F481E"/>
                </a:solidFill>
                <a:latin typeface="바탕"/>
                <a:ea typeface="바탕"/>
              </a:rPr>
              <a:t>임건우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252000" y="828000"/>
            <a:ext cx="2016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423B91"/>
                </a:solidFill>
                <a:latin typeface="맑은 고딕"/>
                <a:ea typeface="맑은 고딕"/>
              </a:rPr>
              <a:t>대리점 대표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252000" y="11088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423B91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396000" y="11088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F481E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2777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423B91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396000" y="12777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F481E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4466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423B91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396000" y="14466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F481E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33" name="Oval 32"/>
          <p:cNvSpPr/>
          <p:nvPr/>
        </p:nvSpPr>
        <p:spPr>
          <a:xfrm>
            <a:off x="2753280" y="1113120"/>
            <a:ext cx="115200" cy="115200"/>
          </a:xfrm>
          <a:prstGeom prst="ellipse">
            <a:avLst/>
          </a:prstGeom>
          <a:noFill/>
          <a:ln w="25920">
            <a:solidFill>
              <a:srgbClr val="423B91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2862720" y="1170720"/>
            <a:ext cx="144000" cy="0"/>
          </a:xfrm>
          <a:prstGeom prst="line">
            <a:avLst/>
          </a:prstGeom>
          <a:ln w="25920">
            <a:solidFill>
              <a:srgbClr val="423B9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2966400" y="1170720"/>
            <a:ext cx="0" cy="51840"/>
          </a:xfrm>
          <a:prstGeom prst="line">
            <a:avLst/>
          </a:prstGeom>
          <a:ln w="23040">
            <a:solidFill>
              <a:srgbClr val="CAC8E0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3006720" y="1170720"/>
            <a:ext cx="0" cy="63360"/>
          </a:xfrm>
          <a:prstGeom prst="line">
            <a:avLst/>
          </a:prstGeom>
          <a:ln w="23040">
            <a:solidFill>
              <a:srgbClr val="CAC8E0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00" cy="1800000"/>
          </a:xfrm>
          <a:prstGeom prst="rect">
            <a:avLst/>
          </a:prstGeom>
          <a:solidFill>
            <a:srgbClr val="8D3F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432000"/>
            <a:ext cx="2016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1700" b="1">
                <a:solidFill>
                  <a:srgbClr val="29465B"/>
                </a:solidFill>
                <a:latin typeface="바탕"/>
                <a:ea typeface="바탕"/>
              </a:rPr>
              <a:t>회사 · 사무소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8400"/>
            <a:ext cx="2016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0">
                <a:solidFill>
                  <a:srgbClr val="61707A"/>
                </a:solidFill>
                <a:latin typeface="바탕"/>
                <a:ea typeface="바탕"/>
              </a:rPr>
              <a:t>믿고 물어볼 수 있는 상담 파트너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  <a:ln w="9000">
            <a:solidFill>
              <a:srgbClr val="8D3F46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1707A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763200"/>
            <a:ext cx="201600" cy="14400"/>
          </a:xfrm>
          <a:prstGeom prst="rect">
            <a:avLst/>
          </a:prstGeom>
          <a:solidFill>
            <a:srgbClr val="8D3F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29440" y="347760"/>
            <a:ext cx="129600" cy="129600"/>
          </a:xfrm>
          <a:prstGeom prst="ellipse">
            <a:avLst/>
          </a:prstGeom>
          <a:noFill/>
          <a:ln w="29160">
            <a:solidFill>
              <a:srgbClr val="8D3F46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2752560" y="412560"/>
            <a:ext cx="162000" cy="0"/>
          </a:xfrm>
          <a:prstGeom prst="line">
            <a:avLst/>
          </a:prstGeom>
          <a:ln w="29160">
            <a:solidFill>
              <a:srgbClr val="8D3F46"/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2869200" y="412560"/>
            <a:ext cx="0" cy="58320"/>
          </a:xfrm>
          <a:prstGeom prst="line">
            <a:avLst/>
          </a:prstGeom>
          <a:ln w="25920">
            <a:solidFill>
              <a:srgbClr val="DFC9CB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2914560" y="412560"/>
            <a:ext cx="0" cy="71280"/>
          </a:xfrm>
          <a:prstGeom prst="line">
            <a:avLst/>
          </a:prstGeom>
          <a:ln w="25920">
            <a:solidFill>
              <a:srgbClr val="DFC9CB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대리점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