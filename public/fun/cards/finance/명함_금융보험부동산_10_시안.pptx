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00B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2151C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B5369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B8EBF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임건우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B5369"/>
                </a:solidFill>
                <a:latin typeface="맑은 고딕"/>
                <a:ea typeface="맑은 고딕"/>
              </a:rPr>
              <a:t>대리점 대표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B8EBF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536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536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536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8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33C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전세 상담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대출 안내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법인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대리점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