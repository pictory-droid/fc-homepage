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A040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60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BDB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0CCC9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DB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B0BD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0271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DB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0271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B0BD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0CCC9"/>
                </a:solidFill>
                <a:latin typeface="맑은 고딕"/>
                <a:ea typeface="맑은 고딕"/>
              </a:rPr>
              <a:t>평일 10:00 – 19:00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