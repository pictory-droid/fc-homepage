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396F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05760" y="329040"/>
            <a:ext cx="158400" cy="158400"/>
          </a:xfrm>
          <a:prstGeom prst="ellipse">
            <a:avLst/>
          </a:prstGeom>
          <a:noFill/>
          <a:ln w="35640">
            <a:solidFill>
              <a:srgbClr val="396F54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56240" y="408240"/>
            <a:ext cx="198000" cy="0"/>
          </a:xfrm>
          <a:prstGeom prst="line">
            <a:avLst/>
          </a:prstGeom>
          <a:ln w="35640">
            <a:solidFill>
              <a:srgbClr val="396F5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2998800" y="408240"/>
            <a:ext cx="0" cy="71280"/>
          </a:xfrm>
          <a:prstGeom prst="line">
            <a:avLst/>
          </a:prstGeom>
          <a:ln w="31680">
            <a:solidFill>
              <a:srgbClr val="E2F2E9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3054240" y="408240"/>
            <a:ext cx="0" cy="87120"/>
          </a:xfrm>
          <a:prstGeom prst="line">
            <a:avLst/>
          </a:prstGeom>
          <a:ln w="31680">
            <a:solidFill>
              <a:srgbClr val="E2F2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1C3629"/>
                </a:solidFill>
                <a:latin typeface="바탕"/>
                <a:ea typeface="바탕"/>
              </a:rPr>
              <a:t>노승민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96F54"/>
                </a:solidFill>
                <a:latin typeface="맑은 고딕"/>
                <a:ea typeface="맑은 고딕"/>
              </a:rPr>
              <a:t>부동산 컨설턴트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2746A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4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FFFFFF"/>
                </a:solidFill>
                <a:latin typeface="바탕"/>
                <a:ea typeface="바탕"/>
              </a:rPr>
              <a:t>회사 · 사무소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B0BEC9"/>
                </a:solidFill>
                <a:latin typeface="맑은 고딕"/>
                <a:ea typeface="맑은 고딕"/>
              </a:rPr>
              <a:t>어느 때든 안부를 전하겠습니다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CEE2F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B0BEC9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29440" y="347760"/>
            <a:ext cx="129600" cy="129600"/>
          </a:xfrm>
          <a:prstGeom prst="ellipse">
            <a:avLst/>
          </a:prstGeom>
          <a:noFill/>
          <a:ln w="29160">
            <a:solidFill>
              <a:srgbClr val="CEE2F3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2752560" y="412560"/>
            <a:ext cx="162000" cy="0"/>
          </a:xfrm>
          <a:prstGeom prst="line">
            <a:avLst/>
          </a:prstGeom>
          <a:ln w="29160">
            <a:solidFill>
              <a:srgbClr val="CEE2F3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2869200" y="412560"/>
            <a:ext cx="0" cy="58320"/>
          </a:xfrm>
          <a:prstGeom prst="line">
            <a:avLst/>
          </a:prstGeom>
          <a:ln w="25920">
            <a:solidFill>
              <a:srgbClr val="42627E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2914560" y="412560"/>
            <a:ext cx="0" cy="71280"/>
          </a:xfrm>
          <a:prstGeom prst="line">
            <a:avLst/>
          </a:prstGeom>
          <a:ln w="25920">
            <a:solidFill>
              <a:srgbClr val="42627E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부동산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