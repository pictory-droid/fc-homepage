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노승민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부동산 컨설턴트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상담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3B6B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연금 설계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3B6B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세무 상담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3B6B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상속 · 증여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3B6B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부동산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