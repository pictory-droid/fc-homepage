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어느 때든 안부를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전하겠습니다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