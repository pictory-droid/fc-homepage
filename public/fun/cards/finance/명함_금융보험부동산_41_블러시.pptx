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55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C4B2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9B7E8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C4B2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FFFFFF"/>
                </a:solidFill>
                <a:latin typeface="바탕"/>
                <a:ea typeface="바탕"/>
              </a:rPr>
              <a:t>민OO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D5C9CA"/>
                </a:solidFill>
                <a:latin typeface="바탕"/>
                <a:ea typeface="바탕"/>
              </a:rPr>
              <a:t>자산관리 상담사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C4B2B5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C4B2B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D5C9CA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E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E2B4C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4171D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2F4C9A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1E2B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연금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075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1E2B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859075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투자 상담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614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1E2B4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6614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증권 정리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E2B4C"/>
                </a:solidFill>
                <a:latin typeface="맑은 고딕"/>
                <a:ea typeface="맑은 고딕"/>
              </a:rPr>
              <a:t>BLOG   blog.example.com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E2B4C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자산관리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