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C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B8F6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00E0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0B6250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B8F6E6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김하늘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0B6250"/>
                </a:solidFill>
                <a:latin typeface="맑은 고딕"/>
                <a:ea typeface="맑은 고딕"/>
              </a:rPr>
              <a:t>자산관리 상담사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2000" y="943200"/>
            <a:ext cx="0" cy="604800"/>
          </a:xfrm>
          <a:prstGeom prst="line">
            <a:avLst/>
          </a:prstGeom>
          <a:ln w="3600">
            <a:solidFill>
              <a:srgbClr val="B8F6E6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16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B625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318400" y="1022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B625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18400" y="1166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B625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18400" y="1310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00E0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FFFFFF"/>
                </a:solidFill>
                <a:latin typeface="맑은 고딕"/>
                <a:ea typeface="맑은 고딕"/>
              </a:rPr>
              <a:t>연금 설계  ·  자산 관리  ·  전세 상담  ·  투자 상담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자산관리 상담사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