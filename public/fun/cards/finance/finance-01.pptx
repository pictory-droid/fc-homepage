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CCC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90496" y="219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759616" y="378000"/>
            <a:ext cx="38016" cy="41472"/>
          </a:xfrm>
          <a:prstGeom prst="line">
            <a:avLst/>
          </a:prstGeom>
          <a:ln w="24192">
            <a:solidFill>
              <a:srgbClr val="DCCCD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797632" y="336528"/>
            <a:ext cx="65664" cy="82944"/>
          </a:xfrm>
          <a:prstGeom prst="line">
            <a:avLst/>
          </a:prstGeom>
          <a:ln w="24192">
            <a:solidFill>
              <a:srgbClr val="DCCCD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570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53A41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34958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349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3495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3495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3495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53A4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A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659073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183A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6590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당신의 내일을 함께 준비합니다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AEBAB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