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0B625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김하늘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0B6250"/>
                </a:solidFill>
                <a:latin typeface="맑은 고딕"/>
                <a:ea typeface="맑은 고딕"/>
              </a:rPr>
              <a:t>자산관리 상담사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B8F6E6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0B625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0B625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0B6250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당신의 내일을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함께 준비합니다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자산관리 상담사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