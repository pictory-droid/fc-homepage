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C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B8F6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B6250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B6250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B8F6E6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B625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FFFFFF"/>
                </a:solidFill>
                <a:latin typeface="맑은 고딕"/>
                <a:ea typeface="맑은 고딕"/>
              </a:rPr>
              <a:t>연금 설계  ·  자산 관리  ·  전세 상담  ·  투자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