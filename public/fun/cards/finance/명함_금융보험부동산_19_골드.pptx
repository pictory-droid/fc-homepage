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FFB3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B300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전보라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재무 설계사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FFB300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5111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FFB300"/>
          </a:solidFill>
          <a:ln w="5760">
            <a:solidFill>
              <a:srgbClr val="FFB3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FF7E6"/>
          </a:solidFill>
          <a:ln w="5760">
            <a:solidFill>
              <a:srgbClr val="FFB3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전세 상담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FF7E6"/>
          </a:solidFill>
          <a:ln w="5760">
            <a:solidFill>
              <a:srgbClr val="FFB3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청약 안내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FF7E6"/>
          </a:solidFill>
          <a:ln w="5760">
            <a:solidFill>
              <a:srgbClr val="FFB3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5111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5111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C5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C5111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 설계사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