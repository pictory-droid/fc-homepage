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3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0E353A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53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353A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53A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0E353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