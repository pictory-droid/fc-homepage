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CDD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1F5B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7307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173072"/>
                </a:solidFill>
                <a:latin typeface="맑은 고딕"/>
                <a:ea typeface="맑은 고딕"/>
              </a:rPr>
              <a:t>회계사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730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730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730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4C7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차근차근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설명드리겠습니다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CEDB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