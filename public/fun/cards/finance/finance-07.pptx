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3B80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C8DB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7A6D4D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74591B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87A8A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3B80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4591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74591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7A6D4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Oval 10"/>
          <p:cNvSpPr/>
          <p:nvPr/>
        </p:nvSpPr>
        <p:spPr>
          <a:xfrm>
            <a:off x="1559808" y="1512432"/>
            <a:ext cx="54720" cy="54720"/>
          </a:xfrm>
          <a:prstGeom prst="ellipse">
            <a:avLst/>
          </a:prstGeom>
          <a:noFill/>
          <a:ln w="12312">
            <a:solidFill>
              <a:srgbClr val="3B8091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611792" y="1539792"/>
            <a:ext cx="68400" cy="0"/>
          </a:xfrm>
          <a:prstGeom prst="line">
            <a:avLst/>
          </a:prstGeom>
          <a:ln w="12312">
            <a:solidFill>
              <a:srgbClr val="3B8091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661040" y="1539792"/>
            <a:ext cx="0" cy="24624"/>
          </a:xfrm>
          <a:prstGeom prst="line">
            <a:avLst/>
          </a:prstGeom>
          <a:ln w="10944">
            <a:solidFill>
              <a:srgbClr val="C8DBE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80192" y="1539792"/>
            <a:ext cx="0" cy="30096"/>
          </a:xfrm>
          <a:prstGeom prst="line">
            <a:avLst/>
          </a:prstGeom>
          <a:ln w="10944">
            <a:solidFill>
              <a:srgbClr val="C8DBE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23040" y="488160"/>
            <a:ext cx="633600" cy="633600"/>
          </a:xfrm>
          <a:prstGeom prst="ellipse">
            <a:avLst/>
          </a:prstGeom>
          <a:noFill/>
          <a:ln w="142560">
            <a:solidFill>
              <a:srgbClr val="C6992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524960" y="804960"/>
            <a:ext cx="792000" cy="0"/>
          </a:xfrm>
          <a:prstGeom prst="line">
            <a:avLst/>
          </a:prstGeom>
          <a:ln w="142560">
            <a:solidFill>
              <a:srgbClr val="C6992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095200" y="804960"/>
            <a:ext cx="0" cy="285120"/>
          </a:xfrm>
          <a:prstGeom prst="line">
            <a:avLst/>
          </a:prstGeom>
          <a:ln w="126720">
            <a:solidFill>
              <a:srgbClr val="F8F0D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316960" y="804960"/>
            <a:ext cx="0" cy="348480"/>
          </a:xfrm>
          <a:prstGeom prst="line">
            <a:avLst/>
          </a:prstGeom>
          <a:ln w="126720">
            <a:solidFill>
              <a:srgbClr val="F8F0DB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7E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74591B"/>
                </a:solidFill>
                <a:latin typeface="맑은 고딕"/>
                <a:ea typeface="맑은 고딕"/>
              </a:rPr>
              <a:t>차근차근 설명드리겠습니다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C699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A6C4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