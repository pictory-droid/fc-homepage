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C3E6D5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C3E6D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C3E6D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C3E6D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C3E6D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고객의 선택을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존중하겠습니다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3E6D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