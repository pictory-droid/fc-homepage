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2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6000" y="0"/>
            <a:ext cx="1044000" cy="1800000"/>
          </a:xfrm>
          <a:prstGeom prst="rect">
            <a:avLst/>
          </a:prstGeom>
          <a:solidFill>
            <a:srgbClr val="B676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96240" y="588960"/>
            <a:ext cx="201600" cy="201600"/>
          </a:xfrm>
          <a:prstGeom prst="ellipse">
            <a:avLst/>
          </a:prstGeom>
          <a:noFill/>
          <a:ln w="45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687760" y="689760"/>
            <a:ext cx="252000" cy="0"/>
          </a:xfrm>
          <a:prstGeom prst="line">
            <a:avLst/>
          </a:prstGeom>
          <a:ln w="4536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869200" y="689760"/>
            <a:ext cx="0" cy="90720"/>
          </a:xfrm>
          <a:prstGeom prst="line">
            <a:avLst/>
          </a:prstGeom>
          <a:ln w="4032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39760" y="689760"/>
            <a:ext cx="0" cy="110880"/>
          </a:xfrm>
          <a:prstGeom prst="line">
            <a:avLst/>
          </a:prstGeom>
          <a:ln w="4032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268000" y="1224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 spc="15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331200"/>
            <a:ext cx="1872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16000" y="619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C18B82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828000"/>
            <a:ext cx="201600" cy="14400"/>
          </a:xfrm>
          <a:prstGeom prst="rect">
            <a:avLst/>
          </a:prstGeom>
          <a:solidFill>
            <a:srgbClr val="B676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6000" y="100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18B82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1008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6000" y="117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18B82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1176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6000" y="134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18B82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45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3040" y="488160"/>
            <a:ext cx="633600" cy="633600"/>
          </a:xfrm>
          <a:prstGeom prst="ellipse">
            <a:avLst/>
          </a:prstGeom>
          <a:noFill/>
          <a:ln w="142560">
            <a:solidFill>
              <a:srgbClr val="3B919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524960" y="804960"/>
            <a:ext cx="792000" cy="0"/>
          </a:xfrm>
          <a:prstGeom prst="line">
            <a:avLst/>
          </a:prstGeom>
          <a:ln w="142560">
            <a:solidFill>
              <a:srgbClr val="3B919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095200" y="804960"/>
            <a:ext cx="0" cy="285120"/>
          </a:xfrm>
          <a:prstGeom prst="line">
            <a:avLst/>
          </a:prstGeom>
          <a:ln w="126720">
            <a:solidFill>
              <a:srgbClr val="C8E0E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316960" y="804960"/>
            <a:ext cx="0" cy="348480"/>
          </a:xfrm>
          <a:prstGeom prst="line">
            <a:avLst/>
          </a:prstGeom>
          <a:ln w="126720">
            <a:solidFill>
              <a:srgbClr val="C8E0E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BF8F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3A2918"/>
                </a:solidFill>
                <a:latin typeface="맑은 고딕"/>
                <a:ea typeface="맑은 고딕"/>
              </a:rPr>
              <a:t>고객의 선택을 존중하겠습니다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786B5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