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0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952000" y="0"/>
            <a:ext cx="288000" cy="1800000"/>
          </a:xfrm>
          <a:prstGeom prst="rect">
            <a:avLst/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52000" y="0"/>
            <a:ext cx="288000" cy="540000"/>
          </a:xfrm>
          <a:prstGeom prst="rect">
            <a:avLst/>
          </a:prstGeom>
          <a:solidFill>
            <a:srgbClr val="5692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A3848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39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625"/>
              </a:lnSpc>
            </a:pPr>
            <a:r>
              <a:rPr sz="2500" b="1" spc="100">
                <a:solidFill>
                  <a:srgbClr val="14171D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2000" y="943200"/>
            <a:ext cx="785403" cy="172800"/>
          </a:xfrm>
          <a:prstGeom prst="roundRect">
            <a:avLst>
              <a:gd name="adj" fmla="val 50000"/>
            </a:avLst>
          </a:prstGeom>
          <a:solidFill>
            <a:srgbClr val="4F6D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943200"/>
            <a:ext cx="785403" cy="172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대리점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1267200"/>
            <a:ext cx="2484000" cy="0"/>
          </a:xfrm>
          <a:prstGeom prst="line">
            <a:avLst/>
          </a:prstGeom>
          <a:ln w="3600">
            <a:solidFill>
              <a:srgbClr val="CED6E0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1353600"/>
            <a:ext cx="86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3848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454400"/>
            <a:ext cx="86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16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3848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52000" y="13536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A3848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52000" y="1454400"/>
            <a:ext cx="93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05936" y="954144"/>
            <a:ext cx="138240" cy="138240"/>
          </a:xfrm>
          <a:prstGeom prst="ellipse">
            <a:avLst/>
          </a:prstGeom>
          <a:noFill/>
          <a:ln w="31104">
            <a:solidFill>
              <a:srgbClr val="14171D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537264" y="1023264"/>
            <a:ext cx="172800" cy="0"/>
          </a:xfrm>
          <a:prstGeom prst="line">
            <a:avLst/>
          </a:prstGeom>
          <a:ln w="31104">
            <a:solidFill>
              <a:srgbClr val="14171D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61680" y="1023264"/>
            <a:ext cx="0" cy="62208"/>
          </a:xfrm>
          <a:prstGeom prst="line">
            <a:avLst/>
          </a:prstGeom>
          <a:ln w="27648">
            <a:solidFill>
              <a:srgbClr val="6A5026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710064" y="1023264"/>
            <a:ext cx="0" cy="76032"/>
          </a:xfrm>
          <a:prstGeom prst="line">
            <a:avLst/>
          </a:prstGeom>
          <a:ln w="27648">
            <a:solidFill>
              <a:srgbClr val="6A5026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전세 상담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법인 상담</a:t>
            </a:r>
          </a:p>
        </p:txBody>
      </p:sp>
      <p:sp>
        <p:nvSpPr>
          <p:cNvPr id="15" name="Oval 14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B554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방문 · 전화 상담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대리점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