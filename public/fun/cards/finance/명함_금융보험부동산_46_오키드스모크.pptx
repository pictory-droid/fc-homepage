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437760" y="941040"/>
            <a:ext cx="158400" cy="158400"/>
          </a:xfrm>
          <a:prstGeom prst="ellipse">
            <a:avLst/>
          </a:prstGeom>
          <a:noFill/>
          <a:ln w="356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88240" y="1020240"/>
            <a:ext cx="198000" cy="0"/>
          </a:xfrm>
          <a:prstGeom prst="line">
            <a:avLst/>
          </a:prstGeom>
          <a:ln w="3564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30800" y="1020240"/>
            <a:ext cx="0" cy="71280"/>
          </a:xfrm>
          <a:prstGeom prst="line">
            <a:avLst/>
          </a:prstGeom>
          <a:ln w="31680">
            <a:solidFill>
              <a:srgbClr val="AEB5B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86240" y="1020240"/>
            <a:ext cx="0" cy="87120"/>
          </a:xfrm>
          <a:prstGeom prst="line">
            <a:avLst/>
          </a:prstGeom>
          <a:ln w="31680">
            <a:solidFill>
              <a:srgbClr val="AEB5B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36A76"/>
                </a:solidFill>
                <a:latin typeface="맑은 고딕"/>
                <a:ea typeface="맑은 고딕"/>
              </a:rPr>
              <a:t>사전 예약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