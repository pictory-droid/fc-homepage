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27B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자산관리 상담사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627B9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27B9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