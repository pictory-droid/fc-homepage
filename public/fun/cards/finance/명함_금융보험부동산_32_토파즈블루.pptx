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E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BC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BC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BCB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4385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438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438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A796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C78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438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8BB2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41404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1404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414043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