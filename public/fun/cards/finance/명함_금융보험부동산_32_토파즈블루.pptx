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E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BBC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BBC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BBC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4385A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4385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4385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A796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6C78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4385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C7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C7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C7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68BB2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7D1CC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7D1C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7D1C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7D1C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7D1CC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41404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1404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414043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