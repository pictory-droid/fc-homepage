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826C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심OO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자산관리 상담사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보험 상담  ·  매매 · 임대  ·  대출 안내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자산관리 상담사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