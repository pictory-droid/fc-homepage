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A873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노OO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공인중개사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A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D2026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2B2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C4C4C7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연금 설계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C4C4C7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C4C4C7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C4C4C7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C4C4C7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1D202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D2026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D2026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공인중개사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