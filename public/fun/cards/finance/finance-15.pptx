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작은 궁금증도 편하게 물어보세요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