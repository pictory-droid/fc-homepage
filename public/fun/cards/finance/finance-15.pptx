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4CD96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4CD964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권다은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금융 상담역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4CD96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자산 관리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세무 상담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대출 안내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KAKAO  @채널아이디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금융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