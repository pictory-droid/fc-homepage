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바탕"/>
                <a:ea typeface="바탕"/>
              </a:rPr>
              <a:t>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98626B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7A1F2E"/>
                </a:solidFill>
                <a:latin typeface="바탕"/>
                <a:ea typeface="바탕"/>
              </a:rPr>
              <a:t>권다은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C334D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CC33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334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334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334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23040" y="488160"/>
            <a:ext cx="633600" cy="633600"/>
          </a:xfrm>
          <a:prstGeom prst="ellipse">
            <a:avLst/>
          </a:prstGeom>
          <a:noFill/>
          <a:ln w="142560">
            <a:solidFill>
              <a:srgbClr val="868D3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524960" y="804960"/>
            <a:ext cx="792000" cy="0"/>
          </a:xfrm>
          <a:prstGeom prst="line">
            <a:avLst/>
          </a:prstGeom>
          <a:ln w="142560">
            <a:solidFill>
              <a:srgbClr val="868D3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95200" y="804960"/>
            <a:ext cx="0" cy="285120"/>
          </a:xfrm>
          <a:prstGeom prst="line">
            <a:avLst/>
          </a:prstGeom>
          <a:ln w="126720">
            <a:solidFill>
              <a:srgbClr val="DDDFC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316960" y="804960"/>
            <a:ext cx="0" cy="348480"/>
          </a:xfrm>
          <a:prstGeom prst="line">
            <a:avLst/>
          </a:prstGeom>
          <a:ln w="126720">
            <a:solidFill>
              <a:srgbClr val="DDDFC9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BF8F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573371"/>
                </a:solidFill>
                <a:latin typeface="맑은 고딕"/>
                <a:ea typeface="맑은 고딕"/>
              </a:rPr>
              <a:t>작은 궁금증도 편하게 물어보세요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7A668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