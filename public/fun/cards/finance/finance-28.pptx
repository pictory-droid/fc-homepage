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3755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315216" y="430704"/>
            <a:ext cx="161568" cy="213840"/>
          </a:xfrm>
          <a:custGeom>
            <a:avLst/>
            <a:gdLst/>
            <a:ahLst/>
            <a:cxnLst/>
            <a:rect l="l" t="t" r="r" b="b"/>
            <a:pathLst>
              <a:path w="161568" h="213840">
                <a:moveTo>
                  <a:pt x="0" y="23760"/>
                </a:moveTo>
                <a:lnTo>
                  <a:pt x="80784" y="0"/>
                </a:lnTo>
                <a:lnTo>
                  <a:pt x="161568" y="23760"/>
                </a:lnTo>
                <a:lnTo>
                  <a:pt x="161568" y="114048"/>
                </a:lnTo>
                <a:lnTo>
                  <a:pt x="80784" y="213840"/>
                </a:lnTo>
                <a:lnTo>
                  <a:pt x="0" y="114048"/>
                </a:lnTo>
                <a:close/>
              </a:path>
            </a:pathLst>
          </a:cu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62736" y="540000"/>
            <a:ext cx="26136" cy="28512"/>
          </a:xfrm>
          <a:prstGeom prst="line">
            <a:avLst/>
          </a:prstGeom>
          <a:ln w="16632">
            <a:solidFill>
              <a:srgbClr val="E6F3E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388872" y="511488"/>
            <a:ext cx="45144" cy="57024"/>
          </a:xfrm>
          <a:prstGeom prst="line">
            <a:avLst/>
          </a:prstGeom>
          <a:ln w="16632">
            <a:solidFill>
              <a:srgbClr val="E6F3E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A7833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14F22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A783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A783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A78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9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5A81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94320" y="1360080"/>
            <a:ext cx="171360" cy="226800"/>
          </a:xfrm>
          <a:custGeom>
            <a:avLst/>
            <a:gdLst/>
            <a:ahLst/>
            <a:cxnLst/>
            <a:rect l="l" t="t" r="r" b="b"/>
            <a:pathLst>
              <a:path w="171360" h="226800">
                <a:moveTo>
                  <a:pt x="0" y="25200"/>
                </a:moveTo>
                <a:lnTo>
                  <a:pt x="85680" y="0"/>
                </a:lnTo>
                <a:lnTo>
                  <a:pt x="171360" y="25200"/>
                </a:lnTo>
                <a:lnTo>
                  <a:pt x="171360" y="120960"/>
                </a:lnTo>
                <a:lnTo>
                  <a:pt x="85680" y="226800"/>
                </a:lnTo>
                <a:lnTo>
                  <a:pt x="0" y="12096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844720" y="1476000"/>
            <a:ext cx="27720" cy="30240"/>
          </a:xfrm>
          <a:prstGeom prst="line">
            <a:avLst/>
          </a:prstGeom>
          <a:ln w="17640">
            <a:solidFill>
              <a:srgbClr val="D9D9D9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872440" y="1445760"/>
            <a:ext cx="47880" cy="60480"/>
          </a:xfrm>
          <a:prstGeom prst="line">
            <a:avLst/>
          </a:prstGeom>
          <a:ln w="17640">
            <a:solidFill>
              <a:srgbClr val="D9D9D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여러 길을 함께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살펴보겠습니다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6E0E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