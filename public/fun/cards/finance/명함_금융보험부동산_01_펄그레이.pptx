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9979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0F2F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A606B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A606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0F2F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A606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0F2F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A606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7FB1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6909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6909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6909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6909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16F79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16F79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