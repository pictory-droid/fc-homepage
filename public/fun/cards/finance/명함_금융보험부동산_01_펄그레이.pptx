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D4D8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39979C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F0F2F4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김OO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A606B"/>
                </a:solidFill>
                <a:latin typeface="맑은 고딕"/>
                <a:ea typeface="맑은 고딕"/>
              </a:rPr>
              <a:t>자산관리 상담사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A606B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F0F2F4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A606B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F0F2F4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A606B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2ED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5E7FB1"/>
                </a:solidFill>
                <a:latin typeface="맑은 고딕"/>
                <a:ea typeface="맑은 고딕"/>
              </a:rPr>
              <a:t>상담 분야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BAD3D6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369095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B2230"/>
                </a:solidFill>
                <a:latin typeface="맑은 고딕"/>
                <a:ea typeface="맑은 고딕"/>
              </a:rPr>
              <a:t>연금 설계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BAD3D6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369095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B2230"/>
                </a:solidFill>
                <a:latin typeface="맑은 고딕"/>
                <a:ea typeface="맑은 고딕"/>
              </a:rPr>
              <a:t>자산 관리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BAD3D6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369095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B2230"/>
                </a:solidFill>
                <a:latin typeface="맑은 고딕"/>
                <a:ea typeface="맑은 고딕"/>
              </a:rPr>
              <a:t>전세 상담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BAD3D6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656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369095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79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B2230"/>
                </a:solidFill>
                <a:latin typeface="맑은 고딕"/>
                <a:ea typeface="맑은 고딕"/>
              </a:rPr>
              <a:t>투자 상담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56000" y="1036800"/>
            <a:ext cx="1296000" cy="0"/>
          </a:xfrm>
          <a:prstGeom prst="line">
            <a:avLst/>
          </a:prstGeom>
          <a:ln w="3600">
            <a:solidFill>
              <a:srgbClr val="BAD3D6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16F79"/>
                </a:solidFill>
                <a:latin typeface="맑은 고딕"/>
                <a:ea typeface="맑은 고딕"/>
              </a:rPr>
              <a:t>방문 · 전화 상담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616F79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자산관리 상담사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