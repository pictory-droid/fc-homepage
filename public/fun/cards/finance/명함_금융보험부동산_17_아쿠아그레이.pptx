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96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안OO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0400"/>
            <a:ext cx="3240000" cy="331200"/>
          </a:xfrm>
          <a:prstGeom prst="rect">
            <a:avLst/>
          </a:prstGeom>
          <a:solidFill>
            <a:srgbClr val="467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 spc="120">
                <a:solidFill>
                  <a:srgbClr val="FFFFFF"/>
                </a:solidFill>
                <a:latin typeface="맑은 고딕"/>
                <a:ea typeface="맑은 고딕"/>
              </a:rPr>
              <a:t>회계사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672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256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666B7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646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D0AC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AF72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AF72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D0AC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D6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AF72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D0AC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AF72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D6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AF72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AF72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D0AC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AF72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AF72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D0AC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D6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AF72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D0AC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D6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D0AC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AF72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AF72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D0AC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AF72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AF72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D0AC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D6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D0AC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AF72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D6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D0AC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AF72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AF72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D0AC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AF72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AF72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D6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AF72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D0AC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AF72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D6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D0AC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AF72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AF72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D0AC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AF72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D0AC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D6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AF72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D0AC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AF72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D6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D0AC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AF72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DC4BD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D0AC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보험 상담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D6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자산 관리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D0AC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세무 상담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AF7262"/>
            </a:solidFill>
          </a:ln>
        </p:spPr>
      </p:cxnSp>
      <p:sp>
        <p:nvSpPr>
          <p:cNvPr id="64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DDC4BD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회계사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