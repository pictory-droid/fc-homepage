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BCBC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BCBC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BCBC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318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21318"/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31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31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31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