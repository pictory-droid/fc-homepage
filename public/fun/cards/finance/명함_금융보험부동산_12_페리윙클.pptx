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6D52A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7C8CC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7C8CC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7C8CC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3C466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D52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3BF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6D52A8"/>
                </a:solidFill>
                <a:latin typeface="바탕"/>
                <a:ea typeface="바탕"/>
              </a:rPr>
              <a:t>상담 분야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6D52A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가입 점검  ·  투자 상담  ·  상속 · 증여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6D52A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46677"/>
                </a:solidFill>
                <a:latin typeface="바탕"/>
                <a:ea typeface="바탕"/>
              </a:rPr>
              <a:t>온라인 상담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46677"/>
                </a:solidFill>
                <a:latin typeface="바탕"/>
                <a:ea typeface="바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