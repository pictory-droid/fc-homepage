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8474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E7BC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심OO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자산관리 상담사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D6E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926C46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926C46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B2230"/>
                </a:solidFill>
                <a:latin typeface="맑은 고딕"/>
                <a:ea typeface="맑은 고딕"/>
              </a:rPr>
              <a:t>보험 상담  ·  매매 · 임대  ·  대출 안내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자산관리 상담사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