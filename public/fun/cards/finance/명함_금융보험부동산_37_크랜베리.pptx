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B666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주OO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7ABB4"/>
                </a:solidFill>
                <a:latin typeface="맑은 고딕"/>
                <a:ea typeface="맑은 고딕"/>
              </a:rPr>
              <a:t>회계사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4A3B3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D9D5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280800"/>
            <a:ext cx="25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11"/>
              </a:lnSpc>
            </a:pPr>
            <a:r>
              <a:rPr sz="560" b="1" spc="400">
                <a:solidFill>
                  <a:srgbClr val="4A3B33"/>
                </a:solidFill>
                <a:latin typeface="바탕"/>
                <a:ea typeface="바탕"/>
              </a:rPr>
              <a:t>상담 분야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12000" y="432000"/>
            <a:ext cx="216000" cy="0"/>
          </a:xfrm>
          <a:prstGeom prst="line">
            <a:avLst/>
          </a:prstGeom>
          <a:ln w="5040">
            <a:solidFill>
              <a:srgbClr val="4A3B33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360000" y="57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47"/>
              </a:lnSpc>
            </a:pPr>
            <a:r>
              <a:rPr sz="860" b="1" spc="100">
                <a:solidFill>
                  <a:srgbClr val="14171D"/>
                </a:solidFill>
                <a:latin typeface="바탕"/>
                <a:ea typeface="바탕"/>
              </a:rPr>
              <a:t>보험 상담  ·  투자 상담  ·  증권 정리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12000" y="1173600"/>
            <a:ext cx="216000" cy="0"/>
          </a:xfrm>
          <a:prstGeom prst="line">
            <a:avLst/>
          </a:prstGeom>
          <a:ln w="5040">
            <a:solidFill>
              <a:srgbClr val="4A3B33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26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686459"/>
                </a:solidFill>
                <a:latin typeface="바탕"/>
                <a:ea typeface="바탕"/>
              </a:rPr>
              <a:t>평일 09:00 – 18:00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968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686459"/>
                </a:solidFill>
                <a:latin typeface="바탕"/>
                <a:ea typeface="바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회계사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