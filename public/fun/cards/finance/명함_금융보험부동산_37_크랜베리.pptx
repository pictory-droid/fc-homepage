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B6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회계사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4A3B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4A3B33"/>
                </a:solidFill>
                <a:latin typeface="바탕"/>
                <a:ea typeface="바탕"/>
              </a:rPr>
              <a:t>상담 분야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4A3B33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4171D"/>
                </a:solidFill>
                <a:latin typeface="바탕"/>
                <a:ea typeface="바탕"/>
              </a:rPr>
              <a:t>보험 상담  ·  투자 상담  ·  증권 정리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4A3B3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86459"/>
                </a:solidFill>
                <a:latin typeface="바탕"/>
                <a:ea typeface="바탕"/>
              </a:rPr>
              <a:t>평일 09:00 – 18:00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86459"/>
                </a:solidFill>
                <a:latin typeface="바탕"/>
                <a:ea typeface="바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