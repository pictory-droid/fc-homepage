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필요한 시점에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먼저 연락드립니다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