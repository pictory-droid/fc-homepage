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10800">
            <a:solidFill>
              <a:srgbClr val="275A8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4000" y="144000"/>
            <a:ext cx="2952000" cy="1512000"/>
          </a:xfrm>
          <a:prstGeom prst="rect">
            <a:avLst/>
          </a:prstGeom>
          <a:noFill/>
          <a:ln w="5400">
            <a:solidFill>
              <a:srgbClr val="DDEB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400">
                <a:solidFill>
                  <a:srgbClr val="5F71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60000" y="468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122A3F"/>
                </a:solidFill>
                <a:latin typeface="맑은 고딕"/>
                <a:ea typeface="맑은 고딕"/>
              </a:rPr>
              <a:t>하지안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848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275A86"/>
                </a:solidFill>
                <a:latin typeface="맑은 고딕"/>
                <a:ea typeface="맑은 고딕"/>
              </a:rPr>
              <a:t>회계사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0000" y="993600"/>
            <a:ext cx="180000" cy="10800"/>
          </a:xfrm>
          <a:prstGeom prst="rect">
            <a:avLst/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1087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122A3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2096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122A3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332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5F71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70752" y="1556208"/>
            <a:ext cx="27360" cy="49248"/>
          </a:xfrm>
          <a:prstGeom prst="roundRect">
            <a:avLst>
              <a:gd name="adj" fmla="val 10000"/>
            </a:avLst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06320" y="1528848"/>
            <a:ext cx="27360" cy="76608"/>
          </a:xfrm>
          <a:prstGeom prst="roundRect">
            <a:avLst>
              <a:gd name="adj" fmla="val 10000"/>
            </a:avLst>
          </a:prstGeom>
          <a:solidFill>
            <a:srgbClr val="DDEB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41888" y="1496016"/>
            <a:ext cx="27360" cy="109440"/>
          </a:xfrm>
          <a:prstGeom prst="roundRect">
            <a:avLst>
              <a:gd name="adj" fmla="val 10000"/>
            </a:avLst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559808" y="1610928"/>
            <a:ext cx="120384" cy="0"/>
          </a:xfrm>
          <a:prstGeom prst="line">
            <a:avLst/>
          </a:prstGeom>
          <a:ln w="5472">
            <a:solidFill>
              <a:srgbClr val="DDEBF7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7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10800">
            <a:solidFill>
              <a:srgbClr val="DCEE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504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필요한 시점에 먼저 연락드립니다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60000" y="1080000"/>
            <a:ext cx="684000" cy="0"/>
          </a:xfrm>
          <a:prstGeom prst="line">
            <a:avLst/>
          </a:prstGeom>
          <a:ln w="7200">
            <a:solidFill>
              <a:srgbClr val="DCEED3"/>
            </a:solidFill>
          </a:ln>
        </p:spPr>
      </p:cxnSp>
      <p:sp>
        <p:nvSpPr>
          <p:cNvPr id="5" name="Oval 4"/>
          <p:cNvSpPr/>
          <p:nvPr/>
        </p:nvSpPr>
        <p:spPr>
          <a:xfrm>
            <a:off x="1594800" y="1054800"/>
            <a:ext cx="50400" cy="50400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24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E9EEE6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5200" y="334800"/>
            <a:ext cx="36000" cy="64800"/>
          </a:xfrm>
          <a:prstGeom prst="roundRect">
            <a:avLst>
              <a:gd name="adj" fmla="val 10000"/>
            </a:avLst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02000" y="298800"/>
            <a:ext cx="36000" cy="100800"/>
          </a:xfrm>
          <a:prstGeom prst="roundRect">
            <a:avLst>
              <a:gd name="adj" fmla="val 10000"/>
            </a:avLst>
          </a:prstGeom>
          <a:solidFill>
            <a:srgbClr val="668C5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48800" y="255600"/>
            <a:ext cx="36000" cy="144000"/>
          </a:xfrm>
          <a:prstGeom prst="roundRect">
            <a:avLst>
              <a:gd name="adj" fmla="val 10000"/>
            </a:avLst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540800" y="406800"/>
            <a:ext cx="158400" cy="0"/>
          </a:xfrm>
          <a:prstGeom prst="line">
            <a:avLst/>
          </a:prstGeom>
          <a:ln w="7200">
            <a:solidFill>
              <a:srgbClr val="668C54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