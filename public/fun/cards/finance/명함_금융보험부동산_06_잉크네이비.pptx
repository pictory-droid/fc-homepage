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BFC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9776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1B2A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9776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4171D"/>
                </a:solidFill>
                <a:latin typeface="맑은 고딕"/>
                <a:ea typeface="맑은 고딕"/>
              </a:rPr>
              <a:t>부동산 컨설턴트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강OO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71E2E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BFC3CC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71E2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71E2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71E2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BFC3CC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BFC3C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7A7A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자산 관리  ·  세무 상담  ·  사업자 상담  ·  증권 정리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부동산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