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C6F3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594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594A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내 집 마련의 첫걸음을 함께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