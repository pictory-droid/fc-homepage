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594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594A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94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B8F0E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94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B8F0E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94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가입 점검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