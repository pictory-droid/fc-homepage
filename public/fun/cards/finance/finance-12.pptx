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93688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3" name="Freeform 2"/>
          <p:cNvSpPr/>
          <p:nvPr/>
        </p:nvSpPr>
        <p:spPr>
          <a:xfrm>
            <a:off x="1546560" y="404640"/>
            <a:ext cx="146880" cy="194400"/>
          </a:xfrm>
          <a:custGeom>
            <a:avLst/>
            <a:gdLst/>
            <a:ahLst/>
            <a:cxnLst/>
            <a:rect l="l" t="t" r="r" b="b"/>
            <a:pathLst>
              <a:path w="146880" h="194400">
                <a:moveTo>
                  <a:pt x="0" y="21600"/>
                </a:moveTo>
                <a:lnTo>
                  <a:pt x="73440" y="0"/>
                </a:lnTo>
                <a:lnTo>
                  <a:pt x="146880" y="21600"/>
                </a:lnTo>
                <a:lnTo>
                  <a:pt x="146880" y="103680"/>
                </a:lnTo>
                <a:lnTo>
                  <a:pt x="73440" y="194400"/>
                </a:lnTo>
                <a:lnTo>
                  <a:pt x="0" y="103680"/>
                </a:lnTo>
                <a:close/>
              </a:path>
            </a:pathLst>
          </a:cu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589760" y="504000"/>
            <a:ext cx="23760" cy="25920"/>
          </a:xfrm>
          <a:prstGeom prst="line">
            <a:avLst/>
          </a:prstGeom>
          <a:ln w="15120">
            <a:solidFill>
              <a:srgbClr val="F1D0E7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1613520" y="478080"/>
            <a:ext cx="41040" cy="51840"/>
          </a:xfrm>
          <a:prstGeom prst="line">
            <a:avLst/>
          </a:prstGeom>
          <a:ln w="15120">
            <a:solidFill>
              <a:srgbClr val="F1D0E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71285B"/>
                </a:solidFill>
                <a:latin typeface="바탕"/>
                <a:ea typeface="바탕"/>
              </a:rPr>
              <a:t>오지호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BD4298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71285B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93688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CDE0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794320" y="1360080"/>
            <a:ext cx="171360" cy="226800"/>
          </a:xfrm>
          <a:custGeom>
            <a:avLst/>
            <a:gdLst/>
            <a:ahLst/>
            <a:cxnLst/>
            <a:rect l="l" t="t" r="r" b="b"/>
            <a:pathLst>
              <a:path w="171360" h="226800">
                <a:moveTo>
                  <a:pt x="0" y="25200"/>
                </a:moveTo>
                <a:lnTo>
                  <a:pt x="85680" y="0"/>
                </a:lnTo>
                <a:lnTo>
                  <a:pt x="171360" y="25200"/>
                </a:lnTo>
                <a:lnTo>
                  <a:pt x="171360" y="120960"/>
                </a:lnTo>
                <a:lnTo>
                  <a:pt x="85680" y="226800"/>
                </a:lnTo>
                <a:lnTo>
                  <a:pt x="0" y="1209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844720" y="1476000"/>
            <a:ext cx="27720" cy="30240"/>
          </a:xfrm>
          <a:prstGeom prst="line">
            <a:avLst/>
          </a:prstGeom>
          <a:ln w="17640">
            <a:solidFill>
              <a:srgbClr val="737373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872440" y="1445760"/>
            <a:ext cx="47880" cy="60480"/>
          </a:xfrm>
          <a:prstGeom prst="line">
            <a:avLst/>
          </a:prstGeom>
          <a:ln w="17640">
            <a:solidFill>
              <a:srgbClr val="73737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71285B"/>
                </a:solidFill>
                <a:latin typeface="바탕"/>
                <a:ea typeface="바탕"/>
              </a:rPr>
              <a:t>내 집 마련의 첫걸음을 함께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89607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