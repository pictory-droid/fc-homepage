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304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7ABB4"/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96000"/>
            <a:ext cx="216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천OO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770400"/>
            <a:ext cx="3240000" cy="331200"/>
          </a:xfrm>
          <a:prstGeom prst="rect">
            <a:avLst/>
          </a:prstGeom>
          <a:solidFill>
            <a:srgbClr val="7373A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 spc="120">
                <a:solidFill>
                  <a:srgbClr val="FFFFFF"/>
                </a:solidFill>
                <a:latin typeface="맑은 고딕"/>
                <a:ea typeface="맑은 고딕"/>
              </a:rPr>
              <a:t>회계사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548000" y="770400"/>
            <a:ext cx="1440000" cy="331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672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425600"/>
            <a:ext cx="2736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9EF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8323B"/>
                </a:solidFill>
                <a:latin typeface="맑은 고딕"/>
                <a:ea typeface="맑은 고딕"/>
              </a:rPr>
              <a:t>상담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1F5F6B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4493A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세무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24493A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전세 상담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1F5F6B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14171D"/>
                </a:solidFill>
                <a:latin typeface="맑은 고딕"/>
                <a:ea typeface="맑은 고딕"/>
              </a:rPr>
              <a:t>투자 상담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18323B"/>
                </a:solidFill>
                <a:latin typeface="맑은 고딕"/>
                <a:ea typeface="맑은 고딕"/>
              </a:rPr>
              <a:t>평일 10:00 – 19:00   ·   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회계사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