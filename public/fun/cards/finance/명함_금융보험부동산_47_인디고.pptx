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천OO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7373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FFFFFF"/>
                </a:solidFill>
                <a:latin typeface="맑은 고딕"/>
                <a:ea typeface="맑은 고딕"/>
              </a:rPr>
              <a:t>회계사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F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8323B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1F5F6B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자산 관리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24493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세무 상담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24493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전세 상담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1F5F6B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투자 상담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8323B"/>
                </a:solidFill>
                <a:latin typeface="맑은 고딕"/>
                <a:ea typeface="맑은 고딕"/>
              </a:rPr>
              <a:t>평일 10:00 – 19:00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회계사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