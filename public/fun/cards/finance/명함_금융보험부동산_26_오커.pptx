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683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5432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554323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BCC7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95F7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795F7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795F7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795F7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795F7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7BCC7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7BCC7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