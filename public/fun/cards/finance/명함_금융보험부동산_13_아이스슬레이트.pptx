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4171D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BC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27360"/>
          </a:solidFill>
          <a:ln w="3600">
            <a:solidFill>
              <a:srgbClr val="9183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27360"/>
          </a:solidFill>
          <a:ln w="3600">
            <a:solidFill>
              <a:srgbClr val="9183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27360"/>
          </a:solidFill>
          <a:ln w="3600">
            <a:solidFill>
              <a:srgbClr val="9183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1CBC4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