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4171D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7C9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66B73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C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1CBC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827360"/>
          </a:solidFill>
          <a:ln w="3600">
            <a:solidFill>
              <a:srgbClr val="9183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BEB6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827360"/>
          </a:solidFill>
          <a:ln w="3600">
            <a:solidFill>
              <a:srgbClr val="9183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827360"/>
          </a:solidFill>
          <a:ln w="3600">
            <a:solidFill>
              <a:srgbClr val="9183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D7AB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1CBC4"/>
                </a:solidFill>
                <a:latin typeface="맑은 고딕"/>
                <a:ea typeface="맑은 고딕"/>
              </a:rPr>
              <a:t>평일 09:00 – 18:00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