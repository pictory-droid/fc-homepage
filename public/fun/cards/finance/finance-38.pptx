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22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A788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BDB6B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464" y="554256"/>
            <a:ext cx="47520" cy="85536"/>
          </a:xfrm>
          <a:prstGeom prst="roundRect">
            <a:avLst>
              <a:gd name="adj" fmla="val 10000"/>
            </a:avLst>
          </a:prstGeom>
          <a:solidFill>
            <a:srgbClr val="A788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2240" y="506736"/>
            <a:ext cx="47520" cy="133056"/>
          </a:xfrm>
          <a:prstGeom prst="roundRect">
            <a:avLst>
              <a:gd name="adj" fmla="val 10000"/>
            </a:avLst>
          </a:prstGeom>
          <a:solidFill>
            <a:srgbClr val="604F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4016" y="449712"/>
            <a:ext cx="47520" cy="190080"/>
          </a:xfrm>
          <a:prstGeom prst="roundRect">
            <a:avLst>
              <a:gd name="adj" fmla="val 10000"/>
            </a:avLst>
          </a:prstGeom>
          <a:solidFill>
            <a:srgbClr val="A788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91456" y="649296"/>
            <a:ext cx="209088" cy="0"/>
          </a:xfrm>
          <a:prstGeom prst="line">
            <a:avLst/>
          </a:prstGeom>
          <a:ln w="9504">
            <a:solidFill>
              <a:srgbClr val="604F4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B09488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FFFFFF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09488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09488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B0948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B9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90400" y="561600"/>
            <a:ext cx="72000" cy="129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84000" y="489600"/>
            <a:ext cx="72000" cy="201600"/>
          </a:xfrm>
          <a:prstGeom prst="roundRect">
            <a:avLst>
              <a:gd name="adj" fmla="val 10000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77600" y="403200"/>
            <a:ext cx="72000" cy="2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461600" y="705600"/>
            <a:ext cx="316800" cy="0"/>
          </a:xfrm>
          <a:prstGeom prst="line">
            <a:avLst/>
          </a:prstGeom>
          <a:ln w="14400">
            <a:solidFill>
              <a:srgbClr val="73737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차근차근 함께 정리해 드립니다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