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33B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E353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피유나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E353A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5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5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5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E353A"/>
                </a:solidFill>
                <a:latin typeface="맑은 고딕"/>
                <a:ea typeface="맑은 고딕"/>
              </a:rPr>
              <a:t>차근차근 함께 정리해 드립니다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