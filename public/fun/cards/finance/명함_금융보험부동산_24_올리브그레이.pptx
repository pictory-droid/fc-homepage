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61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7477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7477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90400" y="1065600"/>
            <a:ext cx="72000" cy="12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84000" y="993600"/>
            <a:ext cx="72000" cy="201600"/>
          </a:xfrm>
          <a:prstGeom prst="roundRect">
            <a:avLst>
              <a:gd name="adj" fmla="val 10000"/>
            </a:avLst>
          </a:prstGeom>
          <a:solidFill>
            <a:srgbClr val="BABB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77600" y="907200"/>
            <a:ext cx="72000" cy="2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61600" y="1209600"/>
            <a:ext cx="316800" cy="0"/>
          </a:xfrm>
          <a:prstGeom prst="line">
            <a:avLst/>
          </a:prstGeom>
          <a:ln w="14400">
            <a:solidFill>
              <a:srgbClr val="BABBB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BCCC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BCCC5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848776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CC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CC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CC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9434A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57D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F0DFE1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9434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F0DFE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9434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F0DFE1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9434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F0DFE1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9434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F0DFE1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94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