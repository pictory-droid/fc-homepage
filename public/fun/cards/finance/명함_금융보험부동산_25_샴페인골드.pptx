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7CA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5E2E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6F0E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7D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F6F0E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