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7A58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A566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2520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785403" cy="172800"/>
          </a:xfrm>
          <a:prstGeom prst="roundRect">
            <a:avLst>
              <a:gd name="adj" fmla="val 50000"/>
            </a:avLst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7854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5F69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5F69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36A76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