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7A58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4A56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A5663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39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sz="2500" b="1" spc="100">
                <a:solidFill>
                  <a:srgbClr val="1B2230"/>
                </a:solidFill>
                <a:latin typeface="맑은 고딕"/>
                <a:ea typeface="맑은 고딕"/>
              </a:rPr>
              <a:t>나OO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785403" cy="172800"/>
          </a:xfrm>
          <a:prstGeom prst="roundRect">
            <a:avLst>
              <a:gd name="adj" fmla="val 50000"/>
            </a:avLst>
          </a:prstGeom>
          <a:solidFill>
            <a:srgbClr val="6E4A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785403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대리점 대표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E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5F697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5F697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가입 점검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법인 상담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청약 안내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10728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sp>
        <p:nvSpPr>
          <p:cNvPr id="9" name="Oval 8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6E4A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4A56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1B2230"/>
                </a:solidFill>
                <a:latin typeface="맑은 고딕"/>
                <a:ea typeface="맑은 고딕"/>
              </a:rPr>
              <a:t>사전 예약 상담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36A76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대리점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