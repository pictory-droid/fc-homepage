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F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899704" cy="180000"/>
          </a:xfrm>
          <a:prstGeom prst="roundRect">
            <a:avLst>
              <a:gd name="adj" fmla="val 50000"/>
            </a:avLst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89970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46293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A04B6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29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29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29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결정은 천천히, 안내는 정확하게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C3747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