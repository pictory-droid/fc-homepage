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95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9C75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666666"/>
                </a:solidFill>
                <a:latin typeface="바탕"/>
                <a:ea typeface="바탕"/>
              </a:rPr>
              <a:t>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EBE2D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바탕"/>
                <a:ea typeface="바탕"/>
              </a:rPr>
              <a:t>도아린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5E3CC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3C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3C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3C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3936" y="171072"/>
            <a:ext cx="145728" cy="66528"/>
          </a:xfrm>
          <a:custGeom>
            <a:avLst/>
            <a:gdLst/>
            <a:ahLst/>
            <a:cxnLst/>
            <a:rect l="l" t="t" r="r" b="b"/>
            <a:pathLst>
              <a:path w="145728" h="66528">
                <a:moveTo>
                  <a:pt x="0" y="66528"/>
                </a:moveTo>
                <a:lnTo>
                  <a:pt x="72864" y="0"/>
                </a:lnTo>
                <a:lnTo>
                  <a:pt x="145728" y="665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112" y="237600"/>
            <a:ext cx="101376" cy="6652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128" y="259776"/>
            <a:ext cx="25344" cy="4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5B3D15"/>
                </a:solidFill>
                <a:latin typeface="맑은 고딕"/>
                <a:ea typeface="맑은 고딕"/>
              </a:rPr>
              <a:t>결정은 천천히,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5B3D15"/>
                </a:solidFill>
                <a:latin typeface="맑은 고딕"/>
                <a:ea typeface="맑은 고딕"/>
              </a:rPr>
              <a:t>안내는 정확하게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D6B5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AE74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D6B5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