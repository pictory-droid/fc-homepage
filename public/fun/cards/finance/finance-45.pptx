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6F8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A04B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A04B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A04B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A04B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A04B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A04B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A04B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A04B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A04B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A04B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A04B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A04B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A04B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A04B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A04B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998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998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금융 상담역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도아린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293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A04B60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93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93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93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A04B60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A04B60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F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C3747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자산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청약 안내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C3747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금융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