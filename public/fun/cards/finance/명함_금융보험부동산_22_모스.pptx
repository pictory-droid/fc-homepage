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F2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17760" y="689040"/>
            <a:ext cx="158400" cy="158400"/>
          </a:xfrm>
          <a:prstGeom prst="ellipse">
            <a:avLst/>
          </a:prstGeom>
          <a:noFill/>
          <a:ln w="356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568240" y="768240"/>
            <a:ext cx="198000" cy="0"/>
          </a:xfrm>
          <a:prstGeom prst="line">
            <a:avLst/>
          </a:prstGeom>
          <a:ln w="3564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710800" y="768240"/>
            <a:ext cx="0" cy="71280"/>
          </a:xfrm>
          <a:prstGeom prst="line">
            <a:avLst/>
          </a:prstGeom>
          <a:ln w="31680">
            <a:solidFill>
              <a:srgbClr val="AEBC9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2766240" y="768240"/>
            <a:ext cx="0" cy="87120"/>
          </a:xfrm>
          <a:prstGeom prst="line">
            <a:avLst/>
          </a:prstGeom>
          <a:ln w="31680">
            <a:solidFill>
              <a:srgbClr val="AEBC9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D7A3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03D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E6B7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6629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6629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E6B7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방문 · 전화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