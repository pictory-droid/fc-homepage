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88000" y="129600"/>
            <a:ext cx="1008000" cy="1540800"/>
          </a:xfrm>
          <a:prstGeom prst="roundRect">
            <a:avLst>
              <a:gd name="adj" fmla="val 10714"/>
            </a:avLst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30800" y="241200"/>
            <a:ext cx="122400" cy="122400"/>
          </a:xfrm>
          <a:prstGeom prst="ellipse">
            <a:avLst/>
          </a:prstGeom>
          <a:solidFill>
            <a:srgbClr val="EFF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02000" y="212400"/>
            <a:ext cx="180000" cy="180000"/>
          </a:xfrm>
          <a:prstGeom prst="ellipse">
            <a:avLst/>
          </a:prstGeom>
          <a:noFill/>
          <a:ln w="50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17760" y="689040"/>
            <a:ext cx="158400" cy="158400"/>
          </a:xfrm>
          <a:prstGeom prst="ellipse">
            <a:avLst/>
          </a:prstGeom>
          <a:noFill/>
          <a:ln w="356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568240" y="768240"/>
            <a:ext cx="198000" cy="0"/>
          </a:xfrm>
          <a:prstGeom prst="line">
            <a:avLst/>
          </a:prstGeom>
          <a:ln w="3564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2710800" y="768240"/>
            <a:ext cx="0" cy="71280"/>
          </a:xfrm>
          <a:prstGeom prst="line">
            <a:avLst/>
          </a:prstGeom>
          <a:ln w="31680">
            <a:solidFill>
              <a:srgbClr val="AEBC9C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2766240" y="768240"/>
            <a:ext cx="0" cy="87120"/>
          </a:xfrm>
          <a:prstGeom prst="line">
            <a:avLst/>
          </a:prstGeom>
          <a:ln w="31680">
            <a:solidFill>
              <a:srgbClr val="AEBC9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88000" y="1188000"/>
            <a:ext cx="1008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 spc="100">
                <a:solidFill>
                  <a:srgbClr val="FFFFFF"/>
                </a:solidFill>
                <a:latin typeface="맑은 고딕"/>
                <a:ea typeface="맑은 고딕"/>
              </a:rPr>
              <a:t>공인중개사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088000" y="1382400"/>
            <a:ext cx="1008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0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432000"/>
            <a:ext cx="158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고OO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770400"/>
            <a:ext cx="936000" cy="0"/>
          </a:xfrm>
          <a:prstGeom prst="line">
            <a:avLst/>
          </a:prstGeom>
          <a:ln w="7920">
            <a:solidFill>
              <a:srgbClr val="5D7A3A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918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03D2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907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062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03D2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051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03D2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554400" y="1195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9E6B79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보험 상담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666292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매매 · 임대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666292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법인 상담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656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9E6B79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56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청약 안내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방문 · 전화 상담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공인중개사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