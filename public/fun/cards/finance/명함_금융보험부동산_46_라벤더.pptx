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7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AF9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02B4E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6452A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02B4E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6452A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02B4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02B4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02B4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B7B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B7B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B7B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B7B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