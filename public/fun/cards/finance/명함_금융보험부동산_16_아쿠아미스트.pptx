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55AC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5F667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B2230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부동산 컨설턴트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D3D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E8182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B2230"/>
                </a:solidFill>
                <a:latin typeface="맑은 고딕"/>
                <a:ea typeface="맑은 고딕"/>
              </a:rPr>
              <a:t>사전 예약 상담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6C6571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B576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B576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자산 관리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614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B576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6614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3224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B576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073224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매매 · 임대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5B5763"/>
                </a:solidFill>
                <a:latin typeface="맑은 고딕"/>
                <a:ea typeface="맑은 고딕"/>
              </a:rPr>
              <a:t>INSTAGRAM   @아이디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E818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