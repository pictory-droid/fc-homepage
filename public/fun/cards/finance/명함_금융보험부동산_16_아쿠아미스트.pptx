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E8182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6C6571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B57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B57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B57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3224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B57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073224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B5763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E818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