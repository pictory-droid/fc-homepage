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2E9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D4872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D48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D48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D48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1D48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C4E3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9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8324E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17167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1832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17167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2365A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8324E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18324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