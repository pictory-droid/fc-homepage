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D4872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1D48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C4E3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1D48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C4E3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1D48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C4E3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1D48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C4E3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8324E"/>
                </a:solidFill>
                <a:latin typeface="맑은 고딕"/>
                <a:ea typeface="맑은 고딕"/>
              </a:rPr>
              <a:t>한 번 맺은 인연을 오래 지킵니다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