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3B91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995E6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4" name="Freeform 3"/>
          <p:cNvSpPr/>
          <p:nvPr/>
        </p:nvSpPr>
        <p:spPr>
          <a:xfrm>
            <a:off x="286704" y="440208"/>
            <a:ext cx="218592" cy="99792"/>
          </a:xfrm>
          <a:custGeom>
            <a:avLst/>
            <a:gdLst/>
            <a:ahLst/>
            <a:cxnLst/>
            <a:rect l="l" t="t" r="r" b="b"/>
            <a:pathLst>
              <a:path w="218592" h="99792">
                <a:moveTo>
                  <a:pt x="0" y="99792"/>
                </a:moveTo>
                <a:lnTo>
                  <a:pt x="109296" y="0"/>
                </a:lnTo>
                <a:lnTo>
                  <a:pt x="218592" y="99792"/>
                </a:lnTo>
                <a:close/>
              </a:path>
            </a:pathLst>
          </a:custGeom>
          <a:solidFill>
            <a:srgbClr val="3B91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9968" y="540000"/>
            <a:ext cx="152064" cy="99792"/>
          </a:xfrm>
          <a:prstGeom prst="rect">
            <a:avLst/>
          </a:prstGeom>
          <a:solidFill>
            <a:srgbClr val="C8E0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6992" y="573264"/>
            <a:ext cx="38016" cy="66528"/>
          </a:xfrm>
          <a:prstGeom prst="rect">
            <a:avLst/>
          </a:prstGeom>
          <a:solidFill>
            <a:srgbClr val="3B91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27B45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9E2E4A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4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9E2E4A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4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9E2E4A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4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9E2E4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F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63600" y="673200"/>
            <a:ext cx="496800" cy="226800"/>
          </a:xfrm>
          <a:custGeom>
            <a:avLst/>
            <a:gdLst/>
            <a:ahLst/>
            <a:cxnLst/>
            <a:rect l="l" t="t" r="r" b="b"/>
            <a:pathLst>
              <a:path w="496800" h="226800">
                <a:moveTo>
                  <a:pt x="0" y="226800"/>
                </a:moveTo>
                <a:lnTo>
                  <a:pt x="248400" y="0"/>
                </a:lnTo>
                <a:lnTo>
                  <a:pt x="496800" y="2268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9200" y="900000"/>
            <a:ext cx="345600" cy="2268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8800" y="975600"/>
            <a:ext cx="86400" cy="151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9E2E4A"/>
                </a:solidFill>
                <a:latin typeface="맑은 고딕"/>
                <a:ea typeface="맑은 고딕"/>
              </a:rPr>
              <a:t>한 번 맺은 인연을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9E2E4A"/>
                </a:solidFill>
                <a:latin typeface="맑은 고딕"/>
                <a:ea typeface="맑은 고딕"/>
              </a:rPr>
              <a:t>오래 지킵니다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D161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985B6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