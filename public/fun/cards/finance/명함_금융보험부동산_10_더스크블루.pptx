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7E9C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B79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48134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B2230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785403" cy="172800"/>
          </a:xfrm>
          <a:prstGeom prst="roundRect">
            <a:avLst>
              <a:gd name="adj" fmla="val 50000"/>
            </a:avLst>
          </a:prstGeom>
          <a:solidFill>
            <a:srgbClr val="7A9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7854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대리점 대표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D3DDEA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B6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B6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B6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6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D8B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D8B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5936" y="954144"/>
            <a:ext cx="138240" cy="138240"/>
          </a:xfrm>
          <a:prstGeom prst="ellipse">
            <a:avLst/>
          </a:prstGeom>
          <a:noFill/>
          <a:ln w="31104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37264" y="1023264"/>
            <a:ext cx="172800" cy="0"/>
          </a:xfrm>
          <a:prstGeom prst="line">
            <a:avLst/>
          </a:prstGeom>
          <a:ln w="31104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61680" y="1023264"/>
            <a:ext cx="0" cy="62208"/>
          </a:xfrm>
          <a:prstGeom prst="line">
            <a:avLst/>
          </a:prstGeom>
          <a:ln w="27648">
            <a:solidFill>
              <a:srgbClr val="7A705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710064" y="1023264"/>
            <a:ext cx="0" cy="76032"/>
          </a:xfrm>
          <a:prstGeom prst="line">
            <a:avLst/>
          </a:prstGeom>
          <a:ln w="27648">
            <a:solidFill>
              <a:srgbClr val="7A705A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B82B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9" name="Oval 8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A07E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11" name="Oval 10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7091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대출 안내</a:t>
            </a:r>
          </a:p>
        </p:txBody>
      </p:sp>
      <p:sp>
        <p:nvSpPr>
          <p:cNvPr id="13" name="Oval 12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A07E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법인 상담</a:t>
            </a:r>
          </a:p>
        </p:txBody>
      </p:sp>
      <p:sp>
        <p:nvSpPr>
          <p:cNvPr id="15" name="Oval 14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7091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D4CDBC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C6C6D"/>
                </a:solidFill>
                <a:latin typeface="맑은 고딕"/>
                <a:ea typeface="맑은 고딕"/>
              </a:rPr>
              <a:t>사전 예약 상담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대리점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