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AE0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914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98D4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8E4A6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698D4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8E4A6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698D4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8E4A6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698D4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8E4A6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698D4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8E4A6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E4A63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698D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698D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C7CEC3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D70"/>
                </a:solidFill>
                <a:latin typeface="맑은 고딕"/>
                <a:ea typeface="맑은 고딕"/>
              </a:rPr>
              <a:t>사전 예약 상담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