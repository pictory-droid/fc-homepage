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EAE0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8E4A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C9146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구OO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재무 설계사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E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698D44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8E4A6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698D44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8E4A6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698D44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8E4A6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698D44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8E4A6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698D44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8E4A6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8E4A63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698D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보험 상담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8E4A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세무 상담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698D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전세 상담</a:t>
            </a:r>
          </a:p>
        </p:txBody>
      </p:sp>
      <p:sp>
        <p:nvSpPr>
          <p:cNvPr id="19" name="Oval 18"/>
          <p:cNvSpPr/>
          <p:nvPr/>
        </p:nvSpPr>
        <p:spPr>
          <a:xfrm>
            <a:off x="831600" y="1159200"/>
            <a:ext cx="43200" cy="43200"/>
          </a:xfrm>
          <a:prstGeom prst="ellipse">
            <a:avLst/>
          </a:prstGeom>
          <a:solidFill>
            <a:srgbClr val="8E4A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텍스트"/>
          <p:cNvSpPr txBox="1"/>
          <p:nvPr/>
        </p:nvSpPr>
        <p:spPr>
          <a:xfrm>
            <a:off x="93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C7CEC3"/>
            </a:solidFill>
          </a:ln>
        </p:spPr>
      </p:cxnSp>
      <p:sp>
        <p:nvSpPr>
          <p:cNvPr id="22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66D70"/>
                </a:solidFill>
                <a:latin typeface="맑은 고딕"/>
                <a:ea typeface="맑은 고딕"/>
              </a:rPr>
              <a:t>사전 예약 상담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재무 설계사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