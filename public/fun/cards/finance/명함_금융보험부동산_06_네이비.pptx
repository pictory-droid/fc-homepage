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7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B4BA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22345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F774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B4BAC8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284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284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D284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B4BAC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B4BAC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2D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22345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A279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22345E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자산 관리  ·  세무 상담  ·  사업자 상담  ·  증권 정리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2C9B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