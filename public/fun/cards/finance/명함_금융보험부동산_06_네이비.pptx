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4B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2234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F774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4BAC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28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4BAC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4BAC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2D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279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자산 관리  ·  세무 상담  ·  사업자 상담  ·  증권 정리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