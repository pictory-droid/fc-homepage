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720000"/>
          </a:xfrm>
          <a:prstGeom prst="rect">
            <a:avLst/>
          </a:prstGeom>
          <a:solidFill>
            <a:srgbClr val="2A47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685024" y="214848"/>
            <a:ext cx="317952" cy="145152"/>
          </a:xfrm>
          <a:custGeom>
            <a:avLst/>
            <a:gdLst/>
            <a:ahLst/>
            <a:cxnLst/>
            <a:rect l="l" t="t" r="r" b="b"/>
            <a:pathLst>
              <a:path w="317952" h="145152">
                <a:moveTo>
                  <a:pt x="0" y="145152"/>
                </a:moveTo>
                <a:lnTo>
                  <a:pt x="158976" y="0"/>
                </a:lnTo>
                <a:lnTo>
                  <a:pt x="317952" y="145152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33408" y="360000"/>
            <a:ext cx="221184" cy="145152"/>
          </a:xfrm>
          <a:prstGeom prst="rect">
            <a:avLst/>
          </a:prstGeom>
          <a:solidFill>
            <a:srgbClr val="7373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816352" y="408384"/>
            <a:ext cx="55296" cy="967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30400" y="187200"/>
            <a:ext cx="2160000" cy="305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82"/>
              </a:lnSpc>
            </a:pPr>
            <a:r>
              <a:rPr sz="1850" b="1" spc="50">
                <a:solidFill>
                  <a:srgbClr val="FFFFFF"/>
                </a:solidFill>
                <a:latin typeface="맑은 고딕"/>
                <a:ea typeface="맑은 고딕"/>
              </a:rPr>
              <a:t>서나연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30400" y="4752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FFFFF"/>
                </a:solidFill>
                <a:latin typeface="맑은 고딕"/>
                <a:ea typeface="맑은 고딕"/>
              </a:rPr>
              <a:t>보험 상담사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0400" y="8352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68728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0400" y="1015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A476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74400" y="10152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6263B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30400" y="1184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A476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74400" y="11841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6263B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0400" y="1353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A476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74400" y="13530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6263B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385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3600" cy="1800000"/>
          </a:xfrm>
          <a:prstGeom prst="rect">
            <a:avLst/>
          </a:prstGeom>
          <a:solidFill>
            <a:srgbClr val="D1D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63936" y="171072"/>
            <a:ext cx="145728" cy="66528"/>
          </a:xfrm>
          <a:custGeom>
            <a:avLst/>
            <a:gdLst/>
            <a:ahLst/>
            <a:cxnLst/>
            <a:rect l="l" t="t" r="r" b="b"/>
            <a:pathLst>
              <a:path w="145728" h="66528">
                <a:moveTo>
                  <a:pt x="0" y="66528"/>
                </a:moveTo>
                <a:lnTo>
                  <a:pt x="72864" y="0"/>
                </a:lnTo>
                <a:lnTo>
                  <a:pt x="145728" y="66528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112" y="237600"/>
            <a:ext cx="101376" cy="66528"/>
          </a:xfrm>
          <a:prstGeom prst="rect">
            <a:avLst/>
          </a:prstGeom>
          <a:solidFill>
            <a:srgbClr val="ACAC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4128" y="259776"/>
            <a:ext cx="25344" cy="44352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04000" y="396000"/>
            <a:ext cx="180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설명은 쉽게,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판단은 신중하게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504000" y="1260000"/>
            <a:ext cx="172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B1B9C5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8" name="Rectangle 7"/>
          <p:cNvSpPr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  <a:ln w="9000">
            <a:solidFill>
              <a:srgbClr val="D1DEF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B1B9C5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상담사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