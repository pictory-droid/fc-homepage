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3" name="Oval 2"/>
          <p:cNvSpPr/>
          <p:nvPr/>
        </p:nvSpPr>
        <p:spPr>
          <a:xfrm>
            <a:off x="2955600" y="241200"/>
            <a:ext cx="64800" cy="64800"/>
          </a:xfrm>
          <a:prstGeom prst="ellipse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서나연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800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411200"/>
            <a:ext cx="79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080000" y="1411200"/>
            <a:ext cx="90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52000" y="1411200"/>
            <a:ext cx="97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080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1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3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3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3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4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4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4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4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4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5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5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5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5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5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6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6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6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6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6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6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6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6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6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6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6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6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7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7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7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7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7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7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7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7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7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7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7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7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7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7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7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7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7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7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7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7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7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8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8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8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8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28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8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28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28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8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8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8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28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28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28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28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8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9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9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9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9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9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9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9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9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9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9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39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9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9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9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9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9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50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50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0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0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50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0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50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50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50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50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50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50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50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0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0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0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1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1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1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61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61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1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61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1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1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1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61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61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1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61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1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61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71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71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71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71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71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71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71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71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71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71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71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71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71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71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71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71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2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2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82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82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82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2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2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82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82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82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82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82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82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82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93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93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3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93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93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93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93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93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93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93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93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93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93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93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93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93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04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04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04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04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04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4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04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04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4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04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04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4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04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04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04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04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15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15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15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15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15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15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15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15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15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15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15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15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15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15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15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15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25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25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25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25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5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25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25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25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25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25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25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25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25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25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25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25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36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36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36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36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36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6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6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36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36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36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36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36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36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6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36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36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47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47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47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7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47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47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47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47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47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7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7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7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47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47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47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47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58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58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58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58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58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58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58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58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58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58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58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58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58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58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58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58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69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69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69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69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69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69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69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69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69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69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69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69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69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69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69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69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9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79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79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79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79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79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79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79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79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79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79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79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79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79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79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9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0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0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90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90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90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90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90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90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90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90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90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90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90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90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90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90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01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01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01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01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01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01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01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01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01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01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01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01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01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01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01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01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12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12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12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12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12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12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2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12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12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12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12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12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12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2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12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12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23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23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23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3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3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23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23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23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23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23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23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23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23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23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23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23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96000" y="468000"/>
            <a:ext cx="2448000" cy="864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텍스트"/>
          <p:cNvSpPr txBox="1"/>
          <p:nvPr/>
        </p:nvSpPr>
        <p:spPr>
          <a:xfrm>
            <a:off x="540000" y="576000"/>
            <a:ext cx="21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12151C"/>
                </a:solidFill>
                <a:latin typeface="맑은 고딕"/>
                <a:ea typeface="맑은 고딕"/>
              </a:rPr>
              <a:t>설명은 쉽게, 판단은 신중하게</a:t>
            </a:r>
          </a:p>
        </p:txBody>
      </p:sp>
      <p:sp>
        <p:nvSpPr>
          <p:cNvPr id="484" name="텍스트"/>
          <p:cNvSpPr txBox="1"/>
          <p:nvPr/>
        </p:nvSpPr>
        <p:spPr>
          <a:xfrm>
            <a:off x="540000" y="1144800"/>
            <a:ext cx="216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