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1584000" y="36000"/>
            <a:ext cx="1656000" cy="172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560"/>
              </a:lnSpc>
            </a:pPr>
            <a:r>
              <a:rPr sz="12800" b="1">
                <a:solidFill>
                  <a:srgbClr val="F3FBE2"/>
                </a:solidFill>
                <a:latin typeface="맑은 고딕"/>
                <a:ea typeface="맑은 고딕"/>
              </a:rPr>
              <a:t>황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04800"/>
            <a:ext cx="165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황주원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08000"/>
            <a:ext cx="165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부동산 컨설턴트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252000" y="1231200"/>
            <a:ext cx="144000" cy="18000"/>
          </a:xfrm>
          <a:prstGeom prst="rect">
            <a:avLst/>
          </a:prstGeom>
          <a:solidFill>
            <a:srgbClr val="A6E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350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3392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72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616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9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840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C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540000"/>
            <a:ext cx="28800" cy="720000"/>
          </a:xfrm>
          <a:prstGeom prst="rect">
            <a:avLst/>
          </a:prstGeom>
          <a:solidFill>
            <a:srgbClr val="A6E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424800" y="612000"/>
            <a:ext cx="21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정직한 정보를 드리겠습니다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4248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4A6323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부동산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