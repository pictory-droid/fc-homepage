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A6E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황주원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부동산 컨설턴트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C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4A6323"/>
                </a:solidFill>
                <a:latin typeface="맑은 고딕"/>
                <a:ea typeface="맑은 고딕"/>
              </a:rPr>
              <a:t>상담 분야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E6F7C4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A6E22E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가입 점검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E6F7C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A6E22E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자산 관리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E6F7C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A6E22E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세무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E6F7C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A6E22E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매매 · 임대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E6F7C4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4A6323"/>
                </a:solidFill>
                <a:latin typeface="맑은 고딕"/>
                <a:ea typeface="맑은 고딕"/>
              </a:rPr>
              <a:t>방문 · 전화 상담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4A6323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부동산 컨설턴트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