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97840" y="265680"/>
            <a:ext cx="364320" cy="166320"/>
          </a:xfrm>
          <a:custGeom>
            <a:avLst/>
            <a:gdLst/>
            <a:ahLst/>
            <a:cxnLst/>
            <a:rect l="l" t="t" r="r" b="b"/>
            <a:pathLst>
              <a:path w="364320" h="166320">
                <a:moveTo>
                  <a:pt x="0" y="166320"/>
                </a:moveTo>
                <a:lnTo>
                  <a:pt x="182160" y="0"/>
                </a:lnTo>
                <a:lnTo>
                  <a:pt x="364320" y="166320"/>
                </a:lnTo>
                <a:close/>
              </a:path>
            </a:pathLst>
          </a:cu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53280" y="432000"/>
            <a:ext cx="253440" cy="166320"/>
          </a:xfrm>
          <a:prstGeom prst="rect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48320" y="487440"/>
            <a:ext cx="63360" cy="110880"/>
          </a:xfrm>
          <a:prstGeom prst="rect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16000" y="2304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573371"/>
                </a:solidFill>
                <a:latin typeface="맑은 고딕"/>
                <a:ea typeface="맑은 고딕"/>
              </a:rPr>
              <a:t>황주원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16000" y="5256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8C56B3"/>
                </a:solidFill>
                <a:latin typeface="맑은 고딕"/>
                <a:ea typeface="맑은 고딕"/>
              </a:rPr>
              <a:t>부동산 컨설턴트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6000" y="770400"/>
            <a:ext cx="216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836E9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16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32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6000" y="1576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1576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800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944000" y="1432800"/>
            <a:ext cx="118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446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3600" y="673200"/>
            <a:ext cx="496800" cy="226800"/>
          </a:xfrm>
          <a:custGeom>
            <a:avLst/>
            <a:gdLst/>
            <a:ahLst/>
            <a:cxnLst/>
            <a:rect l="l" t="t" r="r" b="b"/>
            <a:pathLst>
              <a:path w="496800" h="226800">
                <a:moveTo>
                  <a:pt x="0" y="226800"/>
                </a:moveTo>
                <a:lnTo>
                  <a:pt x="248400" y="0"/>
                </a:lnTo>
                <a:lnTo>
                  <a:pt x="496800" y="2268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9200" y="900000"/>
            <a:ext cx="345600" cy="22680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8800" y="975600"/>
            <a:ext cx="86400" cy="151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1440000" y="432000"/>
            <a:ext cx="1584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정직한 정보를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드리겠습니다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0" y="1317600"/>
            <a:ext cx="180000" cy="10800"/>
          </a:xfrm>
          <a:prstGeom prst="rect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440000" y="14184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DACEE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