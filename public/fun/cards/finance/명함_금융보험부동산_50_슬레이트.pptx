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C8C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B4A82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현OO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23B4A"/>
                </a:solidFill>
                <a:latin typeface="맑은 고딕"/>
                <a:ea typeface="맑은 고딕"/>
              </a:rPr>
              <a:t>대리점 대표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C8CDD2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23B4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23B4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23B4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659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7DDE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D5D8DD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AAB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7A8DB1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7A8DB1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7A8DB1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7A8DB1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D5D8DD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대리점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