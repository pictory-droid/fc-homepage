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B3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EA7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C5C0B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EA7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5C0BE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0B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24493A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24493A"/>
          </a:solidFill>
          <a:ln w="5760">
            <a:solidFill>
              <a:srgbClr val="2449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2449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2449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2449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66B7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66B73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