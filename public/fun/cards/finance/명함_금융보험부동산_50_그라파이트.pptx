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C8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3272D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3272D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C8CACC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327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327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327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6A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1CFD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8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6C8E8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6C8E8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6C8E8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6C8E8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1CFD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