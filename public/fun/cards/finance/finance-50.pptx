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00D0E0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미래를 함께 걱정하는 사람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B8F2F6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0B5C66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