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47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F2E5C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F2E5CF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F2E5C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F2E5CF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F2E5C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F2E5CF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F2E5C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F2E5CF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F2E5C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F2E5CF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F2E5C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F2E5CF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F2E5C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F2E5CF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F2E5C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F2E5CF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F2E5C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F2E5CF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F2E5C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F2E5CF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B3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Oval 32"/>
          <p:cNvSpPr/>
          <p:nvPr/>
        </p:nvSpPr>
        <p:spPr>
          <a:xfrm>
            <a:off x="2753280" y="1113120"/>
            <a:ext cx="115200" cy="115200"/>
          </a:xfrm>
          <a:prstGeom prst="ellipse">
            <a:avLst/>
          </a:prstGeom>
          <a:noFill/>
          <a:ln w="2592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862720" y="1170720"/>
            <a:ext cx="144000" cy="0"/>
          </a:xfrm>
          <a:prstGeom prst="line">
            <a:avLst/>
          </a:prstGeom>
          <a:ln w="25920">
            <a:solidFill>
              <a:srgbClr val="F2E5CF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2966400" y="1170720"/>
            <a:ext cx="0" cy="51840"/>
          </a:xfrm>
          <a:prstGeom prst="line">
            <a:avLst/>
          </a:prstGeom>
          <a:ln w="23040">
            <a:solidFill>
              <a:srgbClr val="B3915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3006720" y="1170720"/>
            <a:ext cx="0" cy="63360"/>
          </a:xfrm>
          <a:prstGeom prst="line">
            <a:avLst/>
          </a:prstGeom>
          <a:ln w="23040">
            <a:solidFill>
              <a:srgbClr val="B3915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B3BABC"/>
                </a:solidFill>
                <a:latin typeface="맑은 고딕"/>
                <a:ea typeface="맑은 고딕"/>
              </a:rPr>
              <a:t>미래를 함께 걱정하는 사람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7C9B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3BABC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7C9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9440" y="347760"/>
            <a:ext cx="129600" cy="129600"/>
          </a:xfrm>
          <a:prstGeom prst="ellipse">
            <a:avLst/>
          </a:prstGeom>
          <a:noFill/>
          <a:ln w="29160">
            <a:solidFill>
              <a:srgbClr val="7C9B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752560" y="412560"/>
            <a:ext cx="162000" cy="0"/>
          </a:xfrm>
          <a:prstGeom prst="line">
            <a:avLst/>
          </a:prstGeom>
          <a:ln w="29160">
            <a:solidFill>
              <a:srgbClr val="7C9BA6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869200" y="412560"/>
            <a:ext cx="0" cy="58320"/>
          </a:xfrm>
          <a:prstGeom prst="line">
            <a:avLst/>
          </a:prstGeom>
          <a:ln w="25920">
            <a:solidFill>
              <a:srgbClr val="485A5F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914560" y="412560"/>
            <a:ext cx="0" cy="71280"/>
          </a:xfrm>
          <a:prstGeom prst="line">
            <a:avLst/>
          </a:prstGeom>
          <a:ln w="25920">
            <a:solidFill>
              <a:srgbClr val="485A5F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