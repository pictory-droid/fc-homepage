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8B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829DC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566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566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566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F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5C7FB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5C7FB0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5C7FB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5C7FB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5C7FB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5C7FB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5C7FB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5C7FB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866CBB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5C7FB0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636A76"/>
                </a:solidFill>
                <a:latin typeface="맑은 고딕"/>
                <a:ea typeface="맑은 고딕"/>
              </a:rPr>
              <a:t>사전 예약 상담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