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6D76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D769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D769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D769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D769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