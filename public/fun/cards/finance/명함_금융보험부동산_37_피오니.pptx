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1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1D3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26C4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6470"/>
                </a:solidFill>
                <a:latin typeface="맑은 고딕"/>
                <a:ea typeface="맑은 고딕"/>
              </a:rPr>
              <a:t>회계사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7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7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7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8A796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8A7968"/>
                </a:solidFill>
                <a:latin typeface="바탕"/>
                <a:ea typeface="바탕"/>
              </a:rPr>
              <a:t>상담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8A796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보험 상담  ·  투자 상담  ·  증권 정리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8A796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05C55"/>
                </a:solidFill>
                <a:latin typeface="바탕"/>
                <a:ea typeface="바탕"/>
              </a:rPr>
              <a:t>방문 · 전화 상담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05C55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