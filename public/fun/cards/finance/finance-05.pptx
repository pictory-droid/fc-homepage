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268000" y="0"/>
            <a:ext cx="972000" cy="972000"/>
          </a:xfrm>
          <a:custGeom>
            <a:avLst/>
            <a:gdLst/>
            <a:ahLst/>
            <a:cxnLst/>
            <a:rect l="l" t="t" r="r" b="b"/>
            <a:pathLst>
              <a:path w="972000" h="972000">
                <a:moveTo>
                  <a:pt x="972000" y="0"/>
                </a:moveTo>
                <a:lnTo>
                  <a:pt x="972000" y="972000"/>
                </a:lnTo>
                <a:lnTo>
                  <a:pt x="908428" y="969919"/>
                </a:lnTo>
                <a:lnTo>
                  <a:pt x="845129" y="963684"/>
                </a:lnTo>
                <a:lnTo>
                  <a:pt x="782372" y="953323"/>
                </a:lnTo>
                <a:lnTo>
                  <a:pt x="720428" y="938880"/>
                </a:lnTo>
                <a:lnTo>
                  <a:pt x="659561" y="920416"/>
                </a:lnTo>
                <a:lnTo>
                  <a:pt x="600032" y="898011"/>
                </a:lnTo>
                <a:lnTo>
                  <a:pt x="542095" y="871760"/>
                </a:lnTo>
                <a:lnTo>
                  <a:pt x="486000" y="841777"/>
                </a:lnTo>
                <a:lnTo>
                  <a:pt x="431986" y="808188"/>
                </a:lnTo>
                <a:lnTo>
                  <a:pt x="380284" y="771139"/>
                </a:lnTo>
                <a:lnTo>
                  <a:pt x="331116" y="730788"/>
                </a:lnTo>
                <a:lnTo>
                  <a:pt x="284692" y="687308"/>
                </a:lnTo>
                <a:lnTo>
                  <a:pt x="241212" y="640884"/>
                </a:lnTo>
                <a:lnTo>
                  <a:pt x="200861" y="591716"/>
                </a:lnTo>
                <a:lnTo>
                  <a:pt x="163812" y="540014"/>
                </a:lnTo>
                <a:lnTo>
                  <a:pt x="130223" y="486000"/>
                </a:lnTo>
                <a:lnTo>
                  <a:pt x="100240" y="429905"/>
                </a:lnTo>
                <a:lnTo>
                  <a:pt x="73989" y="371968"/>
                </a:lnTo>
                <a:lnTo>
                  <a:pt x="51584" y="312439"/>
                </a:lnTo>
                <a:lnTo>
                  <a:pt x="33120" y="251572"/>
                </a:lnTo>
                <a:lnTo>
                  <a:pt x="18677" y="189628"/>
                </a:lnTo>
                <a:lnTo>
                  <a:pt x="8316" y="126871"/>
                </a:lnTo>
                <a:lnTo>
                  <a:pt x="2081" y="6357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64000" y="0"/>
            <a:ext cx="576000" cy="576000"/>
          </a:xfrm>
          <a:custGeom>
            <a:avLst/>
            <a:gdLst/>
            <a:ahLst/>
            <a:cxnLst/>
            <a:rect l="l" t="t" r="r" b="b"/>
            <a:pathLst>
              <a:path w="576000" h="576000">
                <a:moveTo>
                  <a:pt x="576000" y="0"/>
                </a:moveTo>
                <a:lnTo>
                  <a:pt x="576000" y="576000"/>
                </a:lnTo>
                <a:lnTo>
                  <a:pt x="538328" y="574767"/>
                </a:lnTo>
                <a:lnTo>
                  <a:pt x="500817" y="571072"/>
                </a:lnTo>
                <a:lnTo>
                  <a:pt x="463628" y="564932"/>
                </a:lnTo>
                <a:lnTo>
                  <a:pt x="426920" y="556373"/>
                </a:lnTo>
                <a:lnTo>
                  <a:pt x="390851" y="545432"/>
                </a:lnTo>
                <a:lnTo>
                  <a:pt x="355574" y="532155"/>
                </a:lnTo>
                <a:lnTo>
                  <a:pt x="321242" y="516599"/>
                </a:lnTo>
                <a:lnTo>
                  <a:pt x="288000" y="498831"/>
                </a:lnTo>
                <a:lnTo>
                  <a:pt x="255992" y="478926"/>
                </a:lnTo>
                <a:lnTo>
                  <a:pt x="225353" y="456972"/>
                </a:lnTo>
                <a:lnTo>
                  <a:pt x="196217" y="433060"/>
                </a:lnTo>
                <a:lnTo>
                  <a:pt x="168706" y="407294"/>
                </a:lnTo>
                <a:lnTo>
                  <a:pt x="142940" y="379783"/>
                </a:lnTo>
                <a:lnTo>
                  <a:pt x="119028" y="350647"/>
                </a:lnTo>
                <a:lnTo>
                  <a:pt x="97074" y="320008"/>
                </a:lnTo>
                <a:lnTo>
                  <a:pt x="77169" y="288000"/>
                </a:lnTo>
                <a:lnTo>
                  <a:pt x="59401" y="254758"/>
                </a:lnTo>
                <a:lnTo>
                  <a:pt x="43845" y="220426"/>
                </a:lnTo>
                <a:lnTo>
                  <a:pt x="30568" y="185149"/>
                </a:lnTo>
                <a:lnTo>
                  <a:pt x="19627" y="149080"/>
                </a:lnTo>
                <a:lnTo>
                  <a:pt x="11068" y="112372"/>
                </a:lnTo>
                <a:lnTo>
                  <a:pt x="4928" y="75183"/>
                </a:lnTo>
                <a:lnTo>
                  <a:pt x="1233" y="37672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540000"/>
            <a:ext cx="194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정유진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43200"/>
            <a:ext cx="194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121318"/>
                </a:solidFill>
                <a:latin typeface="맑은 고딕"/>
                <a:ea typeface="맑은 고딕"/>
              </a:rPr>
              <a:t>금융 상담역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121318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3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12131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240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371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12131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3608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0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12131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4976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511200"/>
            <a:ext cx="57600" cy="57600"/>
          </a:xfrm>
          <a:prstGeom prst="ellipse">
            <a:avLst/>
          </a:prstGeom>
          <a:solidFill>
            <a:srgbClr val="8181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684000"/>
            <a:ext cx="244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처음 집을 구하는 마음을 압니다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