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C8E0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정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D674D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884111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74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4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4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4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71072"/>
            <a:ext cx="145728" cy="66528"/>
          </a:xfrm>
          <a:custGeom>
            <a:avLst/>
            <a:gdLst/>
            <a:ahLst/>
            <a:cxnLst/>
            <a:rect l="l" t="t" r="r" b="b"/>
            <a:pathLst>
              <a:path w="145728" h="66528">
                <a:moveTo>
                  <a:pt x="0" y="66528"/>
                </a:moveTo>
                <a:lnTo>
                  <a:pt x="72864" y="0"/>
                </a:lnTo>
                <a:lnTo>
                  <a:pt x="145728" y="6652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112" y="237600"/>
            <a:ext cx="101376" cy="6652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4128" y="259776"/>
            <a:ext cx="25344" cy="44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884111"/>
                </a:solidFill>
                <a:latin typeface="바탕"/>
                <a:ea typeface="바탕"/>
              </a:rPr>
              <a:t>처음 집을 구하는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884111"/>
                </a:solidFill>
                <a:latin typeface="바탕"/>
                <a:ea typeface="바탕"/>
              </a:rPr>
              <a:t>마음을 압니다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E664B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E36C1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E664B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