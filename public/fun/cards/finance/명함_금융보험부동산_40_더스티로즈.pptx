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9D5F6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4255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4255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28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B9C0CB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