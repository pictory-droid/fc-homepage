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5580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BDC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26A77"/>
                </a:solidFill>
                <a:latin typeface="바탕"/>
                <a:ea typeface="바탕"/>
              </a:rPr>
              <a:t>자산관리 상담사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5580B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5580B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26A7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43A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38BB8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43A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78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0271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43A6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0271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78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온라인 상담 가능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