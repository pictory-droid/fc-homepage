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558B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296000"/>
            <a:ext cx="3240000" cy="504000"/>
          </a:xfrm>
          <a:prstGeom prst="rect">
            <a:avLst/>
          </a:prstGeom>
          <a:solidFill>
            <a:srgbClr val="516FC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96000"/>
            <a:ext cx="3240000" cy="14400"/>
          </a:xfrm>
          <a:prstGeom prst="rect">
            <a:avLst/>
          </a:prstGeom>
          <a:solidFill>
            <a:srgbClr val="A4B4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BECAE8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576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장OO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828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BECAE8"/>
                </a:solidFill>
                <a:latin typeface="맑은 고딕"/>
                <a:ea typeface="맑은 고딕"/>
              </a:rPr>
              <a:t>재무 설계사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411200"/>
            <a:ext cx="90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BECAE8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1512000"/>
            <a:ext cx="900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072800" y="1411200"/>
            <a:ext cx="0" cy="201600"/>
          </a:xfrm>
          <a:prstGeom prst="line">
            <a:avLst/>
          </a:prstGeom>
          <a:ln w="3600">
            <a:solidFill>
              <a:srgbClr val="BECAE8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1152000" y="1411200"/>
            <a:ext cx="100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BECAE8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152000" y="1512000"/>
            <a:ext cx="1008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080800" y="1411200"/>
            <a:ext cx="0" cy="201600"/>
          </a:xfrm>
          <a:prstGeom prst="line">
            <a:avLst/>
          </a:prstGeom>
          <a:ln w="3600">
            <a:solidFill>
              <a:srgbClr val="BECAE8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160000" y="14112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BECAE8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160000" y="15120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3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0400" cy="1800000"/>
          </a:xfrm>
          <a:prstGeom prst="rect">
            <a:avLst/>
          </a:prstGeom>
          <a:solidFill>
            <a:srgbClr val="AF822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2088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524222"/>
                </a:solidFill>
                <a:latin typeface="맑은 고딕"/>
                <a:ea typeface="맑은 고딕"/>
              </a:rPr>
              <a:t>상담 분야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360000"/>
            <a:ext cx="2016000" cy="28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>
                <a:solidFill>
                  <a:srgbClr val="14171D"/>
                </a:solidFill>
                <a:latin typeface="맑은 고딕"/>
                <a:ea typeface="맑은 고딕"/>
              </a:rPr>
              <a:t>자산 관리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655200"/>
            <a:ext cx="2016000" cy="28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>
                <a:solidFill>
                  <a:srgbClr val="AF8229"/>
                </a:solidFill>
                <a:latin typeface="맑은 고딕"/>
                <a:ea typeface="맑은 고딕"/>
              </a:rPr>
              <a:t>세무 상담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950400"/>
            <a:ext cx="2016000" cy="28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>
                <a:solidFill>
                  <a:srgbClr val="14171D"/>
                </a:solidFill>
                <a:latin typeface="맑은 고딕"/>
                <a:ea typeface="맑은 고딕"/>
              </a:rPr>
              <a:t>청약 안내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376000" y="1368000"/>
            <a:ext cx="720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11"/>
              </a:lnSpc>
            </a:pPr>
            <a:r>
              <a:rPr sz="560" b="0">
                <a:solidFill>
                  <a:srgbClr val="524222"/>
                </a:solidFill>
                <a:latin typeface="맑은 고딕"/>
                <a:ea typeface="맑은 고딕"/>
              </a:rPr>
              <a:t>방문 · 전화 상담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376000" y="1497600"/>
            <a:ext cx="720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11"/>
              </a:lnSpc>
            </a:pPr>
            <a:r>
              <a:rPr sz="560" b="0">
                <a:solidFill>
                  <a:srgbClr val="524222"/>
                </a:solidFill>
                <a:latin typeface="맑은 고딕"/>
                <a:ea typeface="맑은 고딕"/>
              </a:rPr>
              <a:t>blog.example.com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재무 설계사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