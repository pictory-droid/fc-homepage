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8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516F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ECAE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ECAE8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ECAE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ECAE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ECAE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24222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F8229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24222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24222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