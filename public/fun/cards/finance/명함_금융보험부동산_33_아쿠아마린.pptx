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C4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C436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3535B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33535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7DC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9B97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A9788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A9788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A9788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A9788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F667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