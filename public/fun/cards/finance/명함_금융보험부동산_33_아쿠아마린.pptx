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C4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C436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3535B"/>
                </a:solidFill>
                <a:latin typeface="맑은 고딕"/>
                <a:ea typeface="맑은 고딕"/>
              </a:rPr>
              <a:t>보험 상담사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33535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7DC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E9B97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A9788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A9788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A9788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960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A9788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12744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F66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