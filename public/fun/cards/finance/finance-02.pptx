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5C11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FFF2B8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이서준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5C11"/>
                </a:solidFill>
                <a:latin typeface="맑은 고딕"/>
                <a:ea typeface="맑은 고딕"/>
              </a:rPr>
              <a:t>공인중개사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FFF2B8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C1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C1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C1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전세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대출 안내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3A9B5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