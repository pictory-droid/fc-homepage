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2776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Oval 2"/>
          <p:cNvSpPr/>
          <p:nvPr/>
        </p:nvSpPr>
        <p:spPr>
          <a:xfrm>
            <a:off x="1524960" y="447840"/>
            <a:ext cx="86400" cy="86400"/>
          </a:xfrm>
          <a:prstGeom prst="ellipse">
            <a:avLst/>
          </a:prstGeom>
          <a:noFill/>
          <a:ln w="19440">
            <a:solidFill>
              <a:srgbClr val="833B91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607040" y="491040"/>
            <a:ext cx="108000" cy="0"/>
          </a:xfrm>
          <a:prstGeom prst="line">
            <a:avLst/>
          </a:prstGeom>
          <a:ln w="19440">
            <a:solidFill>
              <a:srgbClr val="833B9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684800" y="491040"/>
            <a:ext cx="0" cy="38880"/>
          </a:xfrm>
          <a:prstGeom prst="line">
            <a:avLst/>
          </a:prstGeom>
          <a:ln w="17280">
            <a:solidFill>
              <a:srgbClr val="DCC8E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715040" y="491040"/>
            <a:ext cx="0" cy="47520"/>
          </a:xfrm>
          <a:prstGeom prst="line">
            <a:avLst/>
          </a:prstGeom>
          <a:ln w="17280">
            <a:solidFill>
              <a:srgbClr val="DCC8E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83A23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33B91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83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83A23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277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46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BABEC7"/>
                </a:solidFill>
                <a:latin typeface="맑은 고딕"/>
                <a:ea typeface="맑은 고딕"/>
              </a:rPr>
              <a:t>소중한 자산을 정성껏 살핍니다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B9BB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ABEC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29440" y="347760"/>
            <a:ext cx="129600" cy="129600"/>
          </a:xfrm>
          <a:prstGeom prst="ellipse">
            <a:avLst/>
          </a:prstGeom>
          <a:noFill/>
          <a:ln w="29160">
            <a:solidFill>
              <a:srgbClr val="8B9BB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752560" y="412560"/>
            <a:ext cx="162000" cy="0"/>
          </a:xfrm>
          <a:prstGeom prst="line">
            <a:avLst/>
          </a:prstGeom>
          <a:ln w="29160">
            <a:solidFill>
              <a:srgbClr val="8B9BBB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69200" y="412560"/>
            <a:ext cx="0" cy="58320"/>
          </a:xfrm>
          <a:prstGeom prst="line">
            <a:avLst/>
          </a:prstGeom>
          <a:ln w="25920">
            <a:solidFill>
              <a:srgbClr val="596479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914560" y="412560"/>
            <a:ext cx="0" cy="71280"/>
          </a:xfrm>
          <a:prstGeom prst="line">
            <a:avLst/>
          </a:prstGeom>
          <a:ln w="25920">
            <a:solidFill>
              <a:srgbClr val="596479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