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C5C11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C5C11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5C1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5C1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5C1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소중한 자산을 정성껏 살핍니다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