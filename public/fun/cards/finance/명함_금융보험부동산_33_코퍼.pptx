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CC7B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CC7BA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DCC7B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16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C404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C404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C404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3C404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