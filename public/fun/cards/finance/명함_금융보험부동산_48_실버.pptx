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AE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CBC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8F95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15520" y="928080"/>
            <a:ext cx="93600" cy="168480"/>
          </a:xfrm>
          <a:prstGeom prst="roundRect">
            <a:avLst>
              <a:gd name="adj" fmla="val 1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37200" y="834480"/>
            <a:ext cx="93600" cy="262080"/>
          </a:xfrm>
          <a:prstGeom prst="roundRect">
            <a:avLst>
              <a:gd name="adj" fmla="val 10000"/>
            </a:avLst>
          </a:prstGeom>
          <a:solidFill>
            <a:srgbClr val="7378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58880" y="722160"/>
            <a:ext cx="93600" cy="374400"/>
          </a:xfrm>
          <a:prstGeom prst="roundRect">
            <a:avLst>
              <a:gd name="adj" fmla="val 1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278080" y="1115280"/>
            <a:ext cx="411840" cy="0"/>
          </a:xfrm>
          <a:prstGeom prst="line">
            <a:avLst/>
          </a:prstGeom>
          <a:ln w="18720">
            <a:solidFill>
              <a:srgbClr val="73788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345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4C58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8F959D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4C5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4C5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4C5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5966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0480" y="925920"/>
            <a:ext cx="86400" cy="155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2800" y="839520"/>
            <a:ext cx="86400" cy="241920"/>
          </a:xfrm>
          <a:prstGeom prst="roundRect">
            <a:avLst>
              <a:gd name="adj" fmla="val 10000"/>
            </a:avLst>
          </a:prstGeom>
          <a:solidFill>
            <a:srgbClr val="ACB2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5120" y="735840"/>
            <a:ext cx="86400" cy="34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85920" y="1098720"/>
            <a:ext cx="380160" cy="0"/>
          </a:xfrm>
          <a:prstGeom prst="line">
            <a:avLst/>
          </a:prstGeom>
          <a:ln w="17280">
            <a:solidFill>
              <a:srgbClr val="ACB2C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18FBA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89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89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온라인 상담 가능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