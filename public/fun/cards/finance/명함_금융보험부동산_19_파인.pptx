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F879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F879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6390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90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B9C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CDD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B9C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CCDD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