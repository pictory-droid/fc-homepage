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1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73A4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D7D8D9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73A40"/>
                </a:solidFill>
                <a:latin typeface="맑은 고딕"/>
                <a:ea typeface="맑은 고딕"/>
              </a:rPr>
              <a:t>자산관리 상담사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3A4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D7D8D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3A4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D7D8D9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3A4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66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0CECA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698B82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698B8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698B8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전세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698B8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698B8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0CECA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C0CECA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