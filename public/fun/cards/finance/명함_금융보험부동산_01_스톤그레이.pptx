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73A4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7D8D9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73A40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A4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7D8D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A4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7D8D9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3A4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66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0CECA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698B8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698B8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698B8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698B8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698B8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0CECA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C0CECA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