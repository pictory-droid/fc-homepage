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911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59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59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59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59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C5911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