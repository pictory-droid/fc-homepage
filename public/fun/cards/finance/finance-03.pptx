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19584" y="380736"/>
            <a:ext cx="69120" cy="124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09440" y="311616"/>
            <a:ext cx="69120" cy="193536"/>
          </a:xfrm>
          <a:prstGeom prst="roundRect">
            <a:avLst>
              <a:gd name="adj" fmla="val 10000"/>
            </a:avLst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99296" y="228672"/>
            <a:ext cx="69120" cy="276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691936" y="518976"/>
            <a:ext cx="304128" cy="0"/>
          </a:xfrm>
          <a:prstGeom prst="line">
            <a:avLst/>
          </a:prstGeom>
          <a:ln w="13824">
            <a:solidFill>
              <a:srgbClr val="73737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FFFFFF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A707D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1544B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9466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1544B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9466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1544B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9466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65658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어렵고 낯선 일을</a:t>
            </a:r>
          </a:p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쉽게 풀어 드립니다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656589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6565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AEAEB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5200" y="334800"/>
            <a:ext cx="36000" cy="64800"/>
          </a:xfrm>
          <a:prstGeom prst="roundRect">
            <a:avLst>
              <a:gd name="adj" fmla="val 10000"/>
            </a:avLst>
          </a:prstGeom>
          <a:solidFill>
            <a:srgbClr val="6565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02000" y="298800"/>
            <a:ext cx="36000" cy="100800"/>
          </a:xfrm>
          <a:prstGeom prst="roundRect">
            <a:avLst>
              <a:gd name="adj" fmla="val 10000"/>
            </a:avLst>
          </a:prstGeom>
          <a:solidFill>
            <a:srgbClr val="3E3E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8800" y="255600"/>
            <a:ext cx="36000" cy="144000"/>
          </a:xfrm>
          <a:prstGeom prst="roundRect">
            <a:avLst>
              <a:gd name="adj" fmla="val 10000"/>
            </a:avLst>
          </a:prstGeom>
          <a:solidFill>
            <a:srgbClr val="6565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40800" y="406800"/>
            <a:ext cx="158400" cy="0"/>
          </a:xfrm>
          <a:prstGeom prst="line">
            <a:avLst/>
          </a:prstGeom>
          <a:ln w="7200">
            <a:solidFill>
              <a:srgbClr val="3E3E58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