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C4A40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C4A4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C4A4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어렵고 낯선 일을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쉽게 풀어 드립니다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