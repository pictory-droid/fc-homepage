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A07A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C4A40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A07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4A4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C4A4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A07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A07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A07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A07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