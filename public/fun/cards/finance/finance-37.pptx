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C9D7F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C9D7F3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6C91D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C9D7F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C9D7F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C9D7F3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집을 찾는 마음을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헤아립니다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