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2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9C816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57493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B9B3A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방지민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A68E7D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B9B3A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57072" y="1490544"/>
            <a:ext cx="125856" cy="57456"/>
          </a:xfrm>
          <a:custGeom>
            <a:avLst/>
            <a:gdLst/>
            <a:ahLst/>
            <a:cxnLst/>
            <a:rect l="l" t="t" r="r" b="b"/>
            <a:pathLst>
              <a:path w="125856" h="57456">
                <a:moveTo>
                  <a:pt x="0" y="57456"/>
                </a:moveTo>
                <a:lnTo>
                  <a:pt x="62928" y="0"/>
                </a:lnTo>
                <a:lnTo>
                  <a:pt x="125856" y="57456"/>
                </a:lnTo>
                <a:close/>
              </a:path>
            </a:pathLst>
          </a:cu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76224" y="1548000"/>
            <a:ext cx="87552" cy="57456"/>
          </a:xfrm>
          <a:prstGeom prst="rect">
            <a:avLst/>
          </a:prstGeom>
          <a:solidFill>
            <a:srgbClr val="5749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09056" y="1567152"/>
            <a:ext cx="21888" cy="38304"/>
          </a:xfrm>
          <a:prstGeom prst="rect">
            <a:avLst/>
          </a:prstGeom>
          <a:solidFill>
            <a:srgbClr val="9C81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4785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71072"/>
            <a:ext cx="145728" cy="66528"/>
          </a:xfrm>
          <a:custGeom>
            <a:avLst/>
            <a:gdLst/>
            <a:ahLst/>
            <a:cxnLst/>
            <a:rect l="l" t="t" r="r" b="b"/>
            <a:pathLst>
              <a:path w="145728" h="66528">
                <a:moveTo>
                  <a:pt x="0" y="66528"/>
                </a:moveTo>
                <a:lnTo>
                  <a:pt x="72864" y="0"/>
                </a:lnTo>
                <a:lnTo>
                  <a:pt x="145728" y="6652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112" y="237600"/>
            <a:ext cx="101376" cy="66528"/>
          </a:xfrm>
          <a:prstGeom prst="rect">
            <a:avLst/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4128" y="259776"/>
            <a:ext cx="25344" cy="44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22D24"/>
                </a:solidFill>
                <a:latin typeface="맑은 고딕"/>
                <a:ea typeface="맑은 고딕"/>
              </a:rPr>
              <a:t>집을 찾는 마음을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422D24"/>
                </a:solidFill>
                <a:latin typeface="맑은 고딕"/>
                <a:ea typeface="맑은 고딕"/>
              </a:rPr>
              <a:t>헤아립니다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C6E67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8" name="Rectangle 7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47857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C6E67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