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7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9D1E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D1E2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6C82A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9D1E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