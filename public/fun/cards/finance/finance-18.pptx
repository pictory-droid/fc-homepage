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944000" y="216000"/>
            <a:ext cx="10800" cy="1368000"/>
          </a:xfrm>
          <a:prstGeom prst="rect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01600"/>
            <a:ext cx="1584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300">
                <a:solidFill>
                  <a:srgbClr val="617B69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4" name="Oval 3"/>
          <p:cNvSpPr/>
          <p:nvPr/>
        </p:nvSpPr>
        <p:spPr>
          <a:xfrm>
            <a:off x="291456" y="478224"/>
            <a:ext cx="95040" cy="95040"/>
          </a:xfrm>
          <a:prstGeom prst="ellipse">
            <a:avLst/>
          </a:prstGeom>
          <a:noFill/>
          <a:ln w="21384">
            <a:solidFill>
              <a:srgbClr val="2B824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381744" y="525744"/>
            <a:ext cx="118800" cy="0"/>
          </a:xfrm>
          <a:prstGeom prst="line">
            <a:avLst/>
          </a:prstGeom>
          <a:ln w="21384">
            <a:solidFill>
              <a:srgbClr val="2B824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67280" y="525744"/>
            <a:ext cx="0" cy="42768"/>
          </a:xfrm>
          <a:prstGeom prst="line">
            <a:avLst/>
          </a:prstGeom>
          <a:ln w="19008">
            <a:solidFill>
              <a:srgbClr val="D0F1D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500544" y="525744"/>
            <a:ext cx="0" cy="52272"/>
          </a:xfrm>
          <a:prstGeom prst="line">
            <a:avLst/>
          </a:prstGeom>
          <a:ln w="19008">
            <a:solidFill>
              <a:srgbClr val="D0F1DA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16000" y="9720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2B8245"/>
                </a:solidFill>
                <a:latin typeface="맑은 고딕"/>
                <a:ea typeface="맑은 고딕"/>
              </a:rPr>
              <a:t>투자 상담역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16000" y="1123200"/>
            <a:ext cx="1728000" cy="346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sz="2100" b="1" spc="50">
                <a:solidFill>
                  <a:srgbClr val="143D21"/>
                </a:solidFill>
                <a:latin typeface="바탕"/>
                <a:ea typeface="바탕"/>
              </a:rPr>
              <a:t>송현우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073600" y="540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2B8245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217600" y="540000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3D21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73600" y="708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2B8245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17600" y="708911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3D21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73600" y="877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2B8245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17600" y="877822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3D21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00" cy="1800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432000"/>
            <a:ext cx="201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sz="1700" b="1">
                <a:solidFill>
                  <a:srgbClr val="19294D"/>
                </a:solidFill>
                <a:latin typeface="바탕"/>
                <a:ea typeface="바탕"/>
              </a:rPr>
              <a:t>회사 · 사무소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878400"/>
            <a:ext cx="2016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0">
                <a:solidFill>
                  <a:srgbClr val="6A748B"/>
                </a:solidFill>
                <a:latin typeface="바탕"/>
                <a:ea typeface="바탕"/>
              </a:rPr>
              <a:t>숫자 뒤의 삶을 헤아립니다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  <a:ln w="9000">
            <a:solidFill>
              <a:srgbClr val="33529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A748B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" y="763200"/>
            <a:ext cx="201600" cy="144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29440" y="347760"/>
            <a:ext cx="129600" cy="129600"/>
          </a:xfrm>
          <a:prstGeom prst="ellipse">
            <a:avLst/>
          </a:prstGeom>
          <a:noFill/>
          <a:ln w="29160">
            <a:solidFill>
              <a:srgbClr val="335299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752560" y="412560"/>
            <a:ext cx="162000" cy="0"/>
          </a:xfrm>
          <a:prstGeom prst="line">
            <a:avLst/>
          </a:prstGeom>
          <a:ln w="29160">
            <a:solidFill>
              <a:srgbClr val="335299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2869200" y="412560"/>
            <a:ext cx="0" cy="58320"/>
          </a:xfrm>
          <a:prstGeom prst="line">
            <a:avLst/>
          </a:prstGeom>
          <a:ln w="25920">
            <a:solidFill>
              <a:srgbClr val="D0DAF1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2914560" y="412560"/>
            <a:ext cx="0" cy="71280"/>
          </a:xfrm>
          <a:prstGeom prst="line">
            <a:avLst/>
          </a:prstGeom>
          <a:ln w="25920">
            <a:solidFill>
              <a:srgbClr val="D0DAF1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투자 상담역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