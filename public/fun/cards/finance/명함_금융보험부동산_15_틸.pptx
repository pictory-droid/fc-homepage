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F7E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5B7F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79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6C8A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6C8A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BCDD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9E1EA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