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8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1722E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3C0BE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676E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676E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EAD0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37564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BB9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B57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B57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B57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5B574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B2230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F2E9D6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B574D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B574D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C3756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