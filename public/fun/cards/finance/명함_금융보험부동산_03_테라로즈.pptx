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8D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1722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3C0BE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676E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676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3756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B9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B57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B57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B57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B57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F2E9D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4D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4D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3756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