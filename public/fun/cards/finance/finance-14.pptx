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12151C"/>
                </a:solidFill>
                <a:latin typeface="맑은 고딕"/>
                <a:ea typeface="맑은 고딕"/>
              </a:rPr>
              <a:t>신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세무사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46C7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고객의 상황을</a:t>
            </a:r>
          </a:p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먼저 듣겠습니다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2151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