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D3EED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56096" y="1491984"/>
            <a:ext cx="53280" cy="959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5360" y="1438704"/>
            <a:ext cx="53280" cy="149184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94624" y="1374768"/>
            <a:ext cx="53280" cy="21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834784" y="1598544"/>
            <a:ext cx="234432" cy="0"/>
          </a:xfrm>
          <a:prstGeom prst="line">
            <a:avLst/>
          </a:prstGeom>
          <a:ln w="10656">
            <a:solidFill>
              <a:srgbClr val="80808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67C6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C40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78137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78137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C40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78137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C40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7813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C40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90400" y="561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4000" y="489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7600" y="403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61600" y="705600"/>
            <a:ext cx="316800" cy="0"/>
          </a:xfrm>
          <a:prstGeom prst="line">
            <a:avLst/>
          </a:prstGeom>
          <a:ln w="14400">
            <a:solidFill>
              <a:srgbClr val="73737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고객의 상황을 먼저 듣겠습니다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