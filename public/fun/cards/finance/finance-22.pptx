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786C4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42240" y="516960"/>
            <a:ext cx="43200" cy="77760"/>
          </a:xfrm>
          <a:prstGeom prst="roundRect">
            <a:avLst>
              <a:gd name="adj" fmla="val 10000"/>
            </a:avLst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98400" y="473760"/>
            <a:ext cx="43200" cy="120960"/>
          </a:xfrm>
          <a:prstGeom prst="roundRect">
            <a:avLst>
              <a:gd name="adj" fmla="val 10000"/>
            </a:avLst>
          </a:prstGeom>
          <a:solidFill>
            <a:srgbClr val="FBF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54560" y="421920"/>
            <a:ext cx="43200" cy="172800"/>
          </a:xfrm>
          <a:prstGeom prst="roundRect">
            <a:avLst>
              <a:gd name="adj" fmla="val 10000"/>
            </a:avLst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524960" y="603360"/>
            <a:ext cx="190080" cy="0"/>
          </a:xfrm>
          <a:prstGeom prst="line">
            <a:avLst/>
          </a:prstGeom>
          <a:ln w="8640">
            <a:solidFill>
              <a:srgbClr val="FBF3D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6E570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3680E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E570C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86C4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안심하고 선택하실 수 있도록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