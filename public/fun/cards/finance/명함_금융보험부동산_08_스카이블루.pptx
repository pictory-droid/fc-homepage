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윤시우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D4872"/>
                </a:solidFill>
                <a:latin typeface="맑은 고딕"/>
                <a:ea typeface="맑은 고딕"/>
              </a:rPr>
              <a:t>투자 상담역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1D487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C4E3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1D48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C4E3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1D48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C4E3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1D48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C4E3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9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8324E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1832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1832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대출 안내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1832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7167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1832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17167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2365A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4E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4E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18324E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투자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