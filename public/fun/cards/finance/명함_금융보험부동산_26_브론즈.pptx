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A67C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4A4137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413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413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413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6F1EC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7E3E6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D7E3E6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