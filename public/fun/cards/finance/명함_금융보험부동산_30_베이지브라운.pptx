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9E836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9E836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남OO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9E836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D77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