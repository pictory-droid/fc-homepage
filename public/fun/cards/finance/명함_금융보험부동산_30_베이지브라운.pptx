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9E83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9E8363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9E8363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6D77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대출 안내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