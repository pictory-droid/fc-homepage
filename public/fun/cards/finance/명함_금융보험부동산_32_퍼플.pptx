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A3A9B5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2D1FD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E2D1F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E2D1FD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E2D1F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