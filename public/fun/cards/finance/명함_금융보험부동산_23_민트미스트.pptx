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1A88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1A88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1A88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1A88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1A88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22345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5966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BAC3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77280" y="718560"/>
            <a:ext cx="397440" cy="181440"/>
          </a:xfrm>
          <a:custGeom>
            <a:avLst/>
            <a:gdLst/>
            <a:ahLst/>
            <a:cxnLst/>
            <a:rect l="l" t="t" r="r" b="b"/>
            <a:pathLst>
              <a:path w="397440" h="181440">
                <a:moveTo>
                  <a:pt x="0" y="181440"/>
                </a:moveTo>
                <a:lnTo>
                  <a:pt x="198720" y="0"/>
                </a:lnTo>
                <a:lnTo>
                  <a:pt x="397440" y="1814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7760" y="900000"/>
            <a:ext cx="276480" cy="181440"/>
          </a:xfrm>
          <a:prstGeom prst="rect">
            <a:avLst/>
          </a:prstGeom>
          <a:solidFill>
            <a:srgbClr val="ACB2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440" y="960480"/>
            <a:ext cx="69120" cy="120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E8265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479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BAC3D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879"/>
                </a:solidFill>
                <a:latin typeface="맑은 고딕"/>
                <a:ea typeface="맑은 고딕"/>
              </a:rPr>
              <a:t>온라인 상담 가능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