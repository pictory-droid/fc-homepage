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2B4A82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5663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9C4D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697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9C4D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697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9C4D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697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9C4D7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