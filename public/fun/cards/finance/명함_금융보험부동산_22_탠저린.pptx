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공인중개사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519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C351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3519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C3519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