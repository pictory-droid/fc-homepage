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5D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정OO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05C55"/>
                </a:solidFill>
                <a:latin typeface="맑은 고딕"/>
                <a:ea typeface="맑은 고딕"/>
              </a:rPr>
              <a:t>금융 상담역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14705A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76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3D89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보험 상담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가입 점검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청약 안내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금융 상담역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