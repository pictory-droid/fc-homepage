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8A79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8A796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8A796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E8D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대출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