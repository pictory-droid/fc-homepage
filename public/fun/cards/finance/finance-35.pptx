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F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차분한 설명으로 도움을 드립니다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C9D1E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