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7546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6B2AD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CE8C7C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E8C7C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E8C7C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E8C7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3B91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5B2315"/>
                </a:solidFill>
                <a:latin typeface="바탕"/>
                <a:ea typeface="바탕"/>
              </a:rPr>
              <a:t>차분한 설명으로 도움을 드립니다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3B9177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8C685D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5200" y="334800"/>
            <a:ext cx="36000" cy="64800"/>
          </a:xfrm>
          <a:prstGeom prst="roundRect">
            <a:avLst>
              <a:gd name="adj" fmla="val 10000"/>
            </a:avLst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02000" y="298800"/>
            <a:ext cx="36000" cy="100800"/>
          </a:xfrm>
          <a:prstGeom prst="roundRect">
            <a:avLst>
              <a:gd name="adj" fmla="val 10000"/>
            </a:avLst>
          </a:prstGeom>
          <a:solidFill>
            <a:srgbClr val="C8E0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8800" y="255600"/>
            <a:ext cx="36000" cy="144000"/>
          </a:xfrm>
          <a:prstGeom prst="roundRect">
            <a:avLst>
              <a:gd name="adj" fmla="val 10000"/>
            </a:avLst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40800" y="406800"/>
            <a:ext cx="158400" cy="0"/>
          </a:xfrm>
          <a:prstGeom prst="line">
            <a:avLst/>
          </a:prstGeom>
          <a:ln w="7200">
            <a:solidFill>
              <a:srgbClr val="C8E0D9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