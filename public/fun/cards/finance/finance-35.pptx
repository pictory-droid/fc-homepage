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26292D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26292D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26292D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탁서아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금융 상담역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F7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C9D1E2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보험 상담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전세 상담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6C82A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법인 상담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6C82AF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청약 안내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6C82AF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6C82AF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KAKAO  @채널아이디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C9D1E2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금융 상담역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