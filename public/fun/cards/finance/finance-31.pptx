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532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D28A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9953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5936" y="288144"/>
            <a:ext cx="138240" cy="138240"/>
          </a:xfrm>
          <a:prstGeom prst="ellipse">
            <a:avLst/>
          </a:prstGeom>
          <a:noFill/>
          <a:ln w="31104">
            <a:solidFill>
              <a:srgbClr val="D28A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787264" y="357264"/>
            <a:ext cx="172800" cy="0"/>
          </a:xfrm>
          <a:prstGeom prst="line">
            <a:avLst/>
          </a:prstGeom>
          <a:ln w="31104">
            <a:solidFill>
              <a:srgbClr val="D28AB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11680" y="357264"/>
            <a:ext cx="0" cy="62208"/>
          </a:xfrm>
          <a:prstGeom prst="line">
            <a:avLst/>
          </a:prstGeom>
          <a:ln w="27648">
            <a:solidFill>
              <a:srgbClr val="99538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960064" y="357264"/>
            <a:ext cx="0" cy="76032"/>
          </a:xfrm>
          <a:prstGeom prst="line">
            <a:avLst/>
          </a:prstGeom>
          <a:ln w="27648">
            <a:solidFill>
              <a:srgbClr val="99538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D8BED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차예준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E4B9D6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D28A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9D6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9D6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9D6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49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040" y="488160"/>
            <a:ext cx="633600" cy="633600"/>
          </a:xfrm>
          <a:prstGeom prst="ellipse">
            <a:avLst/>
          </a:prstGeom>
          <a:noFill/>
          <a:ln w="14256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524960" y="804960"/>
            <a:ext cx="792000" cy="0"/>
          </a:xfrm>
          <a:prstGeom prst="line">
            <a:avLst/>
          </a:prstGeom>
          <a:ln w="142560">
            <a:solidFill>
              <a:srgbClr val="F0D1E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95200" y="804960"/>
            <a:ext cx="0" cy="285120"/>
          </a:xfrm>
          <a:prstGeom prst="line">
            <a:avLst/>
          </a:prstGeom>
          <a:ln w="126720">
            <a:solidFill>
              <a:srgbClr val="B4669B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316960" y="804960"/>
            <a:ext cx="0" cy="348480"/>
          </a:xfrm>
          <a:prstGeom prst="line">
            <a:avLst/>
          </a:prstGeom>
          <a:ln w="126720">
            <a:solidFill>
              <a:srgbClr val="B4669B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A6498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생활 속 위험을 함께 살핍니다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F4E9F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