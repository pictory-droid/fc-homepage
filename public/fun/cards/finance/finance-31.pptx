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9856FC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A165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생활 속 위험을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함께 살핍니다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E5D5F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