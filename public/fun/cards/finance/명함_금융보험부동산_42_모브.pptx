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2B2E36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9A6B83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9A6B83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9A6B83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8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6580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ECAE8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8CBF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6580C9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ECAE8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