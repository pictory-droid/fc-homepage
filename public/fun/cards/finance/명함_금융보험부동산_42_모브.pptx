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2B2E36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9A6B83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9A6B83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9A6B83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진OO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공인중개사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9A6B8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58B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6580C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ECAE8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상속 · 증여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A4B4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8CBF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증권 정리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6580C9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BECAE8"/>
                </a:solidFill>
                <a:latin typeface="맑은 고딕"/>
                <a:ea typeface="맑은 고딕"/>
              </a:rPr>
              <a:t>평일 10:00 – 19:00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공인중개사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