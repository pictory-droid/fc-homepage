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899704" cy="180000"/>
          </a:xfrm>
          <a:prstGeom prst="roundRect">
            <a:avLst>
              <a:gd name="adj" fmla="val 50000"/>
            </a:avLst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89970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928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내 일처럼 꼼꼼히 살피겠습니다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D7D4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