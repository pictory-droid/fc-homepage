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B76E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05C5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B76E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76E7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세무사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7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D0C9C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8F0F1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보험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D0C9C3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E4E0DD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E4E0DD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