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605C5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B76E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B76E79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곽OO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세무사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474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D0C9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8F0F1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D0C9C3"/>
                </a:solidFill>
                <a:latin typeface="맑은 고딕"/>
                <a:ea typeface="맑은 고딕"/>
              </a:rPr>
              <a:t>세무 상담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E4E0DD"/>
                </a:solidFill>
                <a:latin typeface="맑은 고딕"/>
                <a:ea typeface="맑은 고딕"/>
              </a:rPr>
              <a:t>사전 예약 상담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E4E0DD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세무사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