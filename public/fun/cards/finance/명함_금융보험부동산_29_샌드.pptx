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5C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8273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D1CBC4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1CBC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918372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1CBC4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918372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3F3F82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42643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3F3F82"/>
          </a:solidFill>
          <a:ln w="5760">
            <a:solidFill>
              <a:srgbClr val="3F3F8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ECECF2"/>
          </a:solidFill>
          <a:ln w="5760">
            <a:solidFill>
              <a:srgbClr val="3F3F8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ECECF2"/>
          </a:solidFill>
          <a:ln w="5760">
            <a:solidFill>
              <a:srgbClr val="3F3F8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C9C9D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264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2643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24264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242643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