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273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D1CBC4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1CBC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1CBC4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91837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CB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3F3F82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4264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3F3F82"/>
          </a:solidFill>
          <a:ln w="5760">
            <a:solidFill>
              <a:srgbClr val="3F3F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CECF2"/>
          </a:solidFill>
          <a:ln w="5760">
            <a:solidFill>
              <a:srgbClr val="3F3F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CECF2"/>
          </a:solidFill>
          <a:ln w="5760">
            <a:solidFill>
              <a:srgbClr val="3F3F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C9C9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42643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24264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242643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