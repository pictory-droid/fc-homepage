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E57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AC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5E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504C58"/>
                </a:solidFill>
                <a:latin typeface="바탕"/>
                <a:ea typeface="바탕"/>
              </a:rPr>
              <a:t>자산관리 상담사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5E576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E576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504C5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0A1B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358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358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358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35862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