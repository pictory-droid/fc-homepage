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F34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37440" y="455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40400" y="376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7954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43360" y="281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705760" y="614160"/>
            <a:ext cx="348480" cy="0"/>
          </a:xfrm>
          <a:prstGeom prst="line">
            <a:avLst/>
          </a:prstGeom>
          <a:ln w="15840">
            <a:solidFill>
              <a:srgbClr val="79544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FD9D1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7B8B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C565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90400" y="561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84000" y="489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77600" y="403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461600" y="705600"/>
            <a:ext cx="316800" cy="0"/>
          </a:xfrm>
          <a:prstGeom prst="line">
            <a:avLst/>
          </a:prstGeom>
          <a:ln w="144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작은 약속도 기록합니다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