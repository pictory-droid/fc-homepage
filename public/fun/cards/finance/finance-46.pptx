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7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AF9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12151C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302B4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302B4E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302B4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302B4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302B4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540000"/>
            <a:ext cx="28800" cy="7200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424800" y="612000"/>
            <a:ext cx="216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작은 약속도 기록합니다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4248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