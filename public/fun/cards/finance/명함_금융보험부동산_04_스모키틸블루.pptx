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E8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79A0AA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B9CF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D7E3E6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B9CF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7E3E6"/>
                </a:solidFill>
                <a:latin typeface="맑은 고딕"/>
                <a:ea typeface="맑은 고딕"/>
              </a:rPr>
              <a:t>세무사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79A0A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E3E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E3E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E3E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D98D74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F8796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D98D74"/>
          </a:solidFill>
          <a:ln w="5760">
            <a:solidFill>
              <a:srgbClr val="D98D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D98D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D98D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D98D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5F667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5F6672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