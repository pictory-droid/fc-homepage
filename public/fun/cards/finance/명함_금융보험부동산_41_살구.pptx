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A067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A067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A067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32D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32D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493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493A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연금 설계  ·  투자 상담  ·  증권 정리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