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1F5F6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24493A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68A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954E5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68A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954E5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68A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954E5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68A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954E5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68A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954E5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954E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954E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