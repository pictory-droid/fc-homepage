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2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39C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D4B8BF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D4B8BF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D4B8B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4B8B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9A576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4B8BF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C39C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4B8B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4B8B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4B8B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D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52A28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0D9D6"/>
          </a:solidFill>
          <a:ln w="3600">
            <a:solidFill>
              <a:srgbClr val="D5CC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0D9D6"/>
          </a:solidFill>
          <a:ln w="3600">
            <a:solidFill>
              <a:srgbClr val="D5CC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6787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0D9D6"/>
          </a:solidFill>
          <a:ln w="3600">
            <a:solidFill>
              <a:srgbClr val="D5CC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6787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0D9D6"/>
          </a:solidFill>
          <a:ln w="3600">
            <a:solidFill>
              <a:srgbClr val="D5CC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52A28"/>
                </a:solidFill>
                <a:latin typeface="맑은 고딕"/>
                <a:ea typeface="맑은 고딕"/>
              </a:rPr>
              <a:t>평일 09:00 – 18:00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