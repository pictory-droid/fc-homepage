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2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9C44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D6B1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5CCCF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D6B1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59808" y="1512432"/>
            <a:ext cx="54720" cy="54720"/>
          </a:xfrm>
          <a:prstGeom prst="ellipse">
            <a:avLst/>
          </a:prstGeom>
          <a:noFill/>
          <a:ln w="12312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611792" y="1539792"/>
            <a:ext cx="68400" cy="0"/>
          </a:xfrm>
          <a:prstGeom prst="line">
            <a:avLst/>
          </a:prstGeom>
          <a:ln w="12312">
            <a:solidFill>
              <a:srgbClr val="F5CCCF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661040" y="1539792"/>
            <a:ext cx="0" cy="24624"/>
          </a:xfrm>
          <a:prstGeom prst="line">
            <a:avLst/>
          </a:prstGeom>
          <a:ln w="10944">
            <a:solidFill>
              <a:srgbClr val="9C444B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80192" y="1539792"/>
            <a:ext cx="0" cy="30096"/>
          </a:xfrm>
          <a:prstGeom prst="line">
            <a:avLst/>
          </a:prstGeom>
          <a:ln w="10944">
            <a:solidFill>
              <a:srgbClr val="9C444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19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3040" y="488160"/>
            <a:ext cx="633600" cy="633600"/>
          </a:xfrm>
          <a:prstGeom prst="ellipse">
            <a:avLst/>
          </a:prstGeom>
          <a:noFill/>
          <a:ln w="142560">
            <a:solidFill>
              <a:srgbClr val="AD6D7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524960" y="804960"/>
            <a:ext cx="792000" cy="0"/>
          </a:xfrm>
          <a:prstGeom prst="line">
            <a:avLst/>
          </a:prstGeom>
          <a:ln w="142560">
            <a:solidFill>
              <a:srgbClr val="AD6D7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95200" y="804960"/>
            <a:ext cx="0" cy="285120"/>
          </a:xfrm>
          <a:prstGeom prst="line">
            <a:avLst/>
          </a:prstGeom>
          <a:ln w="126720">
            <a:solidFill>
              <a:srgbClr val="613E4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316960" y="804960"/>
            <a:ext cx="0" cy="348480"/>
          </a:xfrm>
          <a:prstGeom prst="line">
            <a:avLst/>
          </a:prstGeom>
          <a:ln w="126720">
            <a:solidFill>
              <a:srgbClr val="613E44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3192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어려운 용어는 쉽게 풀어서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AD6D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DAEB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