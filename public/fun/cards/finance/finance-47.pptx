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66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58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36284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6284E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628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628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628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어려운 용어는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쉽게 풀어서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