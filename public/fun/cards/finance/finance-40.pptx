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CD6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7DDE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223F2A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223F2A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223F2A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223F2A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223F2A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223F2A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223F2A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223F2A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223F2A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223F2A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223F2A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223F2A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223F2A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223F2A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223F2A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223F2A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223F2A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223F2A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223F2A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223F2A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223F2A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223F2A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223F2A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223F2A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223F2A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223F2A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223F2A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223F2A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223F2A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223F2A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23F2A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3E8942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마시현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223F2A"/>
                </a:solidFill>
                <a:latin typeface="맑은 고딕"/>
                <a:ea typeface="맑은 고딕"/>
              </a:rPr>
              <a:t>대리점 대표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23F2A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3E8942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23F2A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3E8942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23F2A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CD6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7DDE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12151C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2151C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가입 점검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법인 상담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청약 안내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사업자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2151C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대리점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