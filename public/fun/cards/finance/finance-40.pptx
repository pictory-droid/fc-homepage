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CD6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1584000" y="36000"/>
            <a:ext cx="1656000" cy="172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8560"/>
              </a:lnSpc>
            </a:pPr>
            <a:r>
              <a:rPr sz="12800" b="1">
                <a:solidFill>
                  <a:srgbClr val="8DE28D"/>
                </a:solidFill>
                <a:latin typeface="맑은 고딕"/>
                <a:ea typeface="맑은 고딕"/>
              </a:rPr>
              <a:t>마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44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 spc="200">
                <a:solidFill>
                  <a:srgbClr val="223F2A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604800"/>
            <a:ext cx="1656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90"/>
              </a:lnSpc>
            </a:pPr>
            <a:r>
              <a:rPr sz="2200" b="1">
                <a:solidFill>
                  <a:srgbClr val="12151C"/>
                </a:solidFill>
                <a:latin typeface="맑은 고딕"/>
                <a:ea typeface="맑은 고딕"/>
              </a:rPr>
              <a:t>마시현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1008000"/>
            <a:ext cx="1656000" cy="1714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0">
                <a:solidFill>
                  <a:srgbClr val="223F2A"/>
                </a:solidFill>
                <a:latin typeface="맑은 고딕"/>
                <a:ea typeface="맑은 고딕"/>
              </a:rPr>
              <a:t>대리점 대표</a:t>
            </a:r>
          </a:p>
        </p:txBody>
      </p:sp>
      <p:sp>
        <p:nvSpPr>
          <p:cNvPr id="6" name="Rectangle 5"/>
          <p:cNvSpPr/>
          <p:nvPr/>
        </p:nvSpPr>
        <p:spPr>
          <a:xfrm>
            <a:off x="252000" y="1231200"/>
            <a:ext cx="144000" cy="18000"/>
          </a:xfrm>
          <a:prstGeom prst="rect">
            <a:avLst/>
          </a:prstGeom>
          <a:solidFill>
            <a:srgbClr val="1215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252000" y="13500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223F2A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583200" y="1339200"/>
            <a:ext cx="1296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14724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223F2A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583200" y="1461600"/>
            <a:ext cx="1296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52000" y="15948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223F2A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83200" y="1584000"/>
            <a:ext cx="1296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CD6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16000" y="72000"/>
            <a:ext cx="1080000" cy="93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950"/>
              </a:lnSpc>
            </a:pPr>
            <a:r>
              <a:rPr sz="11000" b="1">
                <a:solidFill>
                  <a:srgbClr val="12151C"/>
                </a:solidFill>
                <a:latin typeface="맑은 고딕"/>
                <a:ea typeface="맑은 고딕"/>
              </a:rPr>
              <a:t>“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252000" y="792000"/>
            <a:ext cx="2520000" cy="64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12"/>
              </a:lnSpc>
            </a:pPr>
            <a:r>
              <a:rPr sz="1250" b="1">
                <a:solidFill>
                  <a:srgbClr val="12151C"/>
                </a:solidFill>
                <a:latin typeface="맑은 고딕"/>
                <a:ea typeface="맑은 고딕"/>
              </a:rPr>
              <a:t>필요한 정보를 빠짐없이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52000" y="1512000"/>
            <a:ext cx="2736000" cy="0"/>
          </a:xfrm>
          <a:prstGeom prst="line">
            <a:avLst/>
          </a:prstGeom>
          <a:ln w="5760">
            <a:solidFill>
              <a:srgbClr val="3E8942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1569600"/>
            <a:ext cx="273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00">
                <a:solidFill>
                  <a:srgbClr val="223F2A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대리점 대표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