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2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A0866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A0866B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A0866B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A0866B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A0866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A0866B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A0866B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A0866B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A0866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A0866B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A0866B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A0866B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A0866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A0866B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A0866B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A0866B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A0866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A0866B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A0866B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A0866B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A086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5A4B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AB4AE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마시현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AA927A"/>
                </a:solidFill>
                <a:latin typeface="맑은 고딕"/>
                <a:ea typeface="맑은 고딕"/>
              </a:rPr>
              <a:t>대리점 대표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A927A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A927A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A927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Freeform 32"/>
          <p:cNvSpPr/>
          <p:nvPr/>
        </p:nvSpPr>
        <p:spPr>
          <a:xfrm>
            <a:off x="2747520" y="1067040"/>
            <a:ext cx="264960" cy="120960"/>
          </a:xfrm>
          <a:custGeom>
            <a:avLst/>
            <a:gdLst/>
            <a:ahLst/>
            <a:cxnLst/>
            <a:rect l="l" t="t" r="r" b="b"/>
            <a:pathLst>
              <a:path w="264960" h="120960">
                <a:moveTo>
                  <a:pt x="0" y="120960"/>
                </a:moveTo>
                <a:lnTo>
                  <a:pt x="132480" y="0"/>
                </a:lnTo>
                <a:lnTo>
                  <a:pt x="264960" y="120960"/>
                </a:lnTo>
                <a:close/>
              </a:path>
            </a:pathLst>
          </a:custGeom>
          <a:solidFill>
            <a:srgbClr val="A086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87840" y="1188000"/>
            <a:ext cx="184320" cy="120960"/>
          </a:xfrm>
          <a:prstGeom prst="rect">
            <a:avLst/>
          </a:prstGeom>
          <a:solidFill>
            <a:srgbClr val="5A4B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856960" y="1228320"/>
            <a:ext cx="46080" cy="80640"/>
          </a:xfrm>
          <a:prstGeom prst="rect">
            <a:avLst/>
          </a:prstGeom>
          <a:solidFill>
            <a:srgbClr val="A086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7A52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63600" y="673200"/>
            <a:ext cx="496800" cy="226800"/>
          </a:xfrm>
          <a:custGeom>
            <a:avLst/>
            <a:gdLst/>
            <a:ahLst/>
            <a:cxnLst/>
            <a:rect l="l" t="t" r="r" b="b"/>
            <a:pathLst>
              <a:path w="496800" h="226800">
                <a:moveTo>
                  <a:pt x="0" y="226800"/>
                </a:moveTo>
                <a:lnTo>
                  <a:pt x="248400" y="0"/>
                </a:lnTo>
                <a:lnTo>
                  <a:pt x="496800" y="2268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9200" y="900000"/>
            <a:ext cx="345600" cy="226800"/>
          </a:xfrm>
          <a:prstGeom prst="rect">
            <a:avLst/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8800" y="975600"/>
            <a:ext cx="86400" cy="151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314149"/>
                </a:solidFill>
                <a:latin typeface="바탕"/>
                <a:ea typeface="바탕"/>
              </a:rPr>
              <a:t>필요한 정보를 빠짐없이</a:t>
            </a:r>
          </a:p>
        </p:txBody>
      </p:sp>
      <p:sp>
        <p:nvSpPr>
          <p:cNvPr id="7" name="Rectangle 6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7A52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C7477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대리점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