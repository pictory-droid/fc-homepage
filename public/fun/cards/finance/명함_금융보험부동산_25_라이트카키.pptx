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4C8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4C8C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2B2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4C8C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