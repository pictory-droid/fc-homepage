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477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6C8A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1EEF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9E1EA"/>
                </a:solidFill>
                <a:latin typeface="맑은 고딕"/>
                <a:ea typeface="맑은 고딕"/>
              </a:rPr>
              <a:t>재무 설계사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9E1E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9E1E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9E1E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9E1EA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9E1E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B7FA8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9A7FB0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46425C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46425C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 설계사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