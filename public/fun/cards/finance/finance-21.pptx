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3B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3B11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매매 · 임대  ·  전세 상담  ·  투자 상담  ·  청약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