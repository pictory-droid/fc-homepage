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DE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49024" y="232848"/>
            <a:ext cx="317952" cy="145152"/>
          </a:xfrm>
          <a:custGeom>
            <a:avLst/>
            <a:gdLst/>
            <a:ahLst/>
            <a:cxnLst/>
            <a:rect l="l" t="t" r="r" b="b"/>
            <a:pathLst>
              <a:path w="317952" h="145152">
                <a:moveTo>
                  <a:pt x="0" y="145152"/>
                </a:moveTo>
                <a:lnTo>
                  <a:pt x="158976" y="0"/>
                </a:lnTo>
                <a:lnTo>
                  <a:pt x="317952" y="145152"/>
                </a:lnTo>
                <a:close/>
              </a:path>
            </a:pathLst>
          </a:cu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97408" y="378000"/>
            <a:ext cx="221184" cy="145152"/>
          </a:xfrm>
          <a:prstGeom prst="rect">
            <a:avLst/>
          </a:prstGeom>
          <a:solidFill>
            <a:srgbClr val="DE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80352" y="426384"/>
            <a:ext cx="55296" cy="96768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D7868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53C26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E8150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E815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53C26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E815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53C26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E815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53C2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3936" y="171072"/>
            <a:ext cx="145728" cy="66528"/>
          </a:xfrm>
          <a:custGeom>
            <a:avLst/>
            <a:gdLst/>
            <a:ahLst/>
            <a:cxnLst/>
            <a:rect l="l" t="t" r="r" b="b"/>
            <a:pathLst>
              <a:path w="145728" h="66528">
                <a:moveTo>
                  <a:pt x="0" y="66528"/>
                </a:moveTo>
                <a:lnTo>
                  <a:pt x="72864" y="0"/>
                </a:lnTo>
                <a:lnTo>
                  <a:pt x="145728" y="6652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112" y="237600"/>
            <a:ext cx="101376" cy="6652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4128" y="259776"/>
            <a:ext cx="25344" cy="44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53C26"/>
                </a:solidFill>
                <a:latin typeface="맑은 고딕"/>
                <a:ea typeface="맑은 고딕"/>
              </a:rPr>
              <a:t>복잡한 서류는 제가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53C26"/>
                </a:solidFill>
                <a:latin typeface="맑은 고딕"/>
                <a:ea typeface="맑은 고딕"/>
              </a:rPr>
              <a:t>정리해 드립니다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27A6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30885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27A6C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