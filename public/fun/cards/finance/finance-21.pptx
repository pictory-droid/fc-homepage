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E3E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9776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FF7A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9776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12151C"/>
                </a:solidFill>
                <a:latin typeface="맑은 고딕"/>
                <a:ea typeface="맑은 고딕"/>
              </a:rPr>
              <a:t>자산관리 상담사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문가영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2E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C3B11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C3B11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매매 · 임대  ·  전세 상담  ·  투자 상담  ·  청약 안내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FFDAB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자산관리 상담사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