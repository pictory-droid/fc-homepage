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91936" y="270144"/>
            <a:ext cx="138240" cy="138240"/>
          </a:xfrm>
          <a:prstGeom prst="ellipse">
            <a:avLst/>
          </a:prstGeom>
          <a:noFill/>
          <a:ln w="31104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23264" y="339264"/>
            <a:ext cx="172800" cy="0"/>
          </a:xfrm>
          <a:prstGeom prst="line">
            <a:avLst/>
          </a:prstGeom>
          <a:ln w="31104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947680" y="339264"/>
            <a:ext cx="0" cy="62208"/>
          </a:xfrm>
          <a:prstGeom prst="line">
            <a:avLst/>
          </a:prstGeom>
          <a:ln w="27648">
            <a:solidFill>
              <a:srgbClr val="80808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96064" y="339264"/>
            <a:ext cx="0" cy="76032"/>
          </a:xfrm>
          <a:prstGeom prst="line">
            <a:avLst/>
          </a:prstGeom>
          <a:ln w="27648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바탕"/>
                <a:ea typeface="바탕"/>
              </a:rPr>
              <a:t>류하은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9758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3739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3739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3739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3040" y="488160"/>
            <a:ext cx="633600" cy="633600"/>
          </a:xfrm>
          <a:prstGeom prst="ellipse">
            <a:avLst/>
          </a:prstGeom>
          <a:noFill/>
          <a:ln w="142560">
            <a:solidFill>
              <a:srgbClr val="246B53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524960" y="804960"/>
            <a:ext cx="792000" cy="0"/>
          </a:xfrm>
          <a:prstGeom prst="line">
            <a:avLst/>
          </a:prstGeom>
          <a:ln w="142560">
            <a:solidFill>
              <a:srgbClr val="246B5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95200" y="804960"/>
            <a:ext cx="0" cy="285120"/>
          </a:xfrm>
          <a:prstGeom prst="line">
            <a:avLst/>
          </a:prstGeom>
          <a:ln w="126720">
            <a:solidFill>
              <a:srgbClr val="DEF5E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316960" y="804960"/>
            <a:ext cx="0" cy="348480"/>
          </a:xfrm>
          <a:prstGeom prst="line">
            <a:avLst/>
          </a:prstGeom>
          <a:ln w="126720">
            <a:solidFill>
              <a:srgbClr val="DEF5EE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0FAF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43D30"/>
                </a:solidFill>
                <a:latin typeface="바탕"/>
                <a:ea typeface="바탕"/>
              </a:rPr>
              <a:t>충분히 비교한 뒤 결정하세요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7726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