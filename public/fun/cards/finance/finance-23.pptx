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E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FEE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충분히 비교한 뒤 결정하세요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C2F2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