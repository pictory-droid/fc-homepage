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485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6475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8A796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647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647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647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DD9D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0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898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7408" y="1044000"/>
            <a:ext cx="221184" cy="145152"/>
          </a:xfrm>
          <a:prstGeom prst="rect">
            <a:avLst/>
          </a:prstGeom>
          <a:solidFill>
            <a:srgbClr val="C2BA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92384"/>
            <a:ext cx="55296" cy="96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4637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BC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BC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CDC7C3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96A70"/>
                </a:solidFill>
                <a:latin typeface="맑은 고딕"/>
                <a:ea typeface="맑은 고딕"/>
              </a:rPr>
              <a:t>온라인 상담 가능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