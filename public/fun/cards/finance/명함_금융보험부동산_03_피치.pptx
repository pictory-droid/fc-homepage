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FFE4DA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FFE4D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FFE4D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FFE4D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FFE4D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FFE4DA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FFE4DA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FFE4DA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FFA0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A07A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박지우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C4A40"/>
                </a:solidFill>
                <a:latin typeface="맑은 고딕"/>
                <a:ea typeface="맑은 고딕"/>
              </a:rPr>
              <a:t>보험 상담사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FFA07A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C4A4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C4A4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A07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연금 설계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A07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세무 상담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A07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청약 안내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A07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상담사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