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DB8E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DB8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DB8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D94D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DB8E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D5927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B5869"/>
                </a:solidFill>
                <a:latin typeface="맑은 고딕"/>
                <a:ea typeface="맑은 고딕"/>
              </a:rPr>
              <a:t>방문 · 전화 상담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