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D6E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4B5869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A78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5869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7BA55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18CC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7BA550"/>
          </a:solidFill>
          <a:ln w="5760">
            <a:solidFill>
              <a:srgbClr val="7BA5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5F1"/>
          </a:solidFill>
          <a:ln w="5760">
            <a:solidFill>
              <a:srgbClr val="7BA5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5F1"/>
          </a:solidFill>
          <a:ln w="5760">
            <a:solidFill>
              <a:srgbClr val="7BA5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DE4D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7524E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7524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47524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47524E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