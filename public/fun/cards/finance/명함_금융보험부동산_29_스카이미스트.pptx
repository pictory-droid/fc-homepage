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BD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D6E6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4B5869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A783A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9EB6C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유OO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B5869"/>
                </a:solidFill>
                <a:latin typeface="맑은 고딕"/>
                <a:ea typeface="맑은 고딕"/>
              </a:rPr>
              <a:t>재무 설계사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9EB6CC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86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86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86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5F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7BA550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18CCF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7BA550"/>
          </a:solidFill>
          <a:ln w="5760">
            <a:solidFill>
              <a:srgbClr val="7BA5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보험 상담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3F5F1"/>
          </a:solidFill>
          <a:ln w="5760">
            <a:solidFill>
              <a:srgbClr val="7BA5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연금 설계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3F5F1"/>
          </a:solidFill>
          <a:ln w="5760">
            <a:solidFill>
              <a:srgbClr val="7BA55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세무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DDE4D7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7524E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7524E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47524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47524E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 설계사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