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F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A04B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A04B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A04B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A04B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A04B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A04B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A04B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A04B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A04B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A04B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A04B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A04B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A04B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A04B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A04B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799803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799803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2151C"/>
                </a:solidFill>
                <a:latin typeface="맑은 고딕"/>
                <a:ea typeface="맑은 고딕"/>
              </a:rPr>
              <a:t>금융 상담역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도아린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62935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A04B60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293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293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293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A04B60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A04B60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F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FFD7D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FFD7DF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FFD7DF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FFD7DF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FFD7DF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FFD7DF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FFD7DF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FFD7D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C3747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FF6F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가입 점검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자산 관리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FFD7DF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청약 안내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FFD7DF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사업자 상담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FFD7DF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FFD7DF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BLOG  blog.example.com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C3747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금융 상담역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