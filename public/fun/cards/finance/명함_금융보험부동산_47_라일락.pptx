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66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36284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36284E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36284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6284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744AA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6284E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8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8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8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10:00 – 19:00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