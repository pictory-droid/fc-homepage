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FB1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32D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32D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E9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안정적인 내일을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위한 첫 대화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493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