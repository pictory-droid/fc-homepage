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5F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5600" cy="1800000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5600" y="0"/>
            <a:ext cx="36000" cy="1800000"/>
          </a:xfrm>
          <a:prstGeom prst="rect">
            <a:avLst/>
          </a:prstGeom>
          <a:solidFill>
            <a:srgbClr val="6579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690496" y="219024"/>
            <a:ext cx="235008" cy="311040"/>
          </a:xfrm>
          <a:custGeom>
            <a:avLst/>
            <a:gdLst/>
            <a:ahLst/>
            <a:cxnLst/>
            <a:rect l="l" t="t" r="r" b="b"/>
            <a:pathLst>
              <a:path w="235008" h="311040">
                <a:moveTo>
                  <a:pt x="0" y="34560"/>
                </a:moveTo>
                <a:lnTo>
                  <a:pt x="117504" y="0"/>
                </a:lnTo>
                <a:lnTo>
                  <a:pt x="235008" y="34560"/>
                </a:lnTo>
                <a:lnTo>
                  <a:pt x="235008" y="165888"/>
                </a:lnTo>
                <a:lnTo>
                  <a:pt x="117504" y="311040"/>
                </a:lnTo>
                <a:lnTo>
                  <a:pt x="0" y="165888"/>
                </a:lnTo>
                <a:close/>
              </a:path>
            </a:pathLst>
          </a:cu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759616" y="378000"/>
            <a:ext cx="38016" cy="41472"/>
          </a:xfrm>
          <a:prstGeom prst="line">
            <a:avLst/>
          </a:prstGeom>
          <a:ln w="24192">
            <a:solidFill>
              <a:srgbClr val="657983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797632" y="336528"/>
            <a:ext cx="65664" cy="82944"/>
          </a:xfrm>
          <a:prstGeom prst="line">
            <a:avLst/>
          </a:prstGeom>
          <a:ln w="24192">
            <a:solidFill>
              <a:srgbClr val="657983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396000" y="223200"/>
            <a:ext cx="201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CFD5D8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5400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나윤서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96000" y="835200"/>
            <a:ext cx="2160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D9E3E8"/>
                </a:solidFill>
                <a:latin typeface="맑은 고딕"/>
                <a:ea typeface="맑은 고딕"/>
              </a:rPr>
              <a:t>자산관리 상담사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1051200"/>
            <a:ext cx="230400" cy="14400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396000" y="118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9E3E8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40000" y="11880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96000" y="135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9E3E8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40000" y="13569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96000" y="152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9E3E8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40000" y="15258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5A7887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5A7887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5A7887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5A7887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5A7887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5A7887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5A7887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5A7887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5A7887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5A7887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5A7887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5A7887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5A7887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5A7887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5A7887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5A7887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5A7887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5A788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314149"/>
                </a:solidFill>
                <a:latin typeface="바탕"/>
                <a:ea typeface="바탕"/>
              </a:rPr>
              <a:t>안정적인 내일을 위한 첫 대화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6D777B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자산관리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