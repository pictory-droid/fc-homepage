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65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FF1E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9DDE3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9DDE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9DDE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9DDE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9788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E7DD"/>
          </a:solidFill>
          <a:ln w="360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E7DD"/>
          </a:solidFill>
          <a:ln w="360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E7DD"/>
          </a:solidFill>
          <a:ln w="360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E7DD"/>
          </a:solidFill>
          <a:ln w="360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D4943"/>
                </a:solidFill>
                <a:latin typeface="맑은 고딕"/>
                <a:ea typeface="맑은 고딕"/>
              </a:rPr>
              <a:t>방문 · 전화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