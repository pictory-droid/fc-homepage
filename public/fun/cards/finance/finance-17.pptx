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8198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E4EB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6E745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49562E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677A42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49562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49562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E745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73488" y="1485072"/>
            <a:ext cx="93024" cy="123120"/>
          </a:xfrm>
          <a:custGeom>
            <a:avLst/>
            <a:gdLst/>
            <a:ahLst/>
            <a:cxnLst/>
            <a:rect l="l" t="t" r="r" b="b"/>
            <a:pathLst>
              <a:path w="93024" h="123120">
                <a:moveTo>
                  <a:pt x="0" y="13680"/>
                </a:moveTo>
                <a:lnTo>
                  <a:pt x="46512" y="0"/>
                </a:lnTo>
                <a:lnTo>
                  <a:pt x="93024" y="13680"/>
                </a:lnTo>
                <a:lnTo>
                  <a:pt x="93024" y="65664"/>
                </a:lnTo>
                <a:lnTo>
                  <a:pt x="46512" y="123120"/>
                </a:lnTo>
                <a:lnTo>
                  <a:pt x="0" y="65664"/>
                </a:lnTo>
                <a:close/>
              </a:path>
            </a:pathLst>
          </a:cu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600848" y="1548000"/>
            <a:ext cx="15048" cy="16416"/>
          </a:xfrm>
          <a:prstGeom prst="line">
            <a:avLst/>
          </a:prstGeom>
          <a:ln w="9576">
            <a:solidFill>
              <a:srgbClr val="E4EBD6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1615896" y="1531584"/>
            <a:ext cx="25992" cy="32832"/>
          </a:xfrm>
          <a:prstGeom prst="line">
            <a:avLst/>
          </a:prstGeom>
          <a:ln w="9576">
            <a:solidFill>
              <a:srgbClr val="E4EBD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2B8245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2B82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43D21"/>
                </a:solidFill>
                <a:latin typeface="바탕"/>
                <a:ea typeface="바탕"/>
              </a:rPr>
              <a:t>당신의 계획을 존중합니다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17B6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