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FFFC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회계사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당신의 계획을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존중합니다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C6411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회계사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