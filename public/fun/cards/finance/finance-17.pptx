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6411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6411"/>
                </a:solidFill>
                <a:latin typeface="맑은 고딕"/>
                <a:ea typeface="맑은 고딕"/>
              </a:rPr>
              <a:t>평일 10:00 – 19:00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