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F31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A05B5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F31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462F3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A1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414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C414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C414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C4140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