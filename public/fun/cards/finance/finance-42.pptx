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8A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462F31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봉기태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12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462F31"/>
                </a:solidFill>
                <a:latin typeface="맑은 고딕"/>
                <a:ea typeface="맑은 고딕"/>
              </a:rPr>
              <a:t>공인중개사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168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462F31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FFA1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5696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656000" y="15696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당신의 이야기부터 듣겠습니다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12151C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공인중개사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