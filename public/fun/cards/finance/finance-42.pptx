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8A7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62F31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A05B54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봉기태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462F31"/>
                </a:solidFill>
                <a:latin typeface="맑은 고딕"/>
                <a:ea typeface="맑은 고딕"/>
              </a:rPr>
              <a:t>공인중개사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462F31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FFA19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3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C4140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FF8A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FFDEDA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세무 상담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FFDEDA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상속 · 증여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FFDEDA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청약 안내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FFDEDA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072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증권 정리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216800"/>
            <a:ext cx="1512000" cy="0"/>
          </a:xfrm>
          <a:prstGeom prst="line">
            <a:avLst/>
          </a:prstGeom>
          <a:ln w="3600">
            <a:solidFill>
              <a:srgbClr val="FFDEDA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6C4140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C4140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6C4140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공인중개사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