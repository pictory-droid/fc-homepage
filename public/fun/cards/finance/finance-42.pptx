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3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B5B8CB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Oval 2"/>
          <p:cNvSpPr/>
          <p:nvPr/>
        </p:nvSpPr>
        <p:spPr>
          <a:xfrm>
            <a:off x="1524960" y="447840"/>
            <a:ext cx="86400" cy="86400"/>
          </a:xfrm>
          <a:prstGeom prst="ellipse">
            <a:avLst/>
          </a:prstGeom>
          <a:noFill/>
          <a:ln w="1944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607040" y="491040"/>
            <a:ext cx="108000" cy="0"/>
          </a:xfrm>
          <a:prstGeom prst="line">
            <a:avLst/>
          </a:prstGeom>
          <a:ln w="19440">
            <a:solidFill>
              <a:srgbClr val="D2D6E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684800" y="491040"/>
            <a:ext cx="0" cy="38880"/>
          </a:xfrm>
          <a:prstGeom prst="line">
            <a:avLst/>
          </a:prstGeom>
          <a:ln w="17280">
            <a:solidFill>
              <a:srgbClr val="4D548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715040" y="491040"/>
            <a:ext cx="0" cy="47520"/>
          </a:xfrm>
          <a:prstGeom prst="line">
            <a:avLst/>
          </a:prstGeom>
          <a:ln w="17280">
            <a:solidFill>
              <a:srgbClr val="4D5481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봉기태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D2D6EF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D2D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B5B8CB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1B2041"/>
                </a:solidFill>
                <a:latin typeface="바탕"/>
                <a:ea typeface="바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666A81"/>
                </a:solidFill>
                <a:latin typeface="바탕"/>
                <a:ea typeface="바탕"/>
              </a:rPr>
              <a:t>당신의 이야기부터 듣겠습니다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38438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66A81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29440" y="347760"/>
            <a:ext cx="129600" cy="129600"/>
          </a:xfrm>
          <a:prstGeom prst="ellipse">
            <a:avLst/>
          </a:prstGeom>
          <a:noFill/>
          <a:ln w="29160">
            <a:solidFill>
              <a:srgbClr val="38438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752560" y="412560"/>
            <a:ext cx="162000" cy="0"/>
          </a:xfrm>
          <a:prstGeom prst="line">
            <a:avLst/>
          </a:prstGeom>
          <a:ln w="29160">
            <a:solidFill>
              <a:srgbClr val="38438A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69200" y="412560"/>
            <a:ext cx="0" cy="58320"/>
          </a:xfrm>
          <a:prstGeom prst="line">
            <a:avLst/>
          </a:prstGeom>
          <a:ln w="25920">
            <a:solidFill>
              <a:srgbClr val="E0E2F4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914560" y="412560"/>
            <a:ext cx="0" cy="71280"/>
          </a:xfrm>
          <a:prstGeom prst="line">
            <a:avLst/>
          </a:prstGeom>
          <a:ln w="25920">
            <a:solidFill>
              <a:srgbClr val="E0E2F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