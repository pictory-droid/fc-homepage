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6F6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맹우빈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세무사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5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BDBFF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9D9DF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BDB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보험 상담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9D9D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BDB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세무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9D9D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BDB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9D9DFF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7C7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