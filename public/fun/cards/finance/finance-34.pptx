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999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삶의 계획표를 함께 그려요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