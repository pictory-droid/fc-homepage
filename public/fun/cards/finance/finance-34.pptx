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4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B8A1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74644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4784" y="1406736"/>
            <a:ext cx="106560" cy="106560"/>
          </a:xfrm>
          <a:prstGeom prst="ellipse">
            <a:avLst/>
          </a:prstGeom>
          <a:noFill/>
          <a:ln w="2397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936016" y="1460016"/>
            <a:ext cx="133200" cy="0"/>
          </a:xfrm>
          <a:prstGeom prst="line">
            <a:avLst/>
          </a:prstGeom>
          <a:ln w="23976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031920" y="1460016"/>
            <a:ext cx="0" cy="47952"/>
          </a:xfrm>
          <a:prstGeom prst="line">
            <a:avLst/>
          </a:prstGeom>
          <a:ln w="21312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069216" y="1460016"/>
            <a:ext cx="0" cy="58608"/>
          </a:xfrm>
          <a:prstGeom prst="line">
            <a:avLst/>
          </a:prstGeom>
          <a:ln w="21312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5BF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맹우빈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CAB89F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B8A1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AB89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AB89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CAB89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59472C"/>
                </a:solidFill>
                <a:latin typeface="바탕"/>
                <a:ea typeface="바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7C7160"/>
                </a:solidFill>
                <a:latin typeface="바탕"/>
                <a:ea typeface="바탕"/>
              </a:rPr>
              <a:t>삶의 계획표를 함께 그려요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43828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C716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29440" y="347760"/>
            <a:ext cx="129600" cy="129600"/>
          </a:xfrm>
          <a:prstGeom prst="ellipse">
            <a:avLst/>
          </a:prstGeom>
          <a:noFill/>
          <a:ln w="29160">
            <a:solidFill>
              <a:srgbClr val="43828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752560" y="412560"/>
            <a:ext cx="162000" cy="0"/>
          </a:xfrm>
          <a:prstGeom prst="line">
            <a:avLst/>
          </a:prstGeom>
          <a:ln w="29160">
            <a:solidFill>
              <a:srgbClr val="438289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869200" y="412560"/>
            <a:ext cx="0" cy="58320"/>
          </a:xfrm>
          <a:prstGeom prst="line">
            <a:avLst/>
          </a:prstGeom>
          <a:ln w="25920">
            <a:solidFill>
              <a:srgbClr val="CADCDE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914560" y="412560"/>
            <a:ext cx="0" cy="71280"/>
          </a:xfrm>
          <a:prstGeom prst="line">
            <a:avLst/>
          </a:prstGeom>
          <a:ln w="25920">
            <a:solidFill>
              <a:srgbClr val="CADCDE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