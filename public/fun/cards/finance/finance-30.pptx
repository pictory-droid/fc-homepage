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A3A9B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백이현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12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A3A9B5"/>
                </a:solidFill>
                <a:latin typeface="맑은 고딕"/>
                <a:ea typeface="맑은 고딕"/>
              </a:rPr>
              <a:t>대리점 대표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168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A3A9B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5696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656000" y="15696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16000" y="72000"/>
            <a:ext cx="1080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950"/>
              </a:lnSpc>
            </a:pPr>
            <a:r>
              <a:rPr sz="11000" b="1">
                <a:solidFill>
                  <a:srgbClr val="C93CE0"/>
                </a:solidFill>
                <a:latin typeface="맑은 고딕"/>
                <a:ea typeface="맑은 고딕"/>
              </a:rPr>
              <a:t>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792000"/>
            <a:ext cx="25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정확한 안내로 오해를 줄입니다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1512000"/>
            <a:ext cx="2736000" cy="0"/>
          </a:xfrm>
          <a:prstGeom prst="line">
            <a:avLst/>
          </a:prstGeom>
          <a:ln w="5760">
            <a:solidFill>
              <a:srgbClr val="E3E5E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15696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대리점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