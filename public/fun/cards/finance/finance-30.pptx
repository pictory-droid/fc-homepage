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B861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B8618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B8618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B8618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B861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B8618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B8618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B8618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B861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B8618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B8618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B8618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B861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B8618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B8618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B8618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B861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B8618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B8618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B8618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F3E0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6607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B3759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C5277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C5277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B375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C5277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B375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C5277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B37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76320" y="1205280"/>
            <a:ext cx="57600" cy="103680"/>
          </a:xfrm>
          <a:prstGeom prst="roundRect">
            <a:avLst>
              <a:gd name="adj" fmla="val 10000"/>
            </a:avLst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851200" y="1147680"/>
            <a:ext cx="57600" cy="161280"/>
          </a:xfrm>
          <a:prstGeom prst="roundRect">
            <a:avLst>
              <a:gd name="adj" fmla="val 10000"/>
            </a:avLst>
          </a:prstGeom>
          <a:solidFill>
            <a:srgbClr val="F3E0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926080" y="1078560"/>
            <a:ext cx="57600" cy="230400"/>
          </a:xfrm>
          <a:prstGeom prst="roundRect">
            <a:avLst>
              <a:gd name="adj" fmla="val 10000"/>
            </a:avLst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2753280" y="1320480"/>
            <a:ext cx="253440" cy="0"/>
          </a:xfrm>
          <a:prstGeom prst="line">
            <a:avLst/>
          </a:prstGeom>
          <a:ln w="11520">
            <a:solidFill>
              <a:srgbClr val="F3E0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5326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D28A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90400" y="561600"/>
            <a:ext cx="72000" cy="129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84000" y="489600"/>
            <a:ext cx="72000" cy="20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77600" y="403200"/>
            <a:ext cx="72000" cy="2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461600" y="705600"/>
            <a:ext cx="316800" cy="0"/>
          </a:xfrm>
          <a:prstGeom prst="line">
            <a:avLst/>
          </a:prstGeom>
          <a:ln w="144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정확한 안내로 오해를 줄입니다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