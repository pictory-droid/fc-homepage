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C9D7B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회계사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D5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B4A82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5166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45585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5585C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45585C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