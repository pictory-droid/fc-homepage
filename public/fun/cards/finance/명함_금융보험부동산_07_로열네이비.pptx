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C9D7B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B4A82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166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45585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5585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45585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