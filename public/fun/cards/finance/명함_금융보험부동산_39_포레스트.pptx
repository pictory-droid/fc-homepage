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C3E6D5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FF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3E6D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C3E6D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FF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3E6D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F9D58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F9D58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F9D58"/>
          </a:solidFill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C3E6D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C3E6D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