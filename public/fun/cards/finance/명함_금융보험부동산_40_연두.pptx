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D6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7DDE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3F2A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마시현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23F2A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3F2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3F2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3F2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D6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7DDE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가입 점검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