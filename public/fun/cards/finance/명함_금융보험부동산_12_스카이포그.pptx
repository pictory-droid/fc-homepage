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74927D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6C8EA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6C8EA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6C8EA8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35445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7492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D19A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D19A3A"/>
                </a:solidFill>
                <a:latin typeface="바탕"/>
                <a:ea typeface="바탕"/>
              </a:rPr>
              <a:t>상담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D19A3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가입 점검  ·  투자 상담  ·  상속 · 증여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D19A3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평일 10:00 – 19:00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