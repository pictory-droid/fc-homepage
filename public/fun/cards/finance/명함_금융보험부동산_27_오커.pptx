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C08A2E">
                    <a:alpha val="95000"/>
                  </a:srgbClr>
                </a:solidFill>
                <a:latin typeface="맑은 고딕"/>
                <a:ea typeface="맑은 고딕"/>
              </a:rPr>
              <a:t>백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FFFFFF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A7ABB4"/>
                </a:solidFill>
                <a:latin typeface="맑은 고딕"/>
                <a:ea typeface="맑은 고딕"/>
              </a:rPr>
              <a:t>회계사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66B73"/>
                </a:solidFill>
                <a:latin typeface="맑은 고딕"/>
                <a:ea typeface="맑은 고딕"/>
              </a:rPr>
              <a:t>방문 · 전화 상담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