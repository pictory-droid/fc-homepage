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66B7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B0622E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614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6614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3224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073224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INSTAGRAM   @아이디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