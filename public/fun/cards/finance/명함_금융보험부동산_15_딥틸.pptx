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2016000" cy="1800000"/>
          </a:xfrm>
          <a:custGeom>
            <a:avLst/>
            <a:gdLst/>
            <a:ahLst/>
            <a:cxnLst/>
            <a:rect l="l" t="t" r="r" b="b"/>
            <a:pathLst>
              <a:path w="2016000" h="1800000">
                <a:moveTo>
                  <a:pt x="0" y="0"/>
                </a:moveTo>
                <a:lnTo>
                  <a:pt x="2016000" y="0"/>
                </a:lnTo>
                <a:lnTo>
                  <a:pt x="1440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1D6F7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1440000" y="0"/>
            <a:ext cx="684000" cy="1800000"/>
          </a:xfrm>
          <a:custGeom>
            <a:avLst/>
            <a:gdLst/>
            <a:ahLst/>
            <a:cxnLst/>
            <a:rect l="l" t="t" r="r" b="b"/>
            <a:pathLst>
              <a:path w="684000" h="1800000">
                <a:moveTo>
                  <a:pt x="576000" y="0"/>
                </a:moveTo>
                <a:lnTo>
                  <a:pt x="684000" y="0"/>
                </a:lnTo>
                <a:lnTo>
                  <a:pt x="108000" y="1800000"/>
                </a:lnTo>
                <a:lnTo>
                  <a:pt x="0" y="1800000"/>
                </a:lnTo>
                <a:close/>
              </a:path>
            </a:pathLst>
          </a:custGeom>
          <a:solidFill>
            <a:srgbClr val="5D7A3A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368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12000"/>
            <a:ext cx="144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권OO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64000"/>
            <a:ext cx="144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금융 상담역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16000" y="1090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296800" y="1080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016000" y="1234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96800" y="1224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016000" y="1378800"/>
            <a:ext cx="2808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96800" y="13680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45A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16000"/>
            <a:ext cx="1944000" cy="1080000"/>
          </a:xfrm>
          <a:prstGeom prst="roundRect">
            <a:avLst>
              <a:gd name="adj" fmla="val 12000"/>
            </a:avLst>
          </a:prstGeom>
          <a:solidFill>
            <a:srgbClr val="957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540000" y="1288800"/>
            <a:ext cx="216000" cy="223200"/>
          </a:xfrm>
          <a:custGeom>
            <a:avLst/>
            <a:gdLst/>
            <a:ahLst/>
            <a:cxnLst/>
            <a:rect l="l" t="t" r="r" b="b"/>
            <a:pathLst>
              <a:path w="216000" h="223200">
                <a:moveTo>
                  <a:pt x="0" y="0"/>
                </a:moveTo>
                <a:lnTo>
                  <a:pt x="216000" y="0"/>
                </a:lnTo>
                <a:lnTo>
                  <a:pt x="36000" y="223200"/>
                </a:lnTo>
                <a:close/>
              </a:path>
            </a:pathLst>
          </a:custGeom>
          <a:solidFill>
            <a:srgbClr val="95714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302400"/>
            <a:ext cx="165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상담 분야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96000" y="4680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자산 관리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96000" y="6696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세무 상담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396000" y="8712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대출 안내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396000" y="1072800"/>
            <a:ext cx="1692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사업자 상담</a:t>
            </a:r>
          </a:p>
        </p:txBody>
      </p:sp>
      <p:sp>
        <p:nvSpPr>
          <p:cNvPr id="9" name="Oval 8"/>
          <p:cNvSpPr/>
          <p:nvPr/>
        </p:nvSpPr>
        <p:spPr>
          <a:xfrm>
            <a:off x="2433600" y="381600"/>
            <a:ext cx="100800" cy="100800"/>
          </a:xfrm>
          <a:prstGeom prst="ellipse">
            <a:avLst/>
          </a:prstGeom>
          <a:solidFill>
            <a:srgbClr val="CBB1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 rot="1080000">
            <a:off x="2664000" y="324000"/>
            <a:ext cx="144000" cy="144000"/>
          </a:xfrm>
          <a:prstGeom prst="roundRect">
            <a:avLst>
              <a:gd name="adj" fmla="val 15000"/>
            </a:avLst>
          </a:prstGeom>
          <a:solidFill>
            <a:srgbClr val="C8B5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2376000" y="10800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FFFFFF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1209600"/>
            <a:ext cx="684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11"/>
              </a:lnSpc>
            </a:pPr>
            <a:r>
              <a:rPr sz="560" b="0">
                <a:solidFill>
                  <a:srgbClr val="D8CABC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금융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