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512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EFCBD5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EFCBD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3718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EFCB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3718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EFCB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3718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EFCB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3718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C546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한 가정 한 가정을 소중히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