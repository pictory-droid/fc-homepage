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512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EFCBD5"/>
                </a:solidFill>
                <a:latin typeface="맑은 고딕"/>
                <a:ea typeface="맑은 고딕"/>
              </a:rPr>
              <a:t>세무사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EFCBD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D3718B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EFCBD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D3718B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EFCBD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D3718B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EFCBD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D3718B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E7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01429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EABDC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01429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연금 설계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EABDC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01429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투자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EABDC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01429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법인 상담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EABDC9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01429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청약 안내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EABDC9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