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7A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D3DF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6F8FB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61424" y="1353456"/>
            <a:ext cx="181152" cy="239760"/>
          </a:xfrm>
          <a:custGeom>
            <a:avLst/>
            <a:gdLst/>
            <a:ahLst/>
            <a:cxnLst/>
            <a:rect l="l" t="t" r="r" b="b"/>
            <a:pathLst>
              <a:path w="181152" h="239760">
                <a:moveTo>
                  <a:pt x="0" y="26640"/>
                </a:moveTo>
                <a:lnTo>
                  <a:pt x="90576" y="0"/>
                </a:lnTo>
                <a:lnTo>
                  <a:pt x="181152" y="26640"/>
                </a:lnTo>
                <a:lnTo>
                  <a:pt x="181152" y="127872"/>
                </a:lnTo>
                <a:lnTo>
                  <a:pt x="90576" y="239760"/>
                </a:lnTo>
                <a:lnTo>
                  <a:pt x="0" y="127872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914704" y="1476000"/>
            <a:ext cx="29304" cy="31968"/>
          </a:xfrm>
          <a:prstGeom prst="line">
            <a:avLst/>
          </a:prstGeom>
          <a:ln w="18648">
            <a:solidFill>
              <a:srgbClr val="F7F7F7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944008" y="1444032"/>
            <a:ext cx="50616" cy="63936"/>
          </a:xfrm>
          <a:prstGeom prst="line">
            <a:avLst/>
          </a:prstGeom>
          <a:ln w="18648">
            <a:solidFill>
              <a:srgbClr val="F7F7F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D3DF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6991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0E9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94320" y="1360080"/>
            <a:ext cx="171360" cy="226800"/>
          </a:xfrm>
          <a:custGeom>
            <a:avLst/>
            <a:gdLst/>
            <a:ahLst/>
            <a:cxnLst/>
            <a:rect l="l" t="t" r="r" b="b"/>
            <a:pathLst>
              <a:path w="171360" h="226800">
                <a:moveTo>
                  <a:pt x="0" y="25200"/>
                </a:moveTo>
                <a:lnTo>
                  <a:pt x="85680" y="0"/>
                </a:lnTo>
                <a:lnTo>
                  <a:pt x="171360" y="25200"/>
                </a:lnTo>
                <a:lnTo>
                  <a:pt x="171360" y="120960"/>
                </a:lnTo>
                <a:lnTo>
                  <a:pt x="85680" y="226800"/>
                </a:lnTo>
                <a:lnTo>
                  <a:pt x="0" y="1209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844720" y="1476000"/>
            <a:ext cx="27720" cy="30240"/>
          </a:xfrm>
          <a:prstGeom prst="line">
            <a:avLst/>
          </a:prstGeom>
          <a:ln w="17640">
            <a:solidFill>
              <a:srgbClr val="80808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872440" y="1445760"/>
            <a:ext cx="47880" cy="60480"/>
          </a:xfrm>
          <a:prstGeom prst="line">
            <a:avLst/>
          </a:prstGeom>
          <a:ln w="17640">
            <a:solidFill>
              <a:srgbClr val="808080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3A5E88"/>
                </a:solidFill>
                <a:latin typeface="맑은 고딕"/>
                <a:ea typeface="맑은 고딕"/>
              </a:rPr>
              <a:t>한 가정 한 가정을 소중히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C6E8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