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B554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5543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6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6B7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CCCD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6B7B9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BCCCD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BCCCD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