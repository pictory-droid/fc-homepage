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224000" y="252000"/>
            <a:ext cx="0" cy="12960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1213200" y="252000"/>
            <a:ext cx="21600" cy="201600"/>
          </a:xfrm>
          <a:prstGeom prst="rect">
            <a:avLst/>
          </a:prstGeom>
          <a:solidFill>
            <a:srgbClr val="B554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90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83"/>
              </a:lnSpc>
            </a:pPr>
            <a:r>
              <a:rPr sz="540" b="1" spc="140">
                <a:solidFill>
                  <a:srgbClr val="686459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5" name="Oval 4"/>
          <p:cNvSpPr/>
          <p:nvPr/>
        </p:nvSpPr>
        <p:spPr>
          <a:xfrm>
            <a:off x="273600" y="734400"/>
            <a:ext cx="244800" cy="244800"/>
          </a:xfrm>
          <a:prstGeom prst="ellipse">
            <a:avLst/>
          </a:prstGeom>
          <a:noFill/>
          <a:ln w="5040">
            <a:solidFill>
              <a:srgbClr val="B5543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734400"/>
            <a:ext cx="288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B5543A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404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곽OO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404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세무사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04000" y="943200"/>
            <a:ext cx="1584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404000" y="1054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735200" y="10440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04000" y="1184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735200" y="11736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04000" y="1314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735200" y="13032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C60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B6B7B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BCCCD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3600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보험 상담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552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B6B7B9"/>
                </a:solidFill>
                <a:latin typeface="맑은 고딕"/>
                <a:ea typeface="맑은 고딕"/>
              </a:rPr>
              <a:t>세무 상담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504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사업자 상담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37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CBCCCD"/>
                </a:solidFill>
                <a:latin typeface="맑은 고딕"/>
                <a:ea typeface="맑은 고딕"/>
              </a:rPr>
              <a:t>방문 · 전화 상담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376000" y="14976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CBCCCD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세무사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