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5B7FA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5B7FA8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5B7FA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5B7FA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5B7FA8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5B7FA8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5B7FA8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5B7FA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418646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5B7FA8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방문 · 전화 상담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