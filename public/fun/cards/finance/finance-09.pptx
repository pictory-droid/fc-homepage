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CDEE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CDEE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CDEE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CDEE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CDEE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CDEE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CDEE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CDEE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CDEE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CDEE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CDEE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CDEE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4CC3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CDEE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CDEE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CDEE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998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4CC3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998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2151C"/>
                </a:solidFill>
                <a:latin typeface="맑은 고딕"/>
                <a:ea typeface="맑은 고딕"/>
              </a:rPr>
              <a:t>재무 설계사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장서연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85772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CDEEFF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857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857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857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CDEEFF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CDEE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C3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12151C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F3B4E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12151C"/>
          </a:solidFill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자산 관리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4CC3FF"/>
          </a:solidFill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4CC3FF"/>
          </a:solidFill>
          <a:ln w="576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청약 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357DA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F3B4E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F3B4E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1F3B4E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1F3B4E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재무 설계사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