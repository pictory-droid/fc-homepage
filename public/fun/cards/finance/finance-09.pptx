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CD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4CC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857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CDEEF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7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7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7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CDEEF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CDEE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C3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12151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3B4E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12151C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4CC3FF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4CC3FF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1F3B4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1F3B4E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