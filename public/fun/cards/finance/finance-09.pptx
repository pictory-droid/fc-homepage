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899704" cy="180000"/>
          </a:xfrm>
          <a:prstGeom prst="roundRect">
            <a:avLst>
              <a:gd name="adj" fmla="val 50000"/>
            </a:avLst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89970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2857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CDEE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857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857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857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1F3B4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F3B4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가족의 안정을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먼저 생각합니다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F3B4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