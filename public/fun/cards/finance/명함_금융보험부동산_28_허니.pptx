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D19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허OO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투자 상담역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8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8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자산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8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전세 상담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8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투자 상담역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