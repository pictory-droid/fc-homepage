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2E93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2E9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방문 · 전화 상담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