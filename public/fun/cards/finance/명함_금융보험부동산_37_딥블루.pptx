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7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6C91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9D7F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9D7F3"/>
                </a:solidFill>
                <a:latin typeface="맑은 고딕"/>
                <a:ea typeface="맑은 고딕"/>
              </a:rPr>
              <a:t>회계사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6C91D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9D7F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A47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   |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