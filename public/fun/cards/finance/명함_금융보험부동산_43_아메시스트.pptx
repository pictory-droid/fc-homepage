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6D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6D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한 줄 소개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7E9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6D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6D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B2230"/>
                </a:solidFill>
                <a:latin typeface="맑은 고딕"/>
                <a:ea typeface="맑은 고딕"/>
              </a:rPr>
              <a:t>지OO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605C55"/>
                </a:solidFill>
                <a:latin typeface="맑은 고딕"/>
                <a:ea typeface="맑은 고딕"/>
              </a:rPr>
              <a:t>보험 상담사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05C5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9AE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24998"/>
                </a:solidFill>
                <a:latin typeface="맑은 고딕"/>
                <a:ea typeface="맑은 고딕"/>
              </a:rPr>
              <a:t>상담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1B2230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515763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보험 상담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8F959D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515763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법인 상담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8F959D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515763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청약 안내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8F959D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515763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8F959D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464C58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464C58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상담사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