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05C55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05C5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24998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1576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8F959D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1576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8F959D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1576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8F959D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1576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8F959D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464C58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64C58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