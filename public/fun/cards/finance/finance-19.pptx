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B300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B30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111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B300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7E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7E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7E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C511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C511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