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FF4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B300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C511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C5111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기록하고 점검하고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함께 준비해요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51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