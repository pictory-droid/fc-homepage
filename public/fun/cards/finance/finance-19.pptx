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96000" y="0"/>
            <a:ext cx="1044000" cy="1800000"/>
          </a:xfrm>
          <a:prstGeom prst="rect">
            <a:avLst/>
          </a:prstGeom>
          <a:solidFill>
            <a:srgbClr val="33529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536560" y="750240"/>
            <a:ext cx="100800" cy="181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667600" y="649440"/>
            <a:ext cx="100800" cy="282240"/>
          </a:xfrm>
          <a:prstGeom prst="roundRect">
            <a:avLst>
              <a:gd name="adj" fmla="val 10000"/>
            </a:avLst>
          </a:prstGeom>
          <a:solidFill>
            <a:srgbClr val="7373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98640" y="528480"/>
            <a:ext cx="100800" cy="403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2496240" y="951840"/>
            <a:ext cx="443520" cy="0"/>
          </a:xfrm>
          <a:prstGeom prst="line">
            <a:avLst/>
          </a:prstGeom>
          <a:ln w="20160">
            <a:solidFill>
              <a:srgbClr val="737373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268000" y="1224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 spc="150">
                <a:solidFill>
                  <a:srgbClr val="FFFFFF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331200"/>
            <a:ext cx="1872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19294D"/>
                </a:solidFill>
                <a:latin typeface="맑은 고딕"/>
                <a:ea typeface="맑은 고딕"/>
              </a:rPr>
              <a:t>전보라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16000" y="619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335299"/>
                </a:solidFill>
                <a:latin typeface="맑은 고딕"/>
                <a:ea typeface="맑은 고딕"/>
              </a:rPr>
              <a:t>재무 설계사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6000" y="828000"/>
            <a:ext cx="201600" cy="14400"/>
          </a:xfrm>
          <a:prstGeom prst="rect">
            <a:avLst/>
          </a:prstGeom>
          <a:solidFill>
            <a:srgbClr val="33529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16000" y="100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35299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1008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9294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16000" y="117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35299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1176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9294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6000" y="134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35299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45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9294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10800">
            <a:solidFill>
              <a:srgbClr val="745CB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504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47347F"/>
                </a:solidFill>
                <a:latin typeface="맑은 고딕"/>
                <a:ea typeface="맑은 고딕"/>
              </a:rPr>
              <a:t>기록하고 점검하고 함께 준비해요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260000" y="1080000"/>
            <a:ext cx="684000" cy="0"/>
          </a:xfrm>
          <a:prstGeom prst="line">
            <a:avLst/>
          </a:prstGeom>
          <a:ln w="7200">
            <a:solidFill>
              <a:srgbClr val="745CBC"/>
            </a:solidFill>
          </a:ln>
        </p:spPr>
      </p:cxnSp>
      <p:sp>
        <p:nvSpPr>
          <p:cNvPr id="5" name="Oval 4"/>
          <p:cNvSpPr/>
          <p:nvPr/>
        </p:nvSpPr>
        <p:spPr>
          <a:xfrm>
            <a:off x="1594800" y="1054800"/>
            <a:ext cx="50400" cy="50400"/>
          </a:xfrm>
          <a:prstGeom prst="ellipse">
            <a:avLst/>
          </a:prstGeom>
          <a:solidFill>
            <a:srgbClr val="745C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24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7A6F9B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55200" y="334800"/>
            <a:ext cx="36000" cy="64800"/>
          </a:xfrm>
          <a:prstGeom prst="roundRect">
            <a:avLst>
              <a:gd name="adj" fmla="val 10000"/>
            </a:avLst>
          </a:prstGeom>
          <a:solidFill>
            <a:srgbClr val="745C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602000" y="298800"/>
            <a:ext cx="36000" cy="100800"/>
          </a:xfrm>
          <a:prstGeom prst="roundRect">
            <a:avLst>
              <a:gd name="adj" fmla="val 10000"/>
            </a:avLst>
          </a:prstGeom>
          <a:solidFill>
            <a:srgbClr val="D9D2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648800" y="255600"/>
            <a:ext cx="36000" cy="144000"/>
          </a:xfrm>
          <a:prstGeom prst="roundRect">
            <a:avLst>
              <a:gd name="adj" fmla="val 10000"/>
            </a:avLst>
          </a:prstGeom>
          <a:solidFill>
            <a:srgbClr val="745C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540800" y="406800"/>
            <a:ext cx="158400" cy="0"/>
          </a:xfrm>
          <a:prstGeom prst="line">
            <a:avLst/>
          </a:prstGeom>
          <a:ln w="7200">
            <a:solidFill>
              <a:srgbClr val="D9D2EF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재무 설계사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