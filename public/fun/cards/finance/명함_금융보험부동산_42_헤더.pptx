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77A6BE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9A7FB0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9A7FB0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9A7FB0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9A7F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5F6672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진OO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682103" cy="158400"/>
          </a:xfrm>
          <a:prstGeom prst="roundRect">
            <a:avLst>
              <a:gd name="adj" fmla="val 50000"/>
            </a:avLst>
          </a:prstGeom>
          <a:solidFill>
            <a:srgbClr val="77A6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682103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공인중개사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9A7F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9A7F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9A7F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FC1C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6400" y="194400"/>
            <a:ext cx="43200" cy="43200"/>
          </a:xfrm>
          <a:prstGeom prst="ellipse">
            <a:avLst/>
          </a:prstGeom>
          <a:solidFill>
            <a:srgbClr val="595E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5400" y="369000"/>
            <a:ext cx="25200" cy="25200"/>
          </a:xfrm>
          <a:prstGeom prst="ellipse">
            <a:avLst/>
          </a:prstGeom>
          <a:solidFill>
            <a:srgbClr val="A1A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5400" y="534600"/>
            <a:ext cx="25200" cy="25200"/>
          </a:xfrm>
          <a:prstGeom prst="ellipse">
            <a:avLst/>
          </a:prstGeom>
          <a:solidFill>
            <a:srgbClr val="A1A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6400" y="691200"/>
            <a:ext cx="43200" cy="43200"/>
          </a:xfrm>
          <a:prstGeom prst="ellipse">
            <a:avLst/>
          </a:prstGeom>
          <a:solidFill>
            <a:srgbClr val="595E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400" y="865800"/>
            <a:ext cx="25200" cy="25200"/>
          </a:xfrm>
          <a:prstGeom prst="ellipse">
            <a:avLst/>
          </a:prstGeom>
          <a:solidFill>
            <a:srgbClr val="8C5F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400" y="1031400"/>
            <a:ext cx="25200" cy="25200"/>
          </a:xfrm>
          <a:prstGeom prst="ellipse">
            <a:avLst/>
          </a:prstGeom>
          <a:solidFill>
            <a:srgbClr val="A1A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6400" y="1188000"/>
            <a:ext cx="43200" cy="43200"/>
          </a:xfrm>
          <a:prstGeom prst="ellipse">
            <a:avLst/>
          </a:prstGeom>
          <a:solidFill>
            <a:srgbClr val="595E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400" y="1362600"/>
            <a:ext cx="25200" cy="25200"/>
          </a:xfrm>
          <a:prstGeom prst="ellipse">
            <a:avLst/>
          </a:prstGeom>
          <a:solidFill>
            <a:srgbClr val="A1A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75400" y="1528200"/>
            <a:ext cx="25200" cy="25200"/>
          </a:xfrm>
          <a:prstGeom prst="ellipse">
            <a:avLst/>
          </a:prstGeom>
          <a:solidFill>
            <a:srgbClr val="8C5F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19400" y="203400"/>
            <a:ext cx="25200" cy="25200"/>
          </a:xfrm>
          <a:prstGeom prst="ellipse">
            <a:avLst/>
          </a:prstGeom>
          <a:solidFill>
            <a:srgbClr val="A1A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19400" y="369000"/>
            <a:ext cx="25200" cy="25200"/>
          </a:xfrm>
          <a:prstGeom prst="ellipse">
            <a:avLst/>
          </a:prstGeom>
          <a:solidFill>
            <a:srgbClr val="A1A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400" y="525600"/>
            <a:ext cx="43200" cy="43200"/>
          </a:xfrm>
          <a:prstGeom prst="ellipse">
            <a:avLst/>
          </a:prstGeom>
          <a:solidFill>
            <a:srgbClr val="595E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19400" y="700200"/>
            <a:ext cx="25200" cy="25200"/>
          </a:xfrm>
          <a:prstGeom prst="ellipse">
            <a:avLst/>
          </a:prstGeom>
          <a:solidFill>
            <a:srgbClr val="A1A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9400" y="865800"/>
            <a:ext cx="25200" cy="25200"/>
          </a:xfrm>
          <a:prstGeom prst="ellipse">
            <a:avLst/>
          </a:prstGeom>
          <a:solidFill>
            <a:srgbClr val="A1A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10400" y="1022400"/>
            <a:ext cx="43200" cy="43200"/>
          </a:xfrm>
          <a:prstGeom prst="ellipse">
            <a:avLst/>
          </a:prstGeom>
          <a:solidFill>
            <a:srgbClr val="595E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19400" y="1197000"/>
            <a:ext cx="25200" cy="25200"/>
          </a:xfrm>
          <a:prstGeom prst="ellipse">
            <a:avLst/>
          </a:prstGeom>
          <a:solidFill>
            <a:srgbClr val="8C5F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19400" y="1362600"/>
            <a:ext cx="25200" cy="25200"/>
          </a:xfrm>
          <a:prstGeom prst="ellipse">
            <a:avLst/>
          </a:prstGeom>
          <a:solidFill>
            <a:srgbClr val="A1A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0400" y="1519200"/>
            <a:ext cx="43200" cy="43200"/>
          </a:xfrm>
          <a:prstGeom prst="ellipse">
            <a:avLst/>
          </a:prstGeom>
          <a:solidFill>
            <a:srgbClr val="595E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3400" y="203400"/>
            <a:ext cx="25200" cy="25200"/>
          </a:xfrm>
          <a:prstGeom prst="ellipse">
            <a:avLst/>
          </a:prstGeom>
          <a:solidFill>
            <a:srgbClr val="8C5F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54400" y="360000"/>
            <a:ext cx="43200" cy="43200"/>
          </a:xfrm>
          <a:prstGeom prst="ellipse">
            <a:avLst/>
          </a:prstGeom>
          <a:solidFill>
            <a:srgbClr val="595E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3400" y="534600"/>
            <a:ext cx="25200" cy="25200"/>
          </a:xfrm>
          <a:prstGeom prst="ellipse">
            <a:avLst/>
          </a:prstGeom>
          <a:solidFill>
            <a:srgbClr val="A1A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3400" y="700200"/>
            <a:ext cx="25200" cy="25200"/>
          </a:xfrm>
          <a:prstGeom prst="ellipse">
            <a:avLst/>
          </a:prstGeom>
          <a:solidFill>
            <a:srgbClr val="A1A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54400" y="856800"/>
            <a:ext cx="43200" cy="43200"/>
          </a:xfrm>
          <a:prstGeom prst="ellipse">
            <a:avLst/>
          </a:prstGeom>
          <a:solidFill>
            <a:srgbClr val="595E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63400" y="1031400"/>
            <a:ext cx="25200" cy="25200"/>
          </a:xfrm>
          <a:prstGeom prst="ellipse">
            <a:avLst/>
          </a:prstGeom>
          <a:solidFill>
            <a:srgbClr val="A1A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63400" y="1197000"/>
            <a:ext cx="25200" cy="25200"/>
          </a:xfrm>
          <a:prstGeom prst="ellipse">
            <a:avLst/>
          </a:prstGeom>
          <a:solidFill>
            <a:srgbClr val="A1A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4400" y="1353600"/>
            <a:ext cx="43200" cy="43200"/>
          </a:xfrm>
          <a:prstGeom prst="ellipse">
            <a:avLst/>
          </a:prstGeom>
          <a:solidFill>
            <a:srgbClr val="595E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3400" y="1528200"/>
            <a:ext cx="25200" cy="25200"/>
          </a:xfrm>
          <a:prstGeom prst="ellipse">
            <a:avLst/>
          </a:prstGeom>
          <a:solidFill>
            <a:srgbClr val="8C5F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98400" y="194400"/>
            <a:ext cx="43200" cy="43200"/>
          </a:xfrm>
          <a:prstGeom prst="ellipse">
            <a:avLst/>
          </a:prstGeom>
          <a:solidFill>
            <a:srgbClr val="595E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07400" y="369000"/>
            <a:ext cx="25200" cy="25200"/>
          </a:xfrm>
          <a:prstGeom prst="ellipse">
            <a:avLst/>
          </a:prstGeom>
          <a:solidFill>
            <a:srgbClr val="A1A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400" y="534600"/>
            <a:ext cx="25200" cy="25200"/>
          </a:xfrm>
          <a:prstGeom prst="ellipse">
            <a:avLst/>
          </a:prstGeom>
          <a:solidFill>
            <a:srgbClr val="8C5F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98400" y="691200"/>
            <a:ext cx="43200" cy="43200"/>
          </a:xfrm>
          <a:prstGeom prst="ellipse">
            <a:avLst/>
          </a:prstGeom>
          <a:solidFill>
            <a:srgbClr val="595E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07400" y="865800"/>
            <a:ext cx="25200" cy="25200"/>
          </a:xfrm>
          <a:prstGeom prst="ellipse">
            <a:avLst/>
          </a:prstGeom>
          <a:solidFill>
            <a:srgbClr val="A1A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7400" y="1031400"/>
            <a:ext cx="25200" cy="25200"/>
          </a:xfrm>
          <a:prstGeom prst="ellipse">
            <a:avLst/>
          </a:prstGeom>
          <a:solidFill>
            <a:srgbClr val="A1A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98400" y="1188000"/>
            <a:ext cx="43200" cy="43200"/>
          </a:xfrm>
          <a:prstGeom prst="ellipse">
            <a:avLst/>
          </a:prstGeom>
          <a:solidFill>
            <a:srgbClr val="595E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07400" y="1362600"/>
            <a:ext cx="25200" cy="25200"/>
          </a:xfrm>
          <a:prstGeom prst="ellipse">
            <a:avLst/>
          </a:prstGeom>
          <a:solidFill>
            <a:srgbClr val="A1A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07400" y="1528200"/>
            <a:ext cx="25200" cy="25200"/>
          </a:xfrm>
          <a:prstGeom prst="ellipse">
            <a:avLst/>
          </a:prstGeom>
          <a:solidFill>
            <a:srgbClr val="A1A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51400" y="203400"/>
            <a:ext cx="25200" cy="25200"/>
          </a:xfrm>
          <a:prstGeom prst="ellipse">
            <a:avLst/>
          </a:prstGeom>
          <a:solidFill>
            <a:srgbClr val="8C5F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51400" y="369000"/>
            <a:ext cx="25200" cy="25200"/>
          </a:xfrm>
          <a:prstGeom prst="ellipse">
            <a:avLst/>
          </a:prstGeom>
          <a:solidFill>
            <a:srgbClr val="A1A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42400" y="525600"/>
            <a:ext cx="43200" cy="43200"/>
          </a:xfrm>
          <a:prstGeom prst="ellipse">
            <a:avLst/>
          </a:prstGeom>
          <a:solidFill>
            <a:srgbClr val="595E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51400" y="700200"/>
            <a:ext cx="25200" cy="25200"/>
          </a:xfrm>
          <a:prstGeom prst="ellipse">
            <a:avLst/>
          </a:prstGeom>
          <a:solidFill>
            <a:srgbClr val="A1A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1400" y="865800"/>
            <a:ext cx="25200" cy="25200"/>
          </a:xfrm>
          <a:prstGeom prst="ellipse">
            <a:avLst/>
          </a:prstGeom>
          <a:solidFill>
            <a:srgbClr val="8C5F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42400" y="1022400"/>
            <a:ext cx="43200" cy="43200"/>
          </a:xfrm>
          <a:prstGeom prst="ellipse">
            <a:avLst/>
          </a:prstGeom>
          <a:solidFill>
            <a:srgbClr val="595E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1400" y="1197000"/>
            <a:ext cx="25200" cy="25200"/>
          </a:xfrm>
          <a:prstGeom prst="ellipse">
            <a:avLst/>
          </a:prstGeom>
          <a:solidFill>
            <a:srgbClr val="A1A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51400" y="1362600"/>
            <a:ext cx="25200" cy="25200"/>
          </a:xfrm>
          <a:prstGeom prst="ellipse">
            <a:avLst/>
          </a:prstGeom>
          <a:solidFill>
            <a:srgbClr val="A1A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42400" y="1519200"/>
            <a:ext cx="43200" cy="43200"/>
          </a:xfrm>
          <a:prstGeom prst="ellipse">
            <a:avLst/>
          </a:prstGeom>
          <a:solidFill>
            <a:srgbClr val="595E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95400" y="203400"/>
            <a:ext cx="25200" cy="25200"/>
          </a:xfrm>
          <a:prstGeom prst="ellipse">
            <a:avLst/>
          </a:prstGeom>
          <a:solidFill>
            <a:srgbClr val="A1A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6400" y="360000"/>
            <a:ext cx="43200" cy="43200"/>
          </a:xfrm>
          <a:prstGeom prst="ellipse">
            <a:avLst/>
          </a:prstGeom>
          <a:solidFill>
            <a:srgbClr val="595E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95400" y="534600"/>
            <a:ext cx="25200" cy="25200"/>
          </a:xfrm>
          <a:prstGeom prst="ellipse">
            <a:avLst/>
          </a:prstGeom>
          <a:solidFill>
            <a:srgbClr val="8C5F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995400" y="700200"/>
            <a:ext cx="25200" cy="25200"/>
          </a:xfrm>
          <a:prstGeom prst="ellipse">
            <a:avLst/>
          </a:prstGeom>
          <a:solidFill>
            <a:srgbClr val="A1A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86400" y="856800"/>
            <a:ext cx="43200" cy="43200"/>
          </a:xfrm>
          <a:prstGeom prst="ellipse">
            <a:avLst/>
          </a:prstGeom>
          <a:solidFill>
            <a:srgbClr val="595E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5400" y="1031400"/>
            <a:ext cx="25200" cy="25200"/>
          </a:xfrm>
          <a:prstGeom prst="ellipse">
            <a:avLst/>
          </a:prstGeom>
          <a:solidFill>
            <a:srgbClr val="A1A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95400" y="1197000"/>
            <a:ext cx="25200" cy="25200"/>
          </a:xfrm>
          <a:prstGeom prst="ellipse">
            <a:avLst/>
          </a:prstGeom>
          <a:solidFill>
            <a:srgbClr val="8C5F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986400" y="1353600"/>
            <a:ext cx="43200" cy="43200"/>
          </a:xfrm>
          <a:prstGeom prst="ellipse">
            <a:avLst/>
          </a:prstGeom>
          <a:solidFill>
            <a:srgbClr val="595E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95400" y="1528200"/>
            <a:ext cx="25200" cy="25200"/>
          </a:xfrm>
          <a:prstGeom prst="ellipse">
            <a:avLst/>
          </a:prstGeom>
          <a:solidFill>
            <a:srgbClr val="A1A4A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1404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8050A7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57" name="Oval 56"/>
          <p:cNvSpPr/>
          <p:nvPr/>
        </p:nvSpPr>
        <p:spPr>
          <a:xfrm>
            <a:off x="1407600" y="489600"/>
            <a:ext cx="43200" cy="43200"/>
          </a:xfrm>
          <a:prstGeom prst="ellipse">
            <a:avLst/>
          </a:prstGeom>
          <a:solidFill>
            <a:srgbClr val="595E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텍스트"/>
          <p:cNvSpPr txBox="1"/>
          <p:nvPr/>
        </p:nvSpPr>
        <p:spPr>
          <a:xfrm>
            <a:off x="1512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세무 상담</a:t>
            </a:r>
          </a:p>
        </p:txBody>
      </p:sp>
      <p:sp>
        <p:nvSpPr>
          <p:cNvPr id="59" name="Oval 58"/>
          <p:cNvSpPr/>
          <p:nvPr/>
        </p:nvSpPr>
        <p:spPr>
          <a:xfrm>
            <a:off x="1407600" y="712800"/>
            <a:ext cx="43200" cy="43200"/>
          </a:xfrm>
          <a:prstGeom prst="ellipse">
            <a:avLst/>
          </a:prstGeom>
          <a:solidFill>
            <a:srgbClr val="8C5F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텍스트"/>
          <p:cNvSpPr txBox="1"/>
          <p:nvPr/>
        </p:nvSpPr>
        <p:spPr>
          <a:xfrm>
            <a:off x="1512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sp>
        <p:nvSpPr>
          <p:cNvPr id="61" name="Oval 60"/>
          <p:cNvSpPr/>
          <p:nvPr/>
        </p:nvSpPr>
        <p:spPr>
          <a:xfrm>
            <a:off x="1407600" y="936000"/>
            <a:ext cx="43200" cy="43200"/>
          </a:xfrm>
          <a:prstGeom prst="ellipse">
            <a:avLst/>
          </a:prstGeom>
          <a:solidFill>
            <a:srgbClr val="595E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텍스트"/>
          <p:cNvSpPr txBox="1"/>
          <p:nvPr/>
        </p:nvSpPr>
        <p:spPr>
          <a:xfrm>
            <a:off x="1512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청약 안내</a:t>
            </a:r>
          </a:p>
        </p:txBody>
      </p:sp>
      <p:sp>
        <p:nvSpPr>
          <p:cNvPr id="63" name="Oval 62"/>
          <p:cNvSpPr/>
          <p:nvPr/>
        </p:nvSpPr>
        <p:spPr>
          <a:xfrm>
            <a:off x="1407600" y="1159200"/>
            <a:ext cx="43200" cy="43200"/>
          </a:xfrm>
          <a:prstGeom prst="ellipse">
            <a:avLst/>
          </a:prstGeom>
          <a:solidFill>
            <a:srgbClr val="8C5FB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텍스트"/>
          <p:cNvSpPr txBox="1"/>
          <p:nvPr/>
        </p:nvSpPr>
        <p:spPr>
          <a:xfrm>
            <a:off x="1512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증권 정리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404000" y="1440000"/>
            <a:ext cx="1620000" cy="0"/>
          </a:xfrm>
          <a:prstGeom prst="line">
            <a:avLst/>
          </a:prstGeom>
          <a:ln w="3600">
            <a:solidFill>
              <a:srgbClr val="A1A4A8"/>
            </a:solidFill>
          </a:ln>
        </p:spPr>
      </p:cxnSp>
      <p:sp>
        <p:nvSpPr>
          <p:cNvPr id="66" name="텍스트"/>
          <p:cNvSpPr txBox="1"/>
          <p:nvPr/>
        </p:nvSpPr>
        <p:spPr>
          <a:xfrm>
            <a:off x="1404000" y="1512000"/>
            <a:ext cx="16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4C525C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공인중개사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