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77A6BE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9A7FB0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9A7FB0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9A7FB0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5F66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77A6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C1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A1A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050A7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8C5F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A1A4A8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C525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