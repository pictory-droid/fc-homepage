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DFF1F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6717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23535C"/>
                </a:solidFill>
                <a:latin typeface="맑은 고딕"/>
                <a:ea typeface="맑은 고딕"/>
              </a:rPr>
              <a:t>고은채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27785"/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78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78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78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535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75B3BF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235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75B3B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계약보다 신뢰를 먼저 쌓습니다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B2C3C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