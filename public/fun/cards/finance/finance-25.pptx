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계약보다 신뢰를 먼저 쌓습니다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