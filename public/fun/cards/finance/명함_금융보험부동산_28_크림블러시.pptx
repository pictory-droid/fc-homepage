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4C1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C95C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4705A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4C1BC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686D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D4C1B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86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86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86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E6C4C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05C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05C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자산 관리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05C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전세 상담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05C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사전 예약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CE6C4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