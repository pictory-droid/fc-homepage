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D9D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3600" y="93600"/>
            <a:ext cx="3052800" cy="1612800"/>
          </a:xfrm>
          <a:prstGeom prst="rect">
            <a:avLst/>
          </a:prstGeom>
          <a:noFill/>
          <a:ln w="3600">
            <a:solidFill>
              <a:srgbClr val="D4C1B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2000" y="252000"/>
            <a:ext cx="79200" cy="79200"/>
          </a:xfrm>
          <a:prstGeom prst="rect">
            <a:avLst/>
          </a:prstGeom>
          <a:solidFill>
            <a:srgbClr val="C95C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396000" y="2592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14705A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2000" y="446400"/>
            <a:ext cx="2736000" cy="0"/>
          </a:xfrm>
          <a:prstGeom prst="line">
            <a:avLst/>
          </a:prstGeom>
          <a:ln w="3600">
            <a:solidFill>
              <a:srgbClr val="D4C1BC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252000" y="9648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허OO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2168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C686D"/>
                </a:solidFill>
                <a:latin typeface="맑은 고딕"/>
                <a:ea typeface="맑은 고딕"/>
              </a:rPr>
              <a:t>투자 상담역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00000" y="943200"/>
            <a:ext cx="0" cy="604800"/>
          </a:xfrm>
          <a:prstGeom prst="line">
            <a:avLst/>
          </a:prstGeom>
          <a:ln w="3600">
            <a:solidFill>
              <a:srgbClr val="D4C1BC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1944000" y="1033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C686D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246400" y="1022400"/>
            <a:ext cx="9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944000" y="1177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C686D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246400" y="1166400"/>
            <a:ext cx="9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944000" y="1321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C686D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246400" y="1310400"/>
            <a:ext cx="9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CE6C4C"/>
                </a:solidFill>
                <a:latin typeface="맑은 고딕"/>
                <a:ea typeface="맑은 고딕"/>
              </a:rPr>
              <a:t>상담 분야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67200"/>
            <a:ext cx="108000" cy="14400"/>
          </a:xfrm>
          <a:prstGeom prst="rect">
            <a:avLst/>
          </a:prstGeom>
          <a:solidFill>
            <a:srgbClr val="14705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52000" y="540000"/>
            <a:ext cx="5815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605C5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252000" y="540000"/>
            <a:ext cx="5815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B2230"/>
                </a:solidFill>
                <a:latin typeface="맑은 고딕"/>
                <a:ea typeface="맑은 고딕"/>
              </a:rPr>
              <a:t>보험 상담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3967" y="540000"/>
            <a:ext cx="5815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605C5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883967" y="540000"/>
            <a:ext cx="5815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B2230"/>
                </a:solidFill>
                <a:latin typeface="맑은 고딕"/>
                <a:ea typeface="맑은 고딕"/>
              </a:rPr>
              <a:t>자산 관리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515933" y="540000"/>
            <a:ext cx="5815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605C5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1515933" y="540000"/>
            <a:ext cx="5815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B2230"/>
                </a:solidFill>
                <a:latin typeface="맑은 고딕"/>
                <a:ea typeface="맑은 고딕"/>
              </a:rPr>
              <a:t>전세 상담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47900" y="540000"/>
            <a:ext cx="5815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605C5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2147900" y="540000"/>
            <a:ext cx="5815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B2230"/>
                </a:solidFill>
                <a:latin typeface="맑은 고딕"/>
                <a:ea typeface="맑은 고딕"/>
              </a:rPr>
              <a:t>투자 상담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339200"/>
            <a:ext cx="27360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422000"/>
            <a:ext cx="39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INFO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648000" y="1411200"/>
            <a:ext cx="234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B2230"/>
                </a:solidFill>
                <a:latin typeface="맑은 고딕"/>
                <a:ea typeface="맑은 고딕"/>
              </a:rPr>
              <a:t>사전 예약 상담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580400"/>
            <a:ext cx="39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INSTAGRAM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648000" y="1569600"/>
            <a:ext cx="234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B2230"/>
                </a:solidFill>
                <a:latin typeface="맑은 고딕"/>
                <a:ea typeface="맑은 고딕"/>
              </a:rPr>
              <a:t>@아이디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548000" y="14112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CE6C4C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투자 상담역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