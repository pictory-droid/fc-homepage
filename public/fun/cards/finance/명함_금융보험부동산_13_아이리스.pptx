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B2230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C298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5F6672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F667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DA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16DB9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3E9D0"/>
          </a:solidFill>
          <a:ln w="3600">
            <a:solidFill>
              <a:srgbClr val="C6B9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6A68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3E9D0"/>
          </a:solidFill>
          <a:ln w="3600">
            <a:solidFill>
              <a:srgbClr val="C6B9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3E9D0"/>
          </a:solidFill>
          <a:ln w="3600">
            <a:solidFill>
              <a:srgbClr val="C6B9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95956"/>
                </a:solidFill>
                <a:latin typeface="맑은 고딕"/>
                <a:ea typeface="맑은 고딕"/>
              </a:rPr>
              <a:t>방문 · 전화 상담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