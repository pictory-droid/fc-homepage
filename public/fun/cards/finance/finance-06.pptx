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37440" y="455760"/>
            <a:ext cx="79200" cy="142560"/>
          </a:xfrm>
          <a:prstGeom prst="roundRect">
            <a:avLst>
              <a:gd name="adj" fmla="val 10000"/>
            </a:avLst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40400" y="376560"/>
            <a:ext cx="79200" cy="221760"/>
          </a:xfrm>
          <a:prstGeom prst="roundRect">
            <a:avLst>
              <a:gd name="adj" fmla="val 10000"/>
            </a:avLst>
          </a:prstGeom>
          <a:solidFill>
            <a:srgbClr val="C8E0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43360" y="281520"/>
            <a:ext cx="79200" cy="316800"/>
          </a:xfrm>
          <a:prstGeom prst="roundRect">
            <a:avLst>
              <a:gd name="adj" fmla="val 10000"/>
            </a:avLst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705760" y="614160"/>
            <a:ext cx="348480" cy="0"/>
          </a:xfrm>
          <a:prstGeom prst="line">
            <a:avLst/>
          </a:prstGeom>
          <a:ln w="15840">
            <a:solidFill>
              <a:srgbClr val="C8E0CA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16000" y="2304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742F4C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6000" y="5256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327B38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16000" y="770400"/>
            <a:ext cx="216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B637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6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1432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6000" y="1576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1576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00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944000" y="1432800"/>
            <a:ext cx="118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90400" y="561600"/>
            <a:ext cx="72000" cy="12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84000" y="489600"/>
            <a:ext cx="72000" cy="201600"/>
          </a:xfrm>
          <a:prstGeom prst="roundRect">
            <a:avLst>
              <a:gd name="adj" fmla="val 10000"/>
            </a:avLst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77600" y="403200"/>
            <a:ext cx="72000" cy="2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461600" y="705600"/>
            <a:ext cx="316800" cy="0"/>
          </a:xfrm>
          <a:prstGeom prst="line">
            <a:avLst/>
          </a:prstGeom>
          <a:ln w="14400">
            <a:solidFill>
              <a:srgbClr val="80808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필요한 내용만 정확히 안내합니다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