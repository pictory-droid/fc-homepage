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6EE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23200"/>
            <a:ext cx="201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 spc="200">
                <a:solidFill>
                  <a:srgbClr val="0B2E72"/>
                </a:solidFill>
                <a:latin typeface="맑은 고딕"/>
                <a:ea typeface="맑은 고딕"/>
              </a:rPr>
              <a:t>회사 · 사무소 이름</a:t>
            </a:r>
          </a:p>
        </p:txBody>
      </p:sp>
      <p:sp>
        <p:nvSpPr>
          <p:cNvPr id="3" name="텍스트"/>
          <p:cNvSpPr txBox="1"/>
          <p:nvPr/>
        </p:nvSpPr>
        <p:spPr>
          <a:xfrm>
            <a:off x="252000" y="468000"/>
            <a:ext cx="2520000" cy="3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190"/>
              </a:lnSpc>
            </a:pPr>
            <a:r>
              <a:rPr sz="2200" b="1">
                <a:solidFill>
                  <a:srgbClr val="12151C"/>
                </a:solidFill>
                <a:latin typeface="맑은 고딕"/>
                <a:ea typeface="맑은 고딕"/>
              </a:rPr>
              <a:t>강도윤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871200"/>
            <a:ext cx="2520000" cy="1714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05"/>
              </a:lnSpc>
            </a:pPr>
            <a:r>
              <a:rPr sz="900" b="0">
                <a:solidFill>
                  <a:srgbClr val="0B2E72"/>
                </a:solidFill>
                <a:latin typeface="맑은 고딕"/>
                <a:ea typeface="맑은 고딕"/>
              </a:rPr>
              <a:t>부동산 컨설턴트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1216800"/>
            <a:ext cx="2520000" cy="1295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86"/>
              </a:lnSpc>
            </a:pPr>
            <a:r>
              <a:rPr sz="680" b="0">
                <a:solidFill>
                  <a:srgbClr val="0B2E72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476000"/>
            <a:ext cx="3240000" cy="324000"/>
          </a:xfrm>
          <a:prstGeom prst="rect">
            <a:avLst/>
          </a:prstGeom>
          <a:solidFill>
            <a:srgbClr val="0057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252000" y="15696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1656000" y="1569600"/>
            <a:ext cx="1368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57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52000" y="540000"/>
            <a:ext cx="28800" cy="72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424800" y="612000"/>
            <a:ext cx="2160000" cy="64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12"/>
              </a:lnSpc>
            </a:pPr>
            <a:r>
              <a:rPr sz="1250" b="1">
                <a:solidFill>
                  <a:srgbClr val="FFFFFF"/>
                </a:solidFill>
                <a:latin typeface="맑은 고딕"/>
                <a:ea typeface="맑은 고딕"/>
              </a:rPr>
              <a:t>필요한 내용만</a:t>
            </a:r>
          </a:p>
          <a:p>
            <a:pPr algn="l">
              <a:lnSpc>
                <a:spcPts val="1812"/>
              </a:lnSpc>
            </a:pPr>
            <a:r>
              <a:rPr sz="1250" b="1">
                <a:solidFill>
                  <a:srgbClr val="FFFFFF"/>
                </a:solidFill>
                <a:latin typeface="맑은 고딕"/>
                <a:ea typeface="맑은 고딕"/>
              </a:rPr>
              <a:t>정확히 안내합니다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424800" y="1512000"/>
            <a:ext cx="180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00">
                <a:solidFill>
                  <a:srgbClr val="C7DAFF"/>
                </a:solidFill>
                <a:latin typeface="맑은 고딕"/>
                <a:ea typeface="맑은 고딕"/>
              </a:rPr>
              <a:t>회사 · 사무소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부동산 컨설턴트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