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2E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8D0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2E72"/>
                </a:solidFill>
                <a:latin typeface="맑은 고딕"/>
                <a:ea typeface="맑은 고딕"/>
              </a:rPr>
              <a:t>부동산 컨설턴트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0B2E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DAFF"/>
                </a:solidFill>
                <a:latin typeface="맑은 고딕"/>
                <a:ea typeface="맑은 고딕"/>
              </a:rPr>
              <a:t>상담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7DAFF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7DAFF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부동산 컨설턴트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