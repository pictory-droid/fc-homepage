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2E7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8D0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2E72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0B2E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7DAFF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7DA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C7DA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