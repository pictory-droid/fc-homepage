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DFD4C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61424" y="1353456"/>
            <a:ext cx="181152" cy="239760"/>
          </a:xfrm>
          <a:custGeom>
            <a:avLst/>
            <a:gdLst/>
            <a:ahLst/>
            <a:cxnLst/>
            <a:rect l="l" t="t" r="r" b="b"/>
            <a:pathLst>
              <a:path w="181152" h="239760">
                <a:moveTo>
                  <a:pt x="0" y="26640"/>
                </a:moveTo>
                <a:lnTo>
                  <a:pt x="90576" y="0"/>
                </a:lnTo>
                <a:lnTo>
                  <a:pt x="181152" y="26640"/>
                </a:lnTo>
                <a:lnTo>
                  <a:pt x="181152" y="127872"/>
                </a:lnTo>
                <a:lnTo>
                  <a:pt x="90576" y="239760"/>
                </a:lnTo>
                <a:lnTo>
                  <a:pt x="0" y="1278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914704" y="1476000"/>
            <a:ext cx="29304" cy="31968"/>
          </a:xfrm>
          <a:prstGeom prst="line">
            <a:avLst/>
          </a:prstGeom>
          <a:ln w="18648">
            <a:solidFill>
              <a:srgbClr val="73737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944008" y="1444032"/>
            <a:ext cx="50616" cy="63936"/>
          </a:xfrm>
          <a:prstGeom prst="line">
            <a:avLst/>
          </a:prstGeom>
          <a:ln w="18648">
            <a:solidFill>
              <a:srgbClr val="73737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8677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91938"/>
                </a:solidFill>
                <a:latin typeface="바탕"/>
                <a:ea typeface="바탕"/>
              </a:rPr>
              <a:t>최민재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D663F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663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663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663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84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EB9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9B5F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94320" y="1360080"/>
            <a:ext cx="171360" cy="226800"/>
          </a:xfrm>
          <a:custGeom>
            <a:avLst/>
            <a:gdLst/>
            <a:ahLst/>
            <a:cxnLst/>
            <a:rect l="l" t="t" r="r" b="b"/>
            <a:pathLst>
              <a:path w="171360" h="226800">
                <a:moveTo>
                  <a:pt x="0" y="25200"/>
                </a:moveTo>
                <a:lnTo>
                  <a:pt x="85680" y="0"/>
                </a:lnTo>
                <a:lnTo>
                  <a:pt x="171360" y="25200"/>
                </a:lnTo>
                <a:lnTo>
                  <a:pt x="171360" y="120960"/>
                </a:lnTo>
                <a:lnTo>
                  <a:pt x="85680" y="226800"/>
                </a:lnTo>
                <a:lnTo>
                  <a:pt x="0" y="1209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844720" y="1476000"/>
            <a:ext cx="27720" cy="30240"/>
          </a:xfrm>
          <a:prstGeom prst="line">
            <a:avLst/>
          </a:prstGeom>
          <a:ln w="1764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872440" y="1445760"/>
            <a:ext cx="47880" cy="60480"/>
          </a:xfrm>
          <a:prstGeom prst="line">
            <a:avLst/>
          </a:prstGeom>
          <a:ln w="1764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듣고 비교하고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함께 정리해요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DBC6B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