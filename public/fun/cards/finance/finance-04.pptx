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E0F21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F4B9C3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최민재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E0F21"/>
                </a:solidFill>
                <a:latin typeface="맑은 고딕"/>
                <a:ea typeface="맑은 고딕"/>
              </a:rPr>
              <a:t>세무사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E0F2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F4B9C3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E0F2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F4B9C3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E0F2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E23D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연금 설계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매매 · 임대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전세 상담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투자 상담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E23D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