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6C6CF"/>
                </a:solidFill>
                <a:latin typeface="맑은 고딕"/>
                <a:ea typeface="맑은 고딕"/>
              </a:rPr>
              <a:t>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5E0F2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5E0F21"/>
                </a:solidFill>
                <a:latin typeface="맑은 고딕"/>
                <a:ea typeface="맑은 고딕"/>
              </a:rPr>
              <a:t>세무사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E0F2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E0F2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E0F2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E868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듣고 비교하고 함께 정리해요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