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745CB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745CB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745CB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745CB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745CB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745CB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745CB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745CB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745CB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745CB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745CB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745CB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745CB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745CB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745CB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745CB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745CB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745CB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745CB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745CB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A6F9B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47347F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745CBC"/>
                </a:solidFill>
                <a:latin typeface="맑은 고딕"/>
                <a:ea typeface="맑은 고딕"/>
              </a:rPr>
              <a:t>대리점 대표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45CBC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7347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45CBC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7347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45CB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7347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Freeform 32"/>
          <p:cNvSpPr/>
          <p:nvPr/>
        </p:nvSpPr>
        <p:spPr>
          <a:xfrm>
            <a:off x="2782080" y="1055520"/>
            <a:ext cx="195840" cy="259200"/>
          </a:xfrm>
          <a:custGeom>
            <a:avLst/>
            <a:gdLst/>
            <a:ahLst/>
            <a:cxnLst/>
            <a:rect l="l" t="t" r="r" b="b"/>
            <a:pathLst>
              <a:path w="195840" h="259200">
                <a:moveTo>
                  <a:pt x="0" y="28800"/>
                </a:moveTo>
                <a:lnTo>
                  <a:pt x="97920" y="0"/>
                </a:lnTo>
                <a:lnTo>
                  <a:pt x="195840" y="28800"/>
                </a:lnTo>
                <a:lnTo>
                  <a:pt x="195840" y="138240"/>
                </a:lnTo>
                <a:lnTo>
                  <a:pt x="97920" y="259200"/>
                </a:lnTo>
                <a:lnTo>
                  <a:pt x="0" y="138240"/>
                </a:lnTo>
                <a:close/>
              </a:path>
            </a:pathLst>
          </a:cu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2839680" y="1188000"/>
            <a:ext cx="31680" cy="34560"/>
          </a:xfrm>
          <a:prstGeom prst="line">
            <a:avLst/>
          </a:prstGeom>
          <a:ln w="20160">
            <a:solidFill>
              <a:srgbClr val="D9D2EF"/>
            </a:solidFill>
          </a:ln>
        </p:spPr>
      </p:cxnSp>
      <p:cxnSp>
        <p:nvCxnSpPr>
          <p:cNvPr id="35" name="Connector 34"/>
          <p:cNvCxnSpPr/>
          <p:nvPr/>
        </p:nvCxnSpPr>
        <p:spPr>
          <a:xfrm flipV="1">
            <a:off x="2871360" y="1153440"/>
            <a:ext cx="54720" cy="69120"/>
          </a:xfrm>
          <a:prstGeom prst="line">
            <a:avLst/>
          </a:prstGeom>
          <a:ln w="20160">
            <a:solidFill>
              <a:srgbClr val="D9D2E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D0F1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794320" y="1360080"/>
            <a:ext cx="171360" cy="226800"/>
          </a:xfrm>
          <a:custGeom>
            <a:avLst/>
            <a:gdLst/>
            <a:ahLst/>
            <a:cxnLst/>
            <a:rect l="l" t="t" r="r" b="b"/>
            <a:pathLst>
              <a:path w="171360" h="226800">
                <a:moveTo>
                  <a:pt x="0" y="25200"/>
                </a:moveTo>
                <a:lnTo>
                  <a:pt x="85680" y="0"/>
                </a:lnTo>
                <a:lnTo>
                  <a:pt x="171360" y="25200"/>
                </a:lnTo>
                <a:lnTo>
                  <a:pt x="171360" y="120960"/>
                </a:lnTo>
                <a:lnTo>
                  <a:pt x="85680" y="226800"/>
                </a:lnTo>
                <a:lnTo>
                  <a:pt x="0" y="12096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844720" y="1476000"/>
            <a:ext cx="27720" cy="30240"/>
          </a:xfrm>
          <a:prstGeom prst="line">
            <a:avLst/>
          </a:prstGeom>
          <a:ln w="17640">
            <a:solidFill>
              <a:srgbClr val="80808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872440" y="1445760"/>
            <a:ext cx="47880" cy="60480"/>
          </a:xfrm>
          <a:prstGeom prst="line">
            <a:avLst/>
          </a:prstGeom>
          <a:ln w="17640">
            <a:solidFill>
              <a:srgbClr val="80808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53C26"/>
                </a:solidFill>
                <a:latin typeface="맑은 고딕"/>
                <a:ea typeface="맑은 고딕"/>
              </a:rPr>
              <a:t>한결같은 마음으로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53C26"/>
                </a:solidFill>
                <a:latin typeface="맑은 고딕"/>
                <a:ea typeface="맑은 고딕"/>
              </a:rPr>
              <a:t>곁에 있겠습니다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27A6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대리점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