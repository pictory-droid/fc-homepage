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9F0A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한결같은 마음으로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곁에 있겠습니다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FFE4B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491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