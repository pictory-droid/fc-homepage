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홍석진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B7280"/>
                </a:solidFill>
                <a:latin typeface="맑은 고딕"/>
                <a:ea typeface="맑은 고딕"/>
              </a:rPr>
              <a:t>대리점 대표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2151C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151C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매매 · 임대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대출 안내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법인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51C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대리점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