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홍석진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B7280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매매 · 임대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대출 안내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