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D6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CC5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84877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84877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84877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84877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848776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CBCCC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BCCC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BCCC5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