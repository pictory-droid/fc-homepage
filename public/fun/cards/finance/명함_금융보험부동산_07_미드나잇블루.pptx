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조OO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회계사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D61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BCCC5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B6B8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848776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연금 설계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848776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자산 관리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848776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전세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848776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848776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CBCCC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CBCCC5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CBCCC5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