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5E5A8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8A7B6E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4171D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배OO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문구점 사장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160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B1B7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7CCD0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정기 구독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7B868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7CCD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09:00 – 19:00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7CCD0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7CCD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문구점 사장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