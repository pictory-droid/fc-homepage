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5E5A8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8A7B6E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배OO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CCD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CD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CD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C7CCD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