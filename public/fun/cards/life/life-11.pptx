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49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CCE0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5792" y="246672"/>
            <a:ext cx="124416" cy="165888"/>
          </a:xfrm>
          <a:prstGeom prst="ellipse">
            <a:avLst/>
          </a:prstGeom>
          <a:noFill/>
          <a:ln w="24192">
            <a:solidFill>
              <a:srgbClr val="CCE0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676672" y="343440"/>
            <a:ext cx="262656" cy="179712"/>
          </a:xfrm>
          <a:prstGeom prst="roundRect">
            <a:avLst>
              <a:gd name="adj" fmla="val 13461"/>
            </a:avLst>
          </a:prstGeom>
          <a:solidFill>
            <a:srgbClr val="49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B5F7B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85326A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E7B32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49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E7B3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5326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E7B3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5326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E7B3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5326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5326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D28ABB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8532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D28A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손때 묻은 물건도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소중히 다룹니다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D8BED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