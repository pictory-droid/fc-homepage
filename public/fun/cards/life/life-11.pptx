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4D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손때 묻은 물건도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소중히 다룹니다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