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66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D0F1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477E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63072" y="219024"/>
            <a:ext cx="89856" cy="152064"/>
          </a:xfrm>
          <a:prstGeom prst="ellipse">
            <a:avLst/>
          </a:prstGeom>
          <a:solidFill>
            <a:srgbClr val="D0F1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4320000">
            <a:off x="2841956" y="276337"/>
            <a:ext cx="89856" cy="152064"/>
          </a:xfrm>
          <a:prstGeom prst="ellipse">
            <a:avLst/>
          </a:prstGeom>
          <a:solidFill>
            <a:srgbClr val="D0F1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8640000">
            <a:off x="2811825" y="369071"/>
            <a:ext cx="89856" cy="152064"/>
          </a:xfrm>
          <a:prstGeom prst="ellipse">
            <a:avLst/>
          </a:prstGeom>
          <a:solidFill>
            <a:srgbClr val="D0F1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2960000">
            <a:off x="2714319" y="369071"/>
            <a:ext cx="89856" cy="152064"/>
          </a:xfrm>
          <a:prstGeom prst="ellipse">
            <a:avLst/>
          </a:prstGeom>
          <a:solidFill>
            <a:srgbClr val="D0F1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7280000">
            <a:off x="2684188" y="276337"/>
            <a:ext cx="89856" cy="152064"/>
          </a:xfrm>
          <a:prstGeom prst="ellipse">
            <a:avLst/>
          </a:prstGeom>
          <a:solidFill>
            <a:srgbClr val="D0F1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69984" y="339984"/>
            <a:ext cx="76032" cy="76032"/>
          </a:xfrm>
          <a:prstGeom prst="ellipse">
            <a:avLst/>
          </a:prstGeom>
          <a:solidFill>
            <a:srgbClr val="477E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C5D6CD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김하늘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D0F1DE"/>
                </a:solidFill>
                <a:latin typeface="맑은 고딕"/>
                <a:ea typeface="맑은 고딕"/>
              </a:rPr>
              <a:t>플로리스트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D0F1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0F1DE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0F1DE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0F1DE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4080" y="171360"/>
            <a:ext cx="411840" cy="696960"/>
          </a:xfrm>
          <a:prstGeom prst="ellipse">
            <a:avLst/>
          </a:prstGeom>
          <a:solidFill>
            <a:srgbClr val="3088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4320000">
            <a:off x="1775634" y="434044"/>
            <a:ext cx="411840" cy="696960"/>
          </a:xfrm>
          <a:prstGeom prst="ellipse">
            <a:avLst/>
          </a:prstGeom>
          <a:solidFill>
            <a:srgbClr val="3088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8640000">
            <a:off x="1637532" y="859076"/>
            <a:ext cx="411840" cy="696960"/>
          </a:xfrm>
          <a:prstGeom prst="ellipse">
            <a:avLst/>
          </a:prstGeom>
          <a:solidFill>
            <a:srgbClr val="3088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12960000">
            <a:off x="1190628" y="859076"/>
            <a:ext cx="411840" cy="696960"/>
          </a:xfrm>
          <a:prstGeom prst="ellipse">
            <a:avLst/>
          </a:prstGeom>
          <a:solidFill>
            <a:srgbClr val="3088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7280000">
            <a:off x="1052526" y="434044"/>
            <a:ext cx="411840" cy="696960"/>
          </a:xfrm>
          <a:prstGeom prst="ellipse">
            <a:avLst/>
          </a:prstGeom>
          <a:solidFill>
            <a:srgbClr val="3088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45760" y="725760"/>
            <a:ext cx="348480" cy="348480"/>
          </a:xfrm>
          <a:prstGeom prst="ellipse">
            <a:avLst/>
          </a:prstGeom>
          <a:solidFill>
            <a:srgbClr val="D0F1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FFFFF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53C26"/>
                </a:solidFill>
                <a:latin typeface="맑은 고딕"/>
                <a:ea typeface="맑은 고딕"/>
              </a:rPr>
              <a:t>꽃 한 송이에 마음을 담아 드립니다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3088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627A6C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플로리스트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