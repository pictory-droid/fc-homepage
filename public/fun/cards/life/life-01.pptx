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김하늘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플로리스트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꽃 한 송이에 마음을</a:t>
            </a:r>
          </a:p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담아 드립니다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