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FF6A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이서준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대표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6A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도어락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인테리어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FF6A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평일 09:00 – 19:00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