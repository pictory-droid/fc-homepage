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7A2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7A2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7A2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7A2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7A2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799803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7A22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799803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4171D"/>
                </a:solidFill>
                <a:latin typeface="맑은 고딕"/>
                <a:ea typeface="맑은 고딕"/>
              </a:rPr>
              <a:t>잡화점 대표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송OO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927B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도어락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20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방문 견적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0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204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4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매일 10:00 – 20:00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KAKAO  @채널아이디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잡화점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