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7A7A4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7A7A4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7A7A4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7A7A4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7A7A4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7A7A4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7A7A4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7A7A4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A7ABB4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박OO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A7ABB4"/>
                </a:solidFill>
                <a:latin typeface="맑은 고딕"/>
                <a:ea typeface="맑은 고딕"/>
              </a:rPr>
              <a:t>세탁소 사장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7A7A44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A7ABB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9D5F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9D5F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99024" y="898848"/>
            <a:ext cx="317952" cy="145152"/>
          </a:xfrm>
          <a:custGeom>
            <a:avLst/>
            <a:gdLst/>
            <a:ahLst/>
            <a:cxnLst/>
            <a:rect l="l" t="t" r="r" b="b"/>
            <a:pathLst>
              <a:path w="317952" h="145152">
                <a:moveTo>
                  <a:pt x="0" y="145152"/>
                </a:moveTo>
                <a:lnTo>
                  <a:pt x="158976" y="0"/>
                </a:lnTo>
                <a:lnTo>
                  <a:pt x="317952" y="1451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7408" y="1044000"/>
            <a:ext cx="221184" cy="145152"/>
          </a:xfrm>
          <a:prstGeom prst="rect">
            <a:avLst/>
          </a:prstGeom>
          <a:solidFill>
            <a:srgbClr val="CEAF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" y="1092384"/>
            <a:ext cx="55296" cy="96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0374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8" name="Oval 7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B26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화환 배달</a:t>
            </a:r>
          </a:p>
        </p:txBody>
      </p:sp>
      <p:sp>
        <p:nvSpPr>
          <p:cNvPr id="10" name="Oval 9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sp>
        <p:nvSpPr>
          <p:cNvPr id="12" name="Oval 11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B26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방문 견적</a:t>
            </a:r>
          </a:p>
        </p:txBody>
      </p:sp>
      <p:sp>
        <p:nvSpPr>
          <p:cNvPr id="14" name="Oval 13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E9D6DA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03740"/>
                </a:solidFill>
                <a:latin typeface="맑은 고딕"/>
                <a:ea typeface="맑은 고딕"/>
              </a:rPr>
              <a:t>월–토 09:00 – 18:00  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세탁소 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