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66D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B66D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B66D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3672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66DFF"/>
          </a:solidFill>
          <a:ln w="576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8F0FF"/>
          </a:solidFill>
          <a:ln w="576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8F0FF"/>
          </a:solidFill>
          <a:ln w="576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8F0FF"/>
          </a:solidFill>
          <a:ln w="5760">
            <a:solidFill>
              <a:srgbClr val="B66D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67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월–토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03672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5036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50367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