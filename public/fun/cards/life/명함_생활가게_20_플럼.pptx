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8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2DAE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2DAE2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2DAE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9D2E8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2DAE2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AE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AE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2DAE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359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E4A72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방문 · 전화 상담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