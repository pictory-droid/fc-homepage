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8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124000" y="0"/>
            <a:ext cx="1116000" cy="1800000"/>
          </a:xfrm>
          <a:custGeom>
            <a:avLst/>
            <a:gdLst/>
            <a:ahLst/>
            <a:cxnLst/>
            <a:rect l="l" t="t" r="r" b="b"/>
            <a:pathLst>
              <a:path w="1116000" h="1800000">
                <a:moveTo>
                  <a:pt x="360000" y="0"/>
                </a:moveTo>
                <a:lnTo>
                  <a:pt x="1116000" y="0"/>
                </a:lnTo>
                <a:lnTo>
                  <a:pt x="1116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H="1">
            <a:off x="2044800" y="0"/>
            <a:ext cx="360000" cy="1800000"/>
          </a:xfrm>
          <a:prstGeom prst="line">
            <a:avLst/>
          </a:prstGeom>
          <a:ln w="3600">
            <a:solidFill>
              <a:srgbClr val="E2DAE2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1965600" y="0"/>
            <a:ext cx="360000" cy="1800000"/>
          </a:xfrm>
          <a:prstGeom prst="line">
            <a:avLst/>
          </a:prstGeom>
          <a:ln w="3600">
            <a:solidFill>
              <a:srgbClr val="E2DAE2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>
            <a:off x="1886400" y="0"/>
            <a:ext cx="360000" cy="1800000"/>
          </a:xfrm>
          <a:prstGeom prst="line">
            <a:avLst/>
          </a:prstGeom>
          <a:ln w="3600">
            <a:solidFill>
              <a:srgbClr val="E2DAE2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D9D2E8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374400"/>
            <a:ext cx="1260000" cy="0"/>
          </a:xfrm>
          <a:prstGeom prst="line">
            <a:avLst/>
          </a:prstGeom>
          <a:ln w="3600">
            <a:solidFill>
              <a:srgbClr val="9D839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홍OO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E2DAE2"/>
                </a:solidFill>
                <a:latin typeface="맑은 고딕"/>
                <a:ea typeface="맑은 고딕"/>
              </a:rPr>
              <a:t>가구 공방 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2000" y="1044000"/>
            <a:ext cx="129600" cy="14400"/>
          </a:xfrm>
          <a:prstGeom prst="rect">
            <a:avLst/>
          </a:prstGeom>
          <a:solidFill>
            <a:srgbClr val="C5B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52000" y="11844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76000" y="11736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52000" y="13140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576000" y="13032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43600"/>
            <a:ext cx="32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E2DAE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576000" y="14328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7359A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E4A72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인테리어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도배 · 장판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소품 · 문구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B2230"/>
                </a:solidFill>
                <a:latin typeface="맑은 고딕"/>
                <a:ea typeface="맑은 고딕"/>
              </a:rPr>
              <a:t>이사 정리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E2DDD2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605C55"/>
                </a:solidFill>
                <a:latin typeface="맑은 고딕"/>
                <a:ea typeface="맑은 고딕"/>
              </a:rPr>
              <a:t>방문 · 전화 상담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가구 공방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