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ACF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31C2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31C2F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31C2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31C2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31C2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작은 가게에 담은 큰 정성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