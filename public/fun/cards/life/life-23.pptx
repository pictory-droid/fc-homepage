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740320" y="318528"/>
            <a:ext cx="152064" cy="152064"/>
          </a:xfrm>
          <a:prstGeom prst="line">
            <a:avLst/>
          </a:prstGeom>
          <a:ln w="51840">
            <a:solidFill>
              <a:srgbClr val="FFFFFF"/>
            </a:solidFill>
          </a:ln>
        </p:spPr>
      </p:cxnSp>
      <p:sp>
        <p:nvSpPr>
          <p:cNvPr id="4" name="Oval 3"/>
          <p:cNvSpPr/>
          <p:nvPr/>
        </p:nvSpPr>
        <p:spPr>
          <a:xfrm>
            <a:off x="2850912" y="214848"/>
            <a:ext cx="138240" cy="138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바탕"/>
                <a:ea typeface="바탕"/>
              </a:rPr>
              <a:t>류하은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26D61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522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92713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522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92713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522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9271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89280" y="218592"/>
            <a:ext cx="69696" cy="69696"/>
          </a:xfrm>
          <a:prstGeom prst="line">
            <a:avLst/>
          </a:prstGeom>
          <a:ln w="23760">
            <a:solidFill>
              <a:srgbClr val="FFFFFF"/>
            </a:solidFill>
          </a:ln>
        </p:spPr>
      </p:cxnSp>
      <p:sp>
        <p:nvSpPr>
          <p:cNvPr id="4" name="Oval 3"/>
          <p:cNvSpPr/>
          <p:nvPr/>
        </p:nvSpPr>
        <p:spPr>
          <a:xfrm>
            <a:off x="139968" y="171072"/>
            <a:ext cx="63360" cy="63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492713"/>
                </a:solidFill>
                <a:latin typeface="바탕"/>
                <a:ea typeface="바탕"/>
              </a:rPr>
              <a:t>작은 가게에 담은 큰 정성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06A5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3B918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806A5C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