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ACFD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ACFD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ACFD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C2F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F9C3C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1C2F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C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