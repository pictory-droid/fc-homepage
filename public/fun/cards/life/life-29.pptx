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86160" y="508320"/>
            <a:ext cx="463680" cy="211680"/>
          </a:xfrm>
          <a:custGeom>
            <a:avLst/>
            <a:gdLst/>
            <a:ahLst/>
            <a:cxnLst/>
            <a:rect l="l" t="t" r="r" b="b"/>
            <a:pathLst>
              <a:path w="463680" h="211680">
                <a:moveTo>
                  <a:pt x="0" y="211680"/>
                </a:moveTo>
                <a:lnTo>
                  <a:pt x="231840" y="0"/>
                </a:lnTo>
                <a:lnTo>
                  <a:pt x="463680" y="2116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56720" y="720000"/>
            <a:ext cx="322560" cy="2116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7680" y="790560"/>
            <a:ext cx="80640" cy="141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544212"/>
                </a:solidFill>
                <a:latin typeface="바탕"/>
                <a:ea typeface="바탕"/>
              </a:rPr>
              <a:t>심소담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E701F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E701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44212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E701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44212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E701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4421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A784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544212"/>
                </a:solidFill>
                <a:latin typeface="바탕"/>
                <a:ea typeface="바탕"/>
              </a:rPr>
              <a:t>집 안 가득 온기를 채워요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A78425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7A7056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Freeform 6"/>
          <p:cNvSpPr/>
          <p:nvPr/>
        </p:nvSpPr>
        <p:spPr>
          <a:xfrm>
            <a:off x="1537200" y="248400"/>
            <a:ext cx="165600" cy="75600"/>
          </a:xfrm>
          <a:custGeom>
            <a:avLst/>
            <a:gdLst/>
            <a:ahLst/>
            <a:cxnLst/>
            <a:rect l="l" t="t" r="r" b="b"/>
            <a:pathLst>
              <a:path w="165600" h="75600">
                <a:moveTo>
                  <a:pt x="0" y="75600"/>
                </a:moveTo>
                <a:lnTo>
                  <a:pt x="82800" y="0"/>
                </a:lnTo>
                <a:lnTo>
                  <a:pt x="165600" y="75600"/>
                </a:lnTo>
                <a:close/>
              </a:path>
            </a:pathLst>
          </a:cu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2400" y="324000"/>
            <a:ext cx="115200" cy="75600"/>
          </a:xfrm>
          <a:prstGeom prst="rect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5600" y="349200"/>
            <a:ext cx="28800" cy="50400"/>
          </a:xfrm>
          <a:prstGeom prst="rect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