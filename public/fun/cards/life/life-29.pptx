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1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C6E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집 안 가득 온기를 채워요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0B3A72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