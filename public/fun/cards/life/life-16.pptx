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3B77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97840" y="265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3B77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53280" y="432000"/>
            <a:ext cx="253440" cy="166320"/>
          </a:xfrm>
          <a:prstGeom prst="rect">
            <a:avLst/>
          </a:prstGeom>
          <a:solidFill>
            <a:srgbClr val="C8D9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848320" y="487440"/>
            <a:ext cx="63360" cy="110880"/>
          </a:xfrm>
          <a:prstGeom prst="rect">
            <a:avLst/>
          </a:prstGeom>
          <a:solidFill>
            <a:srgbClr val="3B77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756110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B7791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B704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561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DCC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54400" y="388800"/>
            <a:ext cx="331200" cy="151200"/>
          </a:xfrm>
          <a:custGeom>
            <a:avLst/>
            <a:gdLst/>
            <a:ahLst/>
            <a:cxnLst/>
            <a:rect l="l" t="t" r="r" b="b"/>
            <a:pathLst>
              <a:path w="331200" h="151200">
                <a:moveTo>
                  <a:pt x="0" y="151200"/>
                </a:moveTo>
                <a:lnTo>
                  <a:pt x="165600" y="0"/>
                </a:lnTo>
                <a:lnTo>
                  <a:pt x="331200" y="151200"/>
                </a:lnTo>
                <a:close/>
              </a:path>
            </a:pathLst>
          </a:custGeom>
          <a:solidFill>
            <a:srgbClr val="4D4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04800" y="540000"/>
            <a:ext cx="230400" cy="151200"/>
          </a:xfrm>
          <a:prstGeom prst="rect">
            <a:avLst/>
          </a:prstGeom>
          <a:solidFill>
            <a:srgbClr val="DBDB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200" y="590400"/>
            <a:ext cx="57600" cy="1008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96000" y="835200"/>
            <a:ext cx="2448000" cy="3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4D4D4D"/>
                </a:solidFill>
                <a:latin typeface="바탕"/>
                <a:ea typeface="바탕"/>
              </a:rPr>
              <a:t>당신의 일상을 반듯하게 펴 드립니다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76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4D4D4D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