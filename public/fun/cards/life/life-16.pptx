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8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F172F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BBFCD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F172F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7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BBF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7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BBFCD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7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CDD8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9CD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9CD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5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9CD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6005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DD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DD8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9CDD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