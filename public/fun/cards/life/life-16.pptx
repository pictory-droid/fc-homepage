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E8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C8CBD7"/>
                </a:solidFill>
                <a:latin typeface="맑은 고딕"/>
                <a:ea typeface="맑은 고딕"/>
              </a:rPr>
              <a:t>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F172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0F172F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F172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F172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F172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9CDD8"/>
                </a:solidFill>
                <a:latin typeface="맑은 고딕"/>
                <a:ea typeface="맑은 고딕"/>
              </a:rPr>
              <a:t>당신의 일상을 반듯하게 펴 드립니다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