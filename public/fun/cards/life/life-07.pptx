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4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42627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B0BEC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조하린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CEE2F3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B0BEC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578960" y="1531584"/>
            <a:ext cx="60192" cy="60192"/>
          </a:xfrm>
          <a:prstGeom prst="line">
            <a:avLst/>
          </a:prstGeom>
          <a:ln w="20520">
            <a:solidFill>
              <a:srgbClr val="CEE2F3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1622736" y="1490544"/>
            <a:ext cx="54720" cy="54720"/>
          </a:xfrm>
          <a:prstGeom prst="ellips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89280" y="218592"/>
            <a:ext cx="69696" cy="69696"/>
          </a:xfrm>
          <a:prstGeom prst="line">
            <a:avLst/>
          </a:prstGeom>
          <a:ln w="23760">
            <a:solidFill>
              <a:srgbClr val="FFFFFF"/>
            </a:solidFill>
          </a:ln>
        </p:spPr>
      </p:cxnSp>
      <p:sp>
        <p:nvSpPr>
          <p:cNvPr id="4" name="Oval 3"/>
          <p:cNvSpPr/>
          <p:nvPr/>
        </p:nvSpPr>
        <p:spPr>
          <a:xfrm>
            <a:off x="139968" y="171072"/>
            <a:ext cx="63360" cy="63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122A3F"/>
                </a:solidFill>
                <a:latin typeface="맑은 고딕"/>
                <a:ea typeface="맑은 고딕"/>
              </a:rPr>
              <a:t>필요할 때 가장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122A3F"/>
                </a:solidFill>
                <a:latin typeface="맑은 고딕"/>
                <a:ea typeface="맑은 고딕"/>
              </a:rPr>
              <a:t>먼저 달려갑니다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5758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275A8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57582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