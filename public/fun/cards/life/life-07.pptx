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5D8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2E93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필요할 때 가장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먼저 달려갑니다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