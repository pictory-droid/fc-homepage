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B3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3600" y="93600"/>
            <a:ext cx="3052800" cy="1612800"/>
          </a:xfrm>
          <a:prstGeom prst="rect">
            <a:avLst/>
          </a:prstGeom>
          <a:noFill/>
          <a:ln w="3600">
            <a:solidFill>
              <a:srgbClr val="A0740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52000" y="252000"/>
            <a:ext cx="79200" cy="79200"/>
          </a:xfrm>
          <a:prstGeom prst="rect">
            <a:avLst/>
          </a:prstGeom>
          <a:solidFill>
            <a:srgbClr val="12151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텍스트"/>
          <p:cNvSpPr txBox="1"/>
          <p:nvPr/>
        </p:nvSpPr>
        <p:spPr>
          <a:xfrm>
            <a:off x="396000" y="2592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463816"/>
                </a:solidFill>
                <a:latin typeface="맑은 고딕"/>
                <a:ea typeface="맑은 고딕"/>
              </a:rPr>
              <a:t>상호명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52000" y="446400"/>
            <a:ext cx="2736000" cy="0"/>
          </a:xfrm>
          <a:prstGeom prst="line">
            <a:avLst/>
          </a:prstGeom>
          <a:ln w="3600">
            <a:solidFill>
              <a:srgbClr val="A0740B"/>
            </a:solidFill>
          </a:ln>
        </p:spPr>
      </p:cxnSp>
      <p:sp>
        <p:nvSpPr>
          <p:cNvPr id="6" name="텍스트"/>
          <p:cNvSpPr txBox="1"/>
          <p:nvPr/>
        </p:nvSpPr>
        <p:spPr>
          <a:xfrm>
            <a:off x="252000" y="9648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12151C"/>
                </a:solidFill>
                <a:latin typeface="맑은 고딕"/>
                <a:ea typeface="맑은 고딕"/>
              </a:rPr>
              <a:t>목태양</a:t>
            </a:r>
          </a:p>
        </p:txBody>
      </p:sp>
      <p:sp>
        <p:nvSpPr>
          <p:cNvPr id="7" name="텍스트"/>
          <p:cNvSpPr txBox="1"/>
          <p:nvPr/>
        </p:nvSpPr>
        <p:spPr>
          <a:xfrm>
            <a:off x="252000" y="12168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463816"/>
                </a:solidFill>
                <a:latin typeface="맑은 고딕"/>
                <a:ea typeface="맑은 고딕"/>
              </a:rPr>
              <a:t>열쇠·도어락 기사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872000" y="943200"/>
            <a:ext cx="0" cy="604800"/>
          </a:xfrm>
          <a:prstGeom prst="line">
            <a:avLst/>
          </a:prstGeom>
          <a:ln w="3600">
            <a:solidFill>
              <a:srgbClr val="A0740B"/>
            </a:solidFill>
          </a:ln>
        </p:spPr>
      </p:cxnSp>
      <p:sp>
        <p:nvSpPr>
          <p:cNvPr id="9" name="텍스트"/>
          <p:cNvSpPr txBox="1"/>
          <p:nvPr/>
        </p:nvSpPr>
        <p:spPr>
          <a:xfrm>
            <a:off x="2016000" y="10332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463816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10" name="텍스트"/>
          <p:cNvSpPr txBox="1"/>
          <p:nvPr/>
        </p:nvSpPr>
        <p:spPr>
          <a:xfrm>
            <a:off x="2318400" y="1022400"/>
            <a:ext cx="97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2151C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2016000" y="11772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463816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2318400" y="1166400"/>
            <a:ext cx="97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2151C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2016000" y="13212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463816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2318400" y="1310400"/>
            <a:ext cx="97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2151C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79200" y="108000"/>
            <a:ext cx="57600" cy="0"/>
          </a:xfrm>
          <a:prstGeom prst="line">
            <a:avLst/>
          </a:prstGeom>
          <a:ln w="3600">
            <a:solidFill>
              <a:srgbClr val="DCDFE4"/>
            </a:solidFill>
          </a:ln>
        </p:spPr>
      </p:cxnSp>
      <p:cxnSp>
        <p:nvCxnSpPr>
          <p:cNvPr id="3" name="Connector 2"/>
          <p:cNvCxnSpPr/>
          <p:nvPr/>
        </p:nvCxnSpPr>
        <p:spPr>
          <a:xfrm>
            <a:off x="108000" y="79200"/>
            <a:ext cx="0" cy="57600"/>
          </a:xfrm>
          <a:prstGeom prst="line">
            <a:avLst/>
          </a:prstGeom>
          <a:ln w="3600">
            <a:solidFill>
              <a:srgbClr val="DCDFE4"/>
            </a:solidFill>
          </a:ln>
        </p:spPr>
      </p:cxnSp>
      <p:cxnSp>
        <p:nvCxnSpPr>
          <p:cNvPr id="4" name="Connector 3"/>
          <p:cNvCxnSpPr/>
          <p:nvPr/>
        </p:nvCxnSpPr>
        <p:spPr>
          <a:xfrm>
            <a:off x="3103200" y="108000"/>
            <a:ext cx="57600" cy="0"/>
          </a:xfrm>
          <a:prstGeom prst="line">
            <a:avLst/>
          </a:prstGeom>
          <a:ln w="3600">
            <a:solidFill>
              <a:srgbClr val="DCDFE4"/>
            </a:solidFill>
          </a:ln>
        </p:spPr>
      </p:cxnSp>
      <p:cxnSp>
        <p:nvCxnSpPr>
          <p:cNvPr id="5" name="Connector 4"/>
          <p:cNvCxnSpPr/>
          <p:nvPr/>
        </p:nvCxnSpPr>
        <p:spPr>
          <a:xfrm>
            <a:off x="3132000" y="79200"/>
            <a:ext cx="0" cy="57600"/>
          </a:xfrm>
          <a:prstGeom prst="line">
            <a:avLst/>
          </a:prstGeom>
          <a:ln w="3600">
            <a:solidFill>
              <a:srgbClr val="DCDFE4"/>
            </a:solidFill>
          </a:ln>
        </p:spPr>
      </p:cxnSp>
      <p:cxnSp>
        <p:nvCxnSpPr>
          <p:cNvPr id="6" name="Connector 5"/>
          <p:cNvCxnSpPr/>
          <p:nvPr/>
        </p:nvCxnSpPr>
        <p:spPr>
          <a:xfrm>
            <a:off x="79200" y="1692000"/>
            <a:ext cx="57600" cy="0"/>
          </a:xfrm>
          <a:prstGeom prst="line">
            <a:avLst/>
          </a:prstGeom>
          <a:ln w="3600">
            <a:solidFill>
              <a:srgbClr val="DCDFE4"/>
            </a:solidFill>
          </a:ln>
        </p:spPr>
      </p:cxnSp>
      <p:cxnSp>
        <p:nvCxnSpPr>
          <p:cNvPr id="7" name="Connector 6"/>
          <p:cNvCxnSpPr/>
          <p:nvPr/>
        </p:nvCxnSpPr>
        <p:spPr>
          <a:xfrm>
            <a:off x="108000" y="1663200"/>
            <a:ext cx="0" cy="57600"/>
          </a:xfrm>
          <a:prstGeom prst="line">
            <a:avLst/>
          </a:prstGeom>
          <a:ln w="3600">
            <a:solidFill>
              <a:srgbClr val="DCDFE4"/>
            </a:solidFill>
          </a:ln>
        </p:spPr>
      </p:cxnSp>
      <p:cxnSp>
        <p:nvCxnSpPr>
          <p:cNvPr id="8" name="Connector 7"/>
          <p:cNvCxnSpPr/>
          <p:nvPr/>
        </p:nvCxnSpPr>
        <p:spPr>
          <a:xfrm>
            <a:off x="3103200" y="1692000"/>
            <a:ext cx="57600" cy="0"/>
          </a:xfrm>
          <a:prstGeom prst="line">
            <a:avLst/>
          </a:prstGeom>
          <a:ln w="3600">
            <a:solidFill>
              <a:srgbClr val="DCDFE4"/>
            </a:solidFill>
          </a:ln>
        </p:spPr>
      </p:cxnSp>
      <p:cxnSp>
        <p:nvCxnSpPr>
          <p:cNvPr id="9" name="Connector 8"/>
          <p:cNvCxnSpPr/>
          <p:nvPr/>
        </p:nvCxnSpPr>
        <p:spPr>
          <a:xfrm>
            <a:off x="3132000" y="1663200"/>
            <a:ext cx="0" cy="57600"/>
          </a:xfrm>
          <a:prstGeom prst="line">
            <a:avLst/>
          </a:prstGeom>
          <a:ln w="3600">
            <a:solidFill>
              <a:srgbClr val="DCDFE4"/>
            </a:solidFill>
          </a:ln>
        </p:spPr>
      </p:cxnSp>
      <p:sp>
        <p:nvSpPr>
          <p:cNvPr id="10" name="텍스트"/>
          <p:cNvSpPr txBox="1"/>
          <p:nvPr/>
        </p:nvSpPr>
        <p:spPr>
          <a:xfrm>
            <a:off x="252000" y="288000"/>
            <a:ext cx="252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942"/>
              </a:lnSpc>
            </a:pPr>
            <a:r>
              <a:rPr sz="650" b="1" spc="220">
                <a:solidFill>
                  <a:srgbClr val="6B7280"/>
                </a:solidFill>
                <a:latin typeface="맑은 고딕"/>
                <a:ea typeface="맑은 고딕"/>
              </a:rPr>
              <a:t>상호명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530000" y="453600"/>
            <a:ext cx="180000" cy="14400"/>
          </a:xfrm>
          <a:prstGeom prst="rect">
            <a:avLst/>
          </a:prstGeom>
          <a:solidFill>
            <a:srgbClr val="FFB3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텍스트"/>
          <p:cNvSpPr txBox="1"/>
          <p:nvPr/>
        </p:nvSpPr>
        <p:spPr>
          <a:xfrm>
            <a:off x="360000" y="619200"/>
            <a:ext cx="252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754"/>
              </a:lnSpc>
            </a:pPr>
            <a:r>
              <a:rPr sz="520" b="1" spc="240">
                <a:solidFill>
                  <a:srgbClr val="6B7280"/>
                </a:solidFill>
                <a:latin typeface="맑은 고딕"/>
                <a:ea typeface="맑은 고딕"/>
              </a:rPr>
              <a:t>취급 품목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360000" y="741600"/>
            <a:ext cx="2520000" cy="39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188"/>
              </a:lnSpc>
            </a:pPr>
            <a:r>
              <a:rPr sz="819" b="1">
                <a:solidFill>
                  <a:srgbClr val="12151C"/>
                </a:solidFill>
                <a:latin typeface="맑은 고딕"/>
                <a:ea typeface="맑은 고딕"/>
              </a:rPr>
              <a:t>가전 수리  ·  가구 제작  ·  이사 정리  ·  당일 배송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60000" y="1224000"/>
            <a:ext cx="2520000" cy="0"/>
          </a:xfrm>
          <a:prstGeom prst="line">
            <a:avLst/>
          </a:prstGeom>
          <a:ln w="3600">
            <a:solidFill>
              <a:srgbClr val="DCDFE4"/>
            </a:solidFill>
          </a:ln>
        </p:spPr>
      </p:cxnSp>
      <p:sp>
        <p:nvSpPr>
          <p:cNvPr id="15" name="텍스트"/>
          <p:cNvSpPr txBox="1"/>
          <p:nvPr/>
        </p:nvSpPr>
        <p:spPr>
          <a:xfrm>
            <a:off x="360000" y="1317600"/>
            <a:ext cx="1224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99"/>
              </a:lnSpc>
            </a:pPr>
            <a:r>
              <a:rPr sz="620" b="0">
                <a:solidFill>
                  <a:srgbClr val="12151C"/>
                </a:solidFill>
                <a:latin typeface="맑은 고딕"/>
                <a:ea typeface="맑은 고딕"/>
              </a:rPr>
              <a:t>평일 09:00 – 19:00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1620000" y="1296000"/>
            <a:ext cx="0" cy="180000"/>
          </a:xfrm>
          <a:prstGeom prst="line">
            <a:avLst/>
          </a:prstGeom>
          <a:ln w="3600">
            <a:solidFill>
              <a:srgbClr val="DCDFE4"/>
            </a:solidFill>
          </a:ln>
        </p:spPr>
      </p:cxnSp>
      <p:sp>
        <p:nvSpPr>
          <p:cNvPr id="17" name="텍스트"/>
          <p:cNvSpPr txBox="1"/>
          <p:nvPr/>
        </p:nvSpPr>
        <p:spPr>
          <a:xfrm>
            <a:off x="1656000" y="1317600"/>
            <a:ext cx="1224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99"/>
              </a:lnSpc>
            </a:pPr>
            <a:r>
              <a:rPr sz="620" b="0">
                <a:solidFill>
                  <a:srgbClr val="12151C"/>
                </a:solidFill>
                <a:latin typeface="맑은 고딕"/>
                <a:ea typeface="맑은 고딕"/>
              </a:rPr>
              <a:t>www.example.com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열쇠·도어락 기사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