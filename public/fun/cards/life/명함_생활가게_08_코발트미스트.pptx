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5E82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D52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46677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