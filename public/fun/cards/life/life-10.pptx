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80000"/>
            <a:ext cx="720000" cy="1440000"/>
          </a:xfrm>
          <a:custGeom>
            <a:avLst/>
            <a:gdLst/>
            <a:ahLst/>
            <a:cxnLst/>
            <a:rect l="l" t="t" r="r" b="b"/>
            <a:pathLst>
              <a:path w="720000" h="1440000">
                <a:moveTo>
                  <a:pt x="0" y="0"/>
                </a:moveTo>
                <a:lnTo>
                  <a:pt x="75260" y="3944"/>
                </a:lnTo>
                <a:lnTo>
                  <a:pt x="149696" y="15734"/>
                </a:lnTo>
                <a:lnTo>
                  <a:pt x="222492" y="35239"/>
                </a:lnTo>
                <a:lnTo>
                  <a:pt x="292850" y="62247"/>
                </a:lnTo>
                <a:lnTo>
                  <a:pt x="360000" y="96462"/>
                </a:lnTo>
                <a:lnTo>
                  <a:pt x="423205" y="137508"/>
                </a:lnTo>
                <a:lnTo>
                  <a:pt x="481774" y="184936"/>
                </a:lnTo>
                <a:lnTo>
                  <a:pt x="535064" y="238226"/>
                </a:lnTo>
                <a:lnTo>
                  <a:pt x="582492" y="296795"/>
                </a:lnTo>
                <a:lnTo>
                  <a:pt x="623538" y="360000"/>
                </a:lnTo>
                <a:lnTo>
                  <a:pt x="657753" y="427150"/>
                </a:lnTo>
                <a:lnTo>
                  <a:pt x="684761" y="497508"/>
                </a:lnTo>
                <a:lnTo>
                  <a:pt x="704266" y="570304"/>
                </a:lnTo>
                <a:lnTo>
                  <a:pt x="716056" y="644740"/>
                </a:lnTo>
                <a:lnTo>
                  <a:pt x="720000" y="720000"/>
                </a:lnTo>
                <a:lnTo>
                  <a:pt x="716056" y="795260"/>
                </a:lnTo>
                <a:lnTo>
                  <a:pt x="704266" y="869696"/>
                </a:lnTo>
                <a:lnTo>
                  <a:pt x="684761" y="942492"/>
                </a:lnTo>
                <a:lnTo>
                  <a:pt x="657753" y="1012850"/>
                </a:lnTo>
                <a:lnTo>
                  <a:pt x="623538" y="1080000"/>
                </a:lnTo>
                <a:lnTo>
                  <a:pt x="582492" y="1143205"/>
                </a:lnTo>
                <a:lnTo>
                  <a:pt x="535064" y="1201774"/>
                </a:lnTo>
                <a:lnTo>
                  <a:pt x="481774" y="1255064"/>
                </a:lnTo>
                <a:lnTo>
                  <a:pt x="423205" y="1302492"/>
                </a:lnTo>
                <a:lnTo>
                  <a:pt x="360000" y="1343538"/>
                </a:lnTo>
                <a:lnTo>
                  <a:pt x="292850" y="1377753"/>
                </a:lnTo>
                <a:lnTo>
                  <a:pt x="222492" y="1404761"/>
                </a:lnTo>
                <a:lnTo>
                  <a:pt x="149696" y="1424266"/>
                </a:lnTo>
                <a:lnTo>
                  <a:pt x="75260" y="1436056"/>
                </a:lnTo>
                <a:lnTo>
                  <a:pt x="0" y="1440000"/>
                </a:lnTo>
                <a:close/>
              </a:path>
            </a:pathLst>
          </a:cu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" y="540000"/>
            <a:ext cx="54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1116000" y="223200"/>
            <a:ext cx="187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16000" y="540000"/>
            <a:ext cx="1872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임건우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943200"/>
            <a:ext cx="1872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가구 공방 대표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6000" y="1195200"/>
            <a:ext cx="144000" cy="18000"/>
          </a:xfrm>
          <a:prstGeom prst="rect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116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447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16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47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47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324000"/>
            <a:ext cx="252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2151C"/>
                </a:solidFill>
                <a:latin typeface="맑은 고딕"/>
                <a:ea typeface="맑은 고딕"/>
              </a:rPr>
              <a:t>집이 편안해지는 작은 변화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569600"/>
            <a:ext cx="1872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Oval 4"/>
          <p:cNvSpPr/>
          <p:nvPr/>
        </p:nvSpPr>
        <p:spPr>
          <a:xfrm>
            <a:off x="2714400" y="1616400"/>
            <a:ext cx="43200" cy="4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22400" y="1616400"/>
            <a:ext cx="43200" cy="432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30400" y="1616400"/>
            <a:ext cx="43200" cy="432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가구 공방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