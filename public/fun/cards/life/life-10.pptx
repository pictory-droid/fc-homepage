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D4E7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EED3E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EED3E0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EED3E0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EED3E0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EED3E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EED3E0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EED3E0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EED3E0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EED3E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EED3E0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EED3E0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EED3E0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EED3E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EED3E0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EED3E0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EED3E0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EED3E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EED3E0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EED3E0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EED3E0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AD6A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F1E6E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바탕"/>
                <a:ea typeface="바탕"/>
              </a:rPr>
              <a:t>임건우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5E5EC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E5E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E5E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E5E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2793600" y="1153440"/>
            <a:ext cx="126720" cy="126720"/>
          </a:xfrm>
          <a:prstGeom prst="line">
            <a:avLst/>
          </a:prstGeom>
          <a:ln w="43200">
            <a:solidFill>
              <a:srgbClr val="EED3E0"/>
            </a:solidFill>
          </a:ln>
        </p:spPr>
      </p:cxnSp>
      <p:sp>
        <p:nvSpPr>
          <p:cNvPr id="34" name="Oval 33"/>
          <p:cNvSpPr/>
          <p:nvPr/>
        </p:nvSpPr>
        <p:spPr>
          <a:xfrm>
            <a:off x="2885760" y="1067040"/>
            <a:ext cx="115200" cy="115200"/>
          </a:xfrm>
          <a:prstGeom prst="ellipse">
            <a:avLst/>
          </a:prstGeom>
          <a:solidFill>
            <a:srgbClr val="EED3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450000" y="835200"/>
            <a:ext cx="237600" cy="237600"/>
          </a:xfrm>
          <a:prstGeom prst="line">
            <a:avLst/>
          </a:prstGeom>
          <a:ln w="81000">
            <a:solidFill>
              <a:srgbClr val="FFFFFF"/>
            </a:solidFill>
          </a:ln>
        </p:spPr>
      </p:cxnSp>
      <p:sp>
        <p:nvSpPr>
          <p:cNvPr id="4" name="Oval 3"/>
          <p:cNvSpPr/>
          <p:nvPr/>
        </p:nvSpPr>
        <p:spPr>
          <a:xfrm>
            <a:off x="622800" y="673200"/>
            <a:ext cx="216000" cy="21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7B3759"/>
                </a:solidFill>
                <a:latin typeface="바탕"/>
                <a:ea typeface="바탕"/>
              </a:rPr>
              <a:t>집이 편안해지는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7B3759"/>
                </a:solidFill>
                <a:latin typeface="바탕"/>
                <a:ea typeface="바탕"/>
              </a:rPr>
              <a:t>작은 변화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B861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866073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