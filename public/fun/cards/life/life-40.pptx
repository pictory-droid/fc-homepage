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5F913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5F913B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5F913B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5F913B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5F913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5F913B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5F913B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5F913B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5F913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5F913B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5F913B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5F913B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5F913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5F913B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5F913B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5F913B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5F913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5F913B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5F913B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5F913B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E8F4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3725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F481E"/>
                </a:solidFill>
                <a:latin typeface="바탕"/>
                <a:ea typeface="바탕"/>
              </a:rPr>
              <a:t>마시현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17B32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17B3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F481E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17B3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F481E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17B3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F481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47520" y="1067040"/>
            <a:ext cx="264960" cy="120960"/>
          </a:xfrm>
          <a:custGeom>
            <a:avLst/>
            <a:gdLst/>
            <a:ahLst/>
            <a:cxnLst/>
            <a:rect l="l" t="t" r="r" b="b"/>
            <a:pathLst>
              <a:path w="264960" h="120960">
                <a:moveTo>
                  <a:pt x="0" y="120960"/>
                </a:moveTo>
                <a:lnTo>
                  <a:pt x="132480" y="0"/>
                </a:lnTo>
                <a:lnTo>
                  <a:pt x="264960" y="120960"/>
                </a:lnTo>
                <a:close/>
              </a:path>
            </a:pathLst>
          </a:cu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87840" y="1188000"/>
            <a:ext cx="184320" cy="120960"/>
          </a:xfrm>
          <a:prstGeom prst="rect">
            <a:avLst/>
          </a:prstGeom>
          <a:solidFill>
            <a:srgbClr val="E8F4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56960" y="1228320"/>
            <a:ext cx="46080" cy="80640"/>
          </a:xfrm>
          <a:prstGeom prst="rect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48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8CB0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54400" y="388800"/>
            <a:ext cx="331200" cy="151200"/>
          </a:xfrm>
          <a:custGeom>
            <a:avLst/>
            <a:gdLst/>
            <a:ahLst/>
            <a:cxnLst/>
            <a:rect l="l" t="t" r="r" b="b"/>
            <a:pathLst>
              <a:path w="331200" h="151200">
                <a:moveTo>
                  <a:pt x="0" y="151200"/>
                </a:moveTo>
                <a:lnTo>
                  <a:pt x="165600" y="0"/>
                </a:lnTo>
                <a:lnTo>
                  <a:pt x="331200" y="151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04800" y="540000"/>
            <a:ext cx="230400" cy="151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200" y="590400"/>
            <a:ext cx="57600" cy="100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고쳐 쓰는 즐거움을 알려 드립니다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