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1584000" y="36000"/>
            <a:ext cx="1656000" cy="172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8560"/>
              </a:lnSpc>
            </a:pPr>
            <a:r>
              <a:rPr sz="12800" b="1">
                <a:solidFill>
                  <a:srgbClr val="26292D"/>
                </a:solidFill>
                <a:latin typeface="맑은 고딕"/>
                <a:ea typeface="맑은 고딕"/>
              </a:rPr>
              <a:t>마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252000" y="2232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A3A9B5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604800"/>
            <a:ext cx="1656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FFFFFF"/>
                </a:solidFill>
                <a:latin typeface="맑은 고딕"/>
                <a:ea typeface="맑은 고딕"/>
              </a:rPr>
              <a:t>마시현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1008000"/>
            <a:ext cx="1656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A3A9B5"/>
                </a:solidFill>
                <a:latin typeface="맑은 고딕"/>
                <a:ea typeface="맑은 고딕"/>
              </a:rPr>
              <a:t>가구 공방 대표</a:t>
            </a:r>
          </a:p>
        </p:txBody>
      </p:sp>
      <p:sp>
        <p:nvSpPr>
          <p:cNvPr id="6" name="Rectangle 5"/>
          <p:cNvSpPr/>
          <p:nvPr/>
        </p:nvSpPr>
        <p:spPr>
          <a:xfrm>
            <a:off x="252000" y="1231200"/>
            <a:ext cx="144000" cy="18000"/>
          </a:xfrm>
          <a:prstGeom prst="rect">
            <a:avLst/>
          </a:prstGeom>
          <a:solidFill>
            <a:srgbClr val="00B8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52000" y="13500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A3A9B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583200" y="1339200"/>
            <a:ext cx="1296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14724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A3A9B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583200" y="1461600"/>
            <a:ext cx="1296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52000" y="15948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A3A9B5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583200" y="1584000"/>
            <a:ext cx="1296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324000"/>
            <a:ext cx="2520000" cy="79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84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</a:rPr>
              <a:t>고쳐 쓰는 즐거움을</a:t>
            </a:r>
          </a:p>
          <a:p>
            <a:pPr algn="l">
              <a:lnSpc>
                <a:spcPts val="1884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</a:rPr>
              <a:t>알려 드립니다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476000"/>
            <a:ext cx="3240000" cy="324000"/>
          </a:xfrm>
          <a:prstGeom prst="rect">
            <a:avLst/>
          </a:prstGeom>
          <a:solidFill>
            <a:srgbClr val="00B8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1569600"/>
            <a:ext cx="1872000" cy="142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200">
                <a:solidFill>
                  <a:srgbClr val="12151C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5" name="Oval 4"/>
          <p:cNvSpPr/>
          <p:nvPr/>
        </p:nvSpPr>
        <p:spPr>
          <a:xfrm>
            <a:off x="2714400" y="1616400"/>
            <a:ext cx="43200" cy="43200"/>
          </a:xfrm>
          <a:prstGeom prst="ellipse">
            <a:avLst/>
          </a:prstGeom>
          <a:solidFill>
            <a:srgbClr val="1215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822400" y="1616400"/>
            <a:ext cx="43200" cy="43200"/>
          </a:xfrm>
          <a:prstGeom prst="ellipse">
            <a:avLst/>
          </a:prstGeom>
          <a:solidFill>
            <a:srgbClr val="12151C">
              <a:alpha val="5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930400" y="1616400"/>
            <a:ext cx="43200" cy="43200"/>
          </a:xfrm>
          <a:prstGeom prst="ellipse">
            <a:avLst/>
          </a:prstGeom>
          <a:solidFill>
            <a:srgbClr val="12151C">
              <a:alpha val="5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가구 공방 대표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