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5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CAB7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4B59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AAA9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가전 수리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DAAA9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C4B59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5CAB7"/>
                </a:solidFill>
                <a:latin typeface="맑은 고딕"/>
                <a:ea typeface="맑은 고딕"/>
              </a:rPr>
              <a:t>월–토 09:00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