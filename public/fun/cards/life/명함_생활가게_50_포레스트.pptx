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8DCD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8DCD4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8DCD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FBCC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D2A0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FBCC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FBCC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FBCC3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