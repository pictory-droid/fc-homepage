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8ECEC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415A6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50A6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0A6A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15A64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8ECE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9C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9545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5150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547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547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547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547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8F86A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475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475E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9545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