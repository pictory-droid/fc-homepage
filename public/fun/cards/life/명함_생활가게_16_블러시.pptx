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D080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05C5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D080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0808D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E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4C90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65A0A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8240" y="735840"/>
            <a:ext cx="155520" cy="207360"/>
          </a:xfrm>
          <a:prstGeom prst="ellipse">
            <a:avLst/>
          </a:prstGeom>
          <a:noFill/>
          <a:ln w="30240">
            <a:solidFill>
              <a:srgbClr val="3459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840" y="856800"/>
            <a:ext cx="328320" cy="224640"/>
          </a:xfrm>
          <a:prstGeom prst="roundRect">
            <a:avLst>
              <a:gd name="adj" fmla="val 13461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8EAED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B0D7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EED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B0D7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1E3E4"/>
                </a:solidFill>
                <a:latin typeface="맑은 고딕"/>
                <a:ea typeface="맑은 고딕"/>
              </a:rPr>
              <a:t>출장 문의 가능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