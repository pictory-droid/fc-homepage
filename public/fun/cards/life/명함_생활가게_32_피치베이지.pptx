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F7E7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E82C6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15554"/>
                </a:solidFill>
                <a:latin typeface="맑은 고딕"/>
                <a:ea typeface="맑은 고딕"/>
              </a:rPr>
              <a:t>대표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F7E7D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555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555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555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73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FCDE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F1D3C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BFCDE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F1D3C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BFCDE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F1D3C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BFCDE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F1D3C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BFCDE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F1D3C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9ECE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BFCD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F1D3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BFCD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F1D3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7A97D0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7E0F1"/>
                </a:solidFill>
                <a:latin typeface="맑은 고딕"/>
                <a:ea typeface="맑은 고딕"/>
              </a:rPr>
              <a:t>방문 · 전화 상담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