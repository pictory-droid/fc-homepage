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D8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F7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E82C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5554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73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FCDE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F1D3C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FCDE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F1D3C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FCDE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F1D3C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FCDE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F1D3C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FCDE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F1D3C1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9ECE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FC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F1D3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FC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F1D3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7A97D0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7E0F1"/>
                </a:solidFill>
                <a:latin typeface="맑은 고딕"/>
                <a:ea typeface="맑은 고딕"/>
              </a:rPr>
              <a:t>방문 · 전화 상담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