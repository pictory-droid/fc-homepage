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5F6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304000" y="684000"/>
            <a:ext cx="432000" cy="432000"/>
          </a:xfrm>
          <a:prstGeom prst="ellipse">
            <a:avLst/>
          </a:prstGeom>
          <a:noFill/>
          <a:ln w="4320">
            <a:solidFill>
              <a:srgbClr val="55858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124000" y="504000"/>
            <a:ext cx="792000" cy="792000"/>
          </a:xfrm>
          <a:prstGeom prst="ellipse">
            <a:avLst/>
          </a:prstGeom>
          <a:noFill/>
          <a:ln w="4320">
            <a:solidFill>
              <a:srgbClr val="55858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980000" y="360000"/>
            <a:ext cx="1080000" cy="1080000"/>
          </a:xfrm>
          <a:prstGeom prst="ellipse">
            <a:avLst/>
          </a:prstGeom>
          <a:noFill/>
          <a:ln w="4320">
            <a:solidFill>
              <a:srgbClr val="55858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872000" y="252000"/>
            <a:ext cx="1296000" cy="1296000"/>
          </a:xfrm>
          <a:prstGeom prst="ellipse">
            <a:avLst/>
          </a:prstGeom>
          <a:noFill/>
          <a:ln w="4320">
            <a:solidFill>
              <a:srgbClr val="9AB7B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469600" y="849600"/>
            <a:ext cx="100800" cy="100800"/>
          </a:xfrm>
          <a:prstGeom prst="ellipse">
            <a:avLst/>
          </a:prstGeom>
          <a:solidFill>
            <a:srgbClr val="9AB7B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955600" y="421200"/>
            <a:ext cx="43200" cy="43200"/>
          </a:xfrm>
          <a:prstGeom prst="ellipse">
            <a:avLst/>
          </a:prstGeom>
          <a:solidFill>
            <a:srgbClr val="9AB7B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B7CCD0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61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엄OO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86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B7CCD0"/>
                </a:solidFill>
                <a:latin typeface="맑은 고딕"/>
                <a:ea typeface="맑은 고딕"/>
              </a:rPr>
              <a:t>수리 기사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2000" y="1080000"/>
            <a:ext cx="129600" cy="14400"/>
          </a:xfrm>
          <a:prstGeom prst="rect">
            <a:avLst/>
          </a:prstGeom>
          <a:solidFill>
            <a:srgbClr val="9AB7B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252000" y="1213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B7CCD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583200" y="1202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52000" y="13428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B7CCD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583200" y="13320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52000" y="14724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B7CCD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583200" y="14616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4B4339"/>
                </a:solidFill>
                <a:latin typeface="맑은 고딕"/>
                <a:ea typeface="맑은 고딕"/>
              </a:rPr>
              <a:t>취급 품목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2000" y="388800"/>
            <a:ext cx="2736000" cy="0"/>
          </a:xfrm>
          <a:prstGeom prst="line">
            <a:avLst/>
          </a:prstGeom>
          <a:ln w="3600">
            <a:solidFill>
              <a:srgbClr val="E6DED5"/>
            </a:solidFill>
          </a:ln>
        </p:spPr>
      </p:cxnSp>
      <p:sp>
        <p:nvSpPr>
          <p:cNvPr id="4" name="텍스트"/>
          <p:cNvSpPr txBox="1"/>
          <p:nvPr/>
        </p:nvSpPr>
        <p:spPr>
          <a:xfrm>
            <a:off x="252000" y="4680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9E8363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475200" y="4572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4171D"/>
                </a:solidFill>
                <a:latin typeface="맑은 고딕"/>
                <a:ea typeface="맑은 고딕"/>
              </a:rPr>
              <a:t>정기 구독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691200"/>
            <a:ext cx="1296000" cy="0"/>
          </a:xfrm>
          <a:prstGeom prst="line">
            <a:avLst/>
          </a:prstGeom>
          <a:ln w="3600">
            <a:solidFill>
              <a:srgbClr val="E6DED5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1656000" y="4680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9E8363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879200" y="4572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4171D"/>
                </a:solidFill>
                <a:latin typeface="맑은 고딕"/>
                <a:ea typeface="맑은 고딕"/>
              </a:rPr>
              <a:t>가전 수리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656000" y="691200"/>
            <a:ext cx="1296000" cy="0"/>
          </a:xfrm>
          <a:prstGeom prst="line">
            <a:avLst/>
          </a:prstGeom>
          <a:ln w="3600">
            <a:solidFill>
              <a:srgbClr val="E6DED5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8136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9E8363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475200" y="8028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4171D"/>
                </a:solidFill>
                <a:latin typeface="맑은 고딕"/>
                <a:ea typeface="맑은 고딕"/>
              </a:rPr>
              <a:t>방문 견적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036800"/>
            <a:ext cx="1296000" cy="0"/>
          </a:xfrm>
          <a:prstGeom prst="line">
            <a:avLst/>
          </a:prstGeom>
          <a:ln w="3600">
            <a:solidFill>
              <a:srgbClr val="E6DED5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569600"/>
            <a:ext cx="136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4B4339"/>
                </a:solidFill>
                <a:latin typeface="맑은 고딕"/>
                <a:ea typeface="맑은 고딕"/>
              </a:rPr>
              <a:t>평일 09:00 – 19:00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620000" y="1569600"/>
            <a:ext cx="136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69"/>
              </a:lnSpc>
            </a:pPr>
            <a:r>
              <a:rPr sz="600" b="0">
                <a:solidFill>
                  <a:srgbClr val="4B4339"/>
                </a:solidFill>
                <a:latin typeface="맑은 고딕"/>
                <a:ea typeface="맑은 고딕"/>
              </a:rPr>
              <a:t>blog.example.com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수리 기사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