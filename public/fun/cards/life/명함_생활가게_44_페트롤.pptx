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5F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55858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55858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55858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9AB7B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9AB7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9AB7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B7CCD0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엄OO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B7CCD0"/>
                </a:solidFill>
                <a:latin typeface="맑은 고딕"/>
                <a:ea typeface="맑은 고딕"/>
              </a:rPr>
              <a:t>수리 기사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9AB7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B7CCD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B7CCD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B7CCD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B4339"/>
                </a:solidFill>
                <a:latin typeface="맑은 고딕"/>
                <a:ea typeface="맑은 고딕"/>
              </a:rPr>
              <a:t>취급 품목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E6DED5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9E8363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4171D"/>
                </a:solidFill>
                <a:latin typeface="맑은 고딕"/>
                <a:ea typeface="맑은 고딕"/>
              </a:rPr>
              <a:t>정기 구독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E6DED5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9E8363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4171D"/>
                </a:solidFill>
                <a:latin typeface="맑은 고딕"/>
                <a:ea typeface="맑은 고딕"/>
              </a:rPr>
              <a:t>가전 수리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E6DED5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9E8363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4171D"/>
                </a:solidFill>
                <a:latin typeface="맑은 고딕"/>
                <a:ea typeface="맑은 고딕"/>
              </a:rPr>
              <a:t>방문 견적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E6DED5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4B4339"/>
                </a:solidFill>
                <a:latin typeface="맑은 고딕"/>
                <a:ea typeface="맑은 고딕"/>
              </a:rPr>
              <a:t>평일 09:00 – 19:00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4B4339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수리 기사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