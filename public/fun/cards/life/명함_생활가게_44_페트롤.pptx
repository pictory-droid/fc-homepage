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5585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9AB7B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7CCD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7CCD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B4339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9E836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B4339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B433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