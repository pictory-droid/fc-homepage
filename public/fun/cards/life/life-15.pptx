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C8E0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FFFFFF"/>
                </a:solidFill>
                <a:latin typeface="바탕"/>
                <a:ea typeface="바탕"/>
              </a:rPr>
              <a:t>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8C685D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5B2315"/>
                </a:solidFill>
                <a:latin typeface="바탕"/>
                <a:ea typeface="바탕"/>
              </a:rPr>
              <a:t>권다은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327B65"/>
                </a:solidFill>
                <a:latin typeface="맑은 고딕"/>
                <a:ea typeface="맑은 고딕"/>
              </a:rPr>
              <a:t>인테리어 디자이너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27B65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B2315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27B65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B2315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27B65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B231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2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" cy="1800000"/>
          </a:xfrm>
          <a:prstGeom prst="rect">
            <a:avLst/>
          </a:prstGeom>
          <a:solidFill>
            <a:srgbClr val="C578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89280" y="218592"/>
            <a:ext cx="69696" cy="69696"/>
          </a:xfrm>
          <a:prstGeom prst="line">
            <a:avLst/>
          </a:prstGeom>
          <a:ln w="23760">
            <a:solidFill>
              <a:srgbClr val="FFFFFF"/>
            </a:solidFill>
          </a:ln>
        </p:spPr>
      </p:cxnSp>
      <p:sp>
        <p:nvSpPr>
          <p:cNvPr id="4" name="Oval 3"/>
          <p:cNvSpPr/>
          <p:nvPr/>
        </p:nvSpPr>
        <p:spPr>
          <a:xfrm>
            <a:off x="139968" y="171072"/>
            <a:ext cx="63360" cy="63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04000" y="396000"/>
            <a:ext cx="180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작은 수리에도 큰 책임을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504000" y="1260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C6B2AD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  <a:ln w="9000">
            <a:solidFill>
              <a:srgbClr val="C5786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C6B2AD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인테리어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