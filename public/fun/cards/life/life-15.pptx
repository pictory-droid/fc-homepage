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0F1F40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0F1F4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0F1F4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F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3B59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작은 수리에도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큰 책임을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C9D1E2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