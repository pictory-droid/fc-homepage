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EDEDE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EDEDE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EDEDE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매일 10:00 – 20:00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