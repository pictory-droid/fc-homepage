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4C5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8E6E6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4C50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0B4C5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3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