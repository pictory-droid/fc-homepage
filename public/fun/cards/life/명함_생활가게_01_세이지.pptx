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5B7FA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CAF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CF0E8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809AB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9E1EA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