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C27B2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4B8B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B8B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B8BF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4B8B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