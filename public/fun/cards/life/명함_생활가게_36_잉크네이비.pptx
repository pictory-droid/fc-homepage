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1B2A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55200" y="907200"/>
            <a:ext cx="129600" cy="172800"/>
          </a:xfrm>
          <a:prstGeom prst="ellipse">
            <a:avLst/>
          </a:prstGeom>
          <a:noFill/>
          <a:ln w="25200">
            <a:solidFill>
              <a:srgbClr val="8D94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83200" y="1008000"/>
            <a:ext cx="273600" cy="18720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71E2E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171E2E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BFC3C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1E2E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1E2E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1E2E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565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ECEBB"/>
                </a:solidFill>
                <a:latin typeface="맑은 고딕"/>
                <a:ea typeface="맑은 고딕"/>
              </a:rPr>
              <a:t>취급 품목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FFFFF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ABAA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8A8A5F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ABAA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8A8A5F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ABAA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8A8A5F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BABAA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가구 제작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8A8A5F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CECEBB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CECEBB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