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3240000" cy="1800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F7A8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2304000" y="684000"/>
            <a:ext cx="432000" cy="432000"/>
          </a:xfrm>
          <a:prstGeom prst="ellipse">
            <a:avLst/>
          </a:prstGeom>
          <a:noFill/>
          <a:ln w="4320">
            <a:solidFill>
              <a:srgbClr val="599D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2124000" y="504000"/>
            <a:ext cx="792000" cy="792000"/>
          </a:xfrm>
          <a:prstGeom prst="ellipse">
            <a:avLst/>
          </a:prstGeom>
          <a:noFill/>
          <a:ln w="4320">
            <a:solidFill>
              <a:srgbClr val="599D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1980000" y="360000"/>
            <a:ext cx="1080000" cy="1080000"/>
          </a:xfrm>
          <a:prstGeom prst="ellipse">
            <a:avLst/>
          </a:prstGeom>
          <a:noFill/>
          <a:ln w="4320">
            <a:solidFill>
              <a:srgbClr val="599DA1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872000" y="252000"/>
            <a:ext cx="1296000" cy="1296000"/>
          </a:xfrm>
          <a:prstGeom prst="ellipse">
            <a:avLst/>
          </a:prstGeom>
          <a:noFill/>
          <a:ln w="4320">
            <a:solidFill>
              <a:srgbClr val="A5CACC"/>
            </a:solidFill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2469600" y="849600"/>
            <a:ext cx="100800" cy="1008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2955600" y="421200"/>
            <a:ext cx="43200" cy="43200"/>
          </a:xfrm>
          <a:prstGeom prst="ellipse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8" name="텍스트"/>
          <p:cNvSpPr txBox="1"/>
          <p:nvPr/>
        </p:nvSpPr>
        <p:spPr>
          <a:xfrm>
            <a:off x="252000" y="252000"/>
            <a:ext cx="1512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1" spc="220">
                <a:solidFill>
                  <a:srgbClr val="F5E1E6"/>
                </a:solidFill>
                <a:latin typeface="맑은 고딕"/>
                <a:ea typeface="맑은 고딕"/>
              </a:rPr>
              <a:t>상호명</a:t>
            </a:r>
          </a:p>
        </p:txBody>
      </p:sp>
      <p:sp>
        <p:nvSpPr>
          <p:cNvPr id="9" name="텍스트"/>
          <p:cNvSpPr txBox="1"/>
          <p:nvPr/>
        </p:nvSpPr>
        <p:spPr>
          <a:xfrm>
            <a:off x="252000" y="612000"/>
            <a:ext cx="1800000" cy="23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957"/>
              </a:lnSpc>
            </a:pPr>
            <a:r>
              <a:rPr sz="1350" b="1" spc="120">
                <a:solidFill>
                  <a:srgbClr val="FFFFFF"/>
                </a:solidFill>
                <a:latin typeface="맑은 고딕"/>
                <a:ea typeface="맑은 고딕"/>
              </a:rPr>
              <a:t>엄OO</a:t>
            </a:r>
          </a:p>
        </p:txBody>
      </p:sp>
      <p:sp>
        <p:nvSpPr>
          <p:cNvPr id="10" name="텍스트"/>
          <p:cNvSpPr txBox="1"/>
          <p:nvPr/>
        </p:nvSpPr>
        <p:spPr>
          <a:xfrm>
            <a:off x="252000" y="864000"/>
            <a:ext cx="1800000" cy="13335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15"/>
              </a:lnSpc>
            </a:pPr>
            <a:r>
              <a:rPr sz="700" b="0" spc="60">
                <a:solidFill>
                  <a:srgbClr val="CEE2E3"/>
                </a:solidFill>
                <a:latin typeface="맑은 고딕"/>
                <a:ea typeface="맑은 고딕"/>
              </a:rPr>
              <a:t>수리 기사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52000" y="1080000"/>
            <a:ext cx="129600" cy="14400"/>
          </a:xfrm>
          <a:prstGeom prst="rect">
            <a:avLst/>
          </a:prstGeom>
          <a:solidFill>
            <a:srgbClr val="A5CACC"/>
          </a:solidFill>
          <a:ln>
            <a:noFill/>
          </a:ln>
        </p:spPr>
        <p:txBody>
          <a:bodyPr rtlCol="0" anchor="ctr"/>
          <a:lstStyle/>
          <a:p>
            <a:pPr algn="ctr"/>
          </a:p>
        </p:txBody>
      </p:sp>
      <p:sp>
        <p:nvSpPr>
          <p:cNvPr id="12" name="텍스트"/>
          <p:cNvSpPr txBox="1"/>
          <p:nvPr/>
        </p:nvSpPr>
        <p:spPr>
          <a:xfrm>
            <a:off x="252000" y="12132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E2E3"/>
                </a:solidFill>
                <a:latin typeface="맑은 고딕"/>
                <a:ea typeface="맑은 고딕"/>
              </a:rPr>
              <a:t>TEL</a:t>
            </a:r>
          </a:p>
        </p:txBody>
      </p:sp>
      <p:sp>
        <p:nvSpPr>
          <p:cNvPr id="13" name="텍스트"/>
          <p:cNvSpPr txBox="1"/>
          <p:nvPr/>
        </p:nvSpPr>
        <p:spPr>
          <a:xfrm>
            <a:off x="583200" y="12024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010-1234-5678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252000" y="13428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E2E3"/>
                </a:solidFill>
                <a:latin typeface="맑은 고딕"/>
                <a:ea typeface="맑은 고딕"/>
              </a:rPr>
              <a:t>MAIL</a:t>
            </a:r>
          </a:p>
        </p:txBody>
      </p:sp>
      <p:sp>
        <p:nvSpPr>
          <p:cNvPr id="15" name="텍스트"/>
          <p:cNvSpPr txBox="1"/>
          <p:nvPr/>
        </p:nvSpPr>
        <p:spPr>
          <a:xfrm>
            <a:off x="583200" y="13320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name@example.com</a:t>
            </a:r>
          </a:p>
        </p:txBody>
      </p:sp>
      <p:sp>
        <p:nvSpPr>
          <p:cNvPr id="16" name="텍스트"/>
          <p:cNvSpPr txBox="1"/>
          <p:nvPr/>
        </p:nvSpPr>
        <p:spPr>
          <a:xfrm>
            <a:off x="252000" y="1472400"/>
            <a:ext cx="331200" cy="9144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696"/>
              </a:lnSpc>
            </a:pPr>
            <a:r>
              <a:rPr sz="480" b="1" spc="140">
                <a:solidFill>
                  <a:srgbClr val="CEE2E3"/>
                </a:solidFill>
                <a:latin typeface="맑은 고딕"/>
                <a:ea typeface="맑은 고딕"/>
              </a:rPr>
              <a:t>ADDR</a:t>
            </a:r>
          </a:p>
        </p:txBody>
      </p:sp>
      <p:sp>
        <p:nvSpPr>
          <p:cNvPr id="17" name="텍스트"/>
          <p:cNvSpPr txBox="1"/>
          <p:nvPr/>
        </p:nvSpPr>
        <p:spPr>
          <a:xfrm>
            <a:off x="583200" y="1461600"/>
            <a:ext cx="1188000" cy="12382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942"/>
              </a:lnSpc>
            </a:pPr>
            <a:r>
              <a:rPr sz="650" b="0">
                <a:solidFill>
                  <a:srgbClr val="FFFFFF"/>
                </a:solidFill>
                <a:latin typeface="맑은 고딕"/>
                <a:ea typeface="맑은 고딕"/>
              </a:rPr>
              <a:t>주소를 입력해 주세요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AF1F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텍스트"/>
          <p:cNvSpPr txBox="1"/>
          <p:nvPr/>
        </p:nvSpPr>
        <p:spPr>
          <a:xfrm>
            <a:off x="252000" y="223200"/>
            <a:ext cx="1080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240">
                <a:solidFill>
                  <a:srgbClr val="1F7A80"/>
                </a:solidFill>
                <a:latin typeface="맑은 고딕"/>
                <a:ea typeface="맑은 고딕"/>
              </a:rPr>
              <a:t>취급 품목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252000" y="388800"/>
            <a:ext cx="273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4" name="텍스트"/>
          <p:cNvSpPr txBox="1"/>
          <p:nvPr/>
        </p:nvSpPr>
        <p:spPr>
          <a:xfrm>
            <a:off x="252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47C93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텍스트"/>
          <p:cNvSpPr txBox="1"/>
          <p:nvPr/>
        </p:nvSpPr>
        <p:spPr>
          <a:xfrm>
            <a:off x="475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정기 구독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252000" y="691200"/>
            <a:ext cx="129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7" name="텍스트"/>
          <p:cNvSpPr txBox="1"/>
          <p:nvPr/>
        </p:nvSpPr>
        <p:spPr>
          <a:xfrm>
            <a:off x="1656000" y="4680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47C93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8" name="텍스트"/>
          <p:cNvSpPr txBox="1"/>
          <p:nvPr/>
        </p:nvSpPr>
        <p:spPr>
          <a:xfrm>
            <a:off x="1879200" y="4572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가전 수리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1656000" y="691200"/>
            <a:ext cx="129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10" name="텍스트"/>
          <p:cNvSpPr txBox="1"/>
          <p:nvPr/>
        </p:nvSpPr>
        <p:spPr>
          <a:xfrm>
            <a:off x="252000" y="813600"/>
            <a:ext cx="216000" cy="9906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754"/>
              </a:lnSpc>
            </a:pPr>
            <a:r>
              <a:rPr sz="520" b="1" spc="100">
                <a:solidFill>
                  <a:srgbClr val="D47C93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1" name="텍스트"/>
          <p:cNvSpPr txBox="1"/>
          <p:nvPr/>
        </p:nvSpPr>
        <p:spPr>
          <a:xfrm>
            <a:off x="475200" y="802800"/>
            <a:ext cx="1152000" cy="14097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1073"/>
              </a:lnSpc>
            </a:pPr>
            <a:r>
              <a:rPr sz="740" b="0">
                <a:solidFill>
                  <a:srgbClr val="1B2230"/>
                </a:solidFill>
                <a:latin typeface="맑은 고딕"/>
                <a:ea typeface="맑은 고딕"/>
              </a:rPr>
              <a:t>방문 견적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52000" y="1036800"/>
            <a:ext cx="1296000" cy="0"/>
          </a:xfrm>
          <a:prstGeom prst="line">
            <a:avLst/>
          </a:prstGeom>
          <a:ln w="3600">
            <a:solidFill>
              <a:srgbClr val="F2D8DF"/>
            </a:solidFill>
          </a:ln>
        </p:spPr>
      </p:cxnSp>
      <p:sp>
        <p:nvSpPr>
          <p:cNvPr id="13" name="텍스트"/>
          <p:cNvSpPr txBox="1"/>
          <p:nvPr/>
        </p:nvSpPr>
        <p:spPr>
          <a:xfrm>
            <a:off x="252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ts val="869"/>
              </a:lnSpc>
            </a:pPr>
            <a:r>
              <a:rPr sz="600" b="0">
                <a:solidFill>
                  <a:srgbClr val="5C4656"/>
                </a:solidFill>
                <a:latin typeface="맑은 고딕"/>
                <a:ea typeface="맑은 고딕"/>
              </a:rPr>
              <a:t>방문 · 전화 상담</a:t>
            </a:r>
          </a:p>
        </p:txBody>
      </p:sp>
      <p:sp>
        <p:nvSpPr>
          <p:cNvPr id="14" name="텍스트"/>
          <p:cNvSpPr txBox="1"/>
          <p:nvPr/>
        </p:nvSpPr>
        <p:spPr>
          <a:xfrm>
            <a:off x="1620000" y="1569600"/>
            <a:ext cx="1368000" cy="114301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ts val="869"/>
              </a:lnSpc>
            </a:pPr>
            <a:r>
              <a:rPr sz="600" b="0">
                <a:solidFill>
                  <a:srgbClr val="5C4656"/>
                </a:solidFill>
                <a:latin typeface="맑은 고딕"/>
                <a:ea typeface="맑은 고딕"/>
              </a:rPr>
              <a:t>blog.example.com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수리 기사 명함 서식</dc:title>
  <dc:subject>편집용 명함 서식</dc:subject>
  <dc:creator>반딧불이의 곳간</dc:creator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