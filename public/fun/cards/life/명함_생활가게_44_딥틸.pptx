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599D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599D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599D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A5CA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5E1E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EE2E3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E2E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E2E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E2E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7A80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47C9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47C9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47C9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C4656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5C4656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