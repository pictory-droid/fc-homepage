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6D3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C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8B7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2858A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696D"/>
                </a:solidFill>
                <a:latin typeface="맑은 고딕"/>
                <a:ea typeface="맑은 고딕"/>
              </a:rPr>
              <a:t>출장 문의 가능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