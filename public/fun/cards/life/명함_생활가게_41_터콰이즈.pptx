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2A2F3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2A2F3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2A2F3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00C2C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00C2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00C2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나윤서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플로리스트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00C2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C2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0E3B40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12151C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생화 · 꽃다발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12151C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소품 · 문구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12151C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이사 정리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077D7E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E3B4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매일 10:00 – 20:00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E3B40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0E3B40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플로리스트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