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658960" y="239760"/>
            <a:ext cx="24480" cy="24480"/>
          </a:xfrm>
          <a:prstGeom prst="ellipse">
            <a:avLst/>
          </a:prstGeom>
          <a:solidFill>
            <a:srgbClr val="FFA0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658960" y="333360"/>
            <a:ext cx="24480" cy="2448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658960" y="426960"/>
            <a:ext cx="24480" cy="2448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658960" y="520560"/>
            <a:ext cx="24480" cy="2448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52560" y="239760"/>
            <a:ext cx="24480" cy="2448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752560" y="333360"/>
            <a:ext cx="24480" cy="2448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752560" y="426960"/>
            <a:ext cx="24480" cy="2448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752560" y="520560"/>
            <a:ext cx="24480" cy="24480"/>
          </a:xfrm>
          <a:prstGeom prst="ellipse">
            <a:avLst/>
          </a:prstGeom>
          <a:solidFill>
            <a:srgbClr val="FFA0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846160" y="239760"/>
            <a:ext cx="24480" cy="2448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846160" y="333360"/>
            <a:ext cx="24480" cy="2448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846160" y="426960"/>
            <a:ext cx="24480" cy="24480"/>
          </a:xfrm>
          <a:prstGeom prst="ellipse">
            <a:avLst/>
          </a:prstGeom>
          <a:solidFill>
            <a:srgbClr val="FFA0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846160" y="520560"/>
            <a:ext cx="24480" cy="2448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939760" y="239760"/>
            <a:ext cx="24480" cy="2448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939760" y="333360"/>
            <a:ext cx="24480" cy="24480"/>
          </a:xfrm>
          <a:prstGeom prst="ellipse">
            <a:avLst/>
          </a:prstGeom>
          <a:solidFill>
            <a:srgbClr val="FFA0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939760" y="426960"/>
            <a:ext cx="24480" cy="2448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2939760" y="520560"/>
            <a:ext cx="24480" cy="2448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033360" y="239760"/>
            <a:ext cx="24480" cy="24480"/>
          </a:xfrm>
          <a:prstGeom prst="ellipse">
            <a:avLst/>
          </a:prstGeom>
          <a:solidFill>
            <a:srgbClr val="FFA0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033360" y="333360"/>
            <a:ext cx="24480" cy="2448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033360" y="426960"/>
            <a:ext cx="24480" cy="2448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033360" y="520560"/>
            <a:ext cx="24480" cy="2448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252000" y="237600"/>
            <a:ext cx="799803" cy="165600"/>
          </a:xfrm>
          <a:prstGeom prst="roundRect">
            <a:avLst>
              <a:gd name="adj" fmla="val 50000"/>
            </a:avLst>
          </a:prstGeom>
          <a:noFill/>
          <a:ln w="5760">
            <a:solidFill>
              <a:srgbClr val="FFA0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텍스트"/>
          <p:cNvSpPr txBox="1"/>
          <p:nvPr/>
        </p:nvSpPr>
        <p:spPr>
          <a:xfrm>
            <a:off x="252000" y="237600"/>
            <a:ext cx="799803" cy="16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56"/>
              </a:lnSpc>
            </a:pPr>
            <a:r>
              <a:rPr sz="660" b="1" spc="80">
                <a:solidFill>
                  <a:srgbClr val="12151C"/>
                </a:solidFill>
                <a:latin typeface="맑은 고딕"/>
                <a:ea typeface="맑은 고딕"/>
              </a:rPr>
              <a:t>세탁소 사장</a:t>
            </a:r>
          </a:p>
        </p:txBody>
      </p:sp>
      <p:sp>
        <p:nvSpPr>
          <p:cNvPr id="24" name="텍스트"/>
          <p:cNvSpPr txBox="1"/>
          <p:nvPr/>
        </p:nvSpPr>
        <p:spPr>
          <a:xfrm>
            <a:off x="252000" y="583200"/>
            <a:ext cx="216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2151C"/>
                </a:solidFill>
                <a:latin typeface="맑은 고딕"/>
                <a:ea typeface="맑은 고딕"/>
              </a:rPr>
              <a:t>표세진</a:t>
            </a:r>
          </a:p>
        </p:txBody>
      </p:sp>
      <p:sp>
        <p:nvSpPr>
          <p:cNvPr id="25" name="텍스트"/>
          <p:cNvSpPr txBox="1"/>
          <p:nvPr/>
        </p:nvSpPr>
        <p:spPr>
          <a:xfrm>
            <a:off x="252000" y="878400"/>
            <a:ext cx="180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B7280"/>
                </a:solidFill>
                <a:latin typeface="맑은 고딕"/>
                <a:ea typeface="맑은 고딕"/>
              </a:rPr>
              <a:t>상호명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252000" y="1144800"/>
            <a:ext cx="27360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27" name="텍스트"/>
          <p:cNvSpPr txBox="1"/>
          <p:nvPr/>
        </p:nvSpPr>
        <p:spPr>
          <a:xfrm>
            <a:off x="252000" y="12420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28" name="텍스트"/>
          <p:cNvSpPr txBox="1"/>
          <p:nvPr/>
        </p:nvSpPr>
        <p:spPr>
          <a:xfrm>
            <a:off x="583200" y="12312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29" name="텍스트"/>
          <p:cNvSpPr txBox="1"/>
          <p:nvPr/>
        </p:nvSpPr>
        <p:spPr>
          <a:xfrm>
            <a:off x="252000" y="13716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30" name="텍스트"/>
          <p:cNvSpPr txBox="1"/>
          <p:nvPr/>
        </p:nvSpPr>
        <p:spPr>
          <a:xfrm>
            <a:off x="583200" y="13608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31" name="텍스트"/>
          <p:cNvSpPr txBox="1"/>
          <p:nvPr/>
        </p:nvSpPr>
        <p:spPr>
          <a:xfrm>
            <a:off x="252000" y="15012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32" name="텍스트"/>
          <p:cNvSpPr txBox="1"/>
          <p:nvPr/>
        </p:nvSpPr>
        <p:spPr>
          <a:xfrm>
            <a:off x="583200" y="14904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2955600" y="1584000"/>
            <a:ext cx="648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cxnSp>
        <p:nvCxnSpPr>
          <p:cNvPr id="34" name="Connector 33"/>
          <p:cNvCxnSpPr/>
          <p:nvPr/>
        </p:nvCxnSpPr>
        <p:spPr>
          <a:xfrm>
            <a:off x="2988000" y="1551600"/>
            <a:ext cx="0" cy="6480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93600" y="122400"/>
            <a:ext cx="576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122400" y="93600"/>
            <a:ext cx="0" cy="5760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3088800" y="122400"/>
            <a:ext cx="576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3117600" y="93600"/>
            <a:ext cx="0" cy="5760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93600" y="1677600"/>
            <a:ext cx="576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122400" y="1648800"/>
            <a:ext cx="0" cy="5760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3088800" y="1677600"/>
            <a:ext cx="576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cxnSp>
        <p:nvCxnSpPr>
          <p:cNvPr id="9" name="Connector 8"/>
          <p:cNvCxnSpPr/>
          <p:nvPr/>
        </p:nvCxnSpPr>
        <p:spPr>
          <a:xfrm>
            <a:off x="3117600" y="1648800"/>
            <a:ext cx="0" cy="5760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360000" y="331200"/>
            <a:ext cx="252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754"/>
              </a:lnSpc>
            </a:pPr>
            <a:r>
              <a:rPr sz="520" b="1" spc="240">
                <a:solidFill>
                  <a:srgbClr val="6B7280"/>
                </a:solidFill>
                <a:latin typeface="맑은 고딕"/>
                <a:ea typeface="맑은 고딕"/>
              </a:rPr>
              <a:t>취급 품목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530000" y="453600"/>
            <a:ext cx="180000" cy="14400"/>
          </a:xfrm>
          <a:prstGeom prst="rect">
            <a:avLst/>
          </a:prstGeom>
          <a:solidFill>
            <a:srgbClr val="FFA0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360000" y="684000"/>
            <a:ext cx="630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12151C"/>
                </a:solidFill>
                <a:latin typeface="맑은 고딕"/>
                <a:ea typeface="맑은 고딕"/>
              </a:rPr>
              <a:t>도어락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990000" y="684000"/>
            <a:ext cx="630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12151C"/>
                </a:solidFill>
                <a:latin typeface="맑은 고딕"/>
                <a:ea typeface="맑은 고딕"/>
              </a:rPr>
              <a:t>인테리어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90000" y="676800"/>
            <a:ext cx="0" cy="23040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15" name="텍스트"/>
          <p:cNvSpPr txBox="1"/>
          <p:nvPr/>
        </p:nvSpPr>
        <p:spPr>
          <a:xfrm>
            <a:off x="1620000" y="684000"/>
            <a:ext cx="630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12151C"/>
                </a:solidFill>
                <a:latin typeface="맑은 고딕"/>
                <a:ea typeface="맑은 고딕"/>
              </a:rPr>
              <a:t>가구 제작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620000" y="676800"/>
            <a:ext cx="0" cy="23040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17" name="텍스트"/>
          <p:cNvSpPr txBox="1"/>
          <p:nvPr/>
        </p:nvSpPr>
        <p:spPr>
          <a:xfrm>
            <a:off x="2250000" y="684000"/>
            <a:ext cx="630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12151C"/>
                </a:solidFill>
                <a:latin typeface="맑은 고딕"/>
                <a:ea typeface="맑은 고딕"/>
              </a:rPr>
              <a:t>이사 정리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250000" y="676800"/>
            <a:ext cx="0" cy="23040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cxnSp>
        <p:nvCxnSpPr>
          <p:cNvPr id="19" name="Connector 18"/>
          <p:cNvCxnSpPr/>
          <p:nvPr/>
        </p:nvCxnSpPr>
        <p:spPr>
          <a:xfrm>
            <a:off x="360000" y="1159200"/>
            <a:ext cx="25200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20" name="텍스트"/>
          <p:cNvSpPr txBox="1"/>
          <p:nvPr/>
        </p:nvSpPr>
        <p:spPr>
          <a:xfrm>
            <a:off x="360000" y="12456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12151C"/>
                </a:solidFill>
                <a:latin typeface="맑은 고딕"/>
                <a:ea typeface="맑은 고딕"/>
              </a:rPr>
              <a:t>월–토 09:00 – 18:00</a:t>
            </a:r>
          </a:p>
        </p:txBody>
      </p:sp>
      <p:sp>
        <p:nvSpPr>
          <p:cNvPr id="21" name="텍스트"/>
          <p:cNvSpPr txBox="1"/>
          <p:nvPr/>
        </p:nvSpPr>
        <p:spPr>
          <a:xfrm>
            <a:off x="1656000" y="12456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12151C"/>
                </a:solidFill>
                <a:latin typeface="맑은 고딕"/>
                <a:ea typeface="맑은 고딕"/>
              </a:rPr>
              <a:t>WEB  www.example.com</a:t>
            </a:r>
          </a:p>
        </p:txBody>
      </p:sp>
      <p:sp>
        <p:nvSpPr>
          <p:cNvPr id="22" name="텍스트"/>
          <p:cNvSpPr txBox="1"/>
          <p:nvPr/>
        </p:nvSpPr>
        <p:spPr>
          <a:xfrm>
            <a:off x="360000" y="15264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1" spc="220">
                <a:solidFill>
                  <a:srgbClr val="6B7280"/>
                </a:solidFill>
                <a:latin typeface="맑은 고딕"/>
                <a:ea typeface="맑은 고딕"/>
              </a:rPr>
              <a:t>상호명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세탁소 사장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