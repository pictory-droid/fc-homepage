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FFA0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FFA0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FFA0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FFA0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FFA0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799803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FFA07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799803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2151C"/>
                </a:solidFill>
                <a:latin typeface="맑은 고딕"/>
                <a:ea typeface="맑은 고딕"/>
              </a:rPr>
              <a:t>세탁소 사장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표세진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A0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도어락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인테리어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가구 제작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이사 정리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월–토 09:00 – 18:00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WEB  www.example.com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세탁소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