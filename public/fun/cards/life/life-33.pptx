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99072" y="201024"/>
            <a:ext cx="89856" cy="15206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4320000">
            <a:off x="2877956" y="258337"/>
            <a:ext cx="89856" cy="15206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8640000">
            <a:off x="2847825" y="351071"/>
            <a:ext cx="89856" cy="15206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2960000">
            <a:off x="2750319" y="351071"/>
            <a:ext cx="89856" cy="15206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7280000">
            <a:off x="2720188" y="258337"/>
            <a:ext cx="89856" cy="15206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805984" y="321984"/>
            <a:ext cx="76032" cy="76032"/>
          </a:xfrm>
          <a:prstGeom prst="ellipse">
            <a:avLst/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FFFFFF"/>
                </a:solidFill>
                <a:latin typeface="맑은 고딕"/>
                <a:ea typeface="맑은 고딕"/>
              </a:rPr>
              <a:t>표세진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세탁소 사장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86F7F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96E99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9466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96E99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9466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96E9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9466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946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4080" y="171360"/>
            <a:ext cx="411840" cy="696960"/>
          </a:xfrm>
          <a:prstGeom prst="ellipse">
            <a:avLst/>
          </a:prstGeom>
          <a:solidFill>
            <a:srgbClr val="8B9B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4320000">
            <a:off x="1775634" y="434044"/>
            <a:ext cx="411840" cy="696960"/>
          </a:xfrm>
          <a:prstGeom prst="ellipse">
            <a:avLst/>
          </a:prstGeom>
          <a:solidFill>
            <a:srgbClr val="8B9B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8640000">
            <a:off x="1637532" y="859076"/>
            <a:ext cx="411840" cy="696960"/>
          </a:xfrm>
          <a:prstGeom prst="ellipse">
            <a:avLst/>
          </a:prstGeom>
          <a:solidFill>
            <a:srgbClr val="8B9B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2960000">
            <a:off x="1190628" y="859076"/>
            <a:ext cx="411840" cy="696960"/>
          </a:xfrm>
          <a:prstGeom prst="ellipse">
            <a:avLst/>
          </a:prstGeom>
          <a:solidFill>
            <a:srgbClr val="8B9B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7280000">
            <a:off x="1052526" y="434044"/>
            <a:ext cx="411840" cy="696960"/>
          </a:xfrm>
          <a:prstGeom prst="ellipse">
            <a:avLst/>
          </a:prstGeom>
          <a:solidFill>
            <a:srgbClr val="8B9B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45760" y="725760"/>
            <a:ext cx="348480" cy="348480"/>
          </a:xfrm>
          <a:prstGeom prst="ellipse">
            <a:avLst/>
          </a:prstGeom>
          <a:solidFill>
            <a:srgbClr val="5964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39466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한결같이 문을 여는 가게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8B9B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BABEC7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세탁소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