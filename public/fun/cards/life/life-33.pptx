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30400"/>
            <a:ext cx="899704" cy="180000"/>
          </a:xfrm>
          <a:prstGeom prst="roundRect">
            <a:avLst>
              <a:gd name="adj" fmla="val 50000"/>
            </a:avLst>
          </a:prstGeom>
          <a:solidFill>
            <a:srgbClr val="FFA0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30400"/>
            <a:ext cx="899704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세탁소 사장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688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79"/>
              </a:lnSpc>
            </a:pPr>
            <a:r>
              <a:rPr sz="2400" b="1">
                <a:solidFill>
                  <a:srgbClr val="12151C"/>
                </a:solidFill>
                <a:latin typeface="맑은 고딕"/>
                <a:ea typeface="맑은 고딕"/>
              </a:rPr>
              <a:t>표세진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93600"/>
            <a:ext cx="2160000" cy="1524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2096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299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888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292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184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58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480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511200"/>
            <a:ext cx="57600" cy="57600"/>
          </a:xfrm>
          <a:prstGeom prst="ellipse">
            <a:avLst/>
          </a:prstGeom>
          <a:solidFill>
            <a:srgbClr val="FFA0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684000"/>
            <a:ext cx="2448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한결같이 문을 여는 가게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세탁소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