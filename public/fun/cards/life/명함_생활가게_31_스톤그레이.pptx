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2F4C9A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6F737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심OO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플로리스트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282A2D"/>
          </a:solidFill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평일 09:00 – 19:00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