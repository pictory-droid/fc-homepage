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40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1944000" y="540000"/>
            <a:ext cx="1296000" cy="1260000"/>
          </a:xfrm>
          <a:custGeom>
            <a:avLst/>
            <a:gdLst/>
            <a:ahLst/>
            <a:cxnLst/>
            <a:rect l="l" t="t" r="r" b="b"/>
            <a:pathLst>
              <a:path w="1296000" h="1260000">
                <a:moveTo>
                  <a:pt x="1296000" y="1260000"/>
                </a:moveTo>
                <a:lnTo>
                  <a:pt x="1296000" y="0"/>
                </a:lnTo>
                <a:lnTo>
                  <a:pt x="0" y="1260000"/>
                </a:lnTo>
                <a:close/>
              </a:path>
            </a:pathLst>
          </a:custGeom>
          <a:solidFill>
            <a:srgbClr val="71A9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720000" y="0"/>
                </a:lnTo>
                <a:lnTo>
                  <a:pt x="0" y="720000"/>
                </a:lnTo>
                <a:close/>
              </a:path>
            </a:pathLst>
          </a:custGeom>
          <a:solidFill>
            <a:srgbClr val="405F40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917368" y="1353456"/>
            <a:ext cx="69264" cy="117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 rot="4320000">
            <a:off x="2978175" y="1397635"/>
            <a:ext cx="69264" cy="117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 rot="8640000">
            <a:off x="2954949" y="1469117"/>
            <a:ext cx="69264" cy="117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 rot="12960000">
            <a:off x="2879787" y="1469117"/>
            <a:ext cx="69264" cy="117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 rot="17280000">
            <a:off x="2856561" y="1397635"/>
            <a:ext cx="69264" cy="117216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922696" y="1446696"/>
            <a:ext cx="58608" cy="5860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252000" y="201600"/>
            <a:ext cx="180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B0BCB0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360000"/>
            <a:ext cx="2016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55"/>
              </a:lnSpc>
            </a:pPr>
            <a:r>
              <a:rPr sz="1900" b="1" spc="50">
                <a:solidFill>
                  <a:srgbClr val="FFFFFF"/>
                </a:solidFill>
                <a:latin typeface="맑은 고딕"/>
                <a:ea typeface="맑은 고딕"/>
              </a:rPr>
              <a:t>연주혁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52000" y="655200"/>
            <a:ext cx="1872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7FB27F"/>
                </a:solidFill>
                <a:latin typeface="맑은 고딕"/>
                <a:ea typeface="맑은 고딕"/>
              </a:rPr>
              <a:t>수리 기사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2000" y="864000"/>
            <a:ext cx="230400" cy="14400"/>
          </a:xfrm>
          <a:prstGeom prst="rect">
            <a:avLst/>
          </a:prstGeom>
          <a:solidFill>
            <a:srgbClr val="71A9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252000" y="10440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FB27F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96000" y="10440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2129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FB27F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96000" y="12129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252000" y="13818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7FB27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9" name="텍스트"/>
          <p:cNvSpPr txBox="1"/>
          <p:nvPr/>
        </p:nvSpPr>
        <p:spPr>
          <a:xfrm>
            <a:off x="396000" y="13818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800" cy="1800000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432000"/>
            <a:ext cx="2016000" cy="25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65"/>
              </a:lnSpc>
            </a:pPr>
            <a:r>
              <a:rPr sz="1700" b="1">
                <a:solidFill>
                  <a:srgbClr val="1C401C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878400"/>
            <a:ext cx="2016000" cy="54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0">
                <a:solidFill>
                  <a:srgbClr val="5F735D"/>
                </a:solidFill>
                <a:latin typeface="맑은 고딕"/>
                <a:ea typeface="맑은 고딕"/>
              </a:rPr>
              <a:t>믿음이 쌓여 단골이 됩니다</a:t>
            </a:r>
          </a:p>
        </p:txBody>
      </p:sp>
      <p:sp>
        <p:nvSpPr>
          <p:cNvPr id="5" name="Rectangle 4"/>
          <p:cNvSpPr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  <a:ln w="9000">
            <a:solidFill>
              <a:srgbClr val="663D8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0" y="1080000"/>
            <a:ext cx="504000" cy="50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5F735D"/>
                </a:solidFill>
                <a:latin typeface="맑은 고딕"/>
                <a:ea typeface="맑은 고딕"/>
              </a:rPr>
              <a:t>QR</a:t>
            </a:r>
          </a:p>
        </p:txBody>
      </p:sp>
      <p:sp>
        <p:nvSpPr>
          <p:cNvPr id="7" name="Rectangle 6"/>
          <p:cNvSpPr/>
          <p:nvPr/>
        </p:nvSpPr>
        <p:spPr>
          <a:xfrm>
            <a:off x="252000" y="763200"/>
            <a:ext cx="201600" cy="14400"/>
          </a:xfrm>
          <a:prstGeom prst="rect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29880" y="282960"/>
            <a:ext cx="84240" cy="142560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 rot="4320000">
            <a:off x="2803834" y="336691"/>
            <a:ext cx="84240" cy="142560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 rot="8640000">
            <a:off x="2775586" y="423629"/>
            <a:ext cx="84240" cy="142560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 rot="12960000">
            <a:off x="2684174" y="423629"/>
            <a:ext cx="84240" cy="142560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 rot="17280000">
            <a:off x="2655926" y="336691"/>
            <a:ext cx="84240" cy="142560"/>
          </a:xfrm>
          <a:prstGeom prst="ellipse">
            <a:avLst/>
          </a:prstGeom>
          <a:solidFill>
            <a:srgbClr val="663D8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736360" y="396360"/>
            <a:ext cx="71280" cy="71280"/>
          </a:xfrm>
          <a:prstGeom prst="ellipse">
            <a:avLst/>
          </a:prstGeom>
          <a:solidFill>
            <a:srgbClr val="D4C9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수리 기사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