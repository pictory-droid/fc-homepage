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12B7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연주혁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A3A9B5"/>
                </a:solidFill>
                <a:latin typeface="맑은 고딕"/>
                <a:ea typeface="맑은 고딕"/>
              </a:rPr>
              <a:t>수리 기사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B76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2392D"/>
                </a:solidFill>
                <a:latin typeface="맑은 고딕"/>
                <a:ea typeface="맑은 고딕"/>
              </a:rPr>
              <a:t>취급 품목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12764B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12151C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정기 구독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12764B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12151C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가전 수리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12764B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12151C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방문 견적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12764B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2392D"/>
                </a:solidFill>
                <a:latin typeface="맑은 고딕"/>
                <a:ea typeface="맑은 고딕"/>
              </a:rPr>
              <a:t>평일 09:00 – 19:00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12392D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수리 기사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