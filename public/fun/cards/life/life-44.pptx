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B76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믿음이 쌓여 단골이 됩니다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12392D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