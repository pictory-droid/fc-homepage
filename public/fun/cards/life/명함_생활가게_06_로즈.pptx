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강도윤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8354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8354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37867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37867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567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600567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