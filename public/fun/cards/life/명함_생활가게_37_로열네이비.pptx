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6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C69B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69B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A07D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A07D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C6D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C6D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