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B7FA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대표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4779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DCC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CEFE8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BDCCDC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BDCCDC"/>
                </a:solidFill>
                <a:latin typeface="맑은 고딕"/>
                <a:ea typeface="맑은 고딕"/>
              </a:rPr>
              <a:t>당일 배송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9E1EA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9E1EA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