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7F946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B7FA8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이OO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대표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4779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BDCC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ECEFE8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생화 · 꽃다발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BDCCDC"/>
                </a:solidFill>
                <a:latin typeface="맑은 고딕"/>
                <a:ea typeface="맑은 고딕"/>
              </a:rPr>
              <a:t>도어락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BDCCDC"/>
                </a:solidFill>
                <a:latin typeface="맑은 고딕"/>
                <a:ea typeface="맑은 고딕"/>
              </a:rPr>
              <a:t>당일 배송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D9E1EA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D9E1EA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