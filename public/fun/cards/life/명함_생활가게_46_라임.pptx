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3422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34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34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34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34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6B9027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33422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