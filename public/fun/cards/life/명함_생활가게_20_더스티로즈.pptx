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7C7C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7C7C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C7CA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C7C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233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평일 09:00 – 19:00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