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34F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7B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D7C7CA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D7C7CA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D7C7CA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7C7CA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A1798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7C7CA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C7B0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C7C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C7C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C7C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86459"/>
                </a:solidFill>
                <a:latin typeface="맑은 고딕"/>
                <a:ea typeface="맑은 고딕"/>
              </a:rPr>
              <a:t>평일 09:00 – 19:00   |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