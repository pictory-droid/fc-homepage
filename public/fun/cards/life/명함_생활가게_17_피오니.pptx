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1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36000"/>
          </a:xfrm>
          <a:prstGeom prst="rect">
            <a:avLst/>
          </a:prstGeom>
          <a:solidFill>
            <a:srgbClr val="D47C9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23200"/>
            <a:ext cx="1296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안OO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4752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5C4656"/>
                </a:solidFill>
                <a:latin typeface="맑은 고딕"/>
                <a:ea typeface="맑은 고딕"/>
              </a:rPr>
              <a:t>반려동물 미용사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548000" y="2592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3B9490"/>
                </a:solidFill>
                <a:latin typeface="맑은 고딕"/>
                <a:ea typeface="맑은 고딕"/>
              </a:rPr>
              <a:t>상호명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907200"/>
            <a:ext cx="2736000" cy="0"/>
          </a:xfrm>
          <a:prstGeom prst="line">
            <a:avLst/>
          </a:prstGeom>
          <a:ln w="3600">
            <a:solidFill>
              <a:srgbClr val="F2D8DF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986400"/>
            <a:ext cx="57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60">
                <a:solidFill>
                  <a:srgbClr val="5C4656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936000" y="968400"/>
            <a:ext cx="205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52000" y="1137600"/>
            <a:ext cx="2736000" cy="0"/>
          </a:xfrm>
          <a:prstGeom prst="line">
            <a:avLst/>
          </a:prstGeom>
          <a:ln w="3600">
            <a:solidFill>
              <a:srgbClr val="F2D8DF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1216800"/>
            <a:ext cx="57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60">
                <a:solidFill>
                  <a:srgbClr val="5C4656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936000" y="1198800"/>
            <a:ext cx="205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368000"/>
            <a:ext cx="2736000" cy="0"/>
          </a:xfrm>
          <a:prstGeom prst="line">
            <a:avLst/>
          </a:prstGeom>
          <a:ln w="3600">
            <a:solidFill>
              <a:srgbClr val="F2D8DF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447200"/>
            <a:ext cx="57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60">
                <a:solidFill>
                  <a:srgbClr val="5C4656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936000" y="1429200"/>
            <a:ext cx="205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52000" y="1598400"/>
            <a:ext cx="2736000" cy="0"/>
          </a:xfrm>
          <a:prstGeom prst="line">
            <a:avLst/>
          </a:prstGeom>
          <a:ln w="3600">
            <a:solidFill>
              <a:srgbClr val="F2D8DF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CC4C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A13552"/>
                </a:solidFill>
                <a:latin typeface="맑은 고딕"/>
                <a:ea typeface="맑은 고딕"/>
              </a:rPr>
              <a:t>취급 품목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52800"/>
            <a:ext cx="108000" cy="14400"/>
          </a:xfrm>
          <a:prstGeom prst="rect">
            <a:avLst/>
          </a:prstGeom>
          <a:solidFill>
            <a:srgbClr val="3A606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252000" y="453600"/>
            <a:ext cx="1512000" cy="0"/>
          </a:xfrm>
          <a:prstGeom prst="line">
            <a:avLst/>
          </a:prstGeom>
          <a:ln w="3600">
            <a:solidFill>
              <a:srgbClr val="5DA7A6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252000" y="5076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33535B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489600" y="4968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B2230"/>
                </a:solidFill>
                <a:latin typeface="맑은 고딕"/>
                <a:ea typeface="맑은 고딕"/>
              </a:rPr>
              <a:t>화환 배달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2000" y="640800"/>
            <a:ext cx="1512000" cy="0"/>
          </a:xfrm>
          <a:prstGeom prst="line">
            <a:avLst/>
          </a:prstGeom>
          <a:ln w="3600">
            <a:solidFill>
              <a:srgbClr val="5DA7A6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252000" y="6948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33535B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489600" y="6840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B2230"/>
                </a:solidFill>
                <a:latin typeface="맑은 고딕"/>
                <a:ea typeface="맑은 고딕"/>
              </a:rPr>
              <a:t>세탁 · 수선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828000"/>
            <a:ext cx="1512000" cy="0"/>
          </a:xfrm>
          <a:prstGeom prst="line">
            <a:avLst/>
          </a:prstGeom>
          <a:ln w="3600">
            <a:solidFill>
              <a:srgbClr val="5DA7A6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8820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33535B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489600" y="8712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B2230"/>
                </a:solidFill>
                <a:latin typeface="맑은 고딕"/>
                <a:ea typeface="맑은 고딕"/>
              </a:rPr>
              <a:t>가전 수리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52000" y="1015200"/>
            <a:ext cx="1512000" cy="0"/>
          </a:xfrm>
          <a:prstGeom prst="line">
            <a:avLst/>
          </a:prstGeom>
          <a:ln w="3600">
            <a:solidFill>
              <a:srgbClr val="5DA7A6"/>
            </a:solidFill>
          </a:ln>
        </p:spPr>
      </p:cxnSp>
      <p:sp>
        <p:nvSpPr>
          <p:cNvPr id="14" name="텍스트"/>
          <p:cNvSpPr txBox="1"/>
          <p:nvPr/>
        </p:nvSpPr>
        <p:spPr>
          <a:xfrm>
            <a:off x="252000" y="10692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33535B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489600" y="10584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B2230"/>
                </a:solidFill>
                <a:latin typeface="맑은 고딕"/>
                <a:ea typeface="맑은 고딕"/>
              </a:rPr>
              <a:t>반려동물 미용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52000" y="1202400"/>
            <a:ext cx="1512000" cy="0"/>
          </a:xfrm>
          <a:prstGeom prst="line">
            <a:avLst/>
          </a:prstGeom>
          <a:ln w="3600">
            <a:solidFill>
              <a:srgbClr val="5DA7A6"/>
            </a:solidFill>
          </a:ln>
        </p:spPr>
      </p:cxnSp>
      <p:sp>
        <p:nvSpPr>
          <p:cNvPr id="17" name="Rectangle 16"/>
          <p:cNvSpPr/>
          <p:nvPr/>
        </p:nvSpPr>
        <p:spPr>
          <a:xfrm>
            <a:off x="2088000" y="252000"/>
            <a:ext cx="900000" cy="1296000"/>
          </a:xfrm>
          <a:prstGeom prst="rect">
            <a:avLst/>
          </a:prstGeom>
          <a:solidFill>
            <a:srgbClr val="A7DCD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텍스트"/>
          <p:cNvSpPr txBox="1"/>
          <p:nvPr/>
        </p:nvSpPr>
        <p:spPr>
          <a:xfrm>
            <a:off x="2196000" y="360000"/>
            <a:ext cx="684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240">
                <a:solidFill>
                  <a:srgbClr val="1B2230">
                    <a:alpha val="75000"/>
                  </a:srgbClr>
                </a:solidFill>
                <a:latin typeface="맑은 고딕"/>
                <a:ea typeface="맑은 고딕"/>
              </a:rPr>
              <a:t>INFO</a:t>
            </a:r>
          </a:p>
        </p:txBody>
      </p:sp>
      <p:sp>
        <p:nvSpPr>
          <p:cNvPr id="19" name="텍스트"/>
          <p:cNvSpPr txBox="1"/>
          <p:nvPr/>
        </p:nvSpPr>
        <p:spPr>
          <a:xfrm>
            <a:off x="2196000" y="504000"/>
            <a:ext cx="684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>
                <a:solidFill>
                  <a:srgbClr val="1B2230"/>
                </a:solidFill>
                <a:latin typeface="맑은 고딕"/>
                <a:ea typeface="맑은 고딕"/>
              </a:rPr>
              <a:t>사전 예약 권장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196000" y="770400"/>
            <a:ext cx="684000" cy="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sp>
        <p:nvSpPr>
          <p:cNvPr id="21" name="텍스트"/>
          <p:cNvSpPr txBox="1"/>
          <p:nvPr/>
        </p:nvSpPr>
        <p:spPr>
          <a:xfrm>
            <a:off x="2196000" y="849600"/>
            <a:ext cx="68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B2230">
                    <a:alpha val="75000"/>
                  </a:srgbClr>
                </a:solidFill>
                <a:latin typeface="맑은 고딕"/>
                <a:ea typeface="맑은 고딕"/>
              </a:rPr>
              <a:t>WEB</a:t>
            </a:r>
          </a:p>
        </p:txBody>
      </p:sp>
      <p:sp>
        <p:nvSpPr>
          <p:cNvPr id="22" name="텍스트"/>
          <p:cNvSpPr txBox="1"/>
          <p:nvPr/>
        </p:nvSpPr>
        <p:spPr>
          <a:xfrm>
            <a:off x="2196000" y="957600"/>
            <a:ext cx="684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>
                <a:solidFill>
                  <a:srgbClr val="1B2230"/>
                </a:solidFill>
                <a:latin typeface="맑은 고딕"/>
                <a:ea typeface="맑은 고딕"/>
              </a:rPr>
              <a:t>www.example.com</a:t>
            </a:r>
          </a:p>
        </p:txBody>
      </p:sp>
      <p:sp>
        <p:nvSpPr>
          <p:cNvPr id="23" name="텍스트"/>
          <p:cNvSpPr txBox="1"/>
          <p:nvPr/>
        </p:nvSpPr>
        <p:spPr>
          <a:xfrm>
            <a:off x="2196000" y="1368000"/>
            <a:ext cx="720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11"/>
              </a:lnSpc>
            </a:pPr>
            <a:r>
              <a:rPr sz="560" b="1" spc="80">
                <a:solidFill>
                  <a:srgbClr val="1B2230"/>
                </a:solidFill>
                <a:latin typeface="맑은 고딕"/>
                <a:ea typeface="맑은 고딕"/>
              </a:rPr>
              <a:t>상호명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반려동물 미용사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