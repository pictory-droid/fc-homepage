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D47C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C4656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3B949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C465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C465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C465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C4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13552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3A6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3535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3535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3535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33535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A7DC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사전 예약 권장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