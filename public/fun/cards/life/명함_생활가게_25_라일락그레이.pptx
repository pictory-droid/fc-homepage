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4171D"/>
                </a:solidFill>
                <a:latin typeface="맑은 고딕"/>
                <a:ea typeface="맑은 고딕"/>
              </a:rPr>
              <a:t>손OO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66B73"/>
                </a:solidFill>
                <a:latin typeface="맑은 고딕"/>
                <a:ea typeface="맑은 고딕"/>
              </a:rPr>
              <a:t>인테리어 디자이너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627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5CDD3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AEB8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768896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정기 구독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768896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768896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768896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C5CDD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C5CDD3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C5CDD3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인테리어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