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5CD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5CDD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5CDD3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