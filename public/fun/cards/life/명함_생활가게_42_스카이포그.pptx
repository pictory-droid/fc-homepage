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6C8EA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C8EA8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진OO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대표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6C8EA8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666B73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758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3CAB8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C2B49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988057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D3CAB8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생화 · 꽃다발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988057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D3CAB8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정기 구독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988057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D3CAB8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반려동물 미용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988057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D3CAB8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이사 정리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988057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8A6F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매일 10:00 – 20:00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FFFFFF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