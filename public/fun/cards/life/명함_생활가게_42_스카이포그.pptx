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6C8E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C8EA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6C8EA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75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3CAB8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2B4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988057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3CAB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98805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3CAB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98805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3CAB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988057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3CAB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988057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8A6F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