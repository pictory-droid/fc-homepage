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D6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D0BF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D0BF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D0BF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B462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B462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B462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6B5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신OO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A6670"/>
                </a:solidFill>
                <a:latin typeface="맑은 고딕"/>
                <a:ea typeface="맑은 고딕"/>
              </a:rPr>
              <a:t>수리 기사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B462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A667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A667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A667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2871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493200" y="996480"/>
            <a:ext cx="174240" cy="174240"/>
          </a:xfrm>
          <a:prstGeom prst="line">
            <a:avLst/>
          </a:prstGeom>
          <a:ln w="59400">
            <a:solidFill>
              <a:srgbClr val="FFFFFF"/>
            </a:solidFill>
          </a:ln>
        </p:spPr>
      </p:cxnSp>
      <p:sp>
        <p:nvSpPr>
          <p:cNvPr id="5" name="Oval 4"/>
          <p:cNvSpPr/>
          <p:nvPr/>
        </p:nvSpPr>
        <p:spPr>
          <a:xfrm>
            <a:off x="619920" y="877680"/>
            <a:ext cx="1584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화환 배달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방문 · 전화 상담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수리 기사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