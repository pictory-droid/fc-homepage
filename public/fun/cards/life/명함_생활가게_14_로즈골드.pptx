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D6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0BF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0BF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0BF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B462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B462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B462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6B5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A6670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B462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A667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4" name="Connector 3"/>
          <p:cNvCxnSpPr/>
          <p:nvPr/>
        </p:nvCxnSpPr>
        <p:spPr>
          <a:xfrm flipV="1">
            <a:off x="493200" y="996480"/>
            <a:ext cx="174240" cy="174240"/>
          </a:xfrm>
          <a:prstGeom prst="line">
            <a:avLst/>
          </a:prstGeom>
          <a:ln w="59400">
            <a:solidFill>
              <a:srgbClr val="FFFFF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619920" y="877680"/>
            <a:ext cx="158400" cy="158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B2230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방문 · 전화 상담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