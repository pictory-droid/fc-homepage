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60000" y="576000"/>
            <a:ext cx="720000" cy="1224000"/>
          </a:xfrm>
          <a:prstGeom prst="rect">
            <a:avLst/>
          </a:prstGeom>
          <a:solidFill>
            <a:srgbClr val="906B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160000" y="216000"/>
            <a:ext cx="720000" cy="360000"/>
          </a:xfrm>
          <a:custGeom>
            <a:avLst/>
            <a:gdLst/>
            <a:ahLst/>
            <a:cxnLst/>
            <a:rect l="l" t="t" r="r" b="b"/>
            <a:pathLst>
              <a:path w="720000" h="360000">
                <a:moveTo>
                  <a:pt x="0" y="360000"/>
                </a:moveTo>
                <a:lnTo>
                  <a:pt x="3080" y="313011"/>
                </a:lnTo>
                <a:lnTo>
                  <a:pt x="12267" y="266825"/>
                </a:lnTo>
                <a:lnTo>
                  <a:pt x="27403" y="222234"/>
                </a:lnTo>
                <a:lnTo>
                  <a:pt x="48231" y="180000"/>
                </a:lnTo>
                <a:lnTo>
                  <a:pt x="74393" y="140846"/>
                </a:lnTo>
                <a:lnTo>
                  <a:pt x="105442" y="105442"/>
                </a:lnTo>
                <a:lnTo>
                  <a:pt x="140846" y="74393"/>
                </a:lnTo>
                <a:lnTo>
                  <a:pt x="180000" y="48231"/>
                </a:lnTo>
                <a:lnTo>
                  <a:pt x="222234" y="27403"/>
                </a:lnTo>
                <a:lnTo>
                  <a:pt x="266825" y="12267"/>
                </a:lnTo>
                <a:lnTo>
                  <a:pt x="313011" y="3080"/>
                </a:lnTo>
                <a:lnTo>
                  <a:pt x="360000" y="0"/>
                </a:lnTo>
                <a:lnTo>
                  <a:pt x="406989" y="3080"/>
                </a:lnTo>
                <a:lnTo>
                  <a:pt x="453175" y="12267"/>
                </a:lnTo>
                <a:lnTo>
                  <a:pt x="497766" y="27403"/>
                </a:lnTo>
                <a:lnTo>
                  <a:pt x="540000" y="48231"/>
                </a:lnTo>
                <a:lnTo>
                  <a:pt x="579154" y="74393"/>
                </a:lnTo>
                <a:lnTo>
                  <a:pt x="614558" y="105442"/>
                </a:lnTo>
                <a:lnTo>
                  <a:pt x="645607" y="140846"/>
                </a:lnTo>
                <a:lnTo>
                  <a:pt x="671769" y="180000"/>
                </a:lnTo>
                <a:lnTo>
                  <a:pt x="692597" y="222234"/>
                </a:lnTo>
                <a:lnTo>
                  <a:pt x="707733" y="266825"/>
                </a:lnTo>
                <a:lnTo>
                  <a:pt x="716920" y="313011"/>
                </a:lnTo>
                <a:lnTo>
                  <a:pt x="720000" y="360000"/>
                </a:lnTo>
                <a:close/>
              </a:path>
            </a:pathLst>
          </a:custGeom>
          <a:solidFill>
            <a:srgbClr val="906B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 flipV="1">
            <a:off x="2412000" y="1000800"/>
            <a:ext cx="158400" cy="158400"/>
          </a:xfrm>
          <a:prstGeom prst="line">
            <a:avLst/>
          </a:prstGeom>
          <a:ln w="54000">
            <a:solidFill>
              <a:srgbClr val="FFFFFF"/>
            </a:solidFill>
          </a:ln>
        </p:spPr>
      </p:cxnSp>
      <p:sp>
        <p:nvSpPr>
          <p:cNvPr id="5" name="Oval 4"/>
          <p:cNvSpPr/>
          <p:nvPr/>
        </p:nvSpPr>
        <p:spPr>
          <a:xfrm>
            <a:off x="2527200" y="892800"/>
            <a:ext cx="144000" cy="14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강OO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86459"/>
                </a:solidFill>
                <a:latin typeface="맑은 고딕"/>
                <a:ea typeface="맑은 고딕"/>
              </a:rPr>
              <a:t>문구점 사장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44800"/>
            <a:ext cx="1260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27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554400" y="1216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52000" y="135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54400" y="133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472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54400" y="14616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2000" y="396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282A2D"/>
          </a:solidFill>
          <a:ln w="3600">
            <a:solidFill>
              <a:srgbClr val="2A2D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45600" y="558000"/>
            <a:ext cx="57600" cy="57600"/>
          </a:xfrm>
          <a:prstGeom prst="ellipse">
            <a:avLst/>
          </a:prstGeom>
          <a:solidFill>
            <a:srgbClr val="967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468000" y="396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생화 · 꽃다발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56000" y="396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282A2D"/>
          </a:solidFill>
          <a:ln w="3600">
            <a:solidFill>
              <a:srgbClr val="2A2D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49600" y="558000"/>
            <a:ext cx="57600" cy="57600"/>
          </a:xfrm>
          <a:prstGeom prst="ellipse">
            <a:avLst/>
          </a:prstGeom>
          <a:solidFill>
            <a:srgbClr val="63666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872000" y="396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도어락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2000" y="864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282A2D"/>
          </a:solidFill>
          <a:ln w="3600">
            <a:solidFill>
              <a:srgbClr val="2A2D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5600" y="1026000"/>
            <a:ext cx="57600" cy="57600"/>
          </a:xfrm>
          <a:prstGeom prst="ellipse">
            <a:avLst/>
          </a:prstGeom>
          <a:solidFill>
            <a:srgbClr val="63666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468000" y="864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인테리어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56000" y="864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282A2D"/>
          </a:solidFill>
          <a:ln w="3600">
            <a:solidFill>
              <a:srgbClr val="2A2D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49600" y="1026000"/>
            <a:ext cx="57600" cy="57600"/>
          </a:xfrm>
          <a:prstGeom prst="ellipse">
            <a:avLst/>
          </a:prstGeom>
          <a:solidFill>
            <a:srgbClr val="967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1872000" y="864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소품 · 문구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760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A7ABB4"/>
                </a:solidFill>
                <a:latin typeface="맑은 고딕"/>
                <a:ea typeface="맑은 고딕"/>
              </a:rPr>
              <a:t>매일 10:00 – 20:00   ·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문구점 사장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