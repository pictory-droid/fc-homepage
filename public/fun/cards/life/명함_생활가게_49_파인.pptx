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4B83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3D3EA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1DFDC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DFD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DFD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1DFD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E6F5E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가전 수리  ·  가구 제작  ·  이사 정리  ·  당일 배송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