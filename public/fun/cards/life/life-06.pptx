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B728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정성으로 손보는 작은 살림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