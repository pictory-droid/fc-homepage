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8354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8354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78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378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567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600567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