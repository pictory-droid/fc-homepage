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5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08720" y="281520"/>
            <a:ext cx="142560" cy="190080"/>
          </a:xfrm>
          <a:prstGeom prst="ellipse">
            <a:avLst/>
          </a:prstGeom>
          <a:noFill/>
          <a:ln w="27720">
            <a:solidFill>
              <a:srgbClr val="4E705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29520" y="392400"/>
            <a:ext cx="300960" cy="205920"/>
          </a:xfrm>
          <a:prstGeom prst="roundRect">
            <a:avLst>
              <a:gd name="adj" fmla="val 13461"/>
            </a:avLst>
          </a:pr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2304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16000" y="5256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D5ECE0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770400"/>
            <a:ext cx="216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B5C4B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666666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432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66666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1576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666666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576800"/>
            <a:ext cx="1368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66666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800000" y="1432800"/>
            <a:ext cx="1224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666666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432800"/>
            <a:ext cx="118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66666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396F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D5E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34640" y="1380240"/>
            <a:ext cx="90720" cy="120960"/>
          </a:xfrm>
          <a:prstGeom prst="ellipse">
            <a:avLst/>
          </a:prstGeom>
          <a:noFill/>
          <a:ln w="17640">
            <a:solidFill>
              <a:srgbClr val="8080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84240" y="1450800"/>
            <a:ext cx="191520" cy="13104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C3629"/>
                </a:solidFill>
                <a:latin typeface="바탕"/>
                <a:ea typeface="바탕"/>
              </a:rPr>
              <a:t>정성으로 손보는 작은 살림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6766E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