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9E6B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류OO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열쇠·도어락 기사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B2A49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B2A49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B2A49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이사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B2A49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66B73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66B73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열쇠·도어락 기사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