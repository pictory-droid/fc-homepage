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5036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50367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한 땀 한 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손으로 만듭니다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503672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