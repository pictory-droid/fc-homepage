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AE29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94676B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5B151B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AE2934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5B151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5B151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94676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Oval 10"/>
          <p:cNvSpPr/>
          <p:nvPr/>
        </p:nvSpPr>
        <p:spPr>
          <a:xfrm>
            <a:off x="1595376" y="1496016"/>
            <a:ext cx="49248" cy="65664"/>
          </a:xfrm>
          <a:prstGeom prst="ellipse">
            <a:avLst/>
          </a:prstGeom>
          <a:noFill/>
          <a:ln w="9576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68016" y="1534320"/>
            <a:ext cx="103968" cy="71136"/>
          </a:xfrm>
          <a:prstGeom prst="roundRect">
            <a:avLst>
              <a:gd name="adj" fmla="val 13461"/>
            </a:avLst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AE2934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AE29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B151B"/>
                </a:solidFill>
                <a:latin typeface="맑은 고딕"/>
                <a:ea typeface="맑은 고딕"/>
              </a:rPr>
              <a:t>한 땀 한 땀 손으로 만듭니다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94676B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