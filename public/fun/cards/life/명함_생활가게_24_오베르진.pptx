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F737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2D4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2D4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2D4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2A1F3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세탁 · 수선  ·  인테리어  ·  반려동물 미용  ·  이사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