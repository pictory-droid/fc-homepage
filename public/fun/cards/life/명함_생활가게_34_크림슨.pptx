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수리 기사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042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042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042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D9042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