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C7D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F285D"/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F285D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F285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F285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F285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7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C9D7F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C9D7F3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꽃이 피는 가게,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사람이 모이는 가게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C9D7F3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