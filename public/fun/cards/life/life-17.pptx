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ACB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ACB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ACB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A47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F285D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F285D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285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285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285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FF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D7F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A47C7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A47C7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A47C7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7F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7F3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C9D7F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C9D7F3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