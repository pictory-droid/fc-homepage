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418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AD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C706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37261A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A7D76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37261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C70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602216" y="1485072"/>
            <a:ext cx="35568" cy="60192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4320000">
            <a:off x="1633441" y="1507758"/>
            <a:ext cx="35568" cy="60192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8640000">
            <a:off x="1621514" y="1544466"/>
            <a:ext cx="35568" cy="60192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2960000">
            <a:off x="1582918" y="1544466"/>
            <a:ext cx="35568" cy="60192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7280000">
            <a:off x="1570991" y="1507758"/>
            <a:ext cx="35568" cy="60192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04952" y="1532952"/>
            <a:ext cx="30096" cy="30096"/>
          </a:xfrm>
          <a:prstGeom prst="ellipse">
            <a:avLst/>
          </a:prstGeom>
          <a:solidFill>
            <a:srgbClr val="CAD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745C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A3D2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꽃이 피는 가게,</a:t>
            </a:r>
          </a:p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사람이 모이는 가게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5BBB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