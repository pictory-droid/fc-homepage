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D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BACB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BACB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BACB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0A47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0A4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0A4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F285D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안예린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0F285D"/>
                </a:solidFill>
                <a:latin typeface="맑은 고딕"/>
                <a:ea typeface="맑은 고딕"/>
              </a:rPr>
              <a:t>반려동물 미용사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0A4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F285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F285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F285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7C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FFFFFF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9D7F3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화환 배달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0A47C7"/>
          </a:solidFill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0A47C7"/>
          </a:solidFill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가전 수리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0A47C7"/>
          </a:solidFill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6C91D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9D7F3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9D7F3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C9D7F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C9D7F3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 미용사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