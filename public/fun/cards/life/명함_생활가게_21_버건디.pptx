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8DC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929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C7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A2A3C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D53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D53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66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D53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466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786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D53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9786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78A9A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535E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출장 문의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535E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7A2A3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