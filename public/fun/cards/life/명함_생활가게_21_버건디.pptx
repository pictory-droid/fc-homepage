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296000"/>
            <a:ext cx="3240000" cy="504000"/>
          </a:xfrm>
          <a:prstGeom prst="rect">
            <a:avLst/>
          </a:prstGeom>
          <a:solidFill>
            <a:srgbClr val="E8DCD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96000"/>
            <a:ext cx="3240000" cy="14400"/>
          </a:xfrm>
          <a:prstGeom prst="rect">
            <a:avLst/>
          </a:prstGeom>
          <a:solidFill>
            <a:srgbClr val="7A2A3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469293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576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전OO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828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05C55"/>
                </a:solidFill>
                <a:latin typeface="맑은 고딕"/>
                <a:ea typeface="맑은 고딕"/>
              </a:rPr>
              <a:t>플로리스트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4112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1512000"/>
            <a:ext cx="900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072800" y="1411200"/>
            <a:ext cx="0" cy="20160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1152000" y="1411200"/>
            <a:ext cx="100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152000" y="1512000"/>
            <a:ext cx="1008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080800" y="1411200"/>
            <a:ext cx="0" cy="20160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160000" y="1411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160000" y="15120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8CC7C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7A2A3C"/>
                </a:solidFill>
                <a:latin typeface="맑은 고딕"/>
                <a:ea typeface="맑은 고딕"/>
              </a:rPr>
              <a:t>취급 품목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67200"/>
            <a:ext cx="108000" cy="14400"/>
          </a:xfrm>
          <a:prstGeom prst="rect">
            <a:avLst/>
          </a:prstGeom>
          <a:solidFill>
            <a:srgbClr val="46616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52000" y="540000"/>
            <a:ext cx="5815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3D535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252000" y="540000"/>
            <a:ext cx="5815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B2230"/>
                </a:solidFill>
                <a:latin typeface="맑은 고딕"/>
                <a:ea typeface="맑은 고딕"/>
              </a:rPr>
              <a:t>화환 배달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83967" y="540000"/>
            <a:ext cx="412300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3D535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883967" y="540000"/>
            <a:ext cx="412300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B2230"/>
                </a:solidFill>
                <a:latin typeface="맑은 고딕"/>
                <a:ea typeface="맑은 고딕"/>
              </a:rPr>
              <a:t>도어락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346667" y="540000"/>
            <a:ext cx="5815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3D535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1346667" y="540000"/>
            <a:ext cx="5815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B2230"/>
                </a:solidFill>
                <a:latin typeface="맑은 고딕"/>
                <a:ea typeface="맑은 고딕"/>
              </a:rPr>
              <a:t>방문 견적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978633" y="540000"/>
            <a:ext cx="5815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3D535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1978633" y="540000"/>
            <a:ext cx="5815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B2230"/>
                </a:solidFill>
                <a:latin typeface="맑은 고딕"/>
                <a:ea typeface="맑은 고딕"/>
              </a:rPr>
              <a:t>당일 배송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339200"/>
            <a:ext cx="2736000" cy="0"/>
          </a:xfrm>
          <a:prstGeom prst="line">
            <a:avLst/>
          </a:prstGeom>
          <a:ln w="3600">
            <a:solidFill>
              <a:srgbClr val="78A9AD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422000"/>
            <a:ext cx="39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3D535E"/>
                </a:solidFill>
                <a:latin typeface="맑은 고딕"/>
                <a:ea typeface="맑은 고딕"/>
              </a:rPr>
              <a:t>INFO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648000" y="1411200"/>
            <a:ext cx="234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B2230"/>
                </a:solidFill>
                <a:latin typeface="맑은 고딕"/>
                <a:ea typeface="맑은 고딕"/>
              </a:rPr>
              <a:t>출장 문의 가능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580400"/>
            <a:ext cx="39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3D535E"/>
                </a:solidFill>
                <a:latin typeface="맑은 고딕"/>
                <a:ea typeface="맑은 고딕"/>
              </a:rPr>
              <a:t>WEB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648000" y="1569600"/>
            <a:ext cx="234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B2230"/>
                </a:solidFill>
                <a:latin typeface="맑은 고딕"/>
                <a:ea typeface="맑은 고딕"/>
              </a:rPr>
              <a:t>www.example.com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548000" y="14112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7A2A3C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플로리스트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