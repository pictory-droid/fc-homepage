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EFED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473200" y="744480"/>
            <a:ext cx="174240" cy="174240"/>
          </a:xfrm>
          <a:prstGeom prst="line">
            <a:avLst/>
          </a:prstGeom>
          <a:ln w="59400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2599920" y="625680"/>
            <a:ext cx="1584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C5C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9CADA6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B9C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B9C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5459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B9C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625459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2878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B9C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52878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B9C5C0"/>
                </a:solidFill>
                <a:latin typeface="맑은 고딕"/>
                <a:ea typeface="맑은 고딕"/>
              </a:rPr>
              <a:t>KAKAO   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9C5C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