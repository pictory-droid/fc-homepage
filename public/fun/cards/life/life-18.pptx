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B4C5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0B4C50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0B4C5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12151C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구석구석 꼼꼼하게 살피겠습니다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076C6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0E353A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