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4C5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8E6E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4C5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0B4C5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