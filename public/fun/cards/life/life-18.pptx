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4785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7C6E67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4" name="Connector 3"/>
          <p:cNvCxnSpPr/>
          <p:nvPr/>
        </p:nvCxnSpPr>
        <p:spPr>
          <a:xfrm flipV="1">
            <a:off x="324720" y="511488"/>
            <a:ext cx="104544" cy="104544"/>
          </a:xfrm>
          <a:prstGeom prst="line">
            <a:avLst/>
          </a:prstGeom>
          <a:ln w="35640">
            <a:solidFill>
              <a:srgbClr val="478578"/>
            </a:solidFill>
          </a:ln>
        </p:spPr>
      </p:cxnSp>
      <p:sp>
        <p:nvSpPr>
          <p:cNvPr id="5" name="Oval 4"/>
          <p:cNvSpPr/>
          <p:nvPr/>
        </p:nvSpPr>
        <p:spPr>
          <a:xfrm>
            <a:off x="400752" y="440208"/>
            <a:ext cx="95040" cy="95040"/>
          </a:xfrm>
          <a:prstGeom prst="ellipse">
            <a:avLst/>
          </a:prstGeom>
          <a:solidFill>
            <a:srgbClr val="4785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0786C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422D24"/>
                </a:solidFill>
                <a:latin typeface="바탕"/>
                <a:ea typeface="바탕"/>
              </a:rPr>
              <a:t>송현우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0786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0786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0786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22D2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746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50000" y="835200"/>
            <a:ext cx="237600" cy="237600"/>
          </a:xfrm>
          <a:prstGeom prst="line">
            <a:avLst/>
          </a:prstGeom>
          <a:ln w="81000">
            <a:solidFill>
              <a:srgbClr val="595959"/>
            </a:solidFill>
          </a:ln>
        </p:spPr>
      </p:cxnSp>
      <p:sp>
        <p:nvSpPr>
          <p:cNvPr id="4" name="Oval 3"/>
          <p:cNvSpPr/>
          <p:nvPr/>
        </p:nvSpPr>
        <p:spPr>
          <a:xfrm>
            <a:off x="622800" y="673200"/>
            <a:ext cx="216000" cy="216000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구석구석 꼼꼼하게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살피겠습니다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CABEB9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