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B38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7C8CC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586C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659A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376B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376B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376B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376B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1687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