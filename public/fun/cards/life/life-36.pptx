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DBE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선은호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문구점 사장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4700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14700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71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171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문구점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