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46000" y="234000"/>
            <a:ext cx="36000" cy="36000"/>
          </a:xfrm>
          <a:prstGeom prst="ellipse">
            <a:avLst/>
          </a:prstGeom>
          <a:solidFill>
            <a:srgbClr val="005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46000" y="334800"/>
            <a:ext cx="36000" cy="36000"/>
          </a:xfrm>
          <a:prstGeom prst="ellipse">
            <a:avLst/>
          </a:prstGeom>
          <a:solidFill>
            <a:srgbClr val="DBE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46000" y="435600"/>
            <a:ext cx="36000" cy="36000"/>
          </a:xfrm>
          <a:prstGeom prst="ellipse">
            <a:avLst/>
          </a:prstGeom>
          <a:solidFill>
            <a:srgbClr val="DBE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46000" y="536400"/>
            <a:ext cx="36000" cy="36000"/>
          </a:xfrm>
          <a:prstGeom prst="ellipse">
            <a:avLst/>
          </a:prstGeom>
          <a:solidFill>
            <a:srgbClr val="005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46800" y="234000"/>
            <a:ext cx="36000" cy="36000"/>
          </a:xfrm>
          <a:prstGeom prst="ellipse">
            <a:avLst/>
          </a:prstGeom>
          <a:solidFill>
            <a:srgbClr val="DBE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46800" y="334800"/>
            <a:ext cx="36000" cy="36000"/>
          </a:xfrm>
          <a:prstGeom prst="ellipse">
            <a:avLst/>
          </a:prstGeom>
          <a:solidFill>
            <a:srgbClr val="DBE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46800" y="435600"/>
            <a:ext cx="36000" cy="36000"/>
          </a:xfrm>
          <a:prstGeom prst="ellipse">
            <a:avLst/>
          </a:prstGeom>
          <a:solidFill>
            <a:srgbClr val="005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46800" y="536400"/>
            <a:ext cx="36000" cy="36000"/>
          </a:xfrm>
          <a:prstGeom prst="ellipse">
            <a:avLst/>
          </a:prstGeom>
          <a:solidFill>
            <a:srgbClr val="DBE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7600" y="234000"/>
            <a:ext cx="36000" cy="36000"/>
          </a:xfrm>
          <a:prstGeom prst="ellipse">
            <a:avLst/>
          </a:prstGeom>
          <a:solidFill>
            <a:srgbClr val="DBE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7600" y="334800"/>
            <a:ext cx="36000" cy="36000"/>
          </a:xfrm>
          <a:prstGeom prst="ellipse">
            <a:avLst/>
          </a:prstGeom>
          <a:solidFill>
            <a:srgbClr val="005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7600" y="435600"/>
            <a:ext cx="36000" cy="36000"/>
          </a:xfrm>
          <a:prstGeom prst="ellipse">
            <a:avLst/>
          </a:prstGeom>
          <a:solidFill>
            <a:srgbClr val="DBE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7600" y="536400"/>
            <a:ext cx="36000" cy="36000"/>
          </a:xfrm>
          <a:prstGeom prst="ellipse">
            <a:avLst/>
          </a:prstGeom>
          <a:solidFill>
            <a:srgbClr val="DBE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48400" y="234000"/>
            <a:ext cx="36000" cy="36000"/>
          </a:xfrm>
          <a:prstGeom prst="ellipse">
            <a:avLst/>
          </a:prstGeom>
          <a:solidFill>
            <a:srgbClr val="005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48400" y="334800"/>
            <a:ext cx="36000" cy="36000"/>
          </a:xfrm>
          <a:prstGeom prst="ellipse">
            <a:avLst/>
          </a:prstGeom>
          <a:solidFill>
            <a:srgbClr val="DBE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48400" y="435600"/>
            <a:ext cx="36000" cy="36000"/>
          </a:xfrm>
          <a:prstGeom prst="ellipse">
            <a:avLst/>
          </a:prstGeom>
          <a:solidFill>
            <a:srgbClr val="DBE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48400" y="536400"/>
            <a:ext cx="36000" cy="36000"/>
          </a:xfrm>
          <a:prstGeom prst="ellipse">
            <a:avLst/>
          </a:prstGeom>
          <a:solidFill>
            <a:srgbClr val="005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49200" y="234000"/>
            <a:ext cx="36000" cy="36000"/>
          </a:xfrm>
          <a:prstGeom prst="ellipse">
            <a:avLst/>
          </a:prstGeom>
          <a:solidFill>
            <a:srgbClr val="DBE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49200" y="334800"/>
            <a:ext cx="36000" cy="36000"/>
          </a:xfrm>
          <a:prstGeom prst="ellipse">
            <a:avLst/>
          </a:prstGeom>
          <a:solidFill>
            <a:srgbClr val="DBE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49200" y="435600"/>
            <a:ext cx="36000" cy="36000"/>
          </a:xfrm>
          <a:prstGeom prst="ellipse">
            <a:avLst/>
          </a:prstGeom>
          <a:solidFill>
            <a:srgbClr val="005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49200" y="536400"/>
            <a:ext cx="36000" cy="36000"/>
          </a:xfrm>
          <a:prstGeom prst="ellipse">
            <a:avLst/>
          </a:prstGeom>
          <a:solidFill>
            <a:srgbClr val="DBE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52000" y="770400"/>
            <a:ext cx="2016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선은호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1173600"/>
            <a:ext cx="2016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문구점 사장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1620000" y="13392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6" name="텍스트"/>
          <p:cNvSpPr txBox="1"/>
          <p:nvPr/>
        </p:nvSpPr>
        <p:spPr>
          <a:xfrm>
            <a:off x="1620000" y="14760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27" name="텍스트"/>
          <p:cNvSpPr txBox="1"/>
          <p:nvPr/>
        </p:nvSpPr>
        <p:spPr>
          <a:xfrm>
            <a:off x="1620000" y="16128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1200" y="295200"/>
            <a:ext cx="417600" cy="417600"/>
          </a:xfrm>
          <a:prstGeom prst="ellipse">
            <a:avLst/>
          </a:prstGeom>
          <a:solidFill>
            <a:srgbClr val="005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368000" y="324000"/>
            <a:ext cx="504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3769"/>
              </a:lnSpc>
            </a:pPr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상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820800"/>
            <a:ext cx="2520000" cy="1619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 spc="200">
                <a:solidFill>
                  <a:srgbClr val="12151C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0000" y="1051200"/>
            <a:ext cx="180000" cy="1440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40000" y="1188000"/>
            <a:ext cx="216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B7280"/>
                </a:solidFill>
                <a:latin typeface="맑은 고딕"/>
                <a:ea typeface="맑은 고딕"/>
              </a:rPr>
              <a:t>계절을 앞서 준비해 두었습니다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문구점 사장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