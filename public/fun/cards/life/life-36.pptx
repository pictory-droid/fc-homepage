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28520" y="249840"/>
            <a:ext cx="102960" cy="17424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918908" y="315511"/>
            <a:ext cx="102960" cy="17424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884383" y="421769"/>
            <a:ext cx="102960" cy="17424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772657" y="421769"/>
            <a:ext cx="102960" cy="17424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738132" y="315511"/>
            <a:ext cx="102960" cy="17424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36440" y="388440"/>
            <a:ext cx="87120" cy="87120"/>
          </a:xfrm>
          <a:prstGeom prst="ellipse">
            <a:avLst/>
          </a:prstGeom>
          <a:solidFill>
            <a:srgbClr val="F4E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42F4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F4D76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62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CEB6C0"/>
                </a:solidFill>
                <a:latin typeface="바탕"/>
                <a:ea typeface="바탕"/>
              </a:rPr>
              <a:t>계절을 앞서 준비해 두었습니다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C82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EB6C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29880" y="282960"/>
            <a:ext cx="84240" cy="142560"/>
          </a:xfrm>
          <a:prstGeom prst="ellipse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4320000">
            <a:off x="2803834" y="336691"/>
            <a:ext cx="84240" cy="142560"/>
          </a:xfrm>
          <a:prstGeom prst="ellipse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8640000">
            <a:off x="2775586" y="423629"/>
            <a:ext cx="84240" cy="142560"/>
          </a:xfrm>
          <a:prstGeom prst="ellipse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2960000">
            <a:off x="2684174" y="423629"/>
            <a:ext cx="84240" cy="142560"/>
          </a:xfrm>
          <a:prstGeom prst="ellipse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7280000">
            <a:off x="2655926" y="336691"/>
            <a:ext cx="84240" cy="142560"/>
          </a:xfrm>
          <a:prstGeom prst="ellipse">
            <a:avLst/>
          </a:pr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36360" y="396360"/>
            <a:ext cx="71280" cy="71280"/>
          </a:xfrm>
          <a:prstGeom prst="ellipse">
            <a:avLst/>
          </a:pr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