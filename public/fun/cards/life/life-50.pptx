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9F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FFB2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331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3318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31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31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31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일상의 빈틈을 채워 드립니다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