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7347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9B8AC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9B8AC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9B8AC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9B8AC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9B8AC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9B8AC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9B8AC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9B8AC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9B8AC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9B8AC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9B8AC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9B8AC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9B8AC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9B8AC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9B8AC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9B8AC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9B8AC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9B8AC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9B8AC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9B8AC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9B8A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6454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FB8D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B4A7DB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4A7D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4A7D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4A7D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793600" y="1153440"/>
            <a:ext cx="126720" cy="126720"/>
          </a:xfrm>
          <a:prstGeom prst="line">
            <a:avLst/>
          </a:prstGeom>
          <a:ln w="43200">
            <a:solidFill>
              <a:srgbClr val="9B8ACF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2885760" y="1067040"/>
            <a:ext cx="115200" cy="115200"/>
          </a:xfrm>
          <a:prstGeom prst="ellipse">
            <a:avLst/>
          </a:prstGeom>
          <a:solidFill>
            <a:srgbClr val="9B8A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50000" y="835200"/>
            <a:ext cx="237600" cy="237600"/>
          </a:xfrm>
          <a:prstGeom prst="line">
            <a:avLst/>
          </a:prstGeom>
          <a:ln w="8100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622800" y="673200"/>
            <a:ext cx="216000" cy="21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7347F"/>
                </a:solidFill>
                <a:latin typeface="맑은 고딕"/>
                <a:ea typeface="맑은 고딕"/>
              </a:rPr>
              <a:t>일상의 빈틈을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47347F"/>
                </a:solidFill>
                <a:latin typeface="맑은 고딕"/>
                <a:ea typeface="맑은 고딕"/>
              </a:rPr>
              <a:t>채워 드립니다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6F9B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