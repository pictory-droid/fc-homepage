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DCDFE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E6193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E619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화환 배달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매일 10:00 – 20:00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