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277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538D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666666"/>
                </a:solidFill>
                <a:latin typeface="맑은 고딕"/>
                <a:ea typeface="맑은 고딕"/>
              </a:rPr>
              <a:t>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DF3F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6F4F7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6F4F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6F4F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6F4F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F95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3535C"/>
                </a:solidFill>
                <a:latin typeface="바탕"/>
                <a:ea typeface="바탕"/>
              </a:rPr>
              <a:t>공간이 달라지면 마음도 달라집니다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F95A6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F7A7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48400"/>
            <a:ext cx="165600" cy="75600"/>
          </a:xfrm>
          <a:custGeom>
            <a:avLst/>
            <a:gdLst/>
            <a:ahLst/>
            <a:cxnLst/>
            <a:rect l="l" t="t" r="r" b="b"/>
            <a:pathLst>
              <a:path w="165600" h="75600">
                <a:moveTo>
                  <a:pt x="0" y="75600"/>
                </a:moveTo>
                <a:lnTo>
                  <a:pt x="82800" y="0"/>
                </a:lnTo>
                <a:lnTo>
                  <a:pt x="165600" y="75600"/>
                </a:lnTo>
                <a:close/>
              </a:path>
            </a:pathLst>
          </a:cu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62400" y="324000"/>
            <a:ext cx="115200" cy="75600"/>
          </a:xfrm>
          <a:prstGeom prst="rect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00" y="349200"/>
            <a:ext cx="28800" cy="504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