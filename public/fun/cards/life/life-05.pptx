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F1D5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정유진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인테리어 디자이너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공간이 달라지면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마음도 달라집니다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인테리어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