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임건우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가구 공방 대표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방문 견적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B7280"/>
                </a:solidFill>
                <a:latin typeface="맑은 고딕"/>
                <a:ea typeface="맑은 고딕"/>
              </a:rPr>
              <a:t>월–토 09:00 – 18:00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가구 공방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