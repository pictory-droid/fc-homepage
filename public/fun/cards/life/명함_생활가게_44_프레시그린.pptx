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392D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2392D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12392D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