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FFE4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93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9E6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9E6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9E6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9E6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