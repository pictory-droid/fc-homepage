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3D5A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유재희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잡화점 대표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3D5A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화환 배달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방문 견적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월–토 09:00 – 18:00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잡화점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