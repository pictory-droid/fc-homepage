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C4964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C49645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C49645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C49645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C4964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C49645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C49645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C49645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C4964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C49645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C49645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C49645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C4964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C49645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C49645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C49645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C4964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C49645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C49645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C49645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F2E5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07056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C5D27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37034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37034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C5D27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37034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C5D27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37034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C5D2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Oval 32"/>
          <p:cNvSpPr/>
          <p:nvPr/>
        </p:nvSpPr>
        <p:spPr>
          <a:xfrm>
            <a:off x="2828160" y="1078560"/>
            <a:ext cx="103680" cy="138240"/>
          </a:xfrm>
          <a:prstGeom prst="ellipse">
            <a:avLst/>
          </a:prstGeom>
          <a:noFill/>
          <a:ln w="20160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770560" y="1159200"/>
            <a:ext cx="218880" cy="149760"/>
          </a:xfrm>
          <a:prstGeom prst="roundRect">
            <a:avLst>
              <a:gd name="adj" fmla="val 13461"/>
            </a:avLst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F2E5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34640" y="1380240"/>
            <a:ext cx="90720" cy="120960"/>
          </a:xfrm>
          <a:prstGeom prst="ellipse">
            <a:avLst/>
          </a:prstGeom>
          <a:noFill/>
          <a:ln w="17640">
            <a:solidFill>
              <a:srgbClr val="8080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84240" y="1450800"/>
            <a:ext cx="191520" cy="13104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7C5D27"/>
                </a:solidFill>
                <a:latin typeface="바탕"/>
                <a:ea typeface="바탕"/>
              </a:rPr>
              <a:t>사소한 불편도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7C5D27"/>
                </a:solidFill>
                <a:latin typeface="바탕"/>
                <a:ea typeface="바탕"/>
              </a:rPr>
              <a:t>놓치지 않겠습니다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07056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