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사소한 불편도 놓치지 않겠습니다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