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F9EEEA">
                    <a:alpha val="95000"/>
                  </a:srgbClr>
                </a:solidFill>
                <a:latin typeface="맑은 고딕"/>
                <a:ea typeface="맑은 고딕"/>
              </a:rPr>
              <a:t>장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307DC1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C686D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4C1B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735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출장 문의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61A0D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79563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15F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79563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803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15F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09803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64424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15F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864424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843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15F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391843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15F71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7354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