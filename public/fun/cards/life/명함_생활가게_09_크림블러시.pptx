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C95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C95C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418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07DC1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C686D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735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61A0D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79563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15F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79563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803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15F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09803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4424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15F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864424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843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15F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391843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15F71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7354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