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A4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6787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A4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6787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A4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6787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A4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6787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A4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6787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52A2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52A28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5CCC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2A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2A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2A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