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D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6A4A3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6787A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6A4A3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6787A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6A4A3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6787A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6A4A3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6787A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6A4A3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6787A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52A28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성OO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52A28"/>
                </a:solidFill>
                <a:latin typeface="맑은 고딕"/>
                <a:ea typeface="맑은 고딕"/>
              </a:rPr>
              <a:t>인테리어 디자이너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D5CCC8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52A2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52A2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52A2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D1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D1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D1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D1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D1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D1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D1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D1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D1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D1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2A2D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화환 배달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D19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64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인테리어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