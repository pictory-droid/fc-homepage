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878859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A8733C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878859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A8733C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878859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A8733C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878859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A8733C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878859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A8733C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201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828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정OO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828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인테리어 디자이너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8000" y="1123200"/>
            <a:ext cx="2160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828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130400" y="11952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828000" y="1335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1130400" y="13248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828000" y="1465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130400" y="14544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854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C2B2B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987D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60000" y="280800"/>
            <a:ext cx="25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11"/>
              </a:lnSpc>
            </a:pPr>
            <a:r>
              <a:rPr sz="560" b="1" spc="400">
                <a:solidFill>
                  <a:srgbClr val="C2B2BA"/>
                </a:solidFill>
                <a:latin typeface="바탕"/>
                <a:ea typeface="바탕"/>
              </a:rPr>
              <a:t>취급 품목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12000" y="432000"/>
            <a:ext cx="216000" cy="0"/>
          </a:xfrm>
          <a:prstGeom prst="line">
            <a:avLst/>
          </a:prstGeom>
          <a:ln w="5040">
            <a:solidFill>
              <a:srgbClr val="C2B2BA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360000" y="57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47"/>
              </a:lnSpc>
            </a:pPr>
            <a:r>
              <a:rPr sz="860" b="1" spc="100">
                <a:solidFill>
                  <a:srgbClr val="FFFFFF"/>
                </a:solidFill>
                <a:latin typeface="바탕"/>
                <a:ea typeface="바탕"/>
              </a:rPr>
              <a:t>화환 배달  ·  인테리어  ·  도배 · 장판  ·  이사 정리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12000" y="1173600"/>
            <a:ext cx="216000" cy="0"/>
          </a:xfrm>
          <a:prstGeom prst="line">
            <a:avLst/>
          </a:prstGeom>
          <a:ln w="5040">
            <a:solidFill>
              <a:srgbClr val="C2B2BA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26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D4C8CE"/>
                </a:solidFill>
                <a:latin typeface="바탕"/>
                <a:ea typeface="바탕"/>
              </a:rPr>
              <a:t>매일 10:00 – 20:00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968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D4C8CE"/>
                </a:solidFill>
                <a:latin typeface="바탕"/>
                <a:ea typeface="바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인테리어 디자이너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