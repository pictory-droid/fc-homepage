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7885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87885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87885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87885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87885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873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C2B2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987D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C2B2BA"/>
                </a:solidFill>
                <a:latin typeface="바탕"/>
                <a:ea typeface="바탕"/>
              </a:rPr>
              <a:t>취급 품목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C2B2B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화환 배달  ·  인테리어  ·  도배 · 장판  ·  이사 정리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C2B2B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4C8CE"/>
                </a:solidFill>
                <a:latin typeface="바탕"/>
                <a:ea typeface="바탕"/>
              </a:rPr>
              <a:t>매일 10:00 – 20:00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4C8CE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