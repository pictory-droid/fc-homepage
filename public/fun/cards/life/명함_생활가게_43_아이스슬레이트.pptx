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7C93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4171D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7ABB4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99826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19:00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