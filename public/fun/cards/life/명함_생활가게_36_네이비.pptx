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5966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5966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55200" y="907200"/>
            <a:ext cx="129600" cy="172800"/>
          </a:xfrm>
          <a:prstGeom prst="ellipse">
            <a:avLst/>
          </a:prstGeom>
          <a:noFill/>
          <a:ln w="25200">
            <a:solidFill>
              <a:srgbClr val="ACB2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83200" y="1008000"/>
            <a:ext cx="273600" cy="1872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C7B3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D2840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B4BAC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8BE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2345E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35D5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B6A276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35D5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B6A276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35D5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B6A276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35D5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B6A276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54514A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4514A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