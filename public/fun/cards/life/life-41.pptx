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268000" y="0"/>
            <a:ext cx="972000" cy="972000"/>
          </a:xfrm>
          <a:custGeom>
            <a:avLst/>
            <a:gdLst/>
            <a:ahLst/>
            <a:cxnLst/>
            <a:rect l="l" t="t" r="r" b="b"/>
            <a:pathLst>
              <a:path w="972000" h="972000">
                <a:moveTo>
                  <a:pt x="972000" y="0"/>
                </a:moveTo>
                <a:lnTo>
                  <a:pt x="972000" y="972000"/>
                </a:lnTo>
                <a:lnTo>
                  <a:pt x="908428" y="969919"/>
                </a:lnTo>
                <a:lnTo>
                  <a:pt x="845129" y="963684"/>
                </a:lnTo>
                <a:lnTo>
                  <a:pt x="782372" y="953323"/>
                </a:lnTo>
                <a:lnTo>
                  <a:pt x="720428" y="938880"/>
                </a:lnTo>
                <a:lnTo>
                  <a:pt x="659561" y="920416"/>
                </a:lnTo>
                <a:lnTo>
                  <a:pt x="600032" y="898011"/>
                </a:lnTo>
                <a:lnTo>
                  <a:pt x="542095" y="871760"/>
                </a:lnTo>
                <a:lnTo>
                  <a:pt x="486000" y="841777"/>
                </a:lnTo>
                <a:lnTo>
                  <a:pt x="431986" y="808188"/>
                </a:lnTo>
                <a:lnTo>
                  <a:pt x="380284" y="771139"/>
                </a:lnTo>
                <a:lnTo>
                  <a:pt x="331116" y="730788"/>
                </a:lnTo>
                <a:lnTo>
                  <a:pt x="284692" y="687308"/>
                </a:lnTo>
                <a:lnTo>
                  <a:pt x="241212" y="640884"/>
                </a:lnTo>
                <a:lnTo>
                  <a:pt x="200861" y="591716"/>
                </a:lnTo>
                <a:lnTo>
                  <a:pt x="163812" y="540014"/>
                </a:lnTo>
                <a:lnTo>
                  <a:pt x="130223" y="486000"/>
                </a:lnTo>
                <a:lnTo>
                  <a:pt x="100240" y="429905"/>
                </a:lnTo>
                <a:lnTo>
                  <a:pt x="73989" y="371968"/>
                </a:lnTo>
                <a:lnTo>
                  <a:pt x="51584" y="312439"/>
                </a:lnTo>
                <a:lnTo>
                  <a:pt x="33120" y="251572"/>
                </a:lnTo>
                <a:lnTo>
                  <a:pt x="18677" y="189628"/>
                </a:lnTo>
                <a:lnTo>
                  <a:pt x="8316" y="126871"/>
                </a:lnTo>
                <a:lnTo>
                  <a:pt x="2081" y="63572"/>
                </a:lnTo>
                <a:lnTo>
                  <a:pt x="0" y="0"/>
                </a:lnTo>
                <a:close/>
              </a:path>
            </a:pathLst>
          </a:custGeom>
          <a:solidFill>
            <a:srgbClr val="00C2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664000" y="0"/>
            <a:ext cx="576000" cy="576000"/>
          </a:xfrm>
          <a:custGeom>
            <a:avLst/>
            <a:gdLst/>
            <a:ahLst/>
            <a:cxnLst/>
            <a:rect l="l" t="t" r="r" b="b"/>
            <a:pathLst>
              <a:path w="576000" h="576000">
                <a:moveTo>
                  <a:pt x="576000" y="0"/>
                </a:moveTo>
                <a:lnTo>
                  <a:pt x="576000" y="576000"/>
                </a:lnTo>
                <a:lnTo>
                  <a:pt x="538328" y="574767"/>
                </a:lnTo>
                <a:lnTo>
                  <a:pt x="500817" y="571072"/>
                </a:lnTo>
                <a:lnTo>
                  <a:pt x="463628" y="564932"/>
                </a:lnTo>
                <a:lnTo>
                  <a:pt x="426920" y="556373"/>
                </a:lnTo>
                <a:lnTo>
                  <a:pt x="390851" y="545432"/>
                </a:lnTo>
                <a:lnTo>
                  <a:pt x="355574" y="532155"/>
                </a:lnTo>
                <a:lnTo>
                  <a:pt x="321242" y="516599"/>
                </a:lnTo>
                <a:lnTo>
                  <a:pt x="288000" y="498831"/>
                </a:lnTo>
                <a:lnTo>
                  <a:pt x="255992" y="478926"/>
                </a:lnTo>
                <a:lnTo>
                  <a:pt x="225353" y="456972"/>
                </a:lnTo>
                <a:lnTo>
                  <a:pt x="196217" y="433060"/>
                </a:lnTo>
                <a:lnTo>
                  <a:pt x="168706" y="407294"/>
                </a:lnTo>
                <a:lnTo>
                  <a:pt x="142940" y="379783"/>
                </a:lnTo>
                <a:lnTo>
                  <a:pt x="119028" y="350647"/>
                </a:lnTo>
                <a:lnTo>
                  <a:pt x="97074" y="320008"/>
                </a:lnTo>
                <a:lnTo>
                  <a:pt x="77169" y="288000"/>
                </a:lnTo>
                <a:lnTo>
                  <a:pt x="59401" y="254758"/>
                </a:lnTo>
                <a:lnTo>
                  <a:pt x="43845" y="220426"/>
                </a:lnTo>
                <a:lnTo>
                  <a:pt x="30568" y="185149"/>
                </a:lnTo>
                <a:lnTo>
                  <a:pt x="19627" y="149080"/>
                </a:lnTo>
                <a:lnTo>
                  <a:pt x="11068" y="112372"/>
                </a:lnTo>
                <a:lnTo>
                  <a:pt x="4928" y="75183"/>
                </a:lnTo>
                <a:lnTo>
                  <a:pt x="1233" y="37672"/>
                </a:lnTo>
                <a:lnTo>
                  <a:pt x="0" y="0"/>
                </a:lnTo>
                <a:close/>
              </a:path>
            </a:pathLst>
          </a:custGeom>
          <a:solidFill>
            <a:srgbClr val="26292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540000"/>
            <a:ext cx="1944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</a:rPr>
              <a:t>나윤서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943200"/>
            <a:ext cx="1944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A3A9B5"/>
                </a:solidFill>
                <a:latin typeface="맑은 고딕"/>
                <a:ea typeface="맑은 고딕"/>
              </a:rPr>
              <a:t>플로리스트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2232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A3A9B5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348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583200" y="1224000"/>
            <a:ext cx="151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3716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583200" y="1360800"/>
            <a:ext cx="151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5084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83200" y="1497600"/>
            <a:ext cx="151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C2C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640" y="9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640" y="206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640" y="314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640" y="422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8640" y="530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8640" y="63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640" y="746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640" y="854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640" y="962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8640" y="1070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640" y="117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640" y="1286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8640" y="1394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8640" y="1502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8640" y="1610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8640" y="171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06640" y="9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06640" y="206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06640" y="314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06640" y="422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6640" y="530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06640" y="63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06640" y="746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06640" y="854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06640" y="962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06640" y="1070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06640" y="117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06640" y="1286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06640" y="1394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06640" y="1502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06640" y="1610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06640" y="171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14640" y="9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14640" y="206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14640" y="314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14640" y="422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14640" y="530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14640" y="63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14640" y="746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14640" y="854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14640" y="962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14640" y="1070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14640" y="117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14640" y="1286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14640" y="1394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14640" y="1502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14640" y="1610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14640" y="171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22640" y="9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22640" y="206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22640" y="314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22640" y="422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22640" y="530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422640" y="63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422640" y="746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422640" y="854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422640" y="962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422640" y="1070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22640" y="117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422640" y="1286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422640" y="1394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422640" y="1502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422640" y="1610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422640" y="171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530640" y="9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530640" y="206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530640" y="314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530640" y="422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530640" y="530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530640" y="63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530640" y="746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530640" y="854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530640" y="962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530640" y="1070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530640" y="117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530640" y="1286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530640" y="1394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530640" y="1502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530640" y="1610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530640" y="171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638640" y="9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638640" y="206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638640" y="314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638640" y="422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638640" y="530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638640" y="63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638640" y="746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638640" y="854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638640" y="962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638640" y="1070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638640" y="117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638640" y="1286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638640" y="1394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638640" y="1502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638640" y="1610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638640" y="171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746640" y="9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746640" y="206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746640" y="314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746640" y="422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746640" y="530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746640" y="63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746640" y="746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746640" y="854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746640" y="962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746640" y="1070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746640" y="117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746640" y="1286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746640" y="1394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746640" y="1502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746640" y="1610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746640" y="171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854640" y="9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854640" y="206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854640" y="314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854640" y="422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854640" y="530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854640" y="63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854640" y="746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854640" y="854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854640" y="962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854640" y="1070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854640" y="117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854640" y="1286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854640" y="1394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854640" y="1502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854640" y="1610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854640" y="171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962640" y="9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962640" y="206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962640" y="314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962640" y="422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962640" y="530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962640" y="63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962640" y="746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962640" y="854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962640" y="962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962640" y="1070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962640" y="117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962640" y="1286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962640" y="1394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962640" y="1502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962640" y="1610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962640" y="171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1070640" y="9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1070640" y="206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1070640" y="314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1070640" y="422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1070640" y="530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1070640" y="63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1070640" y="746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1070640" y="854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1070640" y="962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1070640" y="1070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1070640" y="117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1070640" y="1286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1070640" y="1394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1070640" y="1502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1070640" y="1610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1070640" y="171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1178640" y="9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1178640" y="206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1178640" y="314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1178640" y="422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1178640" y="530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1178640" y="63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1178640" y="746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1178640" y="854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1178640" y="962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1178640" y="1070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1178640" y="117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1178640" y="1286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1178640" y="1394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1178640" y="1502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1178640" y="1610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1178640" y="171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1286640" y="9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1286640" y="206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1286640" y="314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1286640" y="422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1286640" y="530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1286640" y="63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1286640" y="746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1286640" y="854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1286640" y="962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1286640" y="1070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1286640" y="117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1286640" y="1286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1286640" y="1394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1286640" y="1502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1286640" y="1610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1286640" y="171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1394640" y="9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1394640" y="206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1394640" y="314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1394640" y="422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1394640" y="530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1394640" y="63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1394640" y="746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1394640" y="854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1394640" y="962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1394640" y="1070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1394640" y="117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1394640" y="1286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1394640" y="1394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1394640" y="1502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1394640" y="1610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1394640" y="171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1502640" y="9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1502640" y="206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1502640" y="314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1502640" y="422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1502640" y="530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1502640" y="63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1502640" y="746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1502640" y="854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1502640" y="962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1502640" y="1070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1502640" y="117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1502640" y="1286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1502640" y="1394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1502640" y="1502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502640" y="1610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502640" y="171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610640" y="9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1610640" y="206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610640" y="314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610640" y="422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610640" y="530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1610640" y="63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1610640" y="746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1610640" y="854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1610640" y="962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1610640" y="1070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1610640" y="117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1610640" y="1286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1610640" y="1394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1610640" y="1502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1610640" y="1610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1610640" y="171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1718640" y="9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1718640" y="206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1718640" y="314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1718640" y="422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1718640" y="530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1718640" y="63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1718640" y="746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718640" y="854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718640" y="962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1718640" y="1070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1718640" y="117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718640" y="1286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718640" y="1394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1718640" y="1502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1718640" y="1610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718640" y="171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826640" y="9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1826640" y="206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1826640" y="314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1826640" y="422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1826640" y="530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1826640" y="63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1826640" y="746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1826640" y="854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1826640" y="962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1826640" y="1070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1826640" y="117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1826640" y="1286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1826640" y="1394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1826640" y="1502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1826640" y="1610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1826640" y="171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1934640" y="9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1934640" y="206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1934640" y="314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1934640" y="422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1934640" y="530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1934640" y="63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1934640" y="746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1934640" y="854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1934640" y="962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1934640" y="1070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1934640" y="117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1934640" y="1286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1934640" y="1394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1934640" y="1502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1934640" y="1610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1934640" y="171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2042640" y="9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2042640" y="206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2042640" y="314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2042640" y="422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2042640" y="530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2042640" y="63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2042640" y="746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2042640" y="854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2042640" y="962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2042640" y="1070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2042640" y="117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2042640" y="1286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2" name="Oval 301"/>
          <p:cNvSpPr/>
          <p:nvPr/>
        </p:nvSpPr>
        <p:spPr>
          <a:xfrm>
            <a:off x="2042640" y="1394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3" name="Oval 302"/>
          <p:cNvSpPr/>
          <p:nvPr/>
        </p:nvSpPr>
        <p:spPr>
          <a:xfrm>
            <a:off x="2042640" y="1502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4" name="Oval 303"/>
          <p:cNvSpPr/>
          <p:nvPr/>
        </p:nvSpPr>
        <p:spPr>
          <a:xfrm>
            <a:off x="2042640" y="1610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5" name="Oval 304"/>
          <p:cNvSpPr/>
          <p:nvPr/>
        </p:nvSpPr>
        <p:spPr>
          <a:xfrm>
            <a:off x="2042640" y="171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2150640" y="9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2150640" y="206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2150640" y="314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2150640" y="422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2150640" y="530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2150640" y="63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2150640" y="746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2150640" y="854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2150640" y="962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2150640" y="1070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2150640" y="117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2150640" y="1286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2150640" y="1394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2150640" y="1502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2150640" y="1610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2150640" y="171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2258640" y="9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2258640" y="206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2258640" y="314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2258640" y="422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6" name="Oval 325"/>
          <p:cNvSpPr/>
          <p:nvPr/>
        </p:nvSpPr>
        <p:spPr>
          <a:xfrm>
            <a:off x="2258640" y="530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7" name="Oval 326"/>
          <p:cNvSpPr/>
          <p:nvPr/>
        </p:nvSpPr>
        <p:spPr>
          <a:xfrm>
            <a:off x="2258640" y="63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8" name="Oval 327"/>
          <p:cNvSpPr/>
          <p:nvPr/>
        </p:nvSpPr>
        <p:spPr>
          <a:xfrm>
            <a:off x="2258640" y="746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>
            <a:off x="2258640" y="854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0" name="Oval 329"/>
          <p:cNvSpPr/>
          <p:nvPr/>
        </p:nvSpPr>
        <p:spPr>
          <a:xfrm>
            <a:off x="2258640" y="962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xfrm>
            <a:off x="2258640" y="1070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2" name="Oval 331"/>
          <p:cNvSpPr/>
          <p:nvPr/>
        </p:nvSpPr>
        <p:spPr>
          <a:xfrm>
            <a:off x="2258640" y="117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xfrm>
            <a:off x="2258640" y="1286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4" name="Oval 333"/>
          <p:cNvSpPr/>
          <p:nvPr/>
        </p:nvSpPr>
        <p:spPr>
          <a:xfrm>
            <a:off x="2258640" y="1394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5" name="Oval 334"/>
          <p:cNvSpPr/>
          <p:nvPr/>
        </p:nvSpPr>
        <p:spPr>
          <a:xfrm>
            <a:off x="2258640" y="1502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6" name="Oval 335"/>
          <p:cNvSpPr/>
          <p:nvPr/>
        </p:nvSpPr>
        <p:spPr>
          <a:xfrm>
            <a:off x="2258640" y="1610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7" name="Oval 336"/>
          <p:cNvSpPr/>
          <p:nvPr/>
        </p:nvSpPr>
        <p:spPr>
          <a:xfrm>
            <a:off x="2258640" y="171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8" name="Oval 337"/>
          <p:cNvSpPr/>
          <p:nvPr/>
        </p:nvSpPr>
        <p:spPr>
          <a:xfrm>
            <a:off x="2366640" y="9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9" name="Oval 338"/>
          <p:cNvSpPr/>
          <p:nvPr/>
        </p:nvSpPr>
        <p:spPr>
          <a:xfrm>
            <a:off x="2366640" y="206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0" name="Oval 339"/>
          <p:cNvSpPr/>
          <p:nvPr/>
        </p:nvSpPr>
        <p:spPr>
          <a:xfrm>
            <a:off x="2366640" y="314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2366640" y="422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2366640" y="530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2366640" y="63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2366640" y="746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2366640" y="854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2366640" y="962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2366640" y="1070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8" name="Oval 347"/>
          <p:cNvSpPr/>
          <p:nvPr/>
        </p:nvSpPr>
        <p:spPr>
          <a:xfrm>
            <a:off x="2366640" y="117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>
            <a:off x="2366640" y="1286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0" name="Oval 349"/>
          <p:cNvSpPr/>
          <p:nvPr/>
        </p:nvSpPr>
        <p:spPr>
          <a:xfrm>
            <a:off x="2366640" y="1394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1" name="Oval 350"/>
          <p:cNvSpPr/>
          <p:nvPr/>
        </p:nvSpPr>
        <p:spPr>
          <a:xfrm>
            <a:off x="2366640" y="1502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2" name="Oval 351"/>
          <p:cNvSpPr/>
          <p:nvPr/>
        </p:nvSpPr>
        <p:spPr>
          <a:xfrm>
            <a:off x="2366640" y="1610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xfrm>
            <a:off x="2366640" y="171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4" name="Oval 353"/>
          <p:cNvSpPr/>
          <p:nvPr/>
        </p:nvSpPr>
        <p:spPr>
          <a:xfrm>
            <a:off x="2474640" y="9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5" name="Oval 354"/>
          <p:cNvSpPr/>
          <p:nvPr/>
        </p:nvSpPr>
        <p:spPr>
          <a:xfrm>
            <a:off x="2474640" y="206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xfrm>
            <a:off x="2474640" y="314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2474640" y="422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2474640" y="530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9" name="Oval 358"/>
          <p:cNvSpPr/>
          <p:nvPr/>
        </p:nvSpPr>
        <p:spPr>
          <a:xfrm>
            <a:off x="2474640" y="63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0" name="Oval 359"/>
          <p:cNvSpPr/>
          <p:nvPr/>
        </p:nvSpPr>
        <p:spPr>
          <a:xfrm>
            <a:off x="2474640" y="746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xfrm>
            <a:off x="2474640" y="854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2" name="Oval 361"/>
          <p:cNvSpPr/>
          <p:nvPr/>
        </p:nvSpPr>
        <p:spPr>
          <a:xfrm>
            <a:off x="2474640" y="962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xfrm>
            <a:off x="2474640" y="1070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4" name="Oval 363"/>
          <p:cNvSpPr/>
          <p:nvPr/>
        </p:nvSpPr>
        <p:spPr>
          <a:xfrm>
            <a:off x="2474640" y="117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5" name="Oval 364"/>
          <p:cNvSpPr/>
          <p:nvPr/>
        </p:nvSpPr>
        <p:spPr>
          <a:xfrm>
            <a:off x="2474640" y="1286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6" name="Oval 365"/>
          <p:cNvSpPr/>
          <p:nvPr/>
        </p:nvSpPr>
        <p:spPr>
          <a:xfrm>
            <a:off x="2474640" y="1394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7" name="Oval 366"/>
          <p:cNvSpPr/>
          <p:nvPr/>
        </p:nvSpPr>
        <p:spPr>
          <a:xfrm>
            <a:off x="2474640" y="1502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8" name="Oval 367"/>
          <p:cNvSpPr/>
          <p:nvPr/>
        </p:nvSpPr>
        <p:spPr>
          <a:xfrm>
            <a:off x="2474640" y="1610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9" name="Oval 368"/>
          <p:cNvSpPr/>
          <p:nvPr/>
        </p:nvSpPr>
        <p:spPr>
          <a:xfrm>
            <a:off x="2474640" y="171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0" name="Oval 369"/>
          <p:cNvSpPr/>
          <p:nvPr/>
        </p:nvSpPr>
        <p:spPr>
          <a:xfrm>
            <a:off x="2582640" y="9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1" name="Oval 370"/>
          <p:cNvSpPr/>
          <p:nvPr/>
        </p:nvSpPr>
        <p:spPr>
          <a:xfrm>
            <a:off x="2582640" y="206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2" name="Oval 371"/>
          <p:cNvSpPr/>
          <p:nvPr/>
        </p:nvSpPr>
        <p:spPr>
          <a:xfrm>
            <a:off x="2582640" y="314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3" name="Oval 372"/>
          <p:cNvSpPr/>
          <p:nvPr/>
        </p:nvSpPr>
        <p:spPr>
          <a:xfrm>
            <a:off x="2582640" y="422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4" name="Oval 373"/>
          <p:cNvSpPr/>
          <p:nvPr/>
        </p:nvSpPr>
        <p:spPr>
          <a:xfrm>
            <a:off x="2582640" y="530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5" name="Oval 374"/>
          <p:cNvSpPr/>
          <p:nvPr/>
        </p:nvSpPr>
        <p:spPr>
          <a:xfrm>
            <a:off x="2582640" y="63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6" name="Oval 375"/>
          <p:cNvSpPr/>
          <p:nvPr/>
        </p:nvSpPr>
        <p:spPr>
          <a:xfrm>
            <a:off x="2582640" y="746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7" name="Oval 376"/>
          <p:cNvSpPr/>
          <p:nvPr/>
        </p:nvSpPr>
        <p:spPr>
          <a:xfrm>
            <a:off x="2582640" y="854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8" name="Oval 377"/>
          <p:cNvSpPr/>
          <p:nvPr/>
        </p:nvSpPr>
        <p:spPr>
          <a:xfrm>
            <a:off x="2582640" y="962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9" name="Oval 378"/>
          <p:cNvSpPr/>
          <p:nvPr/>
        </p:nvSpPr>
        <p:spPr>
          <a:xfrm>
            <a:off x="2582640" y="1070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0" name="Oval 379"/>
          <p:cNvSpPr/>
          <p:nvPr/>
        </p:nvSpPr>
        <p:spPr>
          <a:xfrm>
            <a:off x="2582640" y="117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1" name="Oval 380"/>
          <p:cNvSpPr/>
          <p:nvPr/>
        </p:nvSpPr>
        <p:spPr>
          <a:xfrm>
            <a:off x="2582640" y="1286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2" name="Oval 381"/>
          <p:cNvSpPr/>
          <p:nvPr/>
        </p:nvSpPr>
        <p:spPr>
          <a:xfrm>
            <a:off x="2582640" y="1394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3" name="Oval 382"/>
          <p:cNvSpPr/>
          <p:nvPr/>
        </p:nvSpPr>
        <p:spPr>
          <a:xfrm>
            <a:off x="2582640" y="1502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4" name="Oval 383"/>
          <p:cNvSpPr/>
          <p:nvPr/>
        </p:nvSpPr>
        <p:spPr>
          <a:xfrm>
            <a:off x="2582640" y="1610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5" name="Oval 384"/>
          <p:cNvSpPr/>
          <p:nvPr/>
        </p:nvSpPr>
        <p:spPr>
          <a:xfrm>
            <a:off x="2582640" y="171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6" name="Oval 385"/>
          <p:cNvSpPr/>
          <p:nvPr/>
        </p:nvSpPr>
        <p:spPr>
          <a:xfrm>
            <a:off x="2690640" y="9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7" name="Oval 386"/>
          <p:cNvSpPr/>
          <p:nvPr/>
        </p:nvSpPr>
        <p:spPr>
          <a:xfrm>
            <a:off x="2690640" y="206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8" name="Oval 387"/>
          <p:cNvSpPr/>
          <p:nvPr/>
        </p:nvSpPr>
        <p:spPr>
          <a:xfrm>
            <a:off x="2690640" y="314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9" name="Oval 388"/>
          <p:cNvSpPr/>
          <p:nvPr/>
        </p:nvSpPr>
        <p:spPr>
          <a:xfrm>
            <a:off x="2690640" y="422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0" name="Oval 389"/>
          <p:cNvSpPr/>
          <p:nvPr/>
        </p:nvSpPr>
        <p:spPr>
          <a:xfrm>
            <a:off x="2690640" y="530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1" name="Oval 390"/>
          <p:cNvSpPr/>
          <p:nvPr/>
        </p:nvSpPr>
        <p:spPr>
          <a:xfrm>
            <a:off x="2690640" y="63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2" name="Oval 391"/>
          <p:cNvSpPr/>
          <p:nvPr/>
        </p:nvSpPr>
        <p:spPr>
          <a:xfrm>
            <a:off x="2690640" y="746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3" name="Oval 392"/>
          <p:cNvSpPr/>
          <p:nvPr/>
        </p:nvSpPr>
        <p:spPr>
          <a:xfrm>
            <a:off x="2690640" y="854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4" name="Oval 393"/>
          <p:cNvSpPr/>
          <p:nvPr/>
        </p:nvSpPr>
        <p:spPr>
          <a:xfrm>
            <a:off x="2690640" y="962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5" name="Oval 394"/>
          <p:cNvSpPr/>
          <p:nvPr/>
        </p:nvSpPr>
        <p:spPr>
          <a:xfrm>
            <a:off x="2690640" y="1070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6" name="Oval 395"/>
          <p:cNvSpPr/>
          <p:nvPr/>
        </p:nvSpPr>
        <p:spPr>
          <a:xfrm>
            <a:off x="2690640" y="117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7" name="Oval 396"/>
          <p:cNvSpPr/>
          <p:nvPr/>
        </p:nvSpPr>
        <p:spPr>
          <a:xfrm>
            <a:off x="2690640" y="1286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8" name="Oval 397"/>
          <p:cNvSpPr/>
          <p:nvPr/>
        </p:nvSpPr>
        <p:spPr>
          <a:xfrm>
            <a:off x="2690640" y="1394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9" name="Oval 398"/>
          <p:cNvSpPr/>
          <p:nvPr/>
        </p:nvSpPr>
        <p:spPr>
          <a:xfrm>
            <a:off x="2690640" y="1502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0" name="Oval 399"/>
          <p:cNvSpPr/>
          <p:nvPr/>
        </p:nvSpPr>
        <p:spPr>
          <a:xfrm>
            <a:off x="2690640" y="1610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1" name="Oval 400"/>
          <p:cNvSpPr/>
          <p:nvPr/>
        </p:nvSpPr>
        <p:spPr>
          <a:xfrm>
            <a:off x="2690640" y="171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2" name="Oval 401"/>
          <p:cNvSpPr/>
          <p:nvPr/>
        </p:nvSpPr>
        <p:spPr>
          <a:xfrm>
            <a:off x="2798640" y="9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3" name="Oval 402"/>
          <p:cNvSpPr/>
          <p:nvPr/>
        </p:nvSpPr>
        <p:spPr>
          <a:xfrm>
            <a:off x="2798640" y="206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4" name="Oval 403"/>
          <p:cNvSpPr/>
          <p:nvPr/>
        </p:nvSpPr>
        <p:spPr>
          <a:xfrm>
            <a:off x="2798640" y="314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5" name="Oval 404"/>
          <p:cNvSpPr/>
          <p:nvPr/>
        </p:nvSpPr>
        <p:spPr>
          <a:xfrm>
            <a:off x="2798640" y="422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6" name="Oval 405"/>
          <p:cNvSpPr/>
          <p:nvPr/>
        </p:nvSpPr>
        <p:spPr>
          <a:xfrm>
            <a:off x="2798640" y="530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7" name="Oval 406"/>
          <p:cNvSpPr/>
          <p:nvPr/>
        </p:nvSpPr>
        <p:spPr>
          <a:xfrm>
            <a:off x="2798640" y="63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8" name="Oval 407"/>
          <p:cNvSpPr/>
          <p:nvPr/>
        </p:nvSpPr>
        <p:spPr>
          <a:xfrm>
            <a:off x="2798640" y="746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9" name="Oval 408"/>
          <p:cNvSpPr/>
          <p:nvPr/>
        </p:nvSpPr>
        <p:spPr>
          <a:xfrm>
            <a:off x="2798640" y="854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0" name="Oval 409"/>
          <p:cNvSpPr/>
          <p:nvPr/>
        </p:nvSpPr>
        <p:spPr>
          <a:xfrm>
            <a:off x="2798640" y="962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1" name="Oval 410"/>
          <p:cNvSpPr/>
          <p:nvPr/>
        </p:nvSpPr>
        <p:spPr>
          <a:xfrm>
            <a:off x="2798640" y="1070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2" name="Oval 411"/>
          <p:cNvSpPr/>
          <p:nvPr/>
        </p:nvSpPr>
        <p:spPr>
          <a:xfrm>
            <a:off x="2798640" y="117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3" name="Oval 412"/>
          <p:cNvSpPr/>
          <p:nvPr/>
        </p:nvSpPr>
        <p:spPr>
          <a:xfrm>
            <a:off x="2798640" y="1286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4" name="Oval 413"/>
          <p:cNvSpPr/>
          <p:nvPr/>
        </p:nvSpPr>
        <p:spPr>
          <a:xfrm>
            <a:off x="2798640" y="1394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5" name="Oval 414"/>
          <p:cNvSpPr/>
          <p:nvPr/>
        </p:nvSpPr>
        <p:spPr>
          <a:xfrm>
            <a:off x="2798640" y="1502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6" name="Oval 415"/>
          <p:cNvSpPr/>
          <p:nvPr/>
        </p:nvSpPr>
        <p:spPr>
          <a:xfrm>
            <a:off x="2798640" y="1610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7" name="Oval 416"/>
          <p:cNvSpPr/>
          <p:nvPr/>
        </p:nvSpPr>
        <p:spPr>
          <a:xfrm>
            <a:off x="2798640" y="171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8" name="Oval 417"/>
          <p:cNvSpPr/>
          <p:nvPr/>
        </p:nvSpPr>
        <p:spPr>
          <a:xfrm>
            <a:off x="2906640" y="9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9" name="Oval 418"/>
          <p:cNvSpPr/>
          <p:nvPr/>
        </p:nvSpPr>
        <p:spPr>
          <a:xfrm>
            <a:off x="2906640" y="206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0" name="Oval 419"/>
          <p:cNvSpPr/>
          <p:nvPr/>
        </p:nvSpPr>
        <p:spPr>
          <a:xfrm>
            <a:off x="2906640" y="314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1" name="Oval 420"/>
          <p:cNvSpPr/>
          <p:nvPr/>
        </p:nvSpPr>
        <p:spPr>
          <a:xfrm>
            <a:off x="2906640" y="422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2" name="Oval 421"/>
          <p:cNvSpPr/>
          <p:nvPr/>
        </p:nvSpPr>
        <p:spPr>
          <a:xfrm>
            <a:off x="2906640" y="530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3" name="Oval 422"/>
          <p:cNvSpPr/>
          <p:nvPr/>
        </p:nvSpPr>
        <p:spPr>
          <a:xfrm>
            <a:off x="2906640" y="63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4" name="Oval 423"/>
          <p:cNvSpPr/>
          <p:nvPr/>
        </p:nvSpPr>
        <p:spPr>
          <a:xfrm>
            <a:off x="2906640" y="746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5" name="Oval 424"/>
          <p:cNvSpPr/>
          <p:nvPr/>
        </p:nvSpPr>
        <p:spPr>
          <a:xfrm>
            <a:off x="2906640" y="854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6" name="Oval 425"/>
          <p:cNvSpPr/>
          <p:nvPr/>
        </p:nvSpPr>
        <p:spPr>
          <a:xfrm>
            <a:off x="2906640" y="962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7" name="Oval 426"/>
          <p:cNvSpPr/>
          <p:nvPr/>
        </p:nvSpPr>
        <p:spPr>
          <a:xfrm>
            <a:off x="2906640" y="1070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8" name="Oval 427"/>
          <p:cNvSpPr/>
          <p:nvPr/>
        </p:nvSpPr>
        <p:spPr>
          <a:xfrm>
            <a:off x="2906640" y="117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9" name="Oval 428"/>
          <p:cNvSpPr/>
          <p:nvPr/>
        </p:nvSpPr>
        <p:spPr>
          <a:xfrm>
            <a:off x="2906640" y="1286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0" name="Oval 429"/>
          <p:cNvSpPr/>
          <p:nvPr/>
        </p:nvSpPr>
        <p:spPr>
          <a:xfrm>
            <a:off x="2906640" y="1394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1" name="Oval 430"/>
          <p:cNvSpPr/>
          <p:nvPr/>
        </p:nvSpPr>
        <p:spPr>
          <a:xfrm>
            <a:off x="2906640" y="1502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2" name="Oval 431"/>
          <p:cNvSpPr/>
          <p:nvPr/>
        </p:nvSpPr>
        <p:spPr>
          <a:xfrm>
            <a:off x="2906640" y="1610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3" name="Oval 432"/>
          <p:cNvSpPr/>
          <p:nvPr/>
        </p:nvSpPr>
        <p:spPr>
          <a:xfrm>
            <a:off x="2906640" y="171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4" name="Oval 433"/>
          <p:cNvSpPr/>
          <p:nvPr/>
        </p:nvSpPr>
        <p:spPr>
          <a:xfrm>
            <a:off x="3014640" y="9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5" name="Oval 434"/>
          <p:cNvSpPr/>
          <p:nvPr/>
        </p:nvSpPr>
        <p:spPr>
          <a:xfrm>
            <a:off x="3014640" y="206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6" name="Oval 435"/>
          <p:cNvSpPr/>
          <p:nvPr/>
        </p:nvSpPr>
        <p:spPr>
          <a:xfrm>
            <a:off x="3014640" y="314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7" name="Oval 436"/>
          <p:cNvSpPr/>
          <p:nvPr/>
        </p:nvSpPr>
        <p:spPr>
          <a:xfrm>
            <a:off x="3014640" y="422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8" name="Oval 437"/>
          <p:cNvSpPr/>
          <p:nvPr/>
        </p:nvSpPr>
        <p:spPr>
          <a:xfrm>
            <a:off x="3014640" y="530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9" name="Oval 438"/>
          <p:cNvSpPr/>
          <p:nvPr/>
        </p:nvSpPr>
        <p:spPr>
          <a:xfrm>
            <a:off x="3014640" y="63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0" name="Oval 439"/>
          <p:cNvSpPr/>
          <p:nvPr/>
        </p:nvSpPr>
        <p:spPr>
          <a:xfrm>
            <a:off x="3014640" y="746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1" name="Oval 440"/>
          <p:cNvSpPr/>
          <p:nvPr/>
        </p:nvSpPr>
        <p:spPr>
          <a:xfrm>
            <a:off x="3014640" y="854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2" name="Oval 441"/>
          <p:cNvSpPr/>
          <p:nvPr/>
        </p:nvSpPr>
        <p:spPr>
          <a:xfrm>
            <a:off x="3014640" y="962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3" name="Oval 442"/>
          <p:cNvSpPr/>
          <p:nvPr/>
        </p:nvSpPr>
        <p:spPr>
          <a:xfrm>
            <a:off x="3014640" y="1070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4" name="Oval 443"/>
          <p:cNvSpPr/>
          <p:nvPr/>
        </p:nvSpPr>
        <p:spPr>
          <a:xfrm>
            <a:off x="3014640" y="117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5" name="Oval 444"/>
          <p:cNvSpPr/>
          <p:nvPr/>
        </p:nvSpPr>
        <p:spPr>
          <a:xfrm>
            <a:off x="3014640" y="1286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6" name="Oval 445"/>
          <p:cNvSpPr/>
          <p:nvPr/>
        </p:nvSpPr>
        <p:spPr>
          <a:xfrm>
            <a:off x="3014640" y="1394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7" name="Oval 446"/>
          <p:cNvSpPr/>
          <p:nvPr/>
        </p:nvSpPr>
        <p:spPr>
          <a:xfrm>
            <a:off x="3014640" y="1502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8" name="Oval 447"/>
          <p:cNvSpPr/>
          <p:nvPr/>
        </p:nvSpPr>
        <p:spPr>
          <a:xfrm>
            <a:off x="3014640" y="1610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9" name="Oval 448"/>
          <p:cNvSpPr/>
          <p:nvPr/>
        </p:nvSpPr>
        <p:spPr>
          <a:xfrm>
            <a:off x="3014640" y="171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0" name="Oval 449"/>
          <p:cNvSpPr/>
          <p:nvPr/>
        </p:nvSpPr>
        <p:spPr>
          <a:xfrm>
            <a:off x="3122640" y="9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1" name="Oval 450"/>
          <p:cNvSpPr/>
          <p:nvPr/>
        </p:nvSpPr>
        <p:spPr>
          <a:xfrm>
            <a:off x="3122640" y="206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2" name="Oval 451"/>
          <p:cNvSpPr/>
          <p:nvPr/>
        </p:nvSpPr>
        <p:spPr>
          <a:xfrm>
            <a:off x="3122640" y="314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3" name="Oval 452"/>
          <p:cNvSpPr/>
          <p:nvPr/>
        </p:nvSpPr>
        <p:spPr>
          <a:xfrm>
            <a:off x="3122640" y="422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4" name="Oval 453"/>
          <p:cNvSpPr/>
          <p:nvPr/>
        </p:nvSpPr>
        <p:spPr>
          <a:xfrm>
            <a:off x="3122640" y="530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5" name="Oval 454"/>
          <p:cNvSpPr/>
          <p:nvPr/>
        </p:nvSpPr>
        <p:spPr>
          <a:xfrm>
            <a:off x="3122640" y="63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6" name="Oval 455"/>
          <p:cNvSpPr/>
          <p:nvPr/>
        </p:nvSpPr>
        <p:spPr>
          <a:xfrm>
            <a:off x="3122640" y="746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7" name="Oval 456"/>
          <p:cNvSpPr/>
          <p:nvPr/>
        </p:nvSpPr>
        <p:spPr>
          <a:xfrm>
            <a:off x="3122640" y="854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8" name="Oval 457"/>
          <p:cNvSpPr/>
          <p:nvPr/>
        </p:nvSpPr>
        <p:spPr>
          <a:xfrm>
            <a:off x="3122640" y="962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9" name="Oval 458"/>
          <p:cNvSpPr/>
          <p:nvPr/>
        </p:nvSpPr>
        <p:spPr>
          <a:xfrm>
            <a:off x="3122640" y="1070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0" name="Oval 459"/>
          <p:cNvSpPr/>
          <p:nvPr/>
        </p:nvSpPr>
        <p:spPr>
          <a:xfrm>
            <a:off x="3122640" y="117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1" name="Oval 460"/>
          <p:cNvSpPr/>
          <p:nvPr/>
        </p:nvSpPr>
        <p:spPr>
          <a:xfrm>
            <a:off x="3122640" y="1286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2" name="Oval 461"/>
          <p:cNvSpPr/>
          <p:nvPr/>
        </p:nvSpPr>
        <p:spPr>
          <a:xfrm>
            <a:off x="3122640" y="1394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3" name="Oval 462"/>
          <p:cNvSpPr/>
          <p:nvPr/>
        </p:nvSpPr>
        <p:spPr>
          <a:xfrm>
            <a:off x="3122640" y="1502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4" name="Oval 463"/>
          <p:cNvSpPr/>
          <p:nvPr/>
        </p:nvSpPr>
        <p:spPr>
          <a:xfrm>
            <a:off x="3122640" y="1610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5" name="Oval 464"/>
          <p:cNvSpPr/>
          <p:nvPr/>
        </p:nvSpPr>
        <p:spPr>
          <a:xfrm>
            <a:off x="3122640" y="171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6" name="Oval 465"/>
          <p:cNvSpPr/>
          <p:nvPr/>
        </p:nvSpPr>
        <p:spPr>
          <a:xfrm>
            <a:off x="3230640" y="9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7" name="Oval 466"/>
          <p:cNvSpPr/>
          <p:nvPr/>
        </p:nvSpPr>
        <p:spPr>
          <a:xfrm>
            <a:off x="3230640" y="206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8" name="Oval 467"/>
          <p:cNvSpPr/>
          <p:nvPr/>
        </p:nvSpPr>
        <p:spPr>
          <a:xfrm>
            <a:off x="3230640" y="314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9" name="Oval 468"/>
          <p:cNvSpPr/>
          <p:nvPr/>
        </p:nvSpPr>
        <p:spPr>
          <a:xfrm>
            <a:off x="3230640" y="422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0" name="Oval 469"/>
          <p:cNvSpPr/>
          <p:nvPr/>
        </p:nvSpPr>
        <p:spPr>
          <a:xfrm>
            <a:off x="3230640" y="530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1" name="Oval 470"/>
          <p:cNvSpPr/>
          <p:nvPr/>
        </p:nvSpPr>
        <p:spPr>
          <a:xfrm>
            <a:off x="3230640" y="63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2" name="Oval 471"/>
          <p:cNvSpPr/>
          <p:nvPr/>
        </p:nvSpPr>
        <p:spPr>
          <a:xfrm>
            <a:off x="3230640" y="746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3" name="Oval 472"/>
          <p:cNvSpPr/>
          <p:nvPr/>
        </p:nvSpPr>
        <p:spPr>
          <a:xfrm>
            <a:off x="3230640" y="854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4" name="Oval 473"/>
          <p:cNvSpPr/>
          <p:nvPr/>
        </p:nvSpPr>
        <p:spPr>
          <a:xfrm>
            <a:off x="3230640" y="962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5" name="Oval 474"/>
          <p:cNvSpPr/>
          <p:nvPr/>
        </p:nvSpPr>
        <p:spPr>
          <a:xfrm>
            <a:off x="3230640" y="1070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6" name="Oval 475"/>
          <p:cNvSpPr/>
          <p:nvPr/>
        </p:nvSpPr>
        <p:spPr>
          <a:xfrm>
            <a:off x="3230640" y="117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7" name="Oval 476"/>
          <p:cNvSpPr/>
          <p:nvPr/>
        </p:nvSpPr>
        <p:spPr>
          <a:xfrm>
            <a:off x="3230640" y="1286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8" name="Oval 477"/>
          <p:cNvSpPr/>
          <p:nvPr/>
        </p:nvSpPr>
        <p:spPr>
          <a:xfrm>
            <a:off x="3230640" y="1394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9" name="Oval 478"/>
          <p:cNvSpPr/>
          <p:nvPr/>
        </p:nvSpPr>
        <p:spPr>
          <a:xfrm>
            <a:off x="3230640" y="1502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0" name="Oval 479"/>
          <p:cNvSpPr/>
          <p:nvPr/>
        </p:nvSpPr>
        <p:spPr>
          <a:xfrm>
            <a:off x="3230640" y="1610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1" name="Oval 480"/>
          <p:cNvSpPr/>
          <p:nvPr/>
        </p:nvSpPr>
        <p:spPr>
          <a:xfrm>
            <a:off x="3230640" y="1718640"/>
            <a:ext cx="18720" cy="18720"/>
          </a:xfrm>
          <a:prstGeom prst="ellipse">
            <a:avLst/>
          </a:prstGeom>
          <a:solidFill>
            <a:srgbClr val="077D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2" name="Rectangle 481"/>
          <p:cNvSpPr/>
          <p:nvPr/>
        </p:nvSpPr>
        <p:spPr>
          <a:xfrm>
            <a:off x="396000" y="468000"/>
            <a:ext cx="2448000" cy="864000"/>
          </a:xfrm>
          <a:prstGeom prst="rect">
            <a:avLst/>
          </a:prstGeom>
          <a:solidFill>
            <a:srgbClr val="00C2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3" name="텍스트"/>
          <p:cNvSpPr txBox="1"/>
          <p:nvPr/>
        </p:nvSpPr>
        <p:spPr>
          <a:xfrm>
            <a:off x="540000" y="576000"/>
            <a:ext cx="2160000" cy="4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67"/>
              </a:lnSpc>
            </a:pPr>
            <a:r>
              <a:rPr sz="1150" b="1">
                <a:solidFill>
                  <a:srgbClr val="12151C"/>
                </a:solidFill>
                <a:latin typeface="맑은 고딕"/>
                <a:ea typeface="맑은 고딕"/>
              </a:rPr>
              <a:t>당신의 집에 어울리는 한 조각</a:t>
            </a:r>
          </a:p>
        </p:txBody>
      </p:sp>
      <p:sp>
        <p:nvSpPr>
          <p:cNvPr id="484" name="텍스트"/>
          <p:cNvSpPr txBox="1"/>
          <p:nvPr/>
        </p:nvSpPr>
        <p:spPr>
          <a:xfrm>
            <a:off x="540000" y="1144800"/>
            <a:ext cx="216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300">
                <a:solidFill>
                  <a:srgbClr val="0E3B40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플로리스트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