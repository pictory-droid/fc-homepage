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465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5600" cy="18000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65600" y="0"/>
            <a:ext cx="36000" cy="1800000"/>
          </a:xfrm>
          <a:prstGeom prst="rect">
            <a:avLst/>
          </a:prstGeom>
          <a:solidFill>
            <a:srgbClr val="4B64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763072" y="219024"/>
            <a:ext cx="89856" cy="152064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4320000">
            <a:off x="2841956" y="276337"/>
            <a:ext cx="89856" cy="152064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8640000">
            <a:off x="2811825" y="369071"/>
            <a:ext cx="89856" cy="152064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 rot="12960000">
            <a:off x="2714319" y="369071"/>
            <a:ext cx="89856" cy="152064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17280000">
            <a:off x="2684188" y="276337"/>
            <a:ext cx="89856" cy="152064"/>
          </a:xfrm>
          <a:prstGeom prst="ellipse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69984" y="339984"/>
            <a:ext cx="76032" cy="76032"/>
          </a:xfrm>
          <a:prstGeom prst="ellipse">
            <a:avLst/>
          </a:prstGeom>
          <a:solidFill>
            <a:srgbClr val="4B647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96000" y="223200"/>
            <a:ext cx="2016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4BEC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96000" y="540000"/>
            <a:ext cx="216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나윤서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96000" y="835200"/>
            <a:ext cx="2160000" cy="12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6B4C9"/>
                </a:solidFill>
                <a:latin typeface="맑은 고딕"/>
                <a:ea typeface="맑은 고딕"/>
              </a:rPr>
              <a:t>플로리스트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" y="1051200"/>
            <a:ext cx="230400" cy="14400"/>
          </a:xfrm>
          <a:prstGeom prst="rect">
            <a:avLst/>
          </a:prstGeom>
          <a:solidFill>
            <a:srgbClr val="7CA1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396000" y="11880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6B4C9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40000" y="11880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396000" y="13569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6B4C9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40000" y="13569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396000" y="15258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6B4C9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540000" y="15258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4080" y="171360"/>
            <a:ext cx="411840" cy="696960"/>
          </a:xfrm>
          <a:prstGeom prst="ellipse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4320000">
            <a:off x="1775634" y="434044"/>
            <a:ext cx="411840" cy="696960"/>
          </a:xfrm>
          <a:prstGeom prst="ellipse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 rot="8640000">
            <a:off x="1637532" y="859076"/>
            <a:ext cx="411840" cy="696960"/>
          </a:xfrm>
          <a:prstGeom prst="ellipse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 rot="12960000">
            <a:off x="1190628" y="859076"/>
            <a:ext cx="411840" cy="696960"/>
          </a:xfrm>
          <a:prstGeom prst="ellipse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 rot="17280000">
            <a:off x="1052526" y="434044"/>
            <a:ext cx="411840" cy="696960"/>
          </a:xfrm>
          <a:prstGeom prst="ellipse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45760" y="725760"/>
            <a:ext cx="348480" cy="348480"/>
          </a:xfrm>
          <a:prstGeom prst="ellipse">
            <a:avLst/>
          </a:prstGeom>
          <a:solidFill>
            <a:srgbClr val="DFC9C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BF8F2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396000" y="612000"/>
            <a:ext cx="2448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739"/>
              </a:lnSpc>
            </a:pPr>
            <a:r>
              <a:rPr sz="1200" b="1">
                <a:solidFill>
                  <a:srgbClr val="29465B"/>
                </a:solidFill>
                <a:latin typeface="바탕"/>
                <a:ea typeface="바탕"/>
              </a:rPr>
              <a:t>당신의 집에 어울리는 한 조각</a:t>
            </a:r>
          </a:p>
        </p:txBody>
      </p:sp>
      <p:sp>
        <p:nvSpPr>
          <p:cNvPr id="10" name="Rectangle 9"/>
          <p:cNvSpPr/>
          <p:nvPr/>
        </p:nvSpPr>
        <p:spPr>
          <a:xfrm>
            <a:off x="1512000" y="1173600"/>
            <a:ext cx="216000" cy="10800"/>
          </a:xfrm>
          <a:prstGeom prst="rect">
            <a:avLst/>
          </a:prstGeom>
          <a:solidFill>
            <a:srgbClr val="8D3F4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360000" y="12888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1" spc="300">
                <a:solidFill>
                  <a:srgbClr val="61707A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플로리스트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