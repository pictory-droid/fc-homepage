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9C4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DFC5BC"/>
                </a:solidFill>
                <a:latin typeface="맑은 고딕"/>
                <a:ea typeface="맑은 고딕"/>
              </a:rPr>
              <a:t>상호명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88800"/>
            <a:ext cx="2736000" cy="0"/>
          </a:xfrm>
          <a:prstGeom prst="line">
            <a:avLst/>
          </a:prstGeom>
          <a:ln w="3600">
            <a:solidFill>
              <a:srgbClr val="B47560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권OO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DFC5BC"/>
                </a:solidFill>
                <a:latin typeface="맑은 고딕"/>
                <a:ea typeface="맑은 고딕"/>
              </a:rPr>
              <a:t>인테리어 디자이너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10368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DFC5B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339200"/>
            <a:ext cx="3240000" cy="460800"/>
          </a:xfrm>
          <a:prstGeom prst="rect">
            <a:avLst/>
          </a:prstGeom>
          <a:solidFill>
            <a:srgbClr val="AA63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1476000"/>
            <a:ext cx="93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0000"/>
                  </a:srgbClr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1576800"/>
            <a:ext cx="93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188000" y="1476000"/>
            <a:ext cx="108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0000"/>
                  </a:srgbClr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88000" y="1576800"/>
            <a:ext cx="108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108800" y="1468800"/>
            <a:ext cx="0" cy="208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16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3B3A39"/>
                </a:solidFill>
                <a:latin typeface="맑은 고딕"/>
                <a:ea typeface="맑은 고딕"/>
              </a:rPr>
              <a:t>취급 품목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388800"/>
            <a:ext cx="576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10"/>
              </a:lnSpc>
            </a:pPr>
            <a:r>
              <a:rPr sz="1800" b="1">
                <a:solidFill>
                  <a:srgbClr val="7A7268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7128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14171D"/>
                </a:solidFill>
                <a:latin typeface="맑은 고딕"/>
                <a:ea typeface="맑은 고딕"/>
              </a:rPr>
              <a:t>가전 수리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656000" y="388800"/>
            <a:ext cx="576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10"/>
              </a:lnSpc>
            </a:pPr>
            <a:r>
              <a:rPr sz="1800" b="1">
                <a:solidFill>
                  <a:srgbClr val="3558B8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656000" y="7128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14171D"/>
                </a:solidFill>
                <a:latin typeface="맑은 고딕"/>
                <a:ea typeface="맑은 고딕"/>
              </a:rPr>
              <a:t>도어락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928800"/>
            <a:ext cx="576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10"/>
              </a:lnSpc>
            </a:pPr>
            <a:r>
              <a:rPr sz="1800" b="1">
                <a:solidFill>
                  <a:srgbClr val="3558B8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2528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14171D"/>
                </a:solidFill>
                <a:latin typeface="맑은 고딕"/>
                <a:ea typeface="맑은 고딕"/>
              </a:rPr>
              <a:t>반려동물 미용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656000" y="928800"/>
            <a:ext cx="576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10"/>
              </a:lnSpc>
            </a:pPr>
            <a:r>
              <a:rPr sz="1800" b="1">
                <a:solidFill>
                  <a:srgbClr val="7A7268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656000" y="12528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14171D"/>
                </a:solidFill>
                <a:latin typeface="맑은 고딕"/>
                <a:ea typeface="맑은 고딕"/>
              </a:rPr>
              <a:t>가구 제작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15264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3B3A39"/>
                </a:solidFill>
                <a:latin typeface="맑은 고딕"/>
                <a:ea typeface="맑은 고딕"/>
              </a:rPr>
              <a:t>월–토 09:00 – 18:00   ·   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인테리어 디자이너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