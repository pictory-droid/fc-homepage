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4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FC5BC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B4756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FC5BC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DFC5B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AA63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B3A39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A726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가전 수리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3558B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3558B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A726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B3A39"/>
                </a:solidFill>
                <a:latin typeface="맑은 고딕"/>
                <a:ea typeface="맑은 고딕"/>
              </a:rPr>
              <a:t>월–토 09:00 – 18:00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