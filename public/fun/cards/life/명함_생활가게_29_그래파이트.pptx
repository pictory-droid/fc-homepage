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9E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3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22345E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3960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B2230"/>
                </a:solidFill>
                <a:latin typeface="맑은 고딕"/>
                <a:ea typeface="맑은 고딕"/>
              </a:rPr>
              <a:t>유OO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70400"/>
            <a:ext cx="3240000" cy="331200"/>
          </a:xfrm>
          <a:prstGeom prst="rect">
            <a:avLst/>
          </a:prstGeom>
          <a:solidFill>
            <a:srgbClr val="5F697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770400"/>
            <a:ext cx="1440000" cy="331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 spc="120">
                <a:solidFill>
                  <a:srgbClr val="FFFFFF"/>
                </a:solidFill>
                <a:latin typeface="맑은 고딕"/>
                <a:ea typeface="맑은 고딕"/>
              </a:rPr>
              <a:t>열쇠·도어락 기사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548000" y="770400"/>
            <a:ext cx="1440000" cy="331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67200"/>
            <a:ext cx="2736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425600"/>
            <a:ext cx="2736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636A76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4E7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09600" y="237600"/>
            <a:ext cx="172800" cy="172800"/>
          </a:xfrm>
          <a:prstGeom prst="ellipse">
            <a:avLst/>
          </a:prstGeom>
          <a:solidFill>
            <a:srgbClr val="2234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47400" y="289800"/>
            <a:ext cx="25200" cy="25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9400" y="289800"/>
            <a:ext cx="25200" cy="25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58788" y="342281"/>
            <a:ext cx="74424" cy="21319"/>
          </a:xfrm>
          <a:custGeom>
            <a:avLst/>
            <a:gdLst/>
            <a:ahLst/>
            <a:cxnLst/>
            <a:rect l="l" t="t" r="r" b="b"/>
            <a:pathLst>
              <a:path w="74424" h="21319">
                <a:moveTo>
                  <a:pt x="74424" y="0"/>
                </a:moveTo>
                <a:lnTo>
                  <a:pt x="68629" y="8643"/>
                </a:lnTo>
                <a:lnTo>
                  <a:pt x="59926" y="15460"/>
                </a:lnTo>
                <a:lnTo>
                  <a:pt x="49120" y="19819"/>
                </a:lnTo>
                <a:lnTo>
                  <a:pt x="37212" y="21319"/>
                </a:lnTo>
                <a:lnTo>
                  <a:pt x="25304" y="19819"/>
                </a:lnTo>
                <a:lnTo>
                  <a:pt x="14498" y="15460"/>
                </a:lnTo>
                <a:lnTo>
                  <a:pt x="5795" y="8643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576000" y="2952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4A5663"/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2000" y="612000"/>
            <a:ext cx="811458" cy="208800"/>
          </a:xfrm>
          <a:prstGeom prst="roundRect">
            <a:avLst>
              <a:gd name="adj" fmla="val 50000"/>
            </a:avLst>
          </a:prstGeom>
          <a:solidFill>
            <a:srgbClr val="2234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612000"/>
            <a:ext cx="811458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세탁 · 수선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28258" y="612000"/>
            <a:ext cx="550090" cy="208800"/>
          </a:xfrm>
          <a:prstGeom prst="roundRect">
            <a:avLst>
              <a:gd name="adj" fmla="val 50000"/>
            </a:avLst>
          </a:prstGeom>
          <a:solidFill>
            <a:srgbClr val="4A566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1128258" y="612000"/>
            <a:ext cx="550090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인테리어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743148" y="612000"/>
            <a:ext cx="811458" cy="208800"/>
          </a:xfrm>
          <a:prstGeom prst="roundRect">
            <a:avLst>
              <a:gd name="adj" fmla="val 50000"/>
            </a:avLst>
          </a:prstGeom>
          <a:solidFill>
            <a:srgbClr val="2234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1743148" y="612000"/>
            <a:ext cx="811458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소품 · 문구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4400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1D2840"/>
                </a:solidFill>
                <a:latin typeface="맑은 고딕"/>
                <a:ea typeface="맑은 고딕"/>
              </a:rPr>
              <a:t>사전 예약 권장   ·   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열쇠·도어락 기사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