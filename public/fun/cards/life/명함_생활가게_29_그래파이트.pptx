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5F69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36A7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5663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8258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28258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D2840"/>
                </a:solidFill>
                <a:latin typeface="맑은 고딕"/>
                <a:ea typeface="맑은 고딕"/>
              </a:rPr>
              <a:t>사전 예약 권장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