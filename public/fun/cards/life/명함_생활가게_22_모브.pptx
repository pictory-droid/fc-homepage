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9165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5B78C5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5B78C5"/>
          </a:solidFill>
          <a:ln w="5760">
            <a:solidFill>
              <a:srgbClr val="5B7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5B7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5B7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5B7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