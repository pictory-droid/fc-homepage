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952000" y="0"/>
            <a:ext cx="288000" cy="1800000"/>
          </a:xfrm>
          <a:prstGeom prst="rect">
            <a:avLst/>
          </a:prstGeom>
          <a:solidFill>
            <a:srgbClr val="9165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52000" y="0"/>
            <a:ext cx="288000" cy="540000"/>
          </a:xfrm>
          <a:prstGeom prst="rect">
            <a:avLst/>
          </a:prstGeom>
          <a:solidFill>
            <a:srgbClr val="2B2E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39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625"/>
              </a:lnSpc>
            </a:pPr>
            <a:r>
              <a:rPr sz="2500" b="1" spc="100">
                <a:solidFill>
                  <a:srgbClr val="14171D"/>
                </a:solidFill>
                <a:latin typeface="맑은 고딕"/>
                <a:ea typeface="맑은 고딕"/>
              </a:rPr>
              <a:t>고OO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000" y="943200"/>
            <a:ext cx="540000" cy="172800"/>
          </a:xfrm>
          <a:prstGeom prst="roundRect">
            <a:avLst>
              <a:gd name="adj" fmla="val 50000"/>
            </a:avLst>
          </a:prstGeom>
          <a:solidFill>
            <a:srgbClr val="9A6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943200"/>
            <a:ext cx="540000" cy="172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대표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267200"/>
            <a:ext cx="2484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3536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44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16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52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52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5B78C5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5B78C5"/>
          </a:solidFill>
          <a:ln w="5760">
            <a:solidFill>
              <a:srgbClr val="5B78C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생화 · 꽃다발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101216"/>
          </a:solidFill>
          <a:ln w="5760">
            <a:solidFill>
              <a:srgbClr val="5B78C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정기 구독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101216"/>
          </a:solidFill>
          <a:ln w="5760">
            <a:solidFill>
              <a:srgbClr val="5B78C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이사 정리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101216"/>
          </a:solidFill>
          <a:ln w="5760">
            <a:solidFill>
              <a:srgbClr val="5B78C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당일 배송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월–토 09:00 – 18:00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A7ABB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A7ABB4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