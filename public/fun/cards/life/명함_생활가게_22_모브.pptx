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9165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5B78C5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5B78C5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5B78C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