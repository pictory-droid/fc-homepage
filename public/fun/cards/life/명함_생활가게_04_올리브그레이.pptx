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7075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2F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20720" y="641520"/>
            <a:ext cx="142560" cy="190080"/>
          </a:xfrm>
          <a:prstGeom prst="ellipse">
            <a:avLst/>
          </a:prstGeom>
          <a:noFill/>
          <a:ln w="27720">
            <a:solidFill>
              <a:srgbClr val="B8BA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41520" y="752400"/>
            <a:ext cx="300960" cy="20592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최OO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7F846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898580" cy="208800"/>
          </a:xfrm>
          <a:prstGeom prst="roundRect">
            <a:avLst>
              <a:gd name="adj" fmla="val 50000"/>
            </a:avLst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89858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538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1538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0271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830271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월–토 09:00 – 18:00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