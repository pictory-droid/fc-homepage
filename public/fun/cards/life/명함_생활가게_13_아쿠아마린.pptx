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CC4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A2A3C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AEB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E576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86462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5E576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504C58"/>
                </a:solidFill>
                <a:latin typeface="맑은 고딕"/>
                <a:ea typeface="맑은 고딕"/>
              </a:rPr>
              <a:t>방문 · 전화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