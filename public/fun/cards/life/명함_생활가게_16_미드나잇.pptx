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8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0F172F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BBBFCD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황주원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0F172F"/>
                </a:solidFill>
                <a:latin typeface="맑은 고딕"/>
                <a:ea typeface="맑은 고딕"/>
              </a:rPr>
              <a:t>문구점 사장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F172F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BBBFCD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F172F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BBBFCD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F172F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9CDD8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4969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C9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4969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인테리어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9333" y="540000"/>
            <a:ext cx="7508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C9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799333" y="540000"/>
            <a:ext cx="7508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도배 · 장판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00567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C9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600567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당일 배송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6D769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9CDD8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월–토 09:00 – 18:00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9CDD8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C9CDD8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문구점 사장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