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유OO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열쇠·도어락 기사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A7ABB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E4347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811458" cy="208800"/>
          </a:xfrm>
          <a:prstGeom prst="roundRect">
            <a:avLst>
              <a:gd name="adj" fmla="val 50000"/>
            </a:avLst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81145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28258" y="612000"/>
            <a:ext cx="550090" cy="208800"/>
          </a:xfrm>
          <a:prstGeom prst="roundRect">
            <a:avLst>
              <a:gd name="adj" fmla="val 50000"/>
            </a:avLst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128258" y="612000"/>
            <a:ext cx="550090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인테리어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43148" y="612000"/>
            <a:ext cx="811458" cy="208800"/>
          </a:xfrm>
          <a:prstGeom prst="roundRect">
            <a:avLst>
              <a:gd name="adj" fmla="val 50000"/>
            </a:avLst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743148" y="612000"/>
            <a:ext cx="81145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E4347"/>
                </a:solidFill>
                <a:latin typeface="맑은 고딕"/>
                <a:ea typeface="맑은 고딕"/>
              </a:rPr>
              <a:t>매일 10:00 – 20:00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열쇠·도어락 기사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