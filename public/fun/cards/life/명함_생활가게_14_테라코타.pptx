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BC65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BC65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BC65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BC65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4" name="Connector 3"/>
          <p:cNvCxnSpPr/>
          <p:nvPr/>
        </p:nvCxnSpPr>
        <p:spPr>
          <a:xfrm flipV="1">
            <a:off x="493200" y="996480"/>
            <a:ext cx="174240" cy="174240"/>
          </a:xfrm>
          <a:prstGeom prst="line">
            <a:avLst/>
          </a:prstGeom>
          <a:ln w="59400">
            <a:solidFill>
              <a:srgbClr val="FFFFFF"/>
            </a:solidFill>
          </a:ln>
        </p:spPr>
      </p:cxnSp>
      <p:sp>
        <p:nvSpPr>
          <p:cNvPr id="5" name="Oval 4"/>
          <p:cNvSpPr/>
          <p:nvPr/>
        </p:nvSpPr>
        <p:spPr>
          <a:xfrm>
            <a:off x="619920" y="877680"/>
            <a:ext cx="1584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09:00 – 19:00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