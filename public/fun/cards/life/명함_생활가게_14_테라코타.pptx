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BC654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BC65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BC65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신OO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수리 기사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BC65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6F73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FFFFFF"/>
                </a:solidFill>
                <a:latin typeface="맑은 고딕"/>
                <a:ea typeface="맑은 고딕"/>
              </a:rPr>
              <a:t>취급 품목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493200" y="996480"/>
            <a:ext cx="174240" cy="174240"/>
          </a:xfrm>
          <a:prstGeom prst="line">
            <a:avLst/>
          </a:prstGeom>
          <a:ln w="59400">
            <a:solidFill>
              <a:srgbClr val="FFFFFF"/>
            </a:solidFill>
          </a:ln>
        </p:spPr>
      </p:cxnSp>
      <p:sp>
        <p:nvSpPr>
          <p:cNvPr id="5" name="Oval 4"/>
          <p:cNvSpPr/>
          <p:nvPr/>
        </p:nvSpPr>
        <p:spPr>
          <a:xfrm>
            <a:off x="619920" y="877680"/>
            <a:ext cx="158400" cy="158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4171D"/>
                </a:solidFill>
                <a:latin typeface="맑은 고딕"/>
                <a:ea typeface="맑은 고딕"/>
              </a:rPr>
              <a:t>화환 배달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4171D"/>
                </a:solidFill>
                <a:latin typeface="맑은 고딕"/>
                <a:ea typeface="맑은 고딕"/>
              </a:rPr>
              <a:t>도어락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4171D"/>
                </a:solidFill>
                <a:latin typeface="맑은 고딕"/>
                <a:ea typeface="맑은 고딕"/>
              </a:rPr>
              <a:t>인테리어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440000" y="1080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4171D"/>
                </a:solidFill>
                <a:latin typeface="맑은 고딕"/>
                <a:ea typeface="맑은 고딕"/>
              </a:rPr>
              <a:t>도배 · 장판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303200"/>
            <a:ext cx="1584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86459"/>
                </a:solidFill>
                <a:latin typeface="맑은 고딕"/>
                <a:ea typeface="맑은 고딕"/>
              </a:rPr>
              <a:t>평일 09:00 – 19:00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수리 기사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