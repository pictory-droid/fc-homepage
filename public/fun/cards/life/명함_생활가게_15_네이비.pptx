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AC5DA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0A2F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A2F7A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0F1F40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0A2F7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F1F4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0F1F4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3B59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D1E2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9D1E2"/>
                </a:solidFill>
                <a:latin typeface="맑은 고딕"/>
                <a:ea typeface="맑은 고딕"/>
              </a:rPr>
              <a:t>월–토 09:00 – 18:00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