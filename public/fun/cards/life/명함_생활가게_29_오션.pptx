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B3A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B3A72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세탁 · 수선  ·  인테리어  ·  소품 · 문구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