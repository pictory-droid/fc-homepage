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5B7F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D47D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D6948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314259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F9EE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B223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Freeform 3"/>
          <p:cNvSpPr/>
          <p:nvPr/>
        </p:nvSpPr>
        <p:spPr>
          <a:xfrm>
            <a:off x="429840" y="877680"/>
            <a:ext cx="364320" cy="166320"/>
          </a:xfrm>
          <a:custGeom>
            <a:avLst/>
            <a:gdLst/>
            <a:ahLst/>
            <a:cxnLst/>
            <a:rect l="l" t="t" r="r" b="b"/>
            <a:pathLst>
              <a:path w="364320" h="166320">
                <a:moveTo>
                  <a:pt x="0" y="166320"/>
                </a:moveTo>
                <a:lnTo>
                  <a:pt x="182160" y="0"/>
                </a:lnTo>
                <a:lnTo>
                  <a:pt x="364320" y="16632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5280" y="1044000"/>
            <a:ext cx="253440" cy="166320"/>
          </a:xfrm>
          <a:prstGeom prst="rect">
            <a:avLst/>
          </a:prstGeom>
          <a:solidFill>
            <a:srgbClr val="8A88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320" y="1099440"/>
            <a:ext cx="63360" cy="110880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4C1B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4C1B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4C1BC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86D"/>
                </a:solidFill>
                <a:latin typeface="맑은 고딕"/>
                <a:ea typeface="맑은 고딕"/>
              </a:rPr>
              <a:t>출장 문의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