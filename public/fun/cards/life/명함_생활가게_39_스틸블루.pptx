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54779F">
                    <a:alpha val="95000"/>
                  </a:srgbClr>
                </a:solidFill>
                <a:latin typeface="맑은 고딕"/>
                <a:ea typeface="맑은 고딕"/>
              </a:rPr>
              <a:t>구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D694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314259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8A88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86D"/>
                </a:solidFill>
                <a:latin typeface="맑은 고딕"/>
                <a:ea typeface="맑은 고딕"/>
              </a:rPr>
              <a:t>출장 문의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