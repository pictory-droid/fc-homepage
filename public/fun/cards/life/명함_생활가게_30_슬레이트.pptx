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6B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580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88919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2343600" y="843840"/>
            <a:ext cx="205920" cy="205920"/>
          </a:xfrm>
          <a:prstGeom prst="line">
            <a:avLst/>
          </a:prstGeom>
          <a:ln w="7020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2493360" y="70344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CDFE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CDEE2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22345E"/>
                </a:solidFill>
                <a:latin typeface="바탕"/>
                <a:ea typeface="바탕"/>
              </a:rPr>
              <a:t>취급 품목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22345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세탁 · 수선  ·  인테리어  ·  도배 · 장판  ·  이사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22345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F6672"/>
                </a:solidFill>
                <a:latin typeface="바탕"/>
                <a:ea typeface="바탕"/>
              </a:rPr>
              <a:t>사전 예약 권장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F6672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