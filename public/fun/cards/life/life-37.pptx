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F8F0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7A6C4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4591B"/>
                </a:solidFill>
                <a:latin typeface="바탕"/>
                <a:ea typeface="바탕"/>
              </a:rPr>
              <a:t>방지민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8B6B21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4591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4591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A6C4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57072" y="1490544"/>
            <a:ext cx="125856" cy="57456"/>
          </a:xfrm>
          <a:custGeom>
            <a:avLst/>
            <a:gdLst/>
            <a:ahLst/>
            <a:cxnLst/>
            <a:rect l="l" t="t" r="r" b="b"/>
            <a:pathLst>
              <a:path w="125856" h="57456">
                <a:moveTo>
                  <a:pt x="0" y="57456"/>
                </a:moveTo>
                <a:lnTo>
                  <a:pt x="62928" y="0"/>
                </a:lnTo>
                <a:lnTo>
                  <a:pt x="125856" y="57456"/>
                </a:lnTo>
                <a:close/>
              </a:path>
            </a:pathLst>
          </a:cu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76224" y="1548000"/>
            <a:ext cx="87552" cy="57456"/>
          </a:xfrm>
          <a:prstGeom prst="rect">
            <a:avLst/>
          </a:prstGeom>
          <a:solidFill>
            <a:srgbClr val="F8F0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056" y="1567152"/>
            <a:ext cx="21888" cy="38304"/>
          </a:xfrm>
          <a:prstGeom prst="rect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59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D6B66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오래된 인연처럼 편안한 곳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D6B669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D6B6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DDD6C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48400"/>
            <a:ext cx="165600" cy="75600"/>
          </a:xfrm>
          <a:custGeom>
            <a:avLst/>
            <a:gdLst/>
            <a:ahLst/>
            <a:cxnLst/>
            <a:rect l="l" t="t" r="r" b="b"/>
            <a:pathLst>
              <a:path w="165600" h="75600">
                <a:moveTo>
                  <a:pt x="0" y="75600"/>
                </a:moveTo>
                <a:lnTo>
                  <a:pt x="82800" y="0"/>
                </a:lnTo>
                <a:lnTo>
                  <a:pt x="165600" y="75600"/>
                </a:lnTo>
                <a:close/>
              </a:path>
            </a:pathLst>
          </a:custGeom>
          <a:solidFill>
            <a:srgbClr val="D6B6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62400" y="324000"/>
            <a:ext cx="115200" cy="75600"/>
          </a:xfrm>
          <a:prstGeom prst="rect">
            <a:avLst/>
          </a:prstGeom>
          <a:solidFill>
            <a:srgbClr val="8A74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5600" y="349200"/>
            <a:ext cx="28800" cy="50400"/>
          </a:xfrm>
          <a:prstGeom prst="rect">
            <a:avLst/>
          </a:prstGeom>
          <a:solidFill>
            <a:srgbClr val="D6B6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