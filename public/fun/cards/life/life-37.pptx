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3A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3A6FF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3A6FFF"/>
          </a:solidFill>
          <a:ln w="5760">
            <a:solidFill>
              <a:srgbClr val="3A6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3A6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3A6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3A6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