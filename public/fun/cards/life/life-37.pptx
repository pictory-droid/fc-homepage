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201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A3A9B5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3" name="Oval 2"/>
          <p:cNvSpPr/>
          <p:nvPr/>
        </p:nvSpPr>
        <p:spPr>
          <a:xfrm>
            <a:off x="2955600" y="241200"/>
            <a:ext cx="64800" cy="64800"/>
          </a:xfrm>
          <a:prstGeom prst="ellipse">
            <a:avLst/>
          </a:prstGeom>
          <a:solidFill>
            <a:srgbClr val="3A6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6768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방지민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080000"/>
            <a:ext cx="252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A3A9B5"/>
                </a:solidFill>
                <a:latin typeface="맑은 고딕"/>
                <a:ea typeface="맑은 고딕"/>
              </a:rPr>
              <a:t>반려동물 미용사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5760">
            <a:solidFill>
              <a:srgbClr val="2A2F3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411200"/>
            <a:ext cx="79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080000" y="1411200"/>
            <a:ext cx="90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52000" y="1411200"/>
            <a:ext cx="97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5264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2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080000" y="15264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2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052000" y="15264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2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04000" y="504000"/>
            <a:ext cx="684000" cy="684000"/>
          </a:xfrm>
          <a:prstGeom prst="rect">
            <a:avLst/>
          </a:prstGeom>
          <a:noFill/>
          <a:ln w="7200">
            <a:solidFill>
              <a:srgbClr val="A3A9B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304000" y="504000"/>
            <a:ext cx="684000" cy="68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A3A9B5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504000"/>
            <a:ext cx="1728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오래된 인연처럼</a:t>
            </a:r>
          </a:p>
          <a:p>
            <a:pPr algn="l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편안한 곳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000" y="1296000"/>
            <a:ext cx="144000" cy="18000"/>
          </a:xfrm>
          <a:prstGeom prst="rect">
            <a:avLst/>
          </a:prstGeom>
          <a:solidFill>
            <a:srgbClr val="3A6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1404000"/>
            <a:ext cx="165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A3A9B5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 미용사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