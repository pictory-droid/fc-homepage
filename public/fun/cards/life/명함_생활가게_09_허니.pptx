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D19A3A">
                    <a:alpha val="95000"/>
                  </a:srgbClr>
                </a:solidFill>
                <a:latin typeface="맑은 고딕"/>
                <a:ea typeface="맑은 고딕"/>
              </a:rPr>
              <a:t>장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E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0304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4171D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5E5A8C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79563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79563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생화 · 꽃다발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803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09803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64424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864424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91843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3030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391843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03047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0304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