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D19A3A">
                    <a:alpha val="95000"/>
                  </a:srgbClr>
                </a:solidFill>
                <a:latin typeface="맑은 고딕"/>
                <a:ea typeface="맑은 고딕"/>
              </a:rPr>
              <a:t>장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FFFFFF"/>
                </a:solidFill>
                <a:latin typeface="맑은 고딕"/>
                <a:ea typeface="맑은 고딕"/>
              </a:rPr>
              <a:t>장OO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A7ABB4"/>
                </a:solidFill>
                <a:latin typeface="맑은 고딕"/>
                <a:ea typeface="맑은 고딕"/>
              </a:rPr>
              <a:t>열쇠·도어락 기사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E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03047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4171D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5E5A8C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795639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3030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79563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8039" y="943200"/>
            <a:ext cx="715984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3030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098039" y="943200"/>
            <a:ext cx="71598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64424" y="943200"/>
            <a:ext cx="47702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3030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864424" y="943200"/>
            <a:ext cx="47702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1843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3030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391843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가구 제작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303047"/>
                </a:solidFill>
                <a:latin typeface="맑은 고딕"/>
                <a:ea typeface="맑은 고딕"/>
              </a:rPr>
              <a:t>WEB   www.example.com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03047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열쇠·도어락 기사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