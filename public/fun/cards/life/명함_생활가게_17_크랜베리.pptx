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A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9B2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71F2C"/>
                </a:solidFill>
                <a:latin typeface="맑은 고딕"/>
                <a:ea typeface="맑은 고딕"/>
              </a:rPr>
              <a:t>반려동물 미용사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471F2C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3C4CB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471F2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3C4CB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471F2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3C4CB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471F2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3C4CB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3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5C0BE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AEA7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756A6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5C0B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화환 배달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756A6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5C0B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756A6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5C0B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가전 수리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756A6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5C0BE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756A64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6356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 미용사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