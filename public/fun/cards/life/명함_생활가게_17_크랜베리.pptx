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A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9B2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1F2C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71F2C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3C4C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71F2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3C4C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71F2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3C4C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71F2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3C4CB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0BE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EA7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0B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0B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0B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0B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6356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