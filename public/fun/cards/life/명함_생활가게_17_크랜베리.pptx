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1F2C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71F2C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71F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C4C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A7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0B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356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