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8969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8E4A6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2520000" cy="27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540000" cy="172800"/>
          </a:xfrm>
          <a:prstGeom prst="roundRect">
            <a:avLst>
              <a:gd name="adj" fmla="val 50000"/>
            </a:avLst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540000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B2230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7D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8E4A63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166B5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8E4A63"/>
          </a:solidFill>
          <a:ln w="5760">
            <a:solidFill>
              <a:srgbClr val="8E4A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EAD7DE"/>
          </a:solidFill>
          <a:ln w="5760">
            <a:solidFill>
              <a:srgbClr val="8E4A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EAD7DE"/>
          </a:solidFill>
          <a:ln w="5760">
            <a:solidFill>
              <a:srgbClr val="8E4A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EAD7DE"/>
          </a:solidFill>
          <a:ln w="5760">
            <a:solidFill>
              <a:srgbClr val="8E4A6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CFBFC7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772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출장 문의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A6772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A677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A6772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