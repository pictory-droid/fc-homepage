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952000" y="0"/>
            <a:ext cx="288000" cy="1800000"/>
          </a:xfrm>
          <a:prstGeom prst="rect">
            <a:avLst/>
          </a:prstGeom>
          <a:solidFill>
            <a:srgbClr val="8969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952000" y="0"/>
            <a:ext cx="288000" cy="540000"/>
          </a:xfrm>
          <a:prstGeom prst="rect">
            <a:avLst/>
          </a:prstGeom>
          <a:solidFill>
            <a:srgbClr val="8E4A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8E4A63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39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625"/>
              </a:lnSpc>
            </a:pPr>
            <a:r>
              <a:rPr sz="2500" b="1" spc="100">
                <a:solidFill>
                  <a:srgbClr val="1B2230"/>
                </a:solidFill>
                <a:latin typeface="맑은 고딕"/>
                <a:ea typeface="맑은 고딕"/>
              </a:rPr>
              <a:t>고OO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2000" y="943200"/>
            <a:ext cx="540000" cy="172800"/>
          </a:xfrm>
          <a:prstGeom prst="roundRect">
            <a:avLst>
              <a:gd name="adj" fmla="val 50000"/>
            </a:avLst>
          </a:prstGeom>
          <a:solidFill>
            <a:srgbClr val="9A7F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943200"/>
            <a:ext cx="540000" cy="172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1B2230"/>
                </a:solidFill>
                <a:latin typeface="맑은 고딕"/>
                <a:ea typeface="맑은 고딕"/>
              </a:rPr>
              <a:t>대표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1267200"/>
            <a:ext cx="2484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13536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44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16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116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52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52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D7DE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648000"/>
          </a:xfrm>
          <a:prstGeom prst="line">
            <a:avLst/>
          </a:prstGeom>
          <a:ln w="5760">
            <a:solidFill>
              <a:srgbClr val="8E4A63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9166B5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8E4A63"/>
          </a:solidFill>
          <a:ln w="5760">
            <a:solidFill>
              <a:srgbClr val="8E4A6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생화 · 꽃다발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EAD7DE"/>
          </a:solidFill>
          <a:ln w="5760">
            <a:solidFill>
              <a:srgbClr val="8E4A6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정기 구독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EAD7DE"/>
          </a:solidFill>
          <a:ln w="5760">
            <a:solidFill>
              <a:srgbClr val="8E4A6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이사 정리</a:t>
            </a:r>
          </a:p>
        </p:txBody>
      </p:sp>
      <p:sp>
        <p:nvSpPr>
          <p:cNvPr id="10" name="Oval 9"/>
          <p:cNvSpPr/>
          <p:nvPr/>
        </p:nvSpPr>
        <p:spPr>
          <a:xfrm>
            <a:off x="367200" y="1044000"/>
            <a:ext cx="57600" cy="57600"/>
          </a:xfrm>
          <a:prstGeom prst="ellipse">
            <a:avLst/>
          </a:prstGeom>
          <a:solidFill>
            <a:srgbClr val="EAD7DE"/>
          </a:solidFill>
          <a:ln w="5760">
            <a:solidFill>
              <a:srgbClr val="8E4A6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540000" y="10008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당일 배송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CFBFC7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A6772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출장 문의 가능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A6772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6A6772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6A6772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대표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