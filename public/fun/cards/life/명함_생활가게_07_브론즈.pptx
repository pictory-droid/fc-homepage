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946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413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413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413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1D2C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BA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15C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906C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615C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906C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615C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906C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615C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906C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615C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906C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E5E35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615C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906C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615C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2505C"/>
                </a:solidFill>
                <a:latin typeface="맑은 고딕"/>
                <a:ea typeface="맑은 고딕"/>
              </a:rPr>
              <a:t>방문 · 전화 상담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