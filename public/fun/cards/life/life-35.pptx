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FBE6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E664B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884111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A5115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A5115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84111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A5115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84111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A5115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8411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8411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EB955C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884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EB95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정리된 공간은 마음의 쉼터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DBC6B8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