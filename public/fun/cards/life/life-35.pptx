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DEDE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정리된 공간은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마음의 쉼터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