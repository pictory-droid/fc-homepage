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6000" y="0"/>
            <a:ext cx="1044000" cy="1800000"/>
          </a:xfrm>
          <a:prstGeom prst="rect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566800" y="659520"/>
            <a:ext cx="221760" cy="221760"/>
          </a:xfrm>
          <a:prstGeom prst="line">
            <a:avLst/>
          </a:prstGeom>
          <a:ln w="75600">
            <a:solidFill>
              <a:srgbClr val="FFFFFF"/>
            </a:solidFill>
          </a:ln>
        </p:spPr>
      </p:cxnSp>
      <p:sp>
        <p:nvSpPr>
          <p:cNvPr id="4" name="Oval 3"/>
          <p:cNvSpPr/>
          <p:nvPr/>
        </p:nvSpPr>
        <p:spPr>
          <a:xfrm>
            <a:off x="2728080" y="508320"/>
            <a:ext cx="201600" cy="2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268000" y="1224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60"/>
              </a:lnSpc>
            </a:pPr>
            <a:r>
              <a:rPr sz="800" b="1" spc="15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16000" y="331200"/>
            <a:ext cx="1872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605610"/>
                </a:solidFill>
                <a:latin typeface="맑은 고딕"/>
                <a:ea typeface="맑은 고딕"/>
              </a:rPr>
              <a:t>곽도하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16000" y="619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817315"/>
                </a:solidFill>
                <a:latin typeface="맑은 고딕"/>
                <a:ea typeface="맑은 고딕"/>
              </a:rPr>
              <a:t>열쇠·도어락 기사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828000"/>
            <a:ext cx="201600" cy="14400"/>
          </a:xfrm>
          <a:prstGeom prst="rect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16000" y="1008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17315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008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0561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6000" y="1176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17315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1176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0561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6000" y="1345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17315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1345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0561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05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" cy="1800000"/>
          </a:xfrm>
          <a:prstGeom prst="rect">
            <a:avLst/>
          </a:prstGeom>
          <a:solidFill>
            <a:srgbClr val="CCBD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89280" y="218592"/>
            <a:ext cx="69696" cy="69696"/>
          </a:xfrm>
          <a:prstGeom prst="line">
            <a:avLst/>
          </a:prstGeom>
          <a:ln w="23760">
            <a:solidFill>
              <a:srgbClr val="404040"/>
            </a:solidFill>
          </a:ln>
        </p:spPr>
      </p:cxnSp>
      <p:sp>
        <p:nvSpPr>
          <p:cNvPr id="4" name="Oval 3"/>
          <p:cNvSpPr/>
          <p:nvPr/>
        </p:nvSpPr>
        <p:spPr>
          <a:xfrm>
            <a:off x="139968" y="171072"/>
            <a:ext cx="63360" cy="6336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04000" y="396000"/>
            <a:ext cx="180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마음까지 깨끗하게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씻어 드립니다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504000" y="1260000"/>
            <a:ext cx="172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CFCDB8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  <a:ln w="9000">
            <a:solidFill>
              <a:srgbClr val="CCBD5D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CFCDB8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열쇠·도어락 기사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