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곽도하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마음까지 깨끗하게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씻어 드립니다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