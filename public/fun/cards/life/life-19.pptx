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3B9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27280" y="528480"/>
            <a:ext cx="181440" cy="241920"/>
          </a:xfrm>
          <a:prstGeom prst="ellipse">
            <a:avLst/>
          </a:prstGeom>
          <a:noFill/>
          <a:ln w="35280">
            <a:solidFill>
              <a:srgbClr val="7373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6480" y="669600"/>
            <a:ext cx="383040" cy="26208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4D2019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60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3B9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6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6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6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322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F1D4D0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7732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생활의 불편을 덜어 드립니다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CFB7B3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