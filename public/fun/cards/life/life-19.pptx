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C9E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0F9D58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1493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114933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1493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1493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1493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3FB1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생활의 불편을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덜어 드립니다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C3E6D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