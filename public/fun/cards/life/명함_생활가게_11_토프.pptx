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586C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플로리스트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73B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3F2F0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D1E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8997CD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D1E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8997CD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D1E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8997CD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D1E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8997CD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DCE0F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CE0F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