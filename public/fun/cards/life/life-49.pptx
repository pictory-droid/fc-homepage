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9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6000" y="0"/>
            <a:ext cx="1044000" cy="1800000"/>
          </a:xfrm>
          <a:prstGeom prst="rect">
            <a:avLst/>
          </a:prstGeom>
          <a:solidFill>
            <a:srgbClr val="6C82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2480" y="488160"/>
            <a:ext cx="131040" cy="221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 rot="4320000">
            <a:off x="2767520" y="571741"/>
            <a:ext cx="131040" cy="221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 rot="8640000">
            <a:off x="2723579" y="706979"/>
            <a:ext cx="131040" cy="221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12960000">
            <a:off x="2581381" y="706979"/>
            <a:ext cx="131040" cy="221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17280000">
            <a:off x="2537440" y="571741"/>
            <a:ext cx="131040" cy="221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62560" y="664560"/>
            <a:ext cx="110880" cy="110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2268000" y="1224000"/>
            <a:ext cx="9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60"/>
              </a:lnSpc>
            </a:pPr>
            <a:r>
              <a:rPr sz="800" b="1" spc="150">
                <a:solidFill>
                  <a:srgbClr val="FFFFFF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16000" y="331200"/>
            <a:ext cx="1872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5"/>
              </a:lnSpc>
            </a:pPr>
            <a:r>
              <a:rPr sz="1900" b="1" spc="50">
                <a:solidFill>
                  <a:srgbClr val="FFFFFF"/>
                </a:solidFill>
                <a:latin typeface="맑은 고딕"/>
                <a:ea typeface="맑은 고딕"/>
              </a:rPr>
              <a:t>목태양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16000" y="619200"/>
            <a:ext cx="1872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8295C1"/>
                </a:solidFill>
                <a:latin typeface="맑은 고딕"/>
                <a:ea typeface="맑은 고딕"/>
              </a:rPr>
              <a:t>열쇠·도어락 기사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6000" y="828000"/>
            <a:ext cx="201600" cy="14400"/>
          </a:xfrm>
          <a:prstGeom prst="rect">
            <a:avLst/>
          </a:prstGeom>
          <a:solidFill>
            <a:srgbClr val="6C82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216000" y="10080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8295C1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60000" y="1008000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6000" y="11769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8295C1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176911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16000" y="13458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8295C1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360000" y="1345822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4080" y="171360"/>
            <a:ext cx="411840" cy="696960"/>
          </a:xfrm>
          <a:prstGeom prst="ellipse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 rot="4320000">
            <a:off x="1775634" y="434044"/>
            <a:ext cx="411840" cy="696960"/>
          </a:xfrm>
          <a:prstGeom prst="ellipse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 rot="8640000">
            <a:off x="1637532" y="859076"/>
            <a:ext cx="411840" cy="696960"/>
          </a:xfrm>
          <a:prstGeom prst="ellipse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 rot="12960000">
            <a:off x="1190628" y="859076"/>
            <a:ext cx="411840" cy="696960"/>
          </a:xfrm>
          <a:prstGeom prst="ellipse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17280000">
            <a:off x="1052526" y="434044"/>
            <a:ext cx="411840" cy="696960"/>
          </a:xfrm>
          <a:prstGeom prst="ellipse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45760" y="725760"/>
            <a:ext cx="348480" cy="348480"/>
          </a:xfrm>
          <a:prstGeom prst="ellipse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396000" y="612000"/>
            <a:ext cx="2448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739"/>
              </a:lnSpc>
            </a:pPr>
            <a:r>
              <a:rPr sz="1200" b="1">
                <a:solidFill>
                  <a:srgbClr val="19294D"/>
                </a:solidFill>
                <a:latin typeface="맑은 고딕"/>
                <a:ea typeface="맑은 고딕"/>
              </a:rPr>
              <a:t>소중한 순간을 꽃으로 기억해요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12000" y="1173600"/>
            <a:ext cx="216000" cy="10800"/>
          </a:xfrm>
          <a:prstGeom prst="rect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360000" y="12888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7"/>
              </a:lnSpc>
            </a:pPr>
            <a:r>
              <a:rPr sz="750" b="1" spc="300">
                <a:solidFill>
                  <a:srgbClr val="6A748B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열쇠·도어락 기사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