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B3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A074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816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A0740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816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A0740B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8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8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8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가전 수리  ·  가구 제작  ·  이사 정리  ·  당일 배송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