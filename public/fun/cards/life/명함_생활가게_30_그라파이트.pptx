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575B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6B6E7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2343600" y="843840"/>
            <a:ext cx="205920" cy="205920"/>
          </a:xfrm>
          <a:prstGeom prst="line">
            <a:avLst/>
          </a:prstGeom>
          <a:ln w="7020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2493360" y="70344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C2C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1C2C4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6B6E7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5A9A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5A9A9B"/>
                </a:solidFill>
                <a:latin typeface="바탕"/>
                <a:ea typeface="바탕"/>
              </a:rPr>
              <a:t>취급 품목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5A9A9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세탁 · 수선  ·  인테리어  ·  도배 · 장판  ·  이사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5A9A9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66B73"/>
                </a:solidFill>
                <a:latin typeface="바탕"/>
                <a:ea typeface="바탕"/>
              </a:rPr>
              <a:t>매일 10:00 – 20:00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66B73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