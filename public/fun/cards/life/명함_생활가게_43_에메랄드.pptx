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00B8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00B8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0B86B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세탁소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8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0E392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0E392D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세탁 · 수선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07774B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0E392D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