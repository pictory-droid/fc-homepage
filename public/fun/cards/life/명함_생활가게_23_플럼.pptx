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96718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세탁소 사장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96718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96718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세탁소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