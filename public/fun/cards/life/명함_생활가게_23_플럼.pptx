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96718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문OO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A7ABB4"/>
                </a:solidFill>
                <a:latin typeface="바탕"/>
                <a:ea typeface="바탕"/>
              </a:rPr>
              <a:t>세탁소 사장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96718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96718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