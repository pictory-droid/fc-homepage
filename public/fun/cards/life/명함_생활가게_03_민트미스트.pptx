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5907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26E7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26E74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45907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26E7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898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7408" y="1044000"/>
            <a:ext cx="221184" cy="145152"/>
          </a:xfrm>
          <a:prstGeom prst="rect">
            <a:avLst/>
          </a:prstGeom>
          <a:solidFill>
            <a:srgbClr val="AABB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92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937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4FA4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4FA4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14259"/>
                </a:solidFill>
                <a:latin typeface="맑은 고딕"/>
                <a:ea typeface="맑은 고딕"/>
              </a:rPr>
              <a:t>출장 문의 가능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