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45907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26E7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26E74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459070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26E7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898848"/>
            <a:ext cx="317952" cy="145152"/>
          </a:xfrm>
          <a:custGeom>
            <a:avLst/>
            <a:gdLst/>
            <a:ahLst/>
            <a:cxnLst/>
            <a:rect l="l" t="t" r="r" b="b"/>
            <a:pathLst>
              <a:path w="317952" h="145152">
                <a:moveTo>
                  <a:pt x="0" y="145152"/>
                </a:moveTo>
                <a:lnTo>
                  <a:pt x="158976" y="0"/>
                </a:lnTo>
                <a:lnTo>
                  <a:pt x="317952" y="145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7408" y="1044000"/>
            <a:ext cx="221184" cy="145152"/>
          </a:xfrm>
          <a:prstGeom prst="rect">
            <a:avLst/>
          </a:prstGeom>
          <a:solidFill>
            <a:srgbClr val="AABB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092384"/>
            <a:ext cx="55296" cy="96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7937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4FA4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4FA4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14259"/>
                </a:solidFill>
                <a:latin typeface="맑은 고딕"/>
                <a:ea typeface="맑은 고딕"/>
              </a:rPr>
              <a:t>출장 문의 가능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