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64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687A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7CDC9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7A897F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공OO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C7CDC9"/>
                </a:solidFill>
                <a:latin typeface="맑은 고딕"/>
                <a:ea typeface="맑은 고딕"/>
              </a:rPr>
              <a:t>열쇠·도어락 기사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7A897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7CDC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7CDC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7CDC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A040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86459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4171D"/>
                </a:solidFill>
                <a:latin typeface="맑은 고딕"/>
                <a:ea typeface="맑은 고딕"/>
              </a:rPr>
              <a:t>가전 수리  ·  가구 제작  ·  이사 정리  ·  당일 배송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평일 09:00 – 19:00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열쇠·도어락 기사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