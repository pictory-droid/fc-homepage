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87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DC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7CDC9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D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가전 수리  ·  가구 제작  ·  이사 정리  ·  당일 배송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