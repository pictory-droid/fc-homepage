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F1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D8A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1200" y="0"/>
            <a:ext cx="36000" cy="1800000"/>
          </a:xfrm>
          <a:prstGeom prst="rect">
            <a:avLst/>
          </a:prstGeom>
          <a:solidFill>
            <a:srgbClr val="3F63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22400" y="0"/>
            <a:ext cx="36000" cy="1800000"/>
          </a:xfrm>
          <a:prstGeom prst="rect">
            <a:avLst/>
          </a:prstGeom>
          <a:solidFill>
            <a:srgbClr val="5D8A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3600" y="0"/>
            <a:ext cx="50400" cy="1800000"/>
          </a:xfrm>
          <a:prstGeom prst="rect">
            <a:avLst/>
          </a:prstGeom>
          <a:solidFill>
            <a:srgbClr val="3F63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00" y="0"/>
            <a:ext cx="36000" cy="1800000"/>
          </a:xfrm>
          <a:prstGeom prst="rect">
            <a:avLst/>
          </a:prstGeom>
          <a:solidFill>
            <a:srgbClr val="5D8A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06000" y="0"/>
            <a:ext cx="36000" cy="1800000"/>
          </a:xfrm>
          <a:prstGeom prst="rect">
            <a:avLst/>
          </a:prstGeom>
          <a:solidFill>
            <a:srgbClr val="3F63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7200" y="0"/>
            <a:ext cx="50400" cy="1800000"/>
          </a:xfrm>
          <a:prstGeom prst="rect">
            <a:avLst/>
          </a:prstGeom>
          <a:solidFill>
            <a:srgbClr val="5D8A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8400" y="0"/>
            <a:ext cx="36000" cy="1800000"/>
          </a:xfrm>
          <a:prstGeom prst="rect">
            <a:avLst/>
          </a:prstGeom>
          <a:solidFill>
            <a:srgbClr val="3F63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9600" y="0"/>
            <a:ext cx="36000" cy="1800000"/>
          </a:xfrm>
          <a:prstGeom prst="rect">
            <a:avLst/>
          </a:prstGeom>
          <a:solidFill>
            <a:srgbClr val="5D8A7A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50800" y="0"/>
            <a:ext cx="50400" cy="1800000"/>
          </a:xfrm>
          <a:prstGeom prst="rect">
            <a:avLst/>
          </a:prstGeom>
          <a:solidFill>
            <a:srgbClr val="3F63A8">
              <a:alpha val="7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828000" y="252000"/>
            <a:ext cx="201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3F63A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828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성OO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828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314549"/>
                </a:solidFill>
                <a:latin typeface="맑은 고딕"/>
                <a:ea typeface="맑은 고딕"/>
              </a:rPr>
              <a:t>인테리어 디자이너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28000" y="1123200"/>
            <a:ext cx="2160000" cy="0"/>
          </a:xfrm>
          <a:prstGeom prst="line">
            <a:avLst/>
          </a:prstGeom>
          <a:ln w="3600">
            <a:solidFill>
              <a:srgbClr val="C8D7D2"/>
            </a:solidFill>
          </a:ln>
        </p:spPr>
      </p:cxnSp>
      <p:sp>
        <p:nvSpPr>
          <p:cNvPr id="16" name="텍스트"/>
          <p:cNvSpPr txBox="1"/>
          <p:nvPr/>
        </p:nvSpPr>
        <p:spPr>
          <a:xfrm>
            <a:off x="828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14549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130400" y="11952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828000" y="1335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14549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1130400" y="13248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20" name="텍스트"/>
          <p:cNvSpPr txBox="1"/>
          <p:nvPr/>
        </p:nvSpPr>
        <p:spPr>
          <a:xfrm>
            <a:off x="828000" y="14652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314549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130400" y="1454400"/>
            <a:ext cx="1296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2DC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BAC4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3F846C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화환 배달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5D8A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인테리어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3F63A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당일 배송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BAC4D5"/>
            </a:solidFill>
          </a:ln>
        </p:spPr>
      </p:cxnSp>
      <p:sp>
        <p:nvSpPr>
          <p:cNvPr id="64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16978"/>
                </a:solidFill>
                <a:latin typeface="맑은 고딕"/>
                <a:ea typeface="맑은 고딕"/>
              </a:rPr>
              <a:t>사전 예약 권장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인테리어 디자이너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