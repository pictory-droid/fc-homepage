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1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D8A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3F63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5D8A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3F63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5D8A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3F63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5D8A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3F63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5D8A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3F63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F63A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14549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C8D7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1454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1454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1454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BAC4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F846C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16978"/>
                </a:solidFill>
                <a:latin typeface="맑은 고딕"/>
                <a:ea typeface="맑은 고딕"/>
              </a:rPr>
              <a:t>사전 예약 권장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