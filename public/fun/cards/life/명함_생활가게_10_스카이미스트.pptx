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BD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9EB6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5866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D7E63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9EB6CC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B5869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9EB6C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86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86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86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59AF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59AF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69A5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59AF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69A5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59AF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59AF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69A5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59AF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69A5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59AF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59AF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59AF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69A5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59AF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69A5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59AF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59AF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69A5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59AF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69A5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59AF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59AF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59AF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69A5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59AF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69A5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59AF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D94D2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59AF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69A5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방문 견적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59AF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64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출장 문의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