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BD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9EB6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5866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D7E63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9EB6CC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임OO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B5869"/>
                </a:solidFill>
                <a:latin typeface="맑은 고딕"/>
                <a:ea typeface="맑은 고딕"/>
              </a:rPr>
              <a:t>가구 공방 대표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9EB6C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586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586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586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59A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59A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69A5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59A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69A5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59A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59A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69A5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59A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69A5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59A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59A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59A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69A5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59A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69A5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59A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59A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69A5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59A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69A5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59A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59A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59A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69A5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59A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69A5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59A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E6E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D94D2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59A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69A5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방문 견적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59A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64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출장 문의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가구 공방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