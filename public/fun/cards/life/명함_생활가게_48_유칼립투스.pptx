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799803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4F8A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799803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잡화점 대표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방OO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9C4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세탁 · 수선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도어락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인테리어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가구 제작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매일 10:00 – 20:00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잡화점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