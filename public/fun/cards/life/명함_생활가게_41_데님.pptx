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4313F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C9D1D9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민OO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4313F"/>
                </a:solidFill>
                <a:latin typeface="맑은 고딕"/>
                <a:ea typeface="맑은 고딕"/>
              </a:rPr>
              <a:t>플로리스트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C9D1D9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4313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4313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4313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840" y="701280"/>
            <a:ext cx="112320" cy="19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4320000">
            <a:off x="618446" y="772921"/>
            <a:ext cx="112320" cy="19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8640000">
            <a:off x="580782" y="888839"/>
            <a:ext cx="112320" cy="19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2960000">
            <a:off x="458898" y="888839"/>
            <a:ext cx="112320" cy="19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17280000">
            <a:off x="421234" y="772921"/>
            <a:ext cx="112320" cy="19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8480" y="852480"/>
            <a:ext cx="95040" cy="95040"/>
          </a:xfrm>
          <a:prstGeom prst="ellipse">
            <a:avLst/>
          </a:prstGeom>
          <a:solidFill>
            <a:srgbClr val="E0BD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매일 10:00 – 20:00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플로리스트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