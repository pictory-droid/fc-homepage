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4313F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C9D1D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4313F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C9D1D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840" y="701280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618446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580782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458898" y="888839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421234" y="772921"/>
            <a:ext cx="112320" cy="19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8480" y="852480"/>
            <a:ext cx="95040" cy="95040"/>
          </a:xfrm>
          <a:prstGeom prst="ellipse">
            <a:avLst/>
          </a:prstGeom>
          <a:solidFill>
            <a:srgbClr val="E0BD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20:00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