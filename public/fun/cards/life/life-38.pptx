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F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44000" y="216000"/>
            <a:ext cx="10800" cy="1368000"/>
          </a:xfrm>
          <a:prstGeom prst="rect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01600"/>
            <a:ext cx="1584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300">
                <a:solidFill>
                  <a:srgbClr val="985B6A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4" name="Oval 3"/>
          <p:cNvSpPr/>
          <p:nvPr/>
        </p:nvSpPr>
        <p:spPr>
          <a:xfrm>
            <a:off x="353232" y="449712"/>
            <a:ext cx="85536" cy="114048"/>
          </a:xfrm>
          <a:prstGeom prst="ellipse">
            <a:avLst/>
          </a:prstGeom>
          <a:noFill/>
          <a:ln w="16632">
            <a:solidFill>
              <a:srgbClr val="F7DD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5712" y="516240"/>
            <a:ext cx="180576" cy="123552"/>
          </a:xfrm>
          <a:prstGeom prst="roundRect">
            <a:avLst>
              <a:gd name="adj" fmla="val 13461"/>
            </a:avLst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16000" y="9720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A74E64"/>
                </a:solidFill>
                <a:latin typeface="맑은 고딕"/>
                <a:ea typeface="맑은 고딕"/>
              </a:rPr>
              <a:t>잡화점 대표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16000" y="1123200"/>
            <a:ext cx="1728000" cy="346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sz="2100" b="1" spc="50">
                <a:solidFill>
                  <a:srgbClr val="9E2E4A"/>
                </a:solidFill>
                <a:latin typeface="맑은 고딕"/>
                <a:ea typeface="맑은 고딕"/>
              </a:rPr>
              <a:t>피유나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073600" y="540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A74E64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217600" y="540000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9E2E4A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073600" y="708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A74E64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217600" y="708911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9E2E4A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73600" y="877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A74E64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17600" y="877822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9E2E4A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016000" y="576000"/>
            <a:ext cx="1224000" cy="1224000"/>
          </a:xfrm>
          <a:custGeom>
            <a:avLst/>
            <a:gdLst/>
            <a:ahLst/>
            <a:cxnLst/>
            <a:rect l="l" t="t" r="r" b="b"/>
            <a:pathLst>
              <a:path w="1224000" h="1224000">
                <a:moveTo>
                  <a:pt x="1224000" y="1224000"/>
                </a:moveTo>
                <a:lnTo>
                  <a:pt x="0" y="1224000"/>
                </a:lnTo>
                <a:lnTo>
                  <a:pt x="7696" y="1086955"/>
                </a:lnTo>
                <a:lnTo>
                  <a:pt x="30688" y="951634"/>
                </a:lnTo>
                <a:lnTo>
                  <a:pt x="68687" y="819738"/>
                </a:lnTo>
                <a:lnTo>
                  <a:pt x="121214" y="692926"/>
                </a:lnTo>
                <a:lnTo>
                  <a:pt x="187610" y="572793"/>
                </a:lnTo>
                <a:lnTo>
                  <a:pt x="267038" y="460848"/>
                </a:lnTo>
                <a:lnTo>
                  <a:pt x="358501" y="358501"/>
                </a:lnTo>
                <a:lnTo>
                  <a:pt x="460848" y="267038"/>
                </a:lnTo>
                <a:lnTo>
                  <a:pt x="572793" y="187610"/>
                </a:lnTo>
                <a:lnTo>
                  <a:pt x="692926" y="121214"/>
                </a:lnTo>
                <a:lnTo>
                  <a:pt x="819738" y="68687"/>
                </a:lnTo>
                <a:lnTo>
                  <a:pt x="951634" y="30688"/>
                </a:lnTo>
                <a:lnTo>
                  <a:pt x="1086955" y="7696"/>
                </a:lnTo>
                <a:lnTo>
                  <a:pt x="1224000" y="0"/>
                </a:lnTo>
                <a:close/>
              </a:path>
            </a:pathLst>
          </a:custGeom>
          <a:solidFill>
            <a:srgbClr val="DE8D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0" y="720000"/>
                </a:lnTo>
                <a:lnTo>
                  <a:pt x="4527" y="639386"/>
                </a:lnTo>
                <a:lnTo>
                  <a:pt x="18052" y="559785"/>
                </a:lnTo>
                <a:lnTo>
                  <a:pt x="40404" y="482199"/>
                </a:lnTo>
                <a:lnTo>
                  <a:pt x="71302" y="407604"/>
                </a:lnTo>
                <a:lnTo>
                  <a:pt x="110359" y="336937"/>
                </a:lnTo>
                <a:lnTo>
                  <a:pt x="157081" y="271087"/>
                </a:lnTo>
                <a:lnTo>
                  <a:pt x="210883" y="210883"/>
                </a:lnTo>
                <a:lnTo>
                  <a:pt x="271087" y="157081"/>
                </a:lnTo>
                <a:lnTo>
                  <a:pt x="336937" y="110359"/>
                </a:lnTo>
                <a:lnTo>
                  <a:pt x="407604" y="71302"/>
                </a:lnTo>
                <a:lnTo>
                  <a:pt x="482199" y="40404"/>
                </a:lnTo>
                <a:lnTo>
                  <a:pt x="559785" y="18052"/>
                </a:lnTo>
                <a:lnTo>
                  <a:pt x="639386" y="4527"/>
                </a:lnTo>
                <a:lnTo>
                  <a:pt x="720000" y="0"/>
                </a:lnTo>
                <a:close/>
              </a:path>
            </a:pathLst>
          </a:custGeom>
          <a:solidFill>
            <a:srgbClr val="AE4F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34640" y="1380240"/>
            <a:ext cx="90720" cy="120960"/>
          </a:xfrm>
          <a:prstGeom prst="ellipse">
            <a:avLst/>
          </a:prstGeom>
          <a:noFill/>
          <a:ln w="176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84240" y="1450800"/>
            <a:ext cx="191520" cy="131040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324000"/>
            <a:ext cx="194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손님이 아닌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이웃으로 맞이합니다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76000"/>
            <a:ext cx="144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E6C8D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잡화점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