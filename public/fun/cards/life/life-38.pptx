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2E9BFF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손님이 아닌 이웃으로 맞이합니다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