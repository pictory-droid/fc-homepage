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12151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4316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12151C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E600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E600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E600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A0920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4316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4316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4643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464316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