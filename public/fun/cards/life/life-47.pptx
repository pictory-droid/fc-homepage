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56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A4B5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6671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C2C7B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BFCBA7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A4B5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C2C7B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578960" y="1531584"/>
            <a:ext cx="60192" cy="60192"/>
          </a:xfrm>
          <a:prstGeom prst="line">
            <a:avLst/>
          </a:prstGeom>
          <a:ln w="20520">
            <a:solidFill>
              <a:srgbClr val="A4B582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1622736" y="1490544"/>
            <a:ext cx="54720" cy="54720"/>
          </a:xfrm>
          <a:prstGeom prst="ellipse">
            <a:avLst/>
          </a:prstGeom>
          <a:solidFill>
            <a:srgbClr val="A4B5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89280" y="218592"/>
            <a:ext cx="69696" cy="69696"/>
          </a:xfrm>
          <a:prstGeom prst="line">
            <a:avLst/>
          </a:prstGeom>
          <a:ln w="2376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139968" y="171072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9562E"/>
                </a:solidFill>
                <a:latin typeface="바탕"/>
                <a:ea typeface="바탕"/>
              </a:rPr>
              <a:t>다녀가시면 집이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49562E"/>
                </a:solidFill>
                <a:latin typeface="바탕"/>
                <a:ea typeface="바탕"/>
              </a:rPr>
              <a:t>한결 가벼워집니다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E745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8198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E745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