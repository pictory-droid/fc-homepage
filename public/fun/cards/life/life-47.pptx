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6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46431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464316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다녀가시면 집이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한결 가벼워집니다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4316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