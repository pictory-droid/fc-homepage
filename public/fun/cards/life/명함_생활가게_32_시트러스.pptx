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구민아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6B7280"/>
                </a:solidFill>
                <a:latin typeface="맑은 고딕"/>
                <a:ea typeface="맑은 고딕"/>
              </a:rPr>
              <a:t>대표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세탁 · 수선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도배 · 장판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소품 · 문구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이사 정리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평일 09:00 – 19:00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12151C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