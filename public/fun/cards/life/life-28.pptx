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E4E8FF"/>
                </a:solidFill>
                <a:latin typeface="맑은 고딕"/>
                <a:ea typeface="맑은 고딕"/>
              </a:rPr>
              <a:t>유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3D5AFE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꽃말처럼 따뜻한 하루 되세요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C9D1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222F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