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944000" y="216000"/>
            <a:ext cx="10800" cy="1368000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01600"/>
            <a:ext cx="1584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300">
                <a:solidFill>
                  <a:srgbClr val="856A6E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Oval 3"/>
          <p:cNvSpPr/>
          <p:nvPr/>
        </p:nvSpPr>
        <p:spPr>
          <a:xfrm>
            <a:off x="365112" y="430704"/>
            <a:ext cx="61776" cy="104544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4320000">
            <a:off x="419345" y="470107"/>
            <a:ext cx="61776" cy="104544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8640000">
            <a:off x="398630" y="533861"/>
            <a:ext cx="61776" cy="104544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2960000">
            <a:off x="331594" y="533861"/>
            <a:ext cx="61776" cy="104544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7280000">
            <a:off x="310879" y="470107"/>
            <a:ext cx="61776" cy="104544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69864" y="513864"/>
            <a:ext cx="52272" cy="52272"/>
          </a:xfrm>
          <a:prstGeom prst="ellips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216000" y="9720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D3443"/>
                </a:solidFill>
                <a:latin typeface="맑은 고딕"/>
                <a:ea typeface="맑은 고딕"/>
              </a:rPr>
              <a:t>잡화점 대표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123200"/>
            <a:ext cx="1728000" cy="3467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045"/>
              </a:lnSpc>
            </a:pPr>
            <a:r>
              <a:rPr sz="2100" b="1" spc="50">
                <a:solidFill>
                  <a:srgbClr val="431920"/>
                </a:solidFill>
                <a:latin typeface="맑은 고딕"/>
                <a:ea typeface="맑은 고딕"/>
              </a:rPr>
              <a:t>유재희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073600" y="540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D3443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217600" y="540000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3192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73600" y="708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D3443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217600" y="708911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3192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73600" y="877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D3443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217600" y="877822"/>
            <a:ext cx="900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43192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431920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856A6E"/>
                </a:solidFill>
                <a:latin typeface="바탕"/>
                <a:ea typeface="바탕"/>
              </a:rPr>
              <a:t>꽃말처럼 따뜻한 하루 되세요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8D344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856A6E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29880" y="282960"/>
            <a:ext cx="84240" cy="14256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 rot="4320000">
            <a:off x="2803834" y="336691"/>
            <a:ext cx="84240" cy="14256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 rot="8640000">
            <a:off x="2775586" y="423629"/>
            <a:ext cx="84240" cy="14256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 rot="12960000">
            <a:off x="2684174" y="423629"/>
            <a:ext cx="84240" cy="14256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7280000">
            <a:off x="2655926" y="336691"/>
            <a:ext cx="84240" cy="142560"/>
          </a:xfrm>
          <a:prstGeom prst="ellipse">
            <a:avLst/>
          </a:prstGeom>
          <a:solidFill>
            <a:srgbClr val="8D344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36360" y="396360"/>
            <a:ext cx="71280" cy="71280"/>
          </a:xfrm>
          <a:prstGeom prst="ellipse">
            <a:avLst/>
          </a:prstGeom>
          <a:solidFill>
            <a:srgbClr val="F0D1D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잡화점 대표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