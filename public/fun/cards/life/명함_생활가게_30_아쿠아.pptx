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B5C66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0B5C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B5C66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0B5C66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