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C69B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8F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20720" y="641520"/>
            <a:ext cx="142560" cy="190080"/>
          </a:xfrm>
          <a:prstGeom prst="ellipse">
            <a:avLst/>
          </a:prstGeom>
          <a:noFill/>
          <a:ln w="27720">
            <a:solidFill>
              <a:srgbClr val="705E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41520" y="752400"/>
            <a:ext cx="300960" cy="205920"/>
          </a:xfrm>
          <a:prstGeom prst="roundRect">
            <a:avLst>
              <a:gd name="adj" fmla="val 13461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1B2230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최OO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B88F3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B3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B3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B3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1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C65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0712A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898580" cy="208800"/>
          </a:xfrm>
          <a:prstGeom prst="roundRect">
            <a:avLst>
              <a:gd name="adj" fmla="val 50000"/>
            </a:avLst>
          </a:prstGeom>
          <a:solidFill>
            <a:srgbClr val="C65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89858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1538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A07D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1538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30271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C65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830271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A07D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470"/>
                </a:solidFill>
                <a:latin typeface="맑은 고딕"/>
                <a:ea typeface="맑은 고딕"/>
              </a:rPr>
              <a:t>출장 문의 가능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