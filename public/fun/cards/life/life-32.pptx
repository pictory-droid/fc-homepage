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5F7767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Freeform 2"/>
          <p:cNvSpPr/>
          <p:nvPr/>
        </p:nvSpPr>
        <p:spPr>
          <a:xfrm>
            <a:off x="1520640" y="413280"/>
            <a:ext cx="198720" cy="90720"/>
          </a:xfrm>
          <a:custGeom>
            <a:avLst/>
            <a:gdLst/>
            <a:ahLst/>
            <a:cxnLst/>
            <a:rect l="l" t="t" r="r" b="b"/>
            <a:pathLst>
              <a:path w="198720" h="90720">
                <a:moveTo>
                  <a:pt x="0" y="90720"/>
                </a:moveTo>
                <a:lnTo>
                  <a:pt x="99360" y="0"/>
                </a:lnTo>
                <a:lnTo>
                  <a:pt x="198720" y="90720"/>
                </a:lnTo>
                <a:close/>
              </a:path>
            </a:pathLst>
          </a:cu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0880" y="504000"/>
            <a:ext cx="138240" cy="90720"/>
          </a:xfrm>
          <a:prstGeom prst="rect">
            <a:avLst/>
          </a:prstGeom>
          <a:solidFill>
            <a:srgbClr val="E0F4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02720" y="534240"/>
            <a:ext cx="34560" cy="60480"/>
          </a:xfrm>
          <a:prstGeom prst="rect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183A23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29653D"/>
                </a:solidFill>
                <a:latin typeface="맑은 고딕"/>
                <a:ea typeface="맑은 고딕"/>
              </a:rPr>
              <a:t>대표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83A23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5F776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54400" y="388800"/>
            <a:ext cx="331200" cy="151200"/>
          </a:xfrm>
          <a:custGeom>
            <a:avLst/>
            <a:gdLst/>
            <a:ahLst/>
            <a:cxnLst/>
            <a:rect l="l" t="t" r="r" b="b"/>
            <a:pathLst>
              <a:path w="331200" h="151200">
                <a:moveTo>
                  <a:pt x="0" y="151200"/>
                </a:moveTo>
                <a:lnTo>
                  <a:pt x="165600" y="0"/>
                </a:lnTo>
                <a:lnTo>
                  <a:pt x="331200" y="151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04800" y="540000"/>
            <a:ext cx="230400" cy="1512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91200" y="590400"/>
            <a:ext cx="57600" cy="1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처음부터 끝까지 책임지겠습니다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