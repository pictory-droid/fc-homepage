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DA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처음부터 끝까지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책임지겠습니다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