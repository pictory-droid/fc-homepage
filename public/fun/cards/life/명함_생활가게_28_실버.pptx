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89A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5F6672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B2230"/>
                </a:solidFill>
                <a:latin typeface="맑은 고딕"/>
                <a:ea typeface="맑은 고딕"/>
              </a:rPr>
              <a:t>허OO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잡화점 대표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DB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5966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5966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5792" y="912672"/>
            <a:ext cx="124416" cy="165888"/>
          </a:xfrm>
          <a:prstGeom prst="ellipse">
            <a:avLst/>
          </a:prstGeom>
          <a:noFill/>
          <a:ln w="24192">
            <a:solidFill>
              <a:srgbClr val="ACB2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6672" y="1009440"/>
            <a:ext cx="262656" cy="179712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277AB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7" name="Oval 6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화환 배달</a:t>
            </a:r>
          </a:p>
        </p:txBody>
      </p:sp>
      <p:sp>
        <p:nvSpPr>
          <p:cNvPr id="9" name="Oval 8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6687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sp>
        <p:nvSpPr>
          <p:cNvPr id="11" name="Oval 10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방문 견적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BAC3D6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16879"/>
                </a:solidFill>
                <a:latin typeface="맑은 고딕"/>
                <a:ea typeface="맑은 고딕"/>
              </a:rPr>
              <a:t>출장 문의 가능  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잡화점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