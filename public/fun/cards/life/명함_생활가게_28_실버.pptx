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89A2C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2DB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5966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59668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95792" y="912672"/>
            <a:ext cx="124416" cy="165888"/>
          </a:xfrm>
          <a:prstGeom prst="ellipse">
            <a:avLst/>
          </a:prstGeom>
          <a:noFill/>
          <a:ln w="24192">
            <a:solidFill>
              <a:srgbClr val="ACB2C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672" y="1009440"/>
            <a:ext cx="262656" cy="179712"/>
          </a:xfrm>
          <a:prstGeom prst="roundRect">
            <a:avLst>
              <a:gd name="adj" fmla="val 13461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5277AB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7" name="Oval 6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화환 배달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6687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2234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BAC3D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16879"/>
                </a:solidFill>
                <a:latin typeface="맑은 고딕"/>
                <a:ea typeface="맑은 고딕"/>
              </a:rPr>
              <a:t>출장 문의 가능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