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김하늘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플로리스트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7A0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7A0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7A0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