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5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55D2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5B5B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95863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59586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2E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C748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8855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가전 수리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6899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6899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8855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5554"/>
                </a:solidFill>
                <a:latin typeface="맑은 고딕"/>
                <a:ea typeface="맑은 고딕"/>
              </a:rPr>
              <a:t>출장 문의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