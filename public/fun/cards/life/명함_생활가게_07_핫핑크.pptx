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2E93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FF2E93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2E93"/>
          </a:solidFill>
          <a:ln w="576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