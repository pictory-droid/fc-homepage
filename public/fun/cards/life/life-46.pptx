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7337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AC85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808720" y="281520"/>
            <a:ext cx="142560" cy="190080"/>
          </a:xfrm>
          <a:prstGeom prst="ellipse">
            <a:avLst/>
          </a:prstGeom>
          <a:noFill/>
          <a:ln w="27720">
            <a:solidFill>
              <a:srgbClr val="72548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29520" y="392400"/>
            <a:ext cx="300960" cy="205920"/>
          </a:xfrm>
          <a:prstGeom prst="roundRect">
            <a:avLst>
              <a:gd name="adj" fmla="val 13461"/>
            </a:avLst>
          </a:prstGeom>
          <a:solidFill>
            <a:srgbClr val="AC85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1A4D6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4B8C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34640" y="1380240"/>
            <a:ext cx="90720" cy="120960"/>
          </a:xfrm>
          <a:prstGeom prst="ellipse">
            <a:avLst/>
          </a:prstGeom>
          <a:noFill/>
          <a:ln w="17640">
            <a:solidFill>
              <a:srgbClr val="7373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84240" y="1450800"/>
            <a:ext cx="191520" cy="13104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573371"/>
                </a:solidFill>
                <a:latin typeface="바탕"/>
                <a:ea typeface="바탕"/>
              </a:rPr>
              <a:t>꼼꼼한 마무리가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573371"/>
                </a:solidFill>
                <a:latin typeface="바탕"/>
                <a:ea typeface="바탕"/>
              </a:rPr>
              <a:t>저의 자존심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36E93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