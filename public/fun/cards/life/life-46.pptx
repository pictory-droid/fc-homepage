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E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1200" y="295200"/>
            <a:ext cx="417600" cy="4176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368000" y="324000"/>
            <a:ext cx="504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3769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20800"/>
            <a:ext cx="2520000" cy="161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 spc="20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0512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40000" y="11880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334220"/>
                </a:solidFill>
                <a:latin typeface="맑은 고딕"/>
                <a:ea typeface="맑은 고딕"/>
              </a:rPr>
              <a:t>꼼꼼한 마무리가 저의 자존심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