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봉기태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대표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A3A9B5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C89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0E3C37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078065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0E3C37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생화 · 꽃다발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078065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0E3C37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정기 구독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078065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0E3C37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반려동물 미용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078065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252000" y="10692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0E3C37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489600" y="105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이사 정리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000" y="1202400"/>
            <a:ext cx="1512000" cy="0"/>
          </a:xfrm>
          <a:prstGeom prst="line">
            <a:avLst/>
          </a:prstGeom>
          <a:ln w="3600">
            <a:solidFill>
              <a:srgbClr val="078065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33D3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2151C"/>
                </a:solidFill>
                <a:latin typeface="맑은 고딕"/>
                <a:ea typeface="맑은 고딕"/>
              </a:rPr>
              <a:t>매일 10:00 – 20:00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2151C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12151C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대표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