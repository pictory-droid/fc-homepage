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58960" y="239760"/>
            <a:ext cx="24480" cy="2448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589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589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589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525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525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525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52560" y="520560"/>
            <a:ext cx="24480" cy="2448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61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61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6160" y="426960"/>
            <a:ext cx="24480" cy="2448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61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39760" y="2397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39760" y="333360"/>
            <a:ext cx="24480" cy="2448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397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397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33360" y="239760"/>
            <a:ext cx="24480" cy="24480"/>
          </a:xfrm>
          <a:prstGeom prst="ellipse">
            <a:avLst/>
          </a:prstGeom>
          <a:solidFill>
            <a:srgbClr val="A9788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33360" y="3333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33360" y="4269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33360" y="520560"/>
            <a:ext cx="24480" cy="24480"/>
          </a:xfrm>
          <a:prstGeom prst="ellipse">
            <a:avLst/>
          </a:prstGeom>
          <a:solidFill>
            <a:srgbClr val="E6E3D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52000" y="237600"/>
            <a:ext cx="799803" cy="165600"/>
          </a:xfrm>
          <a:prstGeom prst="roundRect">
            <a:avLst>
              <a:gd name="adj" fmla="val 50000"/>
            </a:avLst>
          </a:prstGeom>
          <a:noFill/>
          <a:ln w="5760">
            <a:solidFill>
              <a:srgbClr val="A9788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텍스트"/>
          <p:cNvSpPr txBox="1"/>
          <p:nvPr/>
        </p:nvSpPr>
        <p:spPr>
          <a:xfrm>
            <a:off x="252000" y="237600"/>
            <a:ext cx="799803" cy="16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956"/>
              </a:lnSpc>
            </a:pPr>
            <a:r>
              <a:rPr sz="660" b="1" spc="80">
                <a:solidFill>
                  <a:srgbClr val="1B2230"/>
                </a:solidFill>
                <a:latin typeface="맑은 고딕"/>
                <a:ea typeface="맑은 고딕"/>
              </a:rPr>
              <a:t>잡화점 대표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583200"/>
            <a:ext cx="216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B2230"/>
                </a:solidFill>
                <a:latin typeface="맑은 고딕"/>
                <a:ea typeface="맑은 고딕"/>
              </a:rPr>
              <a:t>송OO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252000" y="8784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2E6F5E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52000" y="1144800"/>
            <a:ext cx="27360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sp>
        <p:nvSpPr>
          <p:cNvPr id="27" name="텍스트"/>
          <p:cNvSpPr txBox="1"/>
          <p:nvPr/>
        </p:nvSpPr>
        <p:spPr>
          <a:xfrm>
            <a:off x="252000" y="12420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28" name="텍스트"/>
          <p:cNvSpPr txBox="1"/>
          <p:nvPr/>
        </p:nvSpPr>
        <p:spPr>
          <a:xfrm>
            <a:off x="583200" y="1231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9" name="텍스트"/>
          <p:cNvSpPr txBox="1"/>
          <p:nvPr/>
        </p:nvSpPr>
        <p:spPr>
          <a:xfrm>
            <a:off x="252000" y="13716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30" name="텍스트"/>
          <p:cNvSpPr txBox="1"/>
          <p:nvPr/>
        </p:nvSpPr>
        <p:spPr>
          <a:xfrm>
            <a:off x="583200" y="13608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31" name="텍스트"/>
          <p:cNvSpPr txBox="1"/>
          <p:nvPr/>
        </p:nvSpPr>
        <p:spPr>
          <a:xfrm>
            <a:off x="252000" y="1501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5F6672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32" name="텍스트"/>
          <p:cNvSpPr txBox="1"/>
          <p:nvPr/>
        </p:nvSpPr>
        <p:spPr>
          <a:xfrm>
            <a:off x="583200" y="14904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B223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2955600" y="1584000"/>
            <a:ext cx="64800" cy="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  <p:cxnSp>
        <p:nvCxnSpPr>
          <p:cNvPr id="34" name="Connector 33"/>
          <p:cNvCxnSpPr/>
          <p:nvPr/>
        </p:nvCxnSpPr>
        <p:spPr>
          <a:xfrm>
            <a:off x="2988000" y="1551600"/>
            <a:ext cx="0" cy="64800"/>
          </a:xfrm>
          <a:prstGeom prst="line">
            <a:avLst/>
          </a:prstGeom>
          <a:ln w="3600">
            <a:solidFill>
              <a:srgbClr val="E6E3DC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4EDE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93600" y="122400"/>
            <a:ext cx="576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22400" y="93600"/>
            <a:ext cx="0" cy="5760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cxnSp>
        <p:nvCxnSpPr>
          <p:cNvPr id="4" name="Connector 3"/>
          <p:cNvCxnSpPr/>
          <p:nvPr/>
        </p:nvCxnSpPr>
        <p:spPr>
          <a:xfrm>
            <a:off x="3088800" y="122400"/>
            <a:ext cx="576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117600" y="93600"/>
            <a:ext cx="0" cy="5760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93600" y="1677600"/>
            <a:ext cx="576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cxnSp>
        <p:nvCxnSpPr>
          <p:cNvPr id="7" name="Connector 6"/>
          <p:cNvCxnSpPr/>
          <p:nvPr/>
        </p:nvCxnSpPr>
        <p:spPr>
          <a:xfrm>
            <a:off x="122400" y="1648800"/>
            <a:ext cx="0" cy="5760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088800" y="1677600"/>
            <a:ext cx="576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3117600" y="1648800"/>
            <a:ext cx="0" cy="5760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31200"/>
            <a:ext cx="252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40">
                <a:solidFill>
                  <a:srgbClr val="B6668C"/>
                </a:solidFill>
                <a:latin typeface="맑은 고딕"/>
                <a:ea typeface="맑은 고딕"/>
              </a:rPr>
              <a:t>취급 품목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30000" y="453600"/>
            <a:ext cx="180000" cy="14400"/>
          </a:xfrm>
          <a:prstGeom prst="rect">
            <a:avLst/>
          </a:prstGeom>
          <a:solidFill>
            <a:srgbClr val="2E6F5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도어락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20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200000" y="676800"/>
            <a:ext cx="0" cy="23040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2040000" y="684000"/>
            <a:ext cx="840000" cy="2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015"/>
              </a:lnSpc>
            </a:pPr>
            <a:r>
              <a:rPr sz="700" b="1">
                <a:solidFill>
                  <a:srgbClr val="1B2230"/>
                </a:solidFill>
                <a:latin typeface="맑은 고딕"/>
                <a:ea typeface="맑은 고딕"/>
              </a:rPr>
              <a:t>당일 배송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040000" y="676800"/>
            <a:ext cx="0" cy="23040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cxnSp>
        <p:nvCxnSpPr>
          <p:cNvPr id="17" name="Connector 16"/>
          <p:cNvCxnSpPr/>
          <p:nvPr/>
        </p:nvCxnSpPr>
        <p:spPr>
          <a:xfrm>
            <a:off x="360000" y="1159200"/>
            <a:ext cx="2520000" cy="0"/>
          </a:xfrm>
          <a:prstGeom prst="line">
            <a:avLst/>
          </a:prstGeom>
          <a:ln w="3600">
            <a:solidFill>
              <a:srgbClr val="BCD3CE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360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사전 예약 권장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656000" y="1245600"/>
            <a:ext cx="122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1B2230"/>
                </a:solidFill>
                <a:latin typeface="맑은 고딕"/>
                <a:ea typeface="맑은 고딕"/>
              </a:rPr>
              <a:t>KAKAO  @채널아이디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360000" y="15264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42"/>
              </a:lnSpc>
            </a:pPr>
            <a:r>
              <a:rPr sz="650" b="1" spc="220">
                <a:solidFill>
                  <a:srgbClr val="B6668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잡화점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