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7C8C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7C8CC8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대표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7C8CC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E4A7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8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FD5EA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C5B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E2DAE2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E2DAE2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정기 구독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E2DAE2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E2DAE2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9D839F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8D6F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사전 예약 권장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