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526400" y="237600"/>
            <a:ext cx="187200" cy="187200"/>
          </a:xfrm>
          <a:prstGeom prst="ellipse">
            <a:avLst/>
          </a:prstGeom>
          <a:noFill/>
          <a:ln w="5040">
            <a:solidFill>
              <a:srgbClr val="7C8CC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237600"/>
            <a:ext cx="288000" cy="18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7C8CC8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540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진OO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920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60">
                <a:solidFill>
                  <a:srgbClr val="5F6672"/>
                </a:solidFill>
                <a:latin typeface="맑은 고딕"/>
                <a:ea typeface="맑은 고딕"/>
              </a:rPr>
              <a:t>대표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1015200"/>
            <a:ext cx="360000" cy="0"/>
          </a:xfrm>
          <a:prstGeom prst="line">
            <a:avLst/>
          </a:prstGeom>
          <a:ln w="7920">
            <a:solidFill>
              <a:srgbClr val="7C8CC8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1016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E4A72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     |     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60000" y="1476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5F6672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A587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FD5EA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C5B7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9D839F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E2DAE2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생화 · 꽃다발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9D839F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E2DAE2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정기 구독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9D839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E2DAE2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반려동물 미용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9D839F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252000" y="10692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E2DAE2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489600" y="105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이사 정리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2000" y="1202400"/>
            <a:ext cx="1512000" cy="0"/>
          </a:xfrm>
          <a:prstGeom prst="line">
            <a:avLst/>
          </a:prstGeom>
          <a:ln w="3600">
            <a:solidFill>
              <a:srgbClr val="9D839F"/>
            </a:solidFill>
          </a:ln>
        </p:spPr>
      </p:cxnSp>
      <p:sp>
        <p:nvSpPr>
          <p:cNvPr id="17" name="Rectangle 16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8D6F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사전 예약 권장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21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FFFFFF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대표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