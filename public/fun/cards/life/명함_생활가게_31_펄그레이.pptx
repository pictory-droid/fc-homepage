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2B4A82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377A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DCAE3"/>
          </a:solidFill>
          <a:ln w="3600">
            <a:solidFill>
              <a:srgbClr val="B9C4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DCAE3"/>
          </a:solidFill>
          <a:ln w="3600">
            <a:solidFill>
              <a:srgbClr val="B9C4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6887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DCAE3"/>
          </a:solidFill>
          <a:ln w="3600">
            <a:solidFill>
              <a:srgbClr val="B9C4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6887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DCAE3"/>
          </a:solidFill>
          <a:ln w="3600">
            <a:solidFill>
              <a:srgbClr val="B9C4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6979"/>
                </a:solidFill>
                <a:latin typeface="맑은 고딕"/>
                <a:ea typeface="맑은 고딕"/>
              </a:rPr>
              <a:t>방문 · 전화 상담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