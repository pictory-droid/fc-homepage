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25200">
            <a:solidFill>
              <a:srgbClr val="687D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73600" y="2736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73600" y="612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우OO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73600" y="864000"/>
            <a:ext cx="216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A7ABB4"/>
                </a:solidFill>
                <a:latin typeface="맑은 고딕"/>
                <a:ea typeface="맑은 고딕"/>
              </a:rPr>
              <a:t>잡화점 대표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600" y="1137600"/>
            <a:ext cx="144000" cy="18000"/>
          </a:xfrm>
          <a:prstGeom prst="rect">
            <a:avLst/>
          </a:prstGeom>
          <a:solidFill>
            <a:srgbClr val="1D6F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73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73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73600" y="12600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73600" y="13608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81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81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E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8E8F5E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8E8F5E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8E8F5E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8E8F5E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8E8F5E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8E8F5E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8E8F5E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8E8F5E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424536"/>
                </a:solidFill>
                <a:latin typeface="맑은 고딕"/>
                <a:ea typeface="맑은 고딕"/>
              </a:rPr>
              <a:t>취급 품목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8E8F5E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정기 구독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인테리어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가구 제작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424536"/>
                </a:solidFill>
                <a:latin typeface="맑은 고딕"/>
                <a:ea typeface="맑은 고딕"/>
              </a:rPr>
              <a:t>평일 09:00 – 19:00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잡화점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