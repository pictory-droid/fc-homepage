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26292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C8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12151C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내 집처럼 정성껏 돌보겠습니다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A0800B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463C16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