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66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ADBBB1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40208"/>
            <a:ext cx="218592" cy="99792"/>
          </a:xfrm>
          <a:custGeom>
            <a:avLst/>
            <a:gdLst/>
            <a:ahLst/>
            <a:cxnLst/>
            <a:rect l="l" t="t" r="r" b="b"/>
            <a:pathLst>
              <a:path w="218592" h="99792">
                <a:moveTo>
                  <a:pt x="0" y="99792"/>
                </a:moveTo>
                <a:lnTo>
                  <a:pt x="109296" y="0"/>
                </a:lnTo>
                <a:lnTo>
                  <a:pt x="218592" y="99792"/>
                </a:lnTo>
                <a:close/>
              </a:path>
            </a:pathLst>
          </a:custGeom>
          <a:solidFill>
            <a:srgbClr val="66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9968" y="540000"/>
            <a:ext cx="152064" cy="99792"/>
          </a:xfrm>
          <a:prstGeom prst="rect">
            <a:avLst/>
          </a:prstGeom>
          <a:solidFill>
            <a:srgbClr val="3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992" y="573264"/>
            <a:ext cx="38016" cy="66528"/>
          </a:xfrm>
          <a:prstGeom prst="rect">
            <a:avLst/>
          </a:prstGeom>
          <a:solidFill>
            <a:srgbClr val="66A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5AE86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5AE8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5AE8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5AE8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388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4800" y="540000"/>
            <a:ext cx="230400" cy="1512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200" y="590400"/>
            <a:ext cx="57600" cy="10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내 집처럼 정성껏 돌보겠습니다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