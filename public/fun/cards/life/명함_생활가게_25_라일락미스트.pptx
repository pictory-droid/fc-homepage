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A996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A996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1B2230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A996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A996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5F6672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F6672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73B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3F1F9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BD1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8997CD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8997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8997C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8997CD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DCE0F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CE0F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DCE0F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