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30400"/>
            <a:ext cx="1223556" cy="180000"/>
          </a:xfrm>
          <a:prstGeom prst="roundRect">
            <a:avLst>
              <a:gd name="adj" fmla="val 50000"/>
            </a:avLst>
          </a:prstGeom>
          <a:solidFill>
            <a:srgbClr val="4CD96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30400"/>
            <a:ext cx="1223556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인테리어 디자이너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5688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79"/>
              </a:lnSpc>
            </a:pPr>
            <a:r>
              <a:rPr sz="2400" b="1">
                <a:solidFill>
                  <a:srgbClr val="FFFFFF"/>
                </a:solidFill>
                <a:latin typeface="맑은 고딕"/>
                <a:ea typeface="맑은 고딕"/>
              </a:rPr>
              <a:t>도아린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993600"/>
            <a:ext cx="2160000" cy="1524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0">
                <a:solidFill>
                  <a:srgbClr val="A3A9B5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209600"/>
            <a:ext cx="2736000" cy="0"/>
          </a:xfrm>
          <a:prstGeom prst="line">
            <a:avLst/>
          </a:prstGeom>
          <a:ln w="5760">
            <a:solidFill>
              <a:srgbClr val="2A2F38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299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83200" y="1288800"/>
            <a:ext cx="151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4292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583200" y="1418400"/>
            <a:ext cx="151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588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83200" y="1548000"/>
            <a:ext cx="151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CD9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88000" y="0"/>
            <a:ext cx="1152000" cy="1800000"/>
          </a:xfrm>
          <a:prstGeom prst="rect">
            <a:avLst/>
          </a:prstGeom>
          <a:solidFill>
            <a:srgbClr val="70E1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397600" y="633600"/>
            <a:ext cx="532800" cy="532800"/>
          </a:xfrm>
          <a:prstGeom prst="ellipse">
            <a:avLst/>
          </a:prstGeom>
          <a:noFill/>
          <a:ln w="1080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304000" y="684000"/>
            <a:ext cx="7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4350"/>
              </a:lnSpc>
            </a:pPr>
            <a:r>
              <a:rPr sz="3000" b="1">
                <a:solidFill>
                  <a:srgbClr val="12151C"/>
                </a:solidFill>
                <a:latin typeface="맑은 고딕"/>
                <a:ea typeface="맑은 고딕"/>
              </a:rPr>
              <a:t>상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1620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생활에 온기를</a:t>
            </a:r>
          </a:p>
          <a:p>
            <a:pPr algn="l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더하는 손길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512000"/>
            <a:ext cx="158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00">
                <a:solidFill>
                  <a:srgbClr val="1F402C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인테리어 디자이너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