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87200" y="403200"/>
            <a:ext cx="993600" cy="993600"/>
          </a:xfrm>
          <a:prstGeom prst="ellipse">
            <a:avLst/>
          </a:prstGeom>
          <a:noFill/>
          <a:ln w="14400">
            <a:solidFill>
              <a:srgbClr val="8F434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9200" y="475200"/>
            <a:ext cx="849600" cy="849600"/>
          </a:xfrm>
          <a:prstGeom prst="ellipse">
            <a:avLst/>
          </a:prstGeom>
          <a:solidFill>
            <a:srgbClr val="DA6C7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9200" y="612000"/>
            <a:ext cx="8496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6959"/>
              </a:lnSpc>
            </a:pPr>
            <a:r>
              <a:rPr sz="4800" b="1">
                <a:solidFill>
                  <a:srgbClr val="FFFFFF"/>
                </a:solidFill>
                <a:latin typeface="바탕"/>
                <a:ea typeface="바탕"/>
              </a:rPr>
              <a:t>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332000" y="223200"/>
            <a:ext cx="1728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D0B1B6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332000" y="424800"/>
            <a:ext cx="1728000" cy="297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 spc="50">
                <a:solidFill>
                  <a:srgbClr val="FFFFFF"/>
                </a:solidFill>
                <a:latin typeface="바탕"/>
                <a:ea typeface="바탕"/>
              </a:rPr>
              <a:t>도아린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332000" y="7056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E598A5"/>
                </a:solidFill>
                <a:latin typeface="맑은 고딕"/>
                <a:ea typeface="맑은 고딕"/>
              </a:rPr>
              <a:t>인테리어 디자이너</a:t>
            </a:r>
          </a:p>
        </p:txBody>
      </p:sp>
      <p:sp>
        <p:nvSpPr>
          <p:cNvPr id="8" name="Rectangle 7"/>
          <p:cNvSpPr/>
          <p:nvPr/>
        </p:nvSpPr>
        <p:spPr>
          <a:xfrm>
            <a:off x="1332000" y="907200"/>
            <a:ext cx="201600" cy="14400"/>
          </a:xfrm>
          <a:prstGeom prst="rect">
            <a:avLst/>
          </a:prstGeom>
          <a:solidFill>
            <a:srgbClr val="DA6C7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332000" y="1051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E598A5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476000" y="10512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332000" y="1220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E598A5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76000" y="12201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332000" y="1389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E598A5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76000" y="13890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10800">
            <a:solidFill>
              <a:srgbClr val="3B915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504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7A1F2E"/>
                </a:solidFill>
                <a:latin typeface="맑은 고딕"/>
                <a:ea typeface="맑은 고딕"/>
              </a:rPr>
              <a:t>생활에 온기를 더하는 손길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260000" y="1080000"/>
            <a:ext cx="684000" cy="0"/>
          </a:xfrm>
          <a:prstGeom prst="line">
            <a:avLst/>
          </a:prstGeom>
          <a:ln w="7200">
            <a:solidFill>
              <a:srgbClr val="3B9158"/>
            </a:solidFill>
          </a:ln>
        </p:spPr>
      </p:cxnSp>
      <p:sp>
        <p:nvSpPr>
          <p:cNvPr id="5" name="Oval 4"/>
          <p:cNvSpPr/>
          <p:nvPr/>
        </p:nvSpPr>
        <p:spPr>
          <a:xfrm>
            <a:off x="1594800" y="1054800"/>
            <a:ext cx="50400" cy="50400"/>
          </a:xfrm>
          <a:prstGeom prst="ellipse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24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966068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7" name="Freeform 6"/>
          <p:cNvSpPr/>
          <p:nvPr/>
        </p:nvSpPr>
        <p:spPr>
          <a:xfrm>
            <a:off x="1537200" y="248400"/>
            <a:ext cx="165600" cy="75600"/>
          </a:xfrm>
          <a:custGeom>
            <a:avLst/>
            <a:gdLst/>
            <a:ahLst/>
            <a:cxnLst/>
            <a:rect l="l" t="t" r="r" b="b"/>
            <a:pathLst>
              <a:path w="165600" h="75600">
                <a:moveTo>
                  <a:pt x="0" y="75600"/>
                </a:moveTo>
                <a:lnTo>
                  <a:pt x="82800" y="0"/>
                </a:lnTo>
                <a:lnTo>
                  <a:pt x="165600" y="75600"/>
                </a:lnTo>
                <a:close/>
              </a:path>
            </a:pathLst>
          </a:cu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62400" y="324000"/>
            <a:ext cx="115200" cy="75600"/>
          </a:xfrm>
          <a:prstGeom prst="rect">
            <a:avLst/>
          </a:prstGeom>
          <a:solidFill>
            <a:srgbClr val="C8E0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605600" y="349200"/>
            <a:ext cx="28800" cy="50400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인테리어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