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85024" y="214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33408" y="360000"/>
            <a:ext cx="221184" cy="145152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16352" y="408384"/>
            <a:ext cx="55296" cy="96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A6D5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23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D998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마음을 전하는 가장 아름다운 방법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D9985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D99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EBCA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48400"/>
            <a:ext cx="165600" cy="75600"/>
          </a:xfrm>
          <a:custGeom>
            <a:avLst/>
            <a:gdLst/>
            <a:ahLst/>
            <a:cxnLst/>
            <a:rect l="l" t="t" r="r" b="b"/>
            <a:pathLst>
              <a:path w="165600" h="75600">
                <a:moveTo>
                  <a:pt x="0" y="75600"/>
                </a:moveTo>
                <a:lnTo>
                  <a:pt x="82800" y="0"/>
                </a:lnTo>
                <a:lnTo>
                  <a:pt x="165600" y="75600"/>
                </a:lnTo>
                <a:close/>
              </a:path>
            </a:pathLst>
          </a:custGeom>
          <a:solidFill>
            <a:srgbClr val="D99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2400" y="324000"/>
            <a:ext cx="115200" cy="75600"/>
          </a:xfrm>
          <a:prstGeom prst="rect">
            <a:avLst/>
          </a:prstGeom>
          <a:solidFill>
            <a:srgbClr val="895E3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00" y="349200"/>
            <a:ext cx="28800" cy="50400"/>
          </a:xfrm>
          <a:prstGeom prst="rect">
            <a:avLst/>
          </a:prstGeom>
          <a:solidFill>
            <a:srgbClr val="D998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