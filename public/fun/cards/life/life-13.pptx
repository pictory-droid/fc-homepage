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E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3600" y="93600"/>
            <a:ext cx="3052800" cy="1612800"/>
          </a:xfrm>
          <a:prstGeom prst="rect">
            <a:avLst/>
          </a:prstGeom>
          <a:noFill/>
          <a:ln w="3600">
            <a:solidFill>
              <a:srgbClr val="CCC8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2000" y="252000"/>
            <a:ext cx="79200" cy="79200"/>
          </a:xfrm>
          <a:prstGeom prst="rect">
            <a:avLst/>
          </a:prstGeom>
          <a:solidFill>
            <a:srgbClr val="4A3A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396000" y="2592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272372"/>
                </a:solidFill>
                <a:latin typeface="맑은 고딕"/>
                <a:ea typeface="맑은 고딕"/>
              </a:rPr>
              <a:t>상호명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2000" y="446400"/>
            <a:ext cx="2736000" cy="0"/>
          </a:xfrm>
          <a:prstGeom prst="line">
            <a:avLst/>
          </a:prstGeom>
          <a:ln w="3600">
            <a:solidFill>
              <a:srgbClr val="CCC8FF"/>
            </a:solidFill>
          </a:ln>
        </p:spPr>
      </p:cxnSp>
      <p:sp>
        <p:nvSpPr>
          <p:cNvPr id="6" name="텍스트"/>
          <p:cNvSpPr txBox="1"/>
          <p:nvPr/>
        </p:nvSpPr>
        <p:spPr>
          <a:xfrm>
            <a:off x="252000" y="9648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서나연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12168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272372"/>
                </a:solidFill>
                <a:latin typeface="맑은 고딕"/>
                <a:ea typeface="맑은 고딕"/>
              </a:rPr>
              <a:t>세탁소 사장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872000" y="943200"/>
            <a:ext cx="0" cy="604800"/>
          </a:xfrm>
          <a:prstGeom prst="line">
            <a:avLst/>
          </a:prstGeom>
          <a:ln w="3600">
            <a:solidFill>
              <a:srgbClr val="CCC8FF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2016000" y="1033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272372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318400" y="10224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016000" y="1177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272372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318400" y="11664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016000" y="1321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272372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318400" y="13104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A3A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93600" y="122400"/>
            <a:ext cx="57600" cy="0"/>
          </a:xfrm>
          <a:prstGeom prst="line">
            <a:avLst/>
          </a:prstGeom>
          <a:ln w="3600">
            <a:solidFill>
              <a:srgbClr val="D7D4FF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22400" y="93600"/>
            <a:ext cx="0" cy="57600"/>
          </a:xfrm>
          <a:prstGeom prst="line">
            <a:avLst/>
          </a:prstGeom>
          <a:ln w="3600">
            <a:solidFill>
              <a:srgbClr val="D7D4FF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3088800" y="122400"/>
            <a:ext cx="57600" cy="0"/>
          </a:xfrm>
          <a:prstGeom prst="line">
            <a:avLst/>
          </a:prstGeom>
          <a:ln w="3600">
            <a:solidFill>
              <a:srgbClr val="D7D4FF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117600" y="93600"/>
            <a:ext cx="0" cy="57600"/>
          </a:xfrm>
          <a:prstGeom prst="line">
            <a:avLst/>
          </a:prstGeom>
          <a:ln w="3600">
            <a:solidFill>
              <a:srgbClr val="D7D4FF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93600" y="1677600"/>
            <a:ext cx="57600" cy="0"/>
          </a:xfrm>
          <a:prstGeom prst="line">
            <a:avLst/>
          </a:prstGeom>
          <a:ln w="3600">
            <a:solidFill>
              <a:srgbClr val="D7D4FF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122400" y="1648800"/>
            <a:ext cx="0" cy="57600"/>
          </a:xfrm>
          <a:prstGeom prst="line">
            <a:avLst/>
          </a:prstGeom>
          <a:ln w="3600">
            <a:solidFill>
              <a:srgbClr val="D7D4FF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088800" y="1677600"/>
            <a:ext cx="57600" cy="0"/>
          </a:xfrm>
          <a:prstGeom prst="line">
            <a:avLst/>
          </a:prstGeom>
          <a:ln w="3600">
            <a:solidFill>
              <a:srgbClr val="D7D4FF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3117600" y="1648800"/>
            <a:ext cx="0" cy="57600"/>
          </a:xfrm>
          <a:prstGeom prst="line">
            <a:avLst/>
          </a:prstGeom>
          <a:ln w="3600">
            <a:solidFill>
              <a:srgbClr val="D7D4FF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360000" y="331200"/>
            <a:ext cx="252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4"/>
              </a:lnSpc>
            </a:pPr>
            <a:r>
              <a:rPr sz="520" b="1" spc="240">
                <a:solidFill>
                  <a:srgbClr val="D7D4FF"/>
                </a:solidFill>
                <a:latin typeface="맑은 고딕"/>
                <a:ea typeface="맑은 고딕"/>
              </a:rPr>
              <a:t>취급 품목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30000" y="453600"/>
            <a:ext cx="180000" cy="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360000" y="684000"/>
            <a:ext cx="84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정기 구독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1200000" y="684000"/>
            <a:ext cx="84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세탁 · 수선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200000" y="676800"/>
            <a:ext cx="0" cy="230400"/>
          </a:xfrm>
          <a:prstGeom prst="line">
            <a:avLst/>
          </a:prstGeom>
          <a:ln w="3600">
            <a:solidFill>
              <a:srgbClr val="9289FF"/>
            </a:solidFill>
          </a:ln>
        </p:spPr>
      </p:cxnSp>
      <p:sp>
        <p:nvSpPr>
          <p:cNvPr id="15" name="텍스트"/>
          <p:cNvSpPr txBox="1"/>
          <p:nvPr/>
        </p:nvSpPr>
        <p:spPr>
          <a:xfrm>
            <a:off x="2040000" y="684000"/>
            <a:ext cx="84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도어락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040000" y="676800"/>
            <a:ext cx="0" cy="230400"/>
          </a:xfrm>
          <a:prstGeom prst="line">
            <a:avLst/>
          </a:prstGeom>
          <a:ln w="3600">
            <a:solidFill>
              <a:srgbClr val="9289FF"/>
            </a:solidFill>
          </a:ln>
        </p:spPr>
      </p:cxnSp>
      <p:cxnSp>
        <p:nvCxnSpPr>
          <p:cNvPr id="17" name="Connector 16"/>
          <p:cNvCxnSpPr/>
          <p:nvPr/>
        </p:nvCxnSpPr>
        <p:spPr>
          <a:xfrm>
            <a:off x="360000" y="1159200"/>
            <a:ext cx="2520000" cy="0"/>
          </a:xfrm>
          <a:prstGeom prst="line">
            <a:avLst/>
          </a:prstGeom>
          <a:ln w="3600">
            <a:solidFill>
              <a:srgbClr val="9289FF"/>
            </a:solidFill>
          </a:ln>
        </p:spPr>
      </p:cxnSp>
      <p:sp>
        <p:nvSpPr>
          <p:cNvPr id="18" name="텍스트"/>
          <p:cNvSpPr txBox="1"/>
          <p:nvPr/>
        </p:nvSpPr>
        <p:spPr>
          <a:xfrm>
            <a:off x="360000" y="1245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평일 09:00 – 19:00</a:t>
            </a:r>
          </a:p>
        </p:txBody>
      </p:sp>
      <p:sp>
        <p:nvSpPr>
          <p:cNvPr id="19" name="텍스트"/>
          <p:cNvSpPr txBox="1"/>
          <p:nvPr/>
        </p:nvSpPr>
        <p:spPr>
          <a:xfrm>
            <a:off x="1656000" y="1245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WEB  www.example.com</a:t>
            </a:r>
          </a:p>
        </p:txBody>
      </p:sp>
      <p:sp>
        <p:nvSpPr>
          <p:cNvPr id="20" name="텍스트"/>
          <p:cNvSpPr txBox="1"/>
          <p:nvPr/>
        </p:nvSpPr>
        <p:spPr>
          <a:xfrm>
            <a:off x="360000" y="15264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1" spc="220">
                <a:solidFill>
                  <a:srgbClr val="D7D4FF"/>
                </a:solidFill>
                <a:latin typeface="맑은 고딕"/>
                <a:ea typeface="맑은 고딕"/>
              </a:rPr>
              <a:t>상호명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세탁소 사장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