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EB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2723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Oval 2"/>
          <p:cNvSpPr/>
          <p:nvPr/>
        </p:nvSpPr>
        <p:spPr>
          <a:xfrm>
            <a:off x="2955600" y="241200"/>
            <a:ext cx="64800" cy="64800"/>
          </a:xfrm>
          <a:prstGeom prst="ellipse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0800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72372"/>
                </a:solidFill>
                <a:latin typeface="맑은 고딕"/>
                <a:ea typeface="맑은 고딕"/>
              </a:rPr>
              <a:t>세탁소 사장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5760">
            <a:solidFill>
              <a:srgbClr val="CCC8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411200"/>
            <a:ext cx="79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080000" y="1411200"/>
            <a:ext cx="90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52000" y="1411200"/>
            <a:ext cx="97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723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080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723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52000" y="15264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20">
                <a:solidFill>
                  <a:srgbClr val="272372"/>
                </a:solidFill>
                <a:latin typeface="맑은 고딕"/>
                <a:ea typeface="맑은 고딕"/>
              </a:rPr>
              <a:t>ADDR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마음을 전하는 가장 아름다운 방법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D7D4F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세탁소 사장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