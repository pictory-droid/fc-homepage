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CCC8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72372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CCC8F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72372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CCC8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723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723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723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A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7D4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9289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9289FF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9289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D7D4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