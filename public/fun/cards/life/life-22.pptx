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6B6E84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Oval 2"/>
          <p:cNvSpPr/>
          <p:nvPr/>
        </p:nvSpPr>
        <p:spPr>
          <a:xfrm>
            <a:off x="1581120" y="421920"/>
            <a:ext cx="77760" cy="103680"/>
          </a:xfrm>
          <a:prstGeom prst="ellipse">
            <a:avLst/>
          </a:prstGeom>
          <a:noFill/>
          <a:ln w="15120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537920" y="482400"/>
            <a:ext cx="164160" cy="112320"/>
          </a:xfrm>
          <a:prstGeom prst="roundRect">
            <a:avLst>
              <a:gd name="adj" fmla="val 13461"/>
            </a:avLst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1B2041"/>
                </a:solidFill>
                <a:latin typeface="맑은 고딕"/>
                <a:ea typeface="맑은 고딕"/>
              </a:rPr>
              <a:t>배준서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38438A"/>
                </a:solidFill>
                <a:latin typeface="맑은 고딕"/>
                <a:ea typeface="맑은 고딕"/>
              </a:rPr>
              <a:t>대표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1B2041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B6E84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E0D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34640" y="1380240"/>
            <a:ext cx="90720" cy="120960"/>
          </a:xfrm>
          <a:prstGeom prst="ellipse">
            <a:avLst/>
          </a:prstGeom>
          <a:noFill/>
          <a:ln w="17640">
            <a:solidFill>
              <a:srgbClr val="73737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84240" y="1450800"/>
            <a:ext cx="191520" cy="131040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B2041"/>
                </a:solidFill>
                <a:latin typeface="바탕"/>
                <a:ea typeface="바탕"/>
              </a:rPr>
              <a:t>오늘도 반듯하게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B2041"/>
                </a:solidFill>
                <a:latin typeface="바탕"/>
                <a:ea typeface="바탕"/>
              </a:rPr>
              <a:t>다림질합니다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696C7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