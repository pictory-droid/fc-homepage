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414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4140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1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1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1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A4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오늘도 반듯하게 다림질합니다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