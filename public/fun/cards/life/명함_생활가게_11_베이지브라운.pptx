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26C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9CCD5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B8C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7E879C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B8C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7E879C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B8C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7E879C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2B8C4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7E879C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9CCD5"/>
                </a:solidFill>
                <a:latin typeface="맑은 고딕"/>
                <a:ea typeface="맑은 고딕"/>
              </a:rPr>
              <a:t>매일 10:00 – 20:00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9CCD5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