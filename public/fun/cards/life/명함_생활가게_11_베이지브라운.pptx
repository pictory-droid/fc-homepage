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26C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CCD5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B8C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7E879C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B8C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7E879C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B8C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7E879C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2B8C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7E879C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9CCD5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9CCD5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