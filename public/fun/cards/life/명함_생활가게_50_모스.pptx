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6E8D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6E8D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6E8D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DF1EE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E0DFF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E0DFF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E0DFF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