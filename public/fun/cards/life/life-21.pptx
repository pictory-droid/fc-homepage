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30400"/>
            <a:ext cx="791753" cy="180000"/>
          </a:xfrm>
          <a:prstGeom prst="roundRect">
            <a:avLst>
              <a:gd name="adj" fmla="val 50000"/>
            </a:avLst>
          </a:prstGeom>
          <a:solidFill>
            <a:srgbClr val="FF9E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30400"/>
            <a:ext cx="791753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플로리스트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5688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sz="2400" b="1">
                <a:solidFill>
                  <a:srgbClr val="12151C"/>
                </a:solidFill>
                <a:latin typeface="맑은 고딕"/>
                <a:ea typeface="맑은 고딕"/>
              </a:rPr>
              <a:t>문가영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993600"/>
            <a:ext cx="2160000" cy="1524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0">
                <a:solidFill>
                  <a:srgbClr val="6C493A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209600"/>
            <a:ext cx="2736000" cy="0"/>
          </a:xfrm>
          <a:prstGeom prst="line">
            <a:avLst/>
          </a:prstGeom>
          <a:ln w="5760">
            <a:solidFill>
              <a:srgbClr val="FFE4D6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299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C493A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83200" y="1288800"/>
            <a:ext cx="151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4292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C493A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583200" y="1418400"/>
            <a:ext cx="151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588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C493A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83200" y="1548000"/>
            <a:ext cx="151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06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6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06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06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6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06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06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06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06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06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06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06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06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06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06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06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14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14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14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14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14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14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14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14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14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14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14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14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14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14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14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14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22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22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22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22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22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22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22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22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22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22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22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22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22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22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22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22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30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30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30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30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30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30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30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30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530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30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530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30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30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30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30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30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38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38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38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38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38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38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638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638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38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38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38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38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38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38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638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38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46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46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746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746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746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46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46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746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746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746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746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746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46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46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746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746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854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854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854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54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854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54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54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854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854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854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854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854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854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854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854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854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962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962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962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962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962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62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62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962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962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962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962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962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962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962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962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962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070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070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1070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1070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1070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1070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1070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070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070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070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070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070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070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070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070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070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178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178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178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178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178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178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178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178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178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1178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178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178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178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1178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1178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1178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1286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286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286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286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286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286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286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1286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1286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286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286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1286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1286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1286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1286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1286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1394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394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394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394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394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1394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394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394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1394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394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1394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394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1394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1394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1394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394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1502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1502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1502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1502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1502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1502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1502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1502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1502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1502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1502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502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502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502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502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502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610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610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610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610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610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610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610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610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610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610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610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610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610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610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610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610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718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718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718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718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718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718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718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718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718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718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718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718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718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718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718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718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826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826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826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826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826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826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826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826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826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1826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1826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1826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1826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1826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1826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1826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1934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1934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934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934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934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934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1934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934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1934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1934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934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934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934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1934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1934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1934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2042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2042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2042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2042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2042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2042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2042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2042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2042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2042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2042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2042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2042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2042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2042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2042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2150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2150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2150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2150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2150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2150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2150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2150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2150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2150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2150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2150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2150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2150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2150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2150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2258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2258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2258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2258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2258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2258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2258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2258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2258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2258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2258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2258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2258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2258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2258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2258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2366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2366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2366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2366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2366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2366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2366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2366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2366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2366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2366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2366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2366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2366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2366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2366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2474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2474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2474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2474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2474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2474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2474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2474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2474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2474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2474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2474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2474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2474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2474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2474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2582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2582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2582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2582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2582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2582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2582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2582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2582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2582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2582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2582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2582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2582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2582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2582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2690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2690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2690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2690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2690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2690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2690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2690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2690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2690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2690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2690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2690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2690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2690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2690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2798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2798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2798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2798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2798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2798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2798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2798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2798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2798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2798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2798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2798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2798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2798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2798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2906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2906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2906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2906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2906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2906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2906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2906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2906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2906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2906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2906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2906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2906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2906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2906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3014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3014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3014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3014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3014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3014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3014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3014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3014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3014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3014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3014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3014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3014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3014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3014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3122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3122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3122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3122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3122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3122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3122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3122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3122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3122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3122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3122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3122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3122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3122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xfrm>
            <a:off x="3122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6" name="Oval 465"/>
          <p:cNvSpPr/>
          <p:nvPr/>
        </p:nvSpPr>
        <p:spPr>
          <a:xfrm>
            <a:off x="3230640" y="9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7" name="Oval 466"/>
          <p:cNvSpPr/>
          <p:nvPr/>
        </p:nvSpPr>
        <p:spPr>
          <a:xfrm>
            <a:off x="3230640" y="20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3230640" y="31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3230640" y="42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3230640" y="53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3230640" y="63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2" name="Oval 471"/>
          <p:cNvSpPr/>
          <p:nvPr/>
        </p:nvSpPr>
        <p:spPr>
          <a:xfrm>
            <a:off x="3230640" y="74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3" name="Oval 472"/>
          <p:cNvSpPr/>
          <p:nvPr/>
        </p:nvSpPr>
        <p:spPr>
          <a:xfrm>
            <a:off x="3230640" y="85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4" name="Oval 473"/>
          <p:cNvSpPr/>
          <p:nvPr/>
        </p:nvSpPr>
        <p:spPr>
          <a:xfrm>
            <a:off x="3230640" y="96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5" name="Oval 474"/>
          <p:cNvSpPr/>
          <p:nvPr/>
        </p:nvSpPr>
        <p:spPr>
          <a:xfrm>
            <a:off x="3230640" y="107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6" name="Oval 475"/>
          <p:cNvSpPr/>
          <p:nvPr/>
        </p:nvSpPr>
        <p:spPr>
          <a:xfrm>
            <a:off x="3230640" y="117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7" name="Oval 476"/>
          <p:cNvSpPr/>
          <p:nvPr/>
        </p:nvSpPr>
        <p:spPr>
          <a:xfrm>
            <a:off x="3230640" y="1286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8" name="Oval 477"/>
          <p:cNvSpPr/>
          <p:nvPr/>
        </p:nvSpPr>
        <p:spPr>
          <a:xfrm>
            <a:off x="3230640" y="1394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9" name="Oval 478"/>
          <p:cNvSpPr/>
          <p:nvPr/>
        </p:nvSpPr>
        <p:spPr>
          <a:xfrm>
            <a:off x="3230640" y="1502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0" name="Oval 479"/>
          <p:cNvSpPr/>
          <p:nvPr/>
        </p:nvSpPr>
        <p:spPr>
          <a:xfrm>
            <a:off x="3230640" y="1610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1" name="Oval 480"/>
          <p:cNvSpPr/>
          <p:nvPr/>
        </p:nvSpPr>
        <p:spPr>
          <a:xfrm>
            <a:off x="3230640" y="1718640"/>
            <a:ext cx="18720" cy="1872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396000" y="468000"/>
            <a:ext cx="2448000" cy="864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3" name="텍스트"/>
          <p:cNvSpPr txBox="1"/>
          <p:nvPr/>
        </p:nvSpPr>
        <p:spPr>
          <a:xfrm>
            <a:off x="540000" y="576000"/>
            <a:ext cx="21600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12151C"/>
                </a:solidFill>
                <a:latin typeface="맑은 고딕"/>
                <a:ea typeface="맑은 고딕"/>
              </a:rPr>
              <a:t>정직한 가격, 정직한 솜씨</a:t>
            </a:r>
          </a:p>
        </p:txBody>
      </p:sp>
      <p:sp>
        <p:nvSpPr>
          <p:cNvPr id="484" name="텍스트"/>
          <p:cNvSpPr txBox="1"/>
          <p:nvPr/>
        </p:nvSpPr>
        <p:spPr>
          <a:xfrm>
            <a:off x="540000" y="1144800"/>
            <a:ext cx="216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30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플로리스트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