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32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97408" y="378000"/>
            <a:ext cx="221184" cy="14515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80352" y="426384"/>
            <a:ext cx="55296" cy="96768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D777B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14149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A7887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A788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A788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A788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1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7A52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14149"/>
                </a:solidFill>
                <a:latin typeface="맑은 고딕"/>
                <a:ea typeface="맑은 고딕"/>
              </a:rPr>
              <a:t>정직한 가격, 정직한 솜씨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7A5258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C747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48400"/>
            <a:ext cx="165600" cy="75600"/>
          </a:xfrm>
          <a:custGeom>
            <a:avLst/>
            <a:gdLst/>
            <a:ahLst/>
            <a:cxnLst/>
            <a:rect l="l" t="t" r="r" b="b"/>
            <a:pathLst>
              <a:path w="165600" h="75600">
                <a:moveTo>
                  <a:pt x="0" y="75600"/>
                </a:moveTo>
                <a:lnTo>
                  <a:pt x="82800" y="0"/>
                </a:lnTo>
                <a:lnTo>
                  <a:pt x="165600" y="75600"/>
                </a:lnTo>
                <a:close/>
              </a:path>
            </a:pathLst>
          </a:cu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2400" y="324000"/>
            <a:ext cx="115200" cy="75600"/>
          </a:xfrm>
          <a:prstGeom prst="rect">
            <a:avLst/>
          </a:prstGeom>
          <a:solidFill>
            <a:srgbClr val="DACF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00" y="349200"/>
            <a:ext cx="28800" cy="50400"/>
          </a:xfrm>
          <a:prstGeom prst="rect">
            <a:avLst/>
          </a:prstGeom>
          <a:solidFill>
            <a:srgbClr val="7A52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