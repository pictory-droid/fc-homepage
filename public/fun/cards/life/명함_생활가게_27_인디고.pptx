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4A3B3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264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264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264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497D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497D87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497D87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