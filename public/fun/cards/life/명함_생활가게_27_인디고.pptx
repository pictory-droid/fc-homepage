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4A3B33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백OO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반려동물 미용사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97D87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497D87"/>
                </a:solidFill>
                <a:latin typeface="맑은 고딕"/>
                <a:ea typeface="맑은 고딕"/>
              </a:rPr>
              <a:t>이사 정리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 미용사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