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66B73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BC654E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BC654E"/>
          </a:solidFill>
          <a:ln w="5760">
            <a:solidFill>
              <a:srgbClr val="BC65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BC65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BC65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BC65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