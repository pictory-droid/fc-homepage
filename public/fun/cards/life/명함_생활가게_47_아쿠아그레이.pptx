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5A9A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천OO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666B73"/>
                </a:solidFill>
                <a:latin typeface="맑은 고딕"/>
                <a:ea typeface="맑은 고딕"/>
              </a:rPr>
              <a:t>반려동물 미용사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648000"/>
          </a:xfrm>
          <a:prstGeom prst="line">
            <a:avLst/>
          </a:prstGeom>
          <a:ln w="5760">
            <a:solidFill>
              <a:srgbClr val="BC654E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BC654E"/>
          </a:solidFill>
          <a:ln w="5760">
            <a:solidFill>
              <a:srgbClr val="BC654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정기 구독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101216"/>
          </a:solidFill>
          <a:ln w="5760">
            <a:solidFill>
              <a:srgbClr val="BC654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도어락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101216"/>
          </a:solidFill>
          <a:ln w="5760">
            <a:solidFill>
              <a:srgbClr val="BC654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반려동물 미용</a:t>
            </a:r>
          </a:p>
        </p:txBody>
      </p:sp>
      <p:sp>
        <p:nvSpPr>
          <p:cNvPr id="10" name="Oval 9"/>
          <p:cNvSpPr/>
          <p:nvPr/>
        </p:nvSpPr>
        <p:spPr>
          <a:xfrm>
            <a:off x="367200" y="1044000"/>
            <a:ext cx="57600" cy="57600"/>
          </a:xfrm>
          <a:prstGeom prst="ellipse">
            <a:avLst/>
          </a:prstGeom>
          <a:solidFill>
            <a:srgbClr val="101216"/>
          </a:solidFill>
          <a:ln w="5760">
            <a:solidFill>
              <a:srgbClr val="BC654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540000" y="10008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당일 배송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매일 10:00 – 20:00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A7ABB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A7ABB4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 미용사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