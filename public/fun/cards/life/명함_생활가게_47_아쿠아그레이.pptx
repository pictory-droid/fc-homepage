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B73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C654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C654E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