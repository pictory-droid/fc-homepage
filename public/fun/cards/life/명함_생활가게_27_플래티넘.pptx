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BFC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4705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3586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3586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3586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F87A3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705A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705A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07076"/>
                </a:solidFill>
                <a:latin typeface="맑은 고딕"/>
                <a:ea typeface="맑은 고딕"/>
              </a:rPr>
              <a:t>출장 문의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07076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