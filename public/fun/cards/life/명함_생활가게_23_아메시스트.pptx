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6D52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3BF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6D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46677"/>
                </a:solidFill>
                <a:latin typeface="바탕"/>
                <a:ea typeface="바탕"/>
              </a:rPr>
              <a:t>세탁소 사장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6D52A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D52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466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