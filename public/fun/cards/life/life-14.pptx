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4382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CADCD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04048" y="1374768"/>
            <a:ext cx="95904" cy="127872"/>
          </a:xfrm>
          <a:prstGeom prst="ellipse">
            <a:avLst/>
          </a:prstGeom>
          <a:noFill/>
          <a:ln w="18648">
            <a:solidFill>
              <a:srgbClr val="7373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50768" y="1449360"/>
            <a:ext cx="202464" cy="138528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C716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59472C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407B82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4382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07B82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472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07B82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472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07B82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472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94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B8A17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7464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34640" y="1380240"/>
            <a:ext cx="90720" cy="120960"/>
          </a:xfrm>
          <a:prstGeom prst="ellipse">
            <a:avLst/>
          </a:prstGeom>
          <a:noFill/>
          <a:ln w="176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84240" y="1450800"/>
            <a:ext cx="191520" cy="13104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급할 땐 언제든 불러 주세요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C5BFB5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