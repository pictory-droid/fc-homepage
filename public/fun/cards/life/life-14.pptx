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30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1D1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E3072"/>
                </a:solidFill>
                <a:latin typeface="맑은 고딕"/>
                <a:ea typeface="맑은 고딕"/>
              </a:rPr>
              <a:t>수리 기사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1D1F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30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30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E30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BDBFF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BDB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BDB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