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E30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E3072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E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E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E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급할 땐 언제든 불러 주세요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DBDB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