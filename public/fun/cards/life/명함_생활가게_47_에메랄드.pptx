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천OO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F6672"/>
                </a:solidFill>
                <a:latin typeface="맑은 고딕"/>
                <a:ea typeface="맑은 고딕"/>
              </a:rPr>
              <a:t>반려동물 미용사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7E7BC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D6E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7471BB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4705A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7471BB"/>
          </a:solidFill>
          <a:ln w="5760">
            <a:solidFill>
              <a:srgbClr val="7471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정기 구독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D7D6EB"/>
          </a:solidFill>
          <a:ln w="5760">
            <a:solidFill>
              <a:srgbClr val="7471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D7D6EB"/>
          </a:solidFill>
          <a:ln w="5760">
            <a:solidFill>
              <a:srgbClr val="7471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D7D6EB"/>
          </a:solidFill>
          <a:ln w="5760">
            <a:solidFill>
              <a:srgbClr val="7471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677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사전 예약 권장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677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26677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26677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 미용사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