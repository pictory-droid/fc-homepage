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C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9183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1CBC4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918372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1CBC4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91837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CBC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CBC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CBC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방문 견적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64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