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C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9183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1CBC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91837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1CBC4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91837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