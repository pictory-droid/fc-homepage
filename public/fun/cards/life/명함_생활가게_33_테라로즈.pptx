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9827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5F6672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98273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5477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C375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B7F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출장 문의 가능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A77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