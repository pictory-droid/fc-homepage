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C98273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C98273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C98273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C98273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C98273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C98273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C98273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C98273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5F6672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하OO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5F6672"/>
                </a:solidFill>
                <a:latin typeface="맑은 고딕"/>
                <a:ea typeface="맑은 고딕"/>
              </a:rPr>
              <a:t>세탁소 사장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C98273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5F667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5477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5477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도어락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가구 제작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10728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이사 정리</a:t>
            </a:r>
          </a:p>
        </p:txBody>
      </p:sp>
      <p:sp>
        <p:nvSpPr>
          <p:cNvPr id="9" name="Oval 8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C375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1B2230"/>
                </a:solidFill>
                <a:latin typeface="맑은 고딕"/>
                <a:ea typeface="맑은 고딕"/>
              </a:rPr>
              <a:t>출장 문의 가능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26A77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세탁소 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