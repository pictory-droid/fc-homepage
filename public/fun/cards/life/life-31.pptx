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7200" y="475200"/>
            <a:ext cx="849600" cy="849600"/>
          </a:xfrm>
          <a:prstGeom prst="ellipse">
            <a:avLst/>
          </a:prstGeom>
          <a:solidFill>
            <a:srgbClr val="DBFB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7200" y="475200"/>
            <a:ext cx="849600" cy="849600"/>
          </a:xfrm>
          <a:prstGeom prst="ellipse">
            <a:avLst/>
          </a:prstGeom>
          <a:solidFill>
            <a:srgbClr val="00E0A4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692000" y="22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92000" y="540000"/>
            <a:ext cx="13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차예준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92000" y="943200"/>
            <a:ext cx="1368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플로리스트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2000" y="1195200"/>
            <a:ext cx="144000" cy="18000"/>
          </a:xfrm>
          <a:prstGeom prst="rect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9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2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9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2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9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2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2151C"/>
                </a:solidFill>
                <a:latin typeface="맑은 고딕"/>
                <a:ea typeface="맑은 고딕"/>
              </a:rPr>
              <a:t>고맙다는 말이 가장</a:t>
            </a:r>
          </a:p>
          <a:p>
            <a:pPr algn="ctr">
              <a:lnSpc>
                <a:spcPts val="1667"/>
              </a:lnSpc>
            </a:pPr>
            <a:r>
              <a:rPr sz="1150" b="1">
                <a:solidFill>
                  <a:srgbClr val="12151C"/>
                </a:solidFill>
                <a:latin typeface="맑은 고딕"/>
                <a:ea typeface="맑은 고딕"/>
              </a:rPr>
              <a:t>큰 보람입니다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플로리스트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