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E2ED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704320" y="336528"/>
            <a:ext cx="152064" cy="152064"/>
          </a:xfrm>
          <a:prstGeom prst="line">
            <a:avLst/>
          </a:prstGeom>
          <a:ln w="51840">
            <a:solidFill>
              <a:srgbClr val="497483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814912" y="232848"/>
            <a:ext cx="138240" cy="13824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07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53A41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97483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9748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9748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9748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89280" y="218592"/>
            <a:ext cx="69696" cy="69696"/>
          </a:xfrm>
          <a:prstGeom prst="line">
            <a:avLst/>
          </a:prstGeom>
          <a:ln w="2376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139968" y="171072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53A41"/>
                </a:solidFill>
                <a:latin typeface="맑은 고딕"/>
                <a:ea typeface="맑은 고딕"/>
              </a:rPr>
              <a:t>고맙다는 말이 가장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253A41"/>
                </a:solidFill>
                <a:latin typeface="맑은 고딕"/>
                <a:ea typeface="맑은 고딕"/>
              </a:rPr>
              <a:t>큰 보람입니다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2707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49748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707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