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깨끗함이 주는 행복을 드립니다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