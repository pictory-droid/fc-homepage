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5C7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CCE9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81792" y="228672"/>
            <a:ext cx="124416" cy="165888"/>
          </a:xfrm>
          <a:prstGeom prst="ellipse">
            <a:avLst/>
          </a:prstGeom>
          <a:noFill/>
          <a:ln w="24192">
            <a:solidFill>
              <a:srgbClr val="C9C9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12672" y="325440"/>
            <a:ext cx="262656" cy="179712"/>
          </a:xfrm>
          <a:prstGeom prst="roundRect">
            <a:avLst>
              <a:gd name="adj" fmla="val 13461"/>
            </a:avLst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666666"/>
                </a:solidFill>
                <a:latin typeface="맑은 고딕"/>
                <a:ea typeface="맑은 고딕"/>
              </a:rPr>
              <a:t>박지우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666666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CCFD7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E9F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E9F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CCE9F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25799D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2579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1394A"/>
                </a:solidFill>
                <a:latin typeface="맑은 고딕"/>
                <a:ea typeface="맑은 고딕"/>
              </a:rPr>
              <a:t>깨끗함이 주는 행복을 드립니다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5F7882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