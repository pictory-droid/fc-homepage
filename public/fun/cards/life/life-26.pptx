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노승민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문구점 사장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63C72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463C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정기 구독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463C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31300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463C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31300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325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463C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2325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3DA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C72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C72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463C72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문구점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