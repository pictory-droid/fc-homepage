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3C72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63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63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63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325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63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2325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7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72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63C7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