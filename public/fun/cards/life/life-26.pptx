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761200" y="384480"/>
            <a:ext cx="174240" cy="174240"/>
          </a:xfrm>
          <a:prstGeom prst="line">
            <a:avLst/>
          </a:prstGeom>
          <a:ln w="59400">
            <a:solidFill>
              <a:srgbClr val="7D4531"/>
            </a:solidFill>
          </a:ln>
        </p:spPr>
      </p:cxnSp>
      <p:sp>
        <p:nvSpPr>
          <p:cNvPr id="4" name="Oval 3"/>
          <p:cNvSpPr/>
          <p:nvPr/>
        </p:nvSpPr>
        <p:spPr>
          <a:xfrm>
            <a:off x="2887920" y="265680"/>
            <a:ext cx="158400" cy="158400"/>
          </a:xfrm>
          <a:prstGeom prst="ellipse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3B2017"/>
                </a:solidFill>
                <a:latin typeface="바탕"/>
                <a:ea typeface="바탕"/>
              </a:rPr>
              <a:t>노승민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7D4531"/>
                </a:solidFill>
                <a:latin typeface="맑은 고딕"/>
                <a:ea typeface="맑은 고딕"/>
              </a:rPr>
              <a:t>문구점 사장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06E68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50000" y="835200"/>
            <a:ext cx="237600" cy="237600"/>
          </a:xfrm>
          <a:prstGeom prst="line">
            <a:avLst/>
          </a:prstGeom>
          <a:ln w="8100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622800" y="673200"/>
            <a:ext cx="216000" cy="21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3B2017"/>
                </a:solidFill>
                <a:latin typeface="맑은 고딕"/>
                <a:ea typeface="맑은 고딕"/>
              </a:rPr>
              <a:t>소중한 반려동물을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3B2017"/>
                </a:solidFill>
                <a:latin typeface="맑은 고딕"/>
                <a:ea typeface="맑은 고딕"/>
              </a:rPr>
              <a:t>가족처럼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7D453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06E68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문구점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