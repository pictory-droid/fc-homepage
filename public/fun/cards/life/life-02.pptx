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17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555200" y="478080"/>
            <a:ext cx="95040" cy="95040"/>
          </a:xfrm>
          <a:prstGeom prst="line">
            <a:avLst/>
          </a:prstGeom>
          <a:ln w="32400">
            <a:solidFill>
              <a:srgbClr val="FAEEC6"/>
            </a:solidFill>
          </a:ln>
        </p:spPr>
      </p:cxnSp>
      <p:sp>
        <p:nvSpPr>
          <p:cNvPr id="4" name="Oval 3"/>
          <p:cNvSpPr/>
          <p:nvPr/>
        </p:nvSpPr>
        <p:spPr>
          <a:xfrm>
            <a:off x="1624320" y="413280"/>
            <a:ext cx="86400" cy="86400"/>
          </a:xfrm>
          <a:prstGeom prst="ellipse">
            <a:avLst/>
          </a:prstGeom>
          <a:solidFill>
            <a:srgbClr val="FAEE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FAEE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50000" y="835200"/>
            <a:ext cx="237600" cy="237600"/>
          </a:xfrm>
          <a:prstGeom prst="line">
            <a:avLst/>
          </a:prstGeom>
          <a:ln w="81000">
            <a:solidFill>
              <a:srgbClr val="FFFFFF"/>
            </a:solidFill>
          </a:ln>
        </p:spPr>
      </p:cxnSp>
      <p:sp>
        <p:nvSpPr>
          <p:cNvPr id="4" name="Oval 3"/>
          <p:cNvSpPr/>
          <p:nvPr/>
        </p:nvSpPr>
        <p:spPr>
          <a:xfrm>
            <a:off x="622800" y="673200"/>
            <a:ext cx="216000" cy="21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6E570C"/>
                </a:solidFill>
                <a:latin typeface="맑은 고딕"/>
                <a:ea typeface="맑은 고딕"/>
              </a:rPr>
              <a:t>고장 난 곳은 제가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6E570C"/>
                </a:solidFill>
                <a:latin typeface="맑은 고딕"/>
                <a:ea typeface="맑은 고딕"/>
              </a:rPr>
              <a:t>고쳐 드릴게요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1754E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