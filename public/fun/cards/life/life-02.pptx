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이서준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8B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고장 난 곳은 제가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고쳐 드릴게요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