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FC9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0142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남도현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01429"/>
                </a:solidFill>
                <a:latin typeface="맑은 고딕"/>
                <a:ea typeface="맑은 고딕"/>
              </a:rPr>
              <a:t>수리 기사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142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142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142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B5123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B5123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B5123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B5123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