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50142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501429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다시 새것처럼 돌려드립니다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