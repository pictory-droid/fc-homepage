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3DFE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29456" y="1364112"/>
            <a:ext cx="245088" cy="111888"/>
          </a:xfrm>
          <a:custGeom>
            <a:avLst/>
            <a:gdLst/>
            <a:ahLst/>
            <a:cxnLst/>
            <a:rect l="l" t="t" r="r" b="b"/>
            <a:pathLst>
              <a:path w="245088" h="111888">
                <a:moveTo>
                  <a:pt x="0" y="111888"/>
                </a:moveTo>
                <a:lnTo>
                  <a:pt x="122544" y="0"/>
                </a:lnTo>
                <a:lnTo>
                  <a:pt x="245088" y="111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66752" y="1476000"/>
            <a:ext cx="170496" cy="111888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30688" y="1513296"/>
            <a:ext cx="42624" cy="7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6788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5E88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47499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474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474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474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388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4800" y="540000"/>
            <a:ext cx="230400" cy="151200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200" y="590400"/>
            <a:ext cx="57600" cy="10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다시 새것처럼 돌려드립니다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