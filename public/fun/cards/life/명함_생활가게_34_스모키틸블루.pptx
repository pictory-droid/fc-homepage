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473200" y="744480"/>
            <a:ext cx="174240" cy="174240"/>
          </a:xfrm>
          <a:prstGeom prst="line">
            <a:avLst/>
          </a:prstGeom>
          <a:ln w="59400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2599920" y="62568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4F879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4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8796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6E6C76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C5C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C5C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5459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C5C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625459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52878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C5C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52878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C5C67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