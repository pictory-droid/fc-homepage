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4A7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2473200" y="744480"/>
            <a:ext cx="174240" cy="174240"/>
          </a:xfrm>
          <a:prstGeom prst="line">
            <a:avLst/>
          </a:prstGeom>
          <a:ln w="59400">
            <a:solidFill>
              <a:srgbClr val="FFFFFF"/>
            </a:solidFill>
          </a:ln>
        </p:spPr>
      </p:cxnSp>
      <p:sp>
        <p:nvSpPr>
          <p:cNvPr id="6" name="Oval 5"/>
          <p:cNvSpPr/>
          <p:nvPr/>
        </p:nvSpPr>
        <p:spPr>
          <a:xfrm>
            <a:off x="2599920" y="625680"/>
            <a:ext cx="158400" cy="158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곽OO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4F8796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4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F8796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B2230"/>
                </a:solidFill>
                <a:latin typeface="맑은 고딕"/>
                <a:ea typeface="맑은 고딕"/>
              </a:rPr>
              <a:t>출장 문의 가능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6E6C76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C5C6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C5C6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5459" y="943200"/>
            <a:ext cx="47702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C5C6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625459" y="943200"/>
            <a:ext cx="47702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2878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5C5C6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52878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5C5C67"/>
                </a:solidFill>
                <a:latin typeface="맑은 고딕"/>
                <a:ea typeface="맑은 고딕"/>
              </a:rPr>
              <a:t>KAKAO   @채널아이디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F8796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