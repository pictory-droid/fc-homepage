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87200" y="403200"/>
            <a:ext cx="993600" cy="993600"/>
          </a:xfrm>
          <a:prstGeom prst="ellipse">
            <a:avLst/>
          </a:prstGeom>
          <a:noFill/>
          <a:ln w="14400">
            <a:solidFill>
              <a:srgbClr val="F5E3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9200" y="475200"/>
            <a:ext cx="849600" cy="849600"/>
          </a:xfrm>
          <a:prstGeom prst="ellipse">
            <a:avLst/>
          </a:pr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9200" y="612000"/>
            <a:ext cx="8496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6959"/>
              </a:lnSpc>
            </a:pPr>
            <a:r>
              <a:rPr sz="4800" b="1">
                <a:solidFill>
                  <a:srgbClr val="FFFFFF"/>
                </a:solidFill>
                <a:latin typeface="맑은 고딕"/>
                <a:ea typeface="맑은 고딕"/>
              </a:rPr>
              <a:t>고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332000" y="223200"/>
            <a:ext cx="1728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85745D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332000" y="424800"/>
            <a:ext cx="1728000" cy="2971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 spc="50">
                <a:solidFill>
                  <a:srgbClr val="5B3D15"/>
                </a:solidFill>
                <a:latin typeface="맑은 고딕"/>
                <a:ea typeface="맑은 고딕"/>
              </a:rPr>
              <a:t>고은채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332000" y="705600"/>
            <a:ext cx="1728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9D6825"/>
                </a:solidFill>
                <a:latin typeface="맑은 고딕"/>
                <a:ea typeface="맑은 고딕"/>
              </a:rPr>
              <a:t>인테리어 디자이너</a:t>
            </a:r>
          </a:p>
        </p:txBody>
      </p:sp>
      <p:sp>
        <p:nvSpPr>
          <p:cNvPr id="8" name="Rectangle 7"/>
          <p:cNvSpPr/>
          <p:nvPr/>
        </p:nvSpPr>
        <p:spPr>
          <a:xfrm>
            <a:off x="1332000" y="907200"/>
            <a:ext cx="201600" cy="14400"/>
          </a:xfrm>
          <a:prstGeom prst="rect">
            <a:avLst/>
          </a:pr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332000" y="10512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D6825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476000" y="10512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B3D15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332000" y="12201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D6825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76000" y="12201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B3D15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332000" y="13890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D6825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76000" y="13890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B3D15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4080" y="171360"/>
            <a:ext cx="411840" cy="696960"/>
          </a:xfrm>
          <a:prstGeom prst="ellipse">
            <a:avLst/>
          </a:pr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 rot="4320000">
            <a:off x="1775634" y="434044"/>
            <a:ext cx="411840" cy="696960"/>
          </a:xfrm>
          <a:prstGeom prst="ellipse">
            <a:avLst/>
          </a:pr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 rot="8640000">
            <a:off x="1637532" y="859076"/>
            <a:ext cx="411840" cy="696960"/>
          </a:xfrm>
          <a:prstGeom prst="ellipse">
            <a:avLst/>
          </a:pr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12960000">
            <a:off x="1190628" y="859076"/>
            <a:ext cx="411840" cy="696960"/>
          </a:xfrm>
          <a:prstGeom prst="ellipse">
            <a:avLst/>
          </a:pr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17280000">
            <a:off x="1052526" y="434044"/>
            <a:ext cx="411840" cy="696960"/>
          </a:xfrm>
          <a:prstGeom prst="ellipse">
            <a:avLst/>
          </a:pr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45760" y="725760"/>
            <a:ext cx="348480" cy="348480"/>
          </a:xfrm>
          <a:prstGeom prst="ellipse">
            <a:avLst/>
          </a:prstGeom>
          <a:solidFill>
            <a:srgbClr val="F5E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FFFFFF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396000" y="612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5B3D15"/>
                </a:solidFill>
                <a:latin typeface="맑은 고딕"/>
                <a:ea typeface="맑은 고딕"/>
              </a:rPr>
              <a:t>이웃의 안부를 먼저 묻는 가게</a:t>
            </a:r>
          </a:p>
        </p:txBody>
      </p:sp>
      <p:sp>
        <p:nvSpPr>
          <p:cNvPr id="10" name="Rectangle 9"/>
          <p:cNvSpPr/>
          <p:nvPr/>
        </p:nvSpPr>
        <p:spPr>
          <a:xfrm>
            <a:off x="1512000" y="1173600"/>
            <a:ext cx="216000" cy="10800"/>
          </a:xfrm>
          <a:prstGeom prst="rect">
            <a:avLst/>
          </a:pr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360000" y="128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85745D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인테리어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