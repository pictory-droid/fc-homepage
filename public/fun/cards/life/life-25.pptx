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고은채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인테리어 디자이너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이웃의 안부를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먼저 묻는 가게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C3747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인테리어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