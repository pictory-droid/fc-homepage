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2A2F3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3A6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방지민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반려동물 미용사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2000" y="943200"/>
            <a:ext cx="0" cy="6048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16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18400" y="1022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18400" y="1166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18400" y="1310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3A6FFF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3A6FFF"/>
          </a:solidFill>
          <a:ln w="5760">
            <a:solidFill>
              <a:srgbClr val="3A6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소품 · 문구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0E1116"/>
          </a:solidFill>
          <a:ln w="5760">
            <a:solidFill>
              <a:srgbClr val="3A6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가구 제작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0E1116"/>
          </a:solidFill>
          <a:ln w="5760">
            <a:solidFill>
              <a:srgbClr val="3A6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이사 정리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0E1116"/>
          </a:solidFill>
          <a:ln w="5760">
            <a:solidFill>
              <a:srgbClr val="3A6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방문 견적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09:00 – 19:00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A3A9B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A3A9B5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 미용사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