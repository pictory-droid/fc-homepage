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7A99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F7A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나OO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가구 공방 대표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A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E0E6F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A5CAC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화환 배달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C2D0E2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가전 수리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C2D0E2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가구 제작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A5CACC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당일 배송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EE2E3"/>
                </a:solidFill>
                <a:latin typeface="맑은 고딕"/>
                <a:ea typeface="맑은 고딕"/>
              </a:rPr>
              <a:t>출장 문의 가능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가구 공방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