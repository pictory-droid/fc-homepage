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E2D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7A99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F7A80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나OO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가구 공방 대표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0" y="943200"/>
            <a:ext cx="0" cy="6048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944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46400" y="1022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944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46400" y="1166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944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46400" y="1310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E0E6F0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12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A5CACC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252000" y="554400"/>
            <a:ext cx="144000" cy="14400"/>
          </a:xfrm>
          <a:prstGeom prst="rect">
            <a:avLst/>
          </a:prstGeom>
          <a:solidFill>
            <a:srgbClr val="A5CA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6264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화환 배달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388800"/>
            <a:ext cx="576000" cy="12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C2D0E2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1656000" y="554400"/>
            <a:ext cx="144000" cy="14400"/>
          </a:xfrm>
          <a:prstGeom prst="rect">
            <a:avLst/>
          </a:prstGeom>
          <a:solidFill>
            <a:srgbClr val="C2D0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656000" y="6264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가전 수리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928800"/>
            <a:ext cx="576000" cy="12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C2D0E2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94400"/>
            <a:ext cx="144000" cy="14400"/>
          </a:xfrm>
          <a:prstGeom prst="rect">
            <a:avLst/>
          </a:prstGeom>
          <a:solidFill>
            <a:srgbClr val="C2D0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664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가구 제작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656000" y="928800"/>
            <a:ext cx="576000" cy="12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A5CACC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56000" y="1094400"/>
            <a:ext cx="144000" cy="14400"/>
          </a:xfrm>
          <a:prstGeom prst="rect">
            <a:avLst/>
          </a:prstGeom>
          <a:solidFill>
            <a:srgbClr val="A5CA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656000" y="11664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당일 배송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CEE2E3"/>
                </a:solidFill>
                <a:latin typeface="맑은 고딕"/>
                <a:ea typeface="맑은 고딕"/>
              </a:rPr>
              <a:t>출장 문의 가능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가구 공방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