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4F8796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9E8FC9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9E8FC9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9E8FC9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4B4B6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수리 기사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6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8370BA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8370BA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세탁 · 수선  ·  인테리어  ·  반려동물 미용  ·  이사 정리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사전 예약 권장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