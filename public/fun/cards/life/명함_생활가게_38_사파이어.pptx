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DC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3F63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90712A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우OO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616978"/>
                </a:solidFill>
                <a:latin typeface="맑은 고딕"/>
                <a:ea typeface="맑은 고딕"/>
              </a:rPr>
              <a:t>잡화점 대표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A480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97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97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97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B88F36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B88F36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B88F3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B88F3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B88F36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B88F36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B88F36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B88F3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3F63A8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B88F36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정기 구독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가구 제작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554B34"/>
                </a:solidFill>
                <a:latin typeface="맑은 고딕"/>
                <a:ea typeface="맑은 고딕"/>
              </a:rPr>
              <a:t>방문 · 전화 상담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잡화점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