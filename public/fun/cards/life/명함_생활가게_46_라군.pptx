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C4DFD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1E4347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2E8B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2E8B8B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E4347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C4DF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434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434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434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5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CC7BA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CEB1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CC7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CC7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CC7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CC7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C7BA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C7BA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CC7BA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