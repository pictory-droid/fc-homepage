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C4DFDF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1E4347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2E8B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2E8B8B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원OO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E4347"/>
                </a:solidFill>
                <a:latin typeface="맑은 고딕"/>
                <a:ea typeface="맑은 고딕"/>
              </a:rPr>
              <a:t>문구점 사장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C4DF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E434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E434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E434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25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CC7BA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CEB1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CC7B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CC7B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이사 정리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CC7B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방문 견적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CC7B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AC7B5A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C7BA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C7BA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DCC7BA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문구점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