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AD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B3A3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B3A39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3A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6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0B9B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D1B27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0B9B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D1B27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0B9B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D1B27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0B9B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D1B27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0B9B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D1B27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CDC9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B0B9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D1B2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B0B9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D1B2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7A897F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7CDC9"/>
                </a:solidFill>
                <a:latin typeface="맑은 고딕"/>
                <a:ea typeface="맑은 고딕"/>
              </a:rPr>
              <a:t>평일 09:00 – 19:00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