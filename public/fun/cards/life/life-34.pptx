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1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E0E0F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2872080" y="1444032"/>
            <a:ext cx="117216" cy="117216"/>
          </a:xfrm>
          <a:prstGeom prst="line">
            <a:avLst/>
          </a:prstGeom>
          <a:ln w="39960">
            <a:solidFill>
              <a:srgbClr val="FFFFF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2957328" y="1364112"/>
            <a:ext cx="106560" cy="106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5657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191938"/>
                </a:solidFill>
                <a:latin typeface="바탕"/>
                <a:ea typeface="바탕"/>
              </a:rPr>
              <a:t>맹우빈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29295B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9295B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91938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9295B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91938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9295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9193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6565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450000" y="835200"/>
            <a:ext cx="237600" cy="237600"/>
          </a:xfrm>
          <a:prstGeom prst="line">
            <a:avLst/>
          </a:prstGeom>
          <a:ln w="81000">
            <a:solidFill>
              <a:srgbClr val="FFFFFF"/>
            </a:solidFill>
          </a:ln>
        </p:spPr>
      </p:cxnSp>
      <p:sp>
        <p:nvSpPr>
          <p:cNvPr id="4" name="Oval 3"/>
          <p:cNvSpPr/>
          <p:nvPr/>
        </p:nvSpPr>
        <p:spPr>
          <a:xfrm>
            <a:off x="622800" y="673200"/>
            <a:ext cx="216000" cy="21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쓰임이 오래가는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물건을 권합니다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6565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AEAEB9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