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D90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맹우빈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수리 기사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90429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90429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세탁 · 수선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90429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90429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2151C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월–토 09:00 – 18:00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6B7280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