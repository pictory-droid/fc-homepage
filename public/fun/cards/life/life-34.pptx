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맹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쓰임이 오래가는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물건을 권합니다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