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E5E34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E5E34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1F4D1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E5E3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1F4D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E5E3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1F4D1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E5E3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1F4D1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D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3F2A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223F2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223F2A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223F2A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