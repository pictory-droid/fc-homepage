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223556" cy="180000"/>
          </a:xfrm>
          <a:prstGeom prst="roundRect">
            <a:avLst>
              <a:gd name="adj" fmla="val 50000"/>
            </a:avLst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223556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BDE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계절마다 새로운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향기를 전합니다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