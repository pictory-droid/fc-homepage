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생화 · 꽃다발  ·  세탁 · 수선  ·  인테리어  ·  가구 제작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