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E516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E516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E516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E516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E516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1066505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E5169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1066505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2151C"/>
                </a:solidFill>
                <a:latin typeface="맑은 고딕"/>
                <a:ea typeface="맑은 고딕"/>
              </a:rPr>
              <a:t>열쇠·도어락 기사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장서연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E516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2151C"/>
                </a:solidFill>
                <a:latin typeface="맑은 고딕"/>
                <a:ea typeface="맑은 고딕"/>
              </a:rPr>
              <a:t>생화 · 꽃다발  ·  세탁 · 수선  ·  인테리어  ·  가구 제작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월–토 09:00 – 18:00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열쇠·도어락 기사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