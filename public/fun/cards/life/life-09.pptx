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9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D6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2480" y="488160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2767520" y="571741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2723579" y="706979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2581381" y="706979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2537440" y="571741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2560" y="664560"/>
            <a:ext cx="110880" cy="110880"/>
          </a:xfrm>
          <a:prstGeom prst="ellipse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66666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6E9EB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D6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9E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9E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9E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4080" y="171360"/>
            <a:ext cx="411840" cy="69696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4320000">
            <a:off x="1775634" y="434044"/>
            <a:ext cx="411840" cy="69696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8640000">
            <a:off x="1637532" y="859076"/>
            <a:ext cx="411840" cy="69696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2960000">
            <a:off x="1190628" y="859076"/>
            <a:ext cx="411840" cy="69696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7280000">
            <a:off x="1052526" y="434044"/>
            <a:ext cx="411840" cy="69696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45760" y="725760"/>
            <a:ext cx="348480" cy="348480"/>
          </a:xfrm>
          <a:prstGeom prst="ellipse">
            <a:avLst/>
          </a:prstGeom>
          <a:solidFill>
            <a:srgbClr val="E2F0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2F7F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74649"/>
                </a:solidFill>
                <a:latin typeface="맑은 고딕"/>
                <a:ea typeface="맑은 고딕"/>
              </a:rPr>
              <a:t>계절마다 새로운 향기를 전합니다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E707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