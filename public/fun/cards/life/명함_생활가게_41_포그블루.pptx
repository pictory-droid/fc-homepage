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A9BFD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B2230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B223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B223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F7A80"/>
                </a:solidFill>
                <a:latin typeface="맑은 고딕"/>
                <a:ea typeface="맑은 고딕"/>
              </a:rPr>
              <a:t>상호명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2E9F2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B5769"/>
                </a:solidFill>
                <a:latin typeface="맑은 고딕"/>
                <a:ea typeface="맑은 고딕"/>
              </a:rPr>
              <a:t>플로리스트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2E9F2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B576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000" y="432000"/>
            <a:ext cx="936000" cy="936000"/>
          </a:xfrm>
          <a:prstGeom prst="ellipse">
            <a:avLst/>
          </a:prstGeom>
          <a:solidFill>
            <a:srgbClr val="3E8D9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0" y="324000"/>
            <a:ext cx="1152000" cy="1152000"/>
          </a:xfrm>
          <a:prstGeom prst="ellipse">
            <a:avLst/>
          </a:prstGeom>
          <a:noFill/>
          <a:ln w="4320">
            <a:solidFill>
              <a:srgbClr val="599DA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9840" y="701280"/>
            <a:ext cx="11232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4320000">
            <a:off x="618446" y="772921"/>
            <a:ext cx="11232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8640000">
            <a:off x="580782" y="888839"/>
            <a:ext cx="11232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960000">
            <a:off x="458898" y="888839"/>
            <a:ext cx="11232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7280000">
            <a:off x="421234" y="772921"/>
            <a:ext cx="112320" cy="190080"/>
          </a:xfrm>
          <a:prstGeom prst="ellipse">
            <a:avLst/>
          </a:pr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8480" y="852480"/>
            <a:ext cx="95040" cy="95040"/>
          </a:xfrm>
          <a:prstGeom prst="ellipse">
            <a:avLst/>
          </a:prstGeom>
          <a:solidFill>
            <a:srgbClr val="2C586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36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0E7F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11" name="Oval 10"/>
          <p:cNvSpPr/>
          <p:nvPr/>
        </p:nvSpPr>
        <p:spPr>
          <a:xfrm>
            <a:off x="1371600" y="482400"/>
            <a:ext cx="43200" cy="432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476000" y="4248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705600"/>
            <a:ext cx="43200" cy="43200"/>
          </a:xfrm>
          <a:prstGeom prst="ellipse">
            <a:avLst/>
          </a:prstGeom>
          <a:solidFill>
            <a:srgbClr val="C1D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476000" y="648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928800"/>
            <a:ext cx="43200" cy="43200"/>
          </a:xfrm>
          <a:prstGeom prst="ellipse">
            <a:avLst/>
          </a:prstGeom>
          <a:solidFill>
            <a:srgbClr val="A5CA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1476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이사 정리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68000" y="1440000"/>
            <a:ext cx="1656000" cy="0"/>
          </a:xfrm>
          <a:prstGeom prst="line">
            <a:avLst/>
          </a:prstGeom>
          <a:ln w="3600">
            <a:solidFill>
              <a:srgbClr val="599DA1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1368000" y="1512000"/>
            <a:ext cx="165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EE2E3"/>
                </a:solidFill>
                <a:latin typeface="맑은 고딕"/>
                <a:ea typeface="맑은 고딕"/>
              </a:rPr>
              <a:t>사전 예약 권장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플로리스트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