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2412000" y="1000800"/>
            <a:ext cx="158400" cy="158400"/>
          </a:xfrm>
          <a:prstGeom prst="line">
            <a:avLst/>
          </a:prstGeom>
          <a:ln w="54000">
            <a:solidFill>
              <a:srgbClr val="1B2230"/>
            </a:solidFill>
          </a:ln>
        </p:spPr>
      </p:cxnSp>
      <p:sp>
        <p:nvSpPr>
          <p:cNvPr id="5" name="Oval 4"/>
          <p:cNvSpPr/>
          <p:nvPr/>
        </p:nvSpPr>
        <p:spPr>
          <a:xfrm>
            <a:off x="2527200" y="892800"/>
            <a:ext cx="144000" cy="144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88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1722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7E5E9"/>
          </a:solidFill>
          <a:ln w="3600">
            <a:solidFill>
              <a:srgbClr val="CAB3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7E5E9"/>
          </a:solidFill>
          <a:ln w="3600">
            <a:solidFill>
              <a:srgbClr val="CAB3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A17E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7E5E9"/>
          </a:solidFill>
          <a:ln w="3600">
            <a:solidFill>
              <a:srgbClr val="CAB3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A17E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7E5E9"/>
          </a:solidFill>
          <a:ln w="3600">
            <a:solidFill>
              <a:srgbClr val="CAB3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6C65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B5763"/>
                </a:solidFill>
                <a:latin typeface="맑은 고딕"/>
                <a:ea typeface="맑은 고딕"/>
              </a:rPr>
              <a:t>사전 예약 권장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