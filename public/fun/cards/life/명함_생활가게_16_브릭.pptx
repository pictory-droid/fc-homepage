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040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8240" y="735840"/>
            <a:ext cx="155520" cy="207360"/>
          </a:xfrm>
          <a:prstGeom prst="ellipse">
            <a:avLst/>
          </a:prstGeom>
          <a:noFill/>
          <a:ln w="30240">
            <a:solidFill>
              <a:srgbClr val="C4BDB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840" y="856800"/>
            <a:ext cx="328320" cy="22464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