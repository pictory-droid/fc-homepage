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A040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A040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04033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황OO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문구점 사장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98240" y="735840"/>
            <a:ext cx="155520" cy="207360"/>
          </a:xfrm>
          <a:prstGeom prst="ellipse">
            <a:avLst/>
          </a:prstGeom>
          <a:noFill/>
          <a:ln w="30240">
            <a:solidFill>
              <a:srgbClr val="C4BD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840" y="856800"/>
            <a:ext cx="328320" cy="224640"/>
          </a:xfrm>
          <a:prstGeom prst="roundRect">
            <a:avLst>
              <a:gd name="adj" fmla="val 13461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4F6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8A7B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월–토 09:00 – 18:00  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문구점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