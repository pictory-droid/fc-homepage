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998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1F6B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998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잡화점 대표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방OO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E6856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B9D5CE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707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707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707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B9D5CE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B9D5CE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EAD0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B2230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도어락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가구 제작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사전 예약 권장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B223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잡화점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