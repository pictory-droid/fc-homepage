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9D5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6B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E6856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