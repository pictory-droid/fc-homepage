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D3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60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수고를 덜어 드리는 사람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