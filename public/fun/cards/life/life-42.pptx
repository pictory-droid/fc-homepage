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C37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C3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C3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C3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C3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3D3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