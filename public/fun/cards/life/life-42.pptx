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28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CDB4C6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555200" y="478080"/>
            <a:ext cx="95040" cy="95040"/>
          </a:xfrm>
          <a:prstGeom prst="line">
            <a:avLst/>
          </a:prstGeom>
          <a:ln w="32400">
            <a:solidFill>
              <a:srgbClr val="CF77B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1624320" y="413280"/>
            <a:ext cx="86400" cy="86400"/>
          </a:xfrm>
          <a:prstGeom prst="ellipse">
            <a:avLst/>
          </a:prstGeom>
          <a:solidFill>
            <a:srgbClr val="CF77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봉기태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DDA0CB"/>
                </a:solidFill>
                <a:latin typeface="맑은 고딕"/>
                <a:ea typeface="맑은 고딕"/>
              </a:rPr>
              <a:t>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CF77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CDB4C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450000" y="835200"/>
            <a:ext cx="237600" cy="237600"/>
          </a:xfrm>
          <a:prstGeom prst="line">
            <a:avLst/>
          </a:prstGeom>
          <a:ln w="81000">
            <a:solidFill>
              <a:srgbClr val="FFFFFF"/>
            </a:solidFill>
          </a:ln>
        </p:spPr>
      </p:cxnSp>
      <p:sp>
        <p:nvSpPr>
          <p:cNvPr id="4" name="Oval 3"/>
          <p:cNvSpPr/>
          <p:nvPr/>
        </p:nvSpPr>
        <p:spPr>
          <a:xfrm>
            <a:off x="622800" y="673200"/>
            <a:ext cx="216000" cy="21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71285B"/>
                </a:solidFill>
                <a:latin typeface="바탕"/>
                <a:ea typeface="바탕"/>
              </a:rPr>
              <a:t>수고를 덜어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71285B"/>
                </a:solidFill>
                <a:latin typeface="바탕"/>
                <a:ea typeface="바탕"/>
              </a:rPr>
              <a:t>드리는 사람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89607A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