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7DF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B76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C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C6D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A1AE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466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466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견적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786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BCC6D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9786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6177B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CC6DF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CC6D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