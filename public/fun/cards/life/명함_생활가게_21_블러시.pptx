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7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C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C6D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1A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786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9786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CC6D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