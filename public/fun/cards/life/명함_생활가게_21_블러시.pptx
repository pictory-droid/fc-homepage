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E7DF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AB76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전OO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플로리스트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4C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CC6DF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A1A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BCC6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BCC6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66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BCC6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466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방문 견적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786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BCC6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9786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6177B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CC6DF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CC6DF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BCC6D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플로리스트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