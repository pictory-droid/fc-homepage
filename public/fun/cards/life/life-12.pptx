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1704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1591920" y="404640"/>
            <a:ext cx="56160" cy="95040"/>
          </a:xfrm>
          <a:prstGeom prst="ellipse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1641223" y="440461"/>
            <a:ext cx="56160" cy="95040"/>
          </a:xfrm>
          <a:prstGeom prst="ellipse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1622391" y="498419"/>
            <a:ext cx="56160" cy="95040"/>
          </a:xfrm>
          <a:prstGeom prst="ellipse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1561449" y="498419"/>
            <a:ext cx="56160" cy="95040"/>
          </a:xfrm>
          <a:prstGeom prst="ellipse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1542617" y="440461"/>
            <a:ext cx="56160" cy="95040"/>
          </a:xfrm>
          <a:prstGeom prst="ellipse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96240" y="480240"/>
            <a:ext cx="47520" cy="47520"/>
          </a:xfrm>
          <a:prstGeom prst="ellipse">
            <a:avLst/>
          </a:prstGeom>
          <a:solidFill>
            <a:srgbClr val="C8D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5214"/>
                </a:solidFill>
                <a:latin typeface="바탕"/>
                <a:ea typeface="바탕"/>
              </a:rPr>
              <a:t>오지호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57682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15214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1704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5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D7CEBD"/>
                </a:solidFill>
                <a:latin typeface="바탕"/>
                <a:ea typeface="바탕"/>
              </a:rPr>
              <a:t>믿고 맡기는 동네 가게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D7B06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7CEBD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29880" y="282960"/>
            <a:ext cx="84240" cy="142560"/>
          </a:xfrm>
          <a:prstGeom prst="ellipse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4320000">
            <a:off x="2803834" y="336691"/>
            <a:ext cx="84240" cy="142560"/>
          </a:xfrm>
          <a:prstGeom prst="ellipse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8640000">
            <a:off x="2775586" y="423629"/>
            <a:ext cx="84240" cy="142560"/>
          </a:xfrm>
          <a:prstGeom prst="ellipse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2960000">
            <a:off x="2684174" y="423629"/>
            <a:ext cx="84240" cy="142560"/>
          </a:xfrm>
          <a:prstGeom prst="ellipse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7280000">
            <a:off x="2655926" y="336691"/>
            <a:ext cx="84240" cy="142560"/>
          </a:xfrm>
          <a:prstGeom prst="ellipse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36360" y="396360"/>
            <a:ext cx="71280" cy="71280"/>
          </a:xfrm>
          <a:prstGeom prst="ellipse">
            <a:avLst/>
          </a:prstGeom>
          <a:solidFill>
            <a:srgbClr val="886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