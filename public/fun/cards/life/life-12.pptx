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AF7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믿고 맡기는 동네 가게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