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8FB8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오래 쓰도록 정직하게 고칩니다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