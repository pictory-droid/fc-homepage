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EE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3558B8">
                    <a:alpha val="95000"/>
                  </a:srgbClr>
                </a:solidFill>
                <a:latin typeface="맑은 고딕"/>
                <a:ea typeface="맑은 고딕"/>
              </a:rPr>
              <a:t>구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213058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4171D"/>
                </a:solidFill>
                <a:latin typeface="맑은 고딕"/>
                <a:ea typeface="맑은 고딕"/>
              </a:rPr>
              <a:t>구OO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213058"/>
                </a:solidFill>
                <a:latin typeface="맑은 고딕"/>
                <a:ea typeface="맑은 고딕"/>
              </a:rPr>
              <a:t>열쇠·도어락 기사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C6D0EB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B88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14171D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4" name="Freeform 3"/>
          <p:cNvSpPr/>
          <p:nvPr/>
        </p:nvSpPr>
        <p:spPr>
          <a:xfrm>
            <a:off x="429840" y="877680"/>
            <a:ext cx="364320" cy="166320"/>
          </a:xfrm>
          <a:custGeom>
            <a:avLst/>
            <a:gdLst/>
            <a:ahLst/>
            <a:cxnLst/>
            <a:rect l="l" t="t" r="r" b="b"/>
            <a:pathLst>
              <a:path w="364320" h="166320">
                <a:moveTo>
                  <a:pt x="0" y="166320"/>
                </a:moveTo>
                <a:lnTo>
                  <a:pt x="182160" y="0"/>
                </a:lnTo>
                <a:lnTo>
                  <a:pt x="364320" y="166320"/>
                </a:lnTo>
                <a:close/>
              </a:path>
            </a:pathLst>
          </a:cu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85280" y="1044000"/>
            <a:ext cx="253440" cy="166320"/>
          </a:xfrm>
          <a:prstGeom prst="rect">
            <a:avLst/>
          </a:prstGeom>
          <a:solidFill>
            <a:srgbClr val="6650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0320" y="1099440"/>
            <a:ext cx="63360" cy="110880"/>
          </a:xfrm>
          <a:prstGeom prst="rect">
            <a:avLst/>
          </a:pr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14171D">
                    <a:alpha val="80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화환 배달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가구 제작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월–토 09:00 – 18:00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열쇠·도어락 기사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