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D4BA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A6772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7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7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7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6F5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6F5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6F5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6F5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