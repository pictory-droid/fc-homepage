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D7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D4BA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1B223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E6F5E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CFBFC7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류OO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A6772"/>
                </a:solidFill>
                <a:latin typeface="맑은 고딕"/>
                <a:ea typeface="맑은 고딕"/>
              </a:rPr>
              <a:t>열쇠·도어락 기사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CFBFC7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A67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A67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A67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8E4A63"/>
                </a:solidFill>
                <a:latin typeface="맑은 고딕"/>
                <a:ea typeface="맑은 고딕"/>
              </a:rPr>
              <a:t>취급 품목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2E6F5E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세탁 · 수선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2E6F5E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2E6F5E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이사 정리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2E6F5E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방문 견적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5F6672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5F6672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열쇠·도어락 기사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