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C27B2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윤OO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66B73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방문 견적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FFFFFF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