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최민재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수리 기사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0262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0262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0262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0262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방문 견적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월–토 09:00 – 18:00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수리 기사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