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F3D7DA"/>
                </a:solidFill>
                <a:latin typeface="맑은 고딕"/>
                <a:ea typeface="맑은 고딕"/>
              </a:rPr>
              <a:t>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최민재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수리 기사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우리 동네 든든한 이웃입니다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