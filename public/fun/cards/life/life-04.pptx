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56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41716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17368" y="1353456"/>
            <a:ext cx="69264" cy="11721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4320000">
            <a:off x="2978175" y="1397635"/>
            <a:ext cx="69264" cy="11721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8640000">
            <a:off x="2954949" y="1469117"/>
            <a:ext cx="69264" cy="11721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2960000">
            <a:off x="2879787" y="1469117"/>
            <a:ext cx="69264" cy="11721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7280000">
            <a:off x="2856561" y="1397635"/>
            <a:ext cx="69264" cy="11721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922696" y="1446696"/>
            <a:ext cx="58608" cy="58608"/>
          </a:xfrm>
          <a:prstGeom prst="ellipse">
            <a:avLst/>
          </a:prstGeom>
          <a:solidFill>
            <a:srgbClr val="C2C2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0C4BD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최민재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0F1E6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0F1E6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0F1E6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0F1E6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143D30"/>
                </a:solidFill>
                <a:latin typeface="바탕"/>
                <a:ea typeface="바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617B72"/>
                </a:solidFill>
                <a:latin typeface="바탕"/>
                <a:ea typeface="바탕"/>
              </a:rPr>
              <a:t>우리 동네 든든한 이웃입니다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246B5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17B72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29880" y="282960"/>
            <a:ext cx="84240" cy="14256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4320000">
            <a:off x="2803834" y="336691"/>
            <a:ext cx="84240" cy="14256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8640000">
            <a:off x="2775586" y="423629"/>
            <a:ext cx="84240" cy="14256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2960000">
            <a:off x="2684174" y="423629"/>
            <a:ext cx="84240" cy="14256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7280000">
            <a:off x="2655926" y="336691"/>
            <a:ext cx="84240" cy="14256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36360" y="396360"/>
            <a:ext cx="71280" cy="712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