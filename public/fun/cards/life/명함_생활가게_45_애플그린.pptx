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1066505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4CD9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1066505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도아린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D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70E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402C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F402C"/>
                </a:solidFill>
                <a:latin typeface="맑은 고딕"/>
                <a:ea typeface="맑은 고딕"/>
              </a:rPr>
              <a:t>월–토 09:00 – 18:00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