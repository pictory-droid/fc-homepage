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8A3F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E4DBF7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E4DBF7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E4DBF7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한소율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플로리스트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985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9856F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가전 수리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9856F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9856F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가구 제작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9856F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플로리스트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