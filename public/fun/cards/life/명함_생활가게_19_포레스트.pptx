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BCE4D0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1493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F9D58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14933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BCE4D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1493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1493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1493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3E6D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3E6D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세탁 · 수선  ·  도배 · 장판  ·  이사 정리  ·  방문 견적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