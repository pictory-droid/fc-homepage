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462400" y="158400"/>
            <a:ext cx="43200" cy="43200"/>
          </a:xfrm>
          <a:prstGeom prst="ellipse">
            <a:avLst/>
          </a:prstGeom>
          <a:solidFill>
            <a:srgbClr val="3B9191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462400" y="266400"/>
            <a:ext cx="43200" cy="43200"/>
          </a:xfrm>
          <a:prstGeom prst="ellipse">
            <a:avLst/>
          </a:prstGeom>
          <a:solidFill>
            <a:srgbClr val="3B9191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462400" y="374400"/>
            <a:ext cx="43200" cy="43200"/>
          </a:xfrm>
          <a:prstGeom prst="ellipse">
            <a:avLst/>
          </a:prstGeom>
          <a:solidFill>
            <a:srgbClr val="3B9191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462400" y="482400"/>
            <a:ext cx="43200" cy="43200"/>
          </a:xfrm>
          <a:prstGeom prst="ellipse">
            <a:avLst/>
          </a:prstGeom>
          <a:solidFill>
            <a:srgbClr val="3B9191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570400" y="158400"/>
            <a:ext cx="43200" cy="43200"/>
          </a:xfrm>
          <a:prstGeom prst="ellipse">
            <a:avLst/>
          </a:prstGeom>
          <a:solidFill>
            <a:srgbClr val="3B9191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570400" y="266400"/>
            <a:ext cx="43200" cy="43200"/>
          </a:xfrm>
          <a:prstGeom prst="ellipse">
            <a:avLst/>
          </a:prstGeom>
          <a:solidFill>
            <a:srgbClr val="3B9191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570400" y="374400"/>
            <a:ext cx="43200" cy="43200"/>
          </a:xfrm>
          <a:prstGeom prst="ellipse">
            <a:avLst/>
          </a:prstGeom>
          <a:solidFill>
            <a:srgbClr val="3B9191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570400" y="482400"/>
            <a:ext cx="43200" cy="43200"/>
          </a:xfrm>
          <a:prstGeom prst="ellipse">
            <a:avLst/>
          </a:prstGeom>
          <a:solidFill>
            <a:srgbClr val="3B9191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678400" y="158400"/>
            <a:ext cx="43200" cy="43200"/>
          </a:xfrm>
          <a:prstGeom prst="ellipse">
            <a:avLst/>
          </a:prstGeom>
          <a:solidFill>
            <a:srgbClr val="3B9191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678400" y="266400"/>
            <a:ext cx="43200" cy="43200"/>
          </a:xfrm>
          <a:prstGeom prst="ellipse">
            <a:avLst/>
          </a:prstGeom>
          <a:solidFill>
            <a:srgbClr val="3B9191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678400" y="374400"/>
            <a:ext cx="43200" cy="43200"/>
          </a:xfrm>
          <a:prstGeom prst="ellipse">
            <a:avLst/>
          </a:prstGeom>
          <a:solidFill>
            <a:srgbClr val="3B9191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8400" y="482400"/>
            <a:ext cx="43200" cy="43200"/>
          </a:xfrm>
          <a:prstGeom prst="ellipse">
            <a:avLst/>
          </a:prstGeom>
          <a:solidFill>
            <a:srgbClr val="3B9191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786400" y="158400"/>
            <a:ext cx="43200" cy="43200"/>
          </a:xfrm>
          <a:prstGeom prst="ellipse">
            <a:avLst/>
          </a:prstGeom>
          <a:solidFill>
            <a:srgbClr val="3B9191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786400" y="266400"/>
            <a:ext cx="43200" cy="43200"/>
          </a:xfrm>
          <a:prstGeom prst="ellipse">
            <a:avLst/>
          </a:prstGeom>
          <a:solidFill>
            <a:srgbClr val="3B9191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786400" y="374400"/>
            <a:ext cx="43200" cy="43200"/>
          </a:xfrm>
          <a:prstGeom prst="ellipse">
            <a:avLst/>
          </a:prstGeom>
          <a:solidFill>
            <a:srgbClr val="3B9191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786400" y="482400"/>
            <a:ext cx="43200" cy="43200"/>
          </a:xfrm>
          <a:prstGeom prst="ellipse">
            <a:avLst/>
          </a:prstGeom>
          <a:solidFill>
            <a:srgbClr val="3B9191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894400" y="158400"/>
            <a:ext cx="43200" cy="43200"/>
          </a:xfrm>
          <a:prstGeom prst="ellipse">
            <a:avLst/>
          </a:prstGeom>
          <a:solidFill>
            <a:srgbClr val="3B9191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894400" y="266400"/>
            <a:ext cx="43200" cy="43200"/>
          </a:xfrm>
          <a:prstGeom prst="ellipse">
            <a:avLst/>
          </a:prstGeom>
          <a:solidFill>
            <a:srgbClr val="3B9191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894400" y="374400"/>
            <a:ext cx="43200" cy="43200"/>
          </a:xfrm>
          <a:prstGeom prst="ellipse">
            <a:avLst/>
          </a:prstGeom>
          <a:solidFill>
            <a:srgbClr val="3B9191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894400" y="482400"/>
            <a:ext cx="43200" cy="43200"/>
          </a:xfrm>
          <a:prstGeom prst="ellipse">
            <a:avLst/>
          </a:prstGeom>
          <a:solidFill>
            <a:srgbClr val="3B9191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1663200"/>
            <a:ext cx="3240000" cy="136800"/>
          </a:xfrm>
          <a:prstGeom prst="rect">
            <a:avLst/>
          </a:prstGeom>
          <a:solidFill>
            <a:srgbClr val="3B91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1663200"/>
            <a:ext cx="936000" cy="136800"/>
          </a:xfrm>
          <a:prstGeom prst="rect">
            <a:avLst/>
          </a:prstGeom>
          <a:solidFill>
            <a:srgbClr val="C8E0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텍스트"/>
          <p:cNvSpPr txBox="1"/>
          <p:nvPr/>
        </p:nvSpPr>
        <p:spPr>
          <a:xfrm>
            <a:off x="252000" y="208800"/>
            <a:ext cx="180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786B5F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25" name="텍스트"/>
          <p:cNvSpPr txBox="1"/>
          <p:nvPr/>
        </p:nvSpPr>
        <p:spPr>
          <a:xfrm>
            <a:off x="252000" y="540000"/>
            <a:ext cx="2016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3A2918"/>
                </a:solidFill>
                <a:latin typeface="맑은 고딕"/>
                <a:ea typeface="맑은 고딕"/>
              </a:rPr>
              <a:t>홍석진</a:t>
            </a:r>
          </a:p>
        </p:txBody>
      </p:sp>
      <p:sp>
        <p:nvSpPr>
          <p:cNvPr id="26" name="텍스트"/>
          <p:cNvSpPr txBox="1"/>
          <p:nvPr/>
        </p:nvSpPr>
        <p:spPr>
          <a:xfrm>
            <a:off x="252000" y="828000"/>
            <a:ext cx="2016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327B7B"/>
                </a:solidFill>
                <a:latin typeface="맑은 고딕"/>
                <a:ea typeface="맑은 고딕"/>
              </a:rPr>
              <a:t>가구 공방 대표</a:t>
            </a:r>
          </a:p>
        </p:txBody>
      </p:sp>
      <p:sp>
        <p:nvSpPr>
          <p:cNvPr id="27" name="텍스트"/>
          <p:cNvSpPr txBox="1"/>
          <p:nvPr/>
        </p:nvSpPr>
        <p:spPr>
          <a:xfrm>
            <a:off x="252000" y="11088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327B7B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28" name="텍스트"/>
          <p:cNvSpPr txBox="1"/>
          <p:nvPr/>
        </p:nvSpPr>
        <p:spPr>
          <a:xfrm>
            <a:off x="396000" y="1108800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3A2918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29" name="텍스트"/>
          <p:cNvSpPr txBox="1"/>
          <p:nvPr/>
        </p:nvSpPr>
        <p:spPr>
          <a:xfrm>
            <a:off x="252000" y="12777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327B7B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30" name="텍스트"/>
          <p:cNvSpPr txBox="1"/>
          <p:nvPr/>
        </p:nvSpPr>
        <p:spPr>
          <a:xfrm>
            <a:off x="396000" y="1277711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3A2918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252000" y="14466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327B7B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32" name="텍스트"/>
          <p:cNvSpPr txBox="1"/>
          <p:nvPr/>
        </p:nvSpPr>
        <p:spPr>
          <a:xfrm>
            <a:off x="396000" y="1446622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3A2918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33" name="Oval 32"/>
          <p:cNvSpPr/>
          <p:nvPr/>
        </p:nvSpPr>
        <p:spPr>
          <a:xfrm>
            <a:off x="2842560" y="1055520"/>
            <a:ext cx="74880" cy="126720"/>
          </a:xfrm>
          <a:prstGeom prst="ellipse">
            <a:avLst/>
          </a:prstGeom>
          <a:solidFill>
            <a:srgbClr val="3B91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 rot="4320000">
            <a:off x="2908297" y="1103281"/>
            <a:ext cx="74880" cy="126720"/>
          </a:xfrm>
          <a:prstGeom prst="ellipse">
            <a:avLst/>
          </a:prstGeom>
          <a:solidFill>
            <a:srgbClr val="3B91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 rot="8640000">
            <a:off x="2883188" y="1180559"/>
            <a:ext cx="74880" cy="126720"/>
          </a:xfrm>
          <a:prstGeom prst="ellipse">
            <a:avLst/>
          </a:prstGeom>
          <a:solidFill>
            <a:srgbClr val="3B91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 rot="12960000">
            <a:off x="2801932" y="1180559"/>
            <a:ext cx="74880" cy="126720"/>
          </a:xfrm>
          <a:prstGeom prst="ellipse">
            <a:avLst/>
          </a:prstGeom>
          <a:solidFill>
            <a:srgbClr val="3B91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 rot="17280000">
            <a:off x="2776823" y="1103281"/>
            <a:ext cx="74880" cy="126720"/>
          </a:xfrm>
          <a:prstGeom prst="ellipse">
            <a:avLst/>
          </a:prstGeom>
          <a:solidFill>
            <a:srgbClr val="3B91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2848320" y="1156320"/>
            <a:ext cx="63360" cy="63360"/>
          </a:xfrm>
          <a:prstGeom prst="ellipse">
            <a:avLst/>
          </a:prstGeom>
          <a:solidFill>
            <a:srgbClr val="C8E0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E42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00" cy="1800000"/>
          </a:xfrm>
          <a:prstGeom prst="rect">
            <a:avLst/>
          </a:prstGeom>
          <a:solidFill>
            <a:srgbClr val="EFE0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432000"/>
            <a:ext cx="2016000" cy="2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65"/>
              </a:lnSpc>
            </a:pPr>
            <a:r>
              <a:rPr sz="1700" b="1">
                <a:solidFill>
                  <a:srgbClr val="FFFFFF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878400"/>
            <a:ext cx="2016000" cy="5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0">
                <a:solidFill>
                  <a:srgbClr val="C7BDB3"/>
                </a:solidFill>
                <a:latin typeface="맑은 고딕"/>
                <a:ea typeface="맑은 고딕"/>
              </a:rPr>
              <a:t>공간에 이야기를 입힙니다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2520000" y="1080000"/>
            <a:ext cx="504000" cy="504000"/>
          </a:xfrm>
          <a:prstGeom prst="rect">
            <a:avLst/>
          </a:prstGeom>
          <a:noFill/>
          <a:ln w="9000">
            <a:solidFill>
              <a:srgbClr val="EFE0D2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0" y="1080000"/>
            <a:ext cx="504000" cy="50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C7BDB3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7" name="Rectangle 6"/>
          <p:cNvSpPr/>
          <p:nvPr/>
        </p:nvSpPr>
        <p:spPr>
          <a:xfrm>
            <a:off x="252000" y="763200"/>
            <a:ext cx="201600" cy="14400"/>
          </a:xfrm>
          <a:prstGeom prst="rect">
            <a:avLst/>
          </a:prstGeom>
          <a:solidFill>
            <a:srgbClr val="EFE0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729880" y="282960"/>
            <a:ext cx="84240" cy="142560"/>
          </a:xfrm>
          <a:prstGeom prst="ellipse">
            <a:avLst/>
          </a:prstGeom>
          <a:solidFill>
            <a:srgbClr val="EFE0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 rot="4320000">
            <a:off x="2803834" y="336691"/>
            <a:ext cx="84240" cy="142560"/>
          </a:xfrm>
          <a:prstGeom prst="ellipse">
            <a:avLst/>
          </a:prstGeom>
          <a:solidFill>
            <a:srgbClr val="EFE0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 rot="8640000">
            <a:off x="2775586" y="423629"/>
            <a:ext cx="84240" cy="142560"/>
          </a:xfrm>
          <a:prstGeom prst="ellipse">
            <a:avLst/>
          </a:prstGeom>
          <a:solidFill>
            <a:srgbClr val="EFE0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 rot="12960000">
            <a:off x="2684174" y="423629"/>
            <a:ext cx="84240" cy="142560"/>
          </a:xfrm>
          <a:prstGeom prst="ellipse">
            <a:avLst/>
          </a:prstGeom>
          <a:solidFill>
            <a:srgbClr val="EFE0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 rot="17280000">
            <a:off x="2655926" y="336691"/>
            <a:ext cx="84240" cy="142560"/>
          </a:xfrm>
          <a:prstGeom prst="ellipse">
            <a:avLst/>
          </a:prstGeom>
          <a:solidFill>
            <a:srgbClr val="EFE0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736360" y="396360"/>
            <a:ext cx="71280" cy="71280"/>
          </a:xfrm>
          <a:prstGeom prst="ellipse">
            <a:avLst/>
          </a:prstGeom>
          <a:solidFill>
            <a:srgbClr val="78604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가구 공방 대표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