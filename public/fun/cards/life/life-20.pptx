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144000"/>
            <a:ext cx="201600" cy="216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73600"/>
            <a:ext cx="216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16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2E5E34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304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2E5E34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051200"/>
            <a:ext cx="2736000" cy="0"/>
          </a:xfrm>
          <a:prstGeom prst="line">
            <a:avLst/>
          </a:prstGeom>
          <a:ln w="5760">
            <a:solidFill>
              <a:srgbClr val="D1F4D1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1232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E5E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00000" y="11016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274400"/>
            <a:ext cx="2736000" cy="0"/>
          </a:xfrm>
          <a:prstGeom prst="line">
            <a:avLst/>
          </a:prstGeom>
          <a:ln w="5760">
            <a:solidFill>
              <a:srgbClr val="D1F4D1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3464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E5E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00000" y="13248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497600"/>
            <a:ext cx="2736000" cy="0"/>
          </a:xfrm>
          <a:prstGeom prst="line">
            <a:avLst/>
          </a:prstGeom>
          <a:ln w="5760">
            <a:solidFill>
              <a:srgbClr val="D1F4D1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57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50">
                <a:solidFill>
                  <a:srgbClr val="2E5E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00000" y="1548000"/>
            <a:ext cx="208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720800"/>
            <a:ext cx="2736000" cy="0"/>
          </a:xfrm>
          <a:prstGeom prst="line">
            <a:avLst/>
          </a:prstGeom>
          <a:ln w="5760">
            <a:solidFill>
              <a:srgbClr val="D1F4D1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공간에 이야기를 입힙니다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7DDE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