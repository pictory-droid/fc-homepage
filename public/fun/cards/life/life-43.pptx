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667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81792" y="228672"/>
            <a:ext cx="124416" cy="165888"/>
          </a:xfrm>
          <a:prstGeom prst="ellipse">
            <a:avLst/>
          </a:prstGeom>
          <a:noFill/>
          <a:ln w="2419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12672" y="325440"/>
            <a:ext cx="262656" cy="179712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ADB3BA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D8FA7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D8FA7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D8FA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91423B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9142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6263B"/>
                </a:solidFill>
                <a:latin typeface="맑은 고딕"/>
                <a:ea typeface="맑은 고딕"/>
              </a:rPr>
              <a:t>작은 꽃다발에 큰 응원을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66707B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