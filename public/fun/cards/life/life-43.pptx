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00B86B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작은 꽃다발에 큰 응원을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0E392D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