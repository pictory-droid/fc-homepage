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66B73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4171D"/>
                </a:solidFill>
                <a:latin typeface="맑은 고딕"/>
                <a:ea typeface="맑은 고딕"/>
              </a:rPr>
              <a:t>허OO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잡화점 대표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68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3B7D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3B7D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5792" y="912672"/>
            <a:ext cx="124416" cy="165888"/>
          </a:xfrm>
          <a:prstGeom prst="ellipse">
            <a:avLst/>
          </a:prstGeom>
          <a:noFill/>
          <a:ln w="24192">
            <a:solidFill>
              <a:srgbClr val="9DBE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6672" y="1009440"/>
            <a:ext cx="262656" cy="179712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6CFD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7" name="Oval 6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98BB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9" name="Oval 8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A6B6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11" name="Oval 10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98BB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528C8F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B6CFD0"/>
                </a:solidFill>
                <a:latin typeface="맑은 고딕"/>
                <a:ea typeface="맑은 고딕"/>
              </a:rPr>
              <a:t>월–토 09:00 – 18:00  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잡화점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