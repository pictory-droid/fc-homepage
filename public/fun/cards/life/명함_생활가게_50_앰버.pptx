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F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FB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463318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18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A06811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318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A06811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1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가전 수리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