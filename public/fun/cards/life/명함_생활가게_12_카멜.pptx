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E7D8C8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E7D8C8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E7D8C8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E7D8C8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E7D8C8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E7D8C8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E7D8C8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E7D8C8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A873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A8733C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오OO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4C3A29"/>
                </a:solidFill>
                <a:latin typeface="맑은 고딕"/>
                <a:ea typeface="맑은 고딕"/>
              </a:rPr>
              <a:t>대표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A8733C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4C3A29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4C3A2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432000"/>
          </a:xfrm>
          <a:prstGeom prst="rect">
            <a:avLst/>
          </a:prstGeom>
          <a:solidFill>
            <a:srgbClr val="7476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3240000" cy="496445"/>
          </a:xfrm>
          <a:custGeom>
            <a:avLst/>
            <a:gdLst/>
            <a:ahLst/>
            <a:cxnLst/>
            <a:rect l="l" t="t" r="r" b="b"/>
            <a:pathLst>
              <a:path w="3240000" h="496445">
                <a:moveTo>
                  <a:pt x="0" y="432000"/>
                </a:moveTo>
                <a:lnTo>
                  <a:pt x="36000" y="458357"/>
                </a:lnTo>
                <a:lnTo>
                  <a:pt x="72000" y="480156"/>
                </a:lnTo>
                <a:lnTo>
                  <a:pt x="108000" y="493628"/>
                </a:lnTo>
                <a:lnTo>
                  <a:pt x="144000" y="496445"/>
                </a:lnTo>
                <a:lnTo>
                  <a:pt x="180000" y="488118"/>
                </a:lnTo>
                <a:lnTo>
                  <a:pt x="216000" y="470088"/>
                </a:lnTo>
                <a:lnTo>
                  <a:pt x="252000" y="445473"/>
                </a:lnTo>
                <a:lnTo>
                  <a:pt x="288000" y="418527"/>
                </a:lnTo>
                <a:lnTo>
                  <a:pt x="324000" y="393912"/>
                </a:lnTo>
                <a:lnTo>
                  <a:pt x="360000" y="375882"/>
                </a:lnTo>
                <a:lnTo>
                  <a:pt x="396000" y="367555"/>
                </a:lnTo>
                <a:lnTo>
                  <a:pt x="432000" y="370372"/>
                </a:lnTo>
                <a:lnTo>
                  <a:pt x="468000" y="383844"/>
                </a:lnTo>
                <a:lnTo>
                  <a:pt x="504000" y="405643"/>
                </a:lnTo>
                <a:lnTo>
                  <a:pt x="540000" y="432000"/>
                </a:lnTo>
                <a:lnTo>
                  <a:pt x="576000" y="458357"/>
                </a:lnTo>
                <a:lnTo>
                  <a:pt x="612000" y="480156"/>
                </a:lnTo>
                <a:lnTo>
                  <a:pt x="648000" y="493628"/>
                </a:lnTo>
                <a:lnTo>
                  <a:pt x="684000" y="496445"/>
                </a:lnTo>
                <a:lnTo>
                  <a:pt x="720000" y="488118"/>
                </a:lnTo>
                <a:lnTo>
                  <a:pt x="756000" y="470088"/>
                </a:lnTo>
                <a:lnTo>
                  <a:pt x="792000" y="445473"/>
                </a:lnTo>
                <a:lnTo>
                  <a:pt x="828000" y="418527"/>
                </a:lnTo>
                <a:lnTo>
                  <a:pt x="864000" y="393912"/>
                </a:lnTo>
                <a:lnTo>
                  <a:pt x="900000" y="375882"/>
                </a:lnTo>
                <a:lnTo>
                  <a:pt x="936000" y="367555"/>
                </a:lnTo>
                <a:lnTo>
                  <a:pt x="972000" y="370372"/>
                </a:lnTo>
                <a:lnTo>
                  <a:pt x="1008000" y="383844"/>
                </a:lnTo>
                <a:lnTo>
                  <a:pt x="1044000" y="405643"/>
                </a:lnTo>
                <a:lnTo>
                  <a:pt x="1080000" y="432000"/>
                </a:lnTo>
                <a:lnTo>
                  <a:pt x="1116000" y="458357"/>
                </a:lnTo>
                <a:lnTo>
                  <a:pt x="1152000" y="480156"/>
                </a:lnTo>
                <a:lnTo>
                  <a:pt x="1188000" y="493628"/>
                </a:lnTo>
                <a:lnTo>
                  <a:pt x="1224000" y="496445"/>
                </a:lnTo>
                <a:lnTo>
                  <a:pt x="1260000" y="488118"/>
                </a:lnTo>
                <a:lnTo>
                  <a:pt x="1296000" y="470088"/>
                </a:lnTo>
                <a:lnTo>
                  <a:pt x="1332000" y="445473"/>
                </a:lnTo>
                <a:lnTo>
                  <a:pt x="1368000" y="418527"/>
                </a:lnTo>
                <a:lnTo>
                  <a:pt x="1404000" y="393912"/>
                </a:lnTo>
                <a:lnTo>
                  <a:pt x="1440000" y="375882"/>
                </a:lnTo>
                <a:lnTo>
                  <a:pt x="1476000" y="367555"/>
                </a:lnTo>
                <a:lnTo>
                  <a:pt x="1512000" y="370372"/>
                </a:lnTo>
                <a:lnTo>
                  <a:pt x="1548000" y="383844"/>
                </a:lnTo>
                <a:lnTo>
                  <a:pt x="1584000" y="405643"/>
                </a:lnTo>
                <a:lnTo>
                  <a:pt x="1620000" y="432000"/>
                </a:lnTo>
                <a:lnTo>
                  <a:pt x="1656000" y="458357"/>
                </a:lnTo>
                <a:lnTo>
                  <a:pt x="1692000" y="480156"/>
                </a:lnTo>
                <a:lnTo>
                  <a:pt x="1728000" y="493628"/>
                </a:lnTo>
                <a:lnTo>
                  <a:pt x="1764000" y="496445"/>
                </a:lnTo>
                <a:lnTo>
                  <a:pt x="1800000" y="488118"/>
                </a:lnTo>
                <a:lnTo>
                  <a:pt x="1836000" y="470088"/>
                </a:lnTo>
                <a:lnTo>
                  <a:pt x="1872000" y="445473"/>
                </a:lnTo>
                <a:lnTo>
                  <a:pt x="1908000" y="418527"/>
                </a:lnTo>
                <a:lnTo>
                  <a:pt x="1944000" y="393912"/>
                </a:lnTo>
                <a:lnTo>
                  <a:pt x="1980000" y="375882"/>
                </a:lnTo>
                <a:lnTo>
                  <a:pt x="2016000" y="367555"/>
                </a:lnTo>
                <a:lnTo>
                  <a:pt x="2052000" y="370372"/>
                </a:lnTo>
                <a:lnTo>
                  <a:pt x="2088000" y="383844"/>
                </a:lnTo>
                <a:lnTo>
                  <a:pt x="2124000" y="405643"/>
                </a:lnTo>
                <a:lnTo>
                  <a:pt x="2160000" y="432000"/>
                </a:lnTo>
                <a:lnTo>
                  <a:pt x="2196000" y="458357"/>
                </a:lnTo>
                <a:lnTo>
                  <a:pt x="2232000" y="480156"/>
                </a:lnTo>
                <a:lnTo>
                  <a:pt x="2268000" y="493628"/>
                </a:lnTo>
                <a:lnTo>
                  <a:pt x="2304000" y="496445"/>
                </a:lnTo>
                <a:lnTo>
                  <a:pt x="2340000" y="488118"/>
                </a:lnTo>
                <a:lnTo>
                  <a:pt x="2376000" y="470088"/>
                </a:lnTo>
                <a:lnTo>
                  <a:pt x="2412000" y="445473"/>
                </a:lnTo>
                <a:lnTo>
                  <a:pt x="2448000" y="418527"/>
                </a:lnTo>
                <a:lnTo>
                  <a:pt x="2484000" y="393912"/>
                </a:lnTo>
                <a:lnTo>
                  <a:pt x="2520000" y="375882"/>
                </a:lnTo>
                <a:lnTo>
                  <a:pt x="2556000" y="367555"/>
                </a:lnTo>
                <a:lnTo>
                  <a:pt x="2592000" y="370372"/>
                </a:lnTo>
                <a:lnTo>
                  <a:pt x="2628000" y="383844"/>
                </a:lnTo>
                <a:lnTo>
                  <a:pt x="2664000" y="405643"/>
                </a:lnTo>
                <a:lnTo>
                  <a:pt x="2700000" y="432000"/>
                </a:lnTo>
                <a:lnTo>
                  <a:pt x="2736000" y="458357"/>
                </a:lnTo>
                <a:lnTo>
                  <a:pt x="2772000" y="480156"/>
                </a:lnTo>
                <a:lnTo>
                  <a:pt x="2808000" y="493628"/>
                </a:lnTo>
                <a:lnTo>
                  <a:pt x="2844000" y="496445"/>
                </a:lnTo>
                <a:lnTo>
                  <a:pt x="2880000" y="488118"/>
                </a:lnTo>
                <a:lnTo>
                  <a:pt x="2916000" y="470088"/>
                </a:lnTo>
                <a:lnTo>
                  <a:pt x="2952000" y="445473"/>
                </a:lnTo>
                <a:lnTo>
                  <a:pt x="2988000" y="418527"/>
                </a:lnTo>
                <a:lnTo>
                  <a:pt x="3024000" y="393912"/>
                </a:lnTo>
                <a:lnTo>
                  <a:pt x="3060000" y="375882"/>
                </a:lnTo>
                <a:lnTo>
                  <a:pt x="3096000" y="367555"/>
                </a:lnTo>
                <a:lnTo>
                  <a:pt x="3132000" y="370372"/>
                </a:lnTo>
                <a:lnTo>
                  <a:pt x="3168000" y="383844"/>
                </a:lnTo>
                <a:lnTo>
                  <a:pt x="3204000" y="405643"/>
                </a:lnTo>
                <a:lnTo>
                  <a:pt x="3240000" y="432000"/>
                </a:lnTo>
                <a:lnTo>
                  <a:pt x="3240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7476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44000"/>
            <a:ext cx="252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240">
                <a:solidFill>
                  <a:srgbClr val="FFFFFF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5" name="Oval 4"/>
          <p:cNvSpPr/>
          <p:nvPr/>
        </p:nvSpPr>
        <p:spPr>
          <a:xfrm>
            <a:off x="255600" y="741600"/>
            <a:ext cx="43200" cy="43200"/>
          </a:xfrm>
          <a:prstGeom prst="ellipse">
            <a:avLst/>
          </a:prstGeom>
          <a:solidFill>
            <a:srgbClr val="7476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도어락</a:t>
            </a:r>
          </a:p>
        </p:txBody>
      </p:sp>
      <p:sp>
        <p:nvSpPr>
          <p:cNvPr id="7" name="Oval 6"/>
          <p:cNvSpPr/>
          <p:nvPr/>
        </p:nvSpPr>
        <p:spPr>
          <a:xfrm>
            <a:off x="255600" y="928800"/>
            <a:ext cx="43200" cy="43200"/>
          </a:xfrm>
          <a:prstGeom prst="ellipse">
            <a:avLst/>
          </a:prstGeom>
          <a:solidFill>
            <a:srgbClr val="5F6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인테리어</a:t>
            </a:r>
          </a:p>
        </p:txBody>
      </p:sp>
      <p:sp>
        <p:nvSpPr>
          <p:cNvPr id="9" name="Oval 8"/>
          <p:cNvSpPr/>
          <p:nvPr/>
        </p:nvSpPr>
        <p:spPr>
          <a:xfrm>
            <a:off x="255600" y="1116000"/>
            <a:ext cx="43200" cy="43200"/>
          </a:xfrm>
          <a:prstGeom prst="ellipse">
            <a:avLst/>
          </a:prstGeom>
          <a:solidFill>
            <a:srgbClr val="7476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60000" y="105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소품 · 문구</a:t>
            </a:r>
          </a:p>
        </p:txBody>
      </p:sp>
      <p:sp>
        <p:nvSpPr>
          <p:cNvPr id="11" name="Oval 10"/>
          <p:cNvSpPr/>
          <p:nvPr/>
        </p:nvSpPr>
        <p:spPr>
          <a:xfrm>
            <a:off x="255600" y="1303200"/>
            <a:ext cx="43200" cy="43200"/>
          </a:xfrm>
          <a:prstGeom prst="ellipse">
            <a:avLst/>
          </a:prstGeom>
          <a:solidFill>
            <a:srgbClr val="5F6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1245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반려동물 미용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684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16000" y="799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매일 10:00 – 20:00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016000" y="1080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016000" y="1195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