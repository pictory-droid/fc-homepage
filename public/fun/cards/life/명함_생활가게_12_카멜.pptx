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8733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4C3A29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A8733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C3A2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4C3A2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5F6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