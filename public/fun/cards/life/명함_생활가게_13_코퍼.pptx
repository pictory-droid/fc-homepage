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04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7A9A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1C2C4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A7A9A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1C2C4"/>
                </a:solidFill>
                <a:latin typeface="맑은 고딕"/>
                <a:ea typeface="맑은 고딕"/>
              </a:rPr>
              <a:t>평일 09:00 – 19:00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