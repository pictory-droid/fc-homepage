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0000" cy="1800000"/>
          </a:xfrm>
          <a:prstGeom prst="rect">
            <a:avLst/>
          </a:prstGeom>
          <a:solidFill>
            <a:srgbClr val="956C2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96000" y="576000"/>
            <a:ext cx="648000" cy="648000"/>
          </a:xfrm>
          <a:prstGeom prst="ellipse">
            <a:avLst/>
          </a:prstGeom>
          <a:noFill/>
          <a:ln w="36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18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22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84000"/>
            <a:ext cx="122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FFFFFF"/>
                </a:solidFill>
                <a:latin typeface="맑은 고딕"/>
                <a:ea typeface="맑은 고딕"/>
              </a:rPr>
              <a:t>조OO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36000"/>
            <a:ext cx="1224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FFFFFF">
                    <a:alpha val="85000"/>
                  </a:srgbClr>
                </a:solidFill>
                <a:latin typeface="맑은 고딕"/>
                <a:ea typeface="맑은 고딕"/>
              </a:rPr>
              <a:t>반려동물 미용사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872000" y="58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5432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174400" y="57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872000" y="76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5432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174400" y="75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872000" y="94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5432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74400" y="93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00000" y="540000"/>
            <a:ext cx="0" cy="720000"/>
          </a:xfrm>
          <a:prstGeom prst="line">
            <a:avLst/>
          </a:prstGeom>
          <a:ln w="3600">
            <a:solidFill>
              <a:srgbClr val="EDDEC4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2D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B0A0B0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85888C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B0A0B0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85888C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B0A0B0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85888C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B0A0B0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85888C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B0A0B0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85888C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7BCC7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13" name="Oval 12"/>
          <p:cNvSpPr/>
          <p:nvPr/>
        </p:nvSpPr>
        <p:spPr>
          <a:xfrm>
            <a:off x="831600" y="489600"/>
            <a:ext cx="43200" cy="43200"/>
          </a:xfrm>
          <a:prstGeom prst="ellipse">
            <a:avLst/>
          </a:prstGeom>
          <a:solidFill>
            <a:srgbClr val="B0A0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93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도배 · 장판</a:t>
            </a:r>
          </a:p>
        </p:txBody>
      </p:sp>
      <p:sp>
        <p:nvSpPr>
          <p:cNvPr id="15" name="Oval 14"/>
          <p:cNvSpPr/>
          <p:nvPr/>
        </p:nvSpPr>
        <p:spPr>
          <a:xfrm>
            <a:off x="831600" y="712800"/>
            <a:ext cx="43200" cy="43200"/>
          </a:xfrm>
          <a:prstGeom prst="ellipse">
            <a:avLst/>
          </a:prstGeom>
          <a:solidFill>
            <a:srgbClr val="8588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93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반려동물 미용</a:t>
            </a:r>
          </a:p>
        </p:txBody>
      </p:sp>
      <p:sp>
        <p:nvSpPr>
          <p:cNvPr id="17" name="Oval 16"/>
          <p:cNvSpPr/>
          <p:nvPr/>
        </p:nvSpPr>
        <p:spPr>
          <a:xfrm>
            <a:off x="831600" y="936000"/>
            <a:ext cx="43200" cy="43200"/>
          </a:xfrm>
          <a:prstGeom prst="ellipse">
            <a:avLst/>
          </a:prstGeom>
          <a:solidFill>
            <a:srgbClr val="B0A0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93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방문 견적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8000" y="1440000"/>
            <a:ext cx="2160000" cy="0"/>
          </a:xfrm>
          <a:prstGeom prst="line">
            <a:avLst/>
          </a:prstGeom>
          <a:ln w="3600">
            <a:solidFill>
              <a:srgbClr val="795F79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828000" y="1512000"/>
            <a:ext cx="216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C7BCC7"/>
                </a:solidFill>
                <a:latin typeface="맑은 고딕"/>
                <a:ea typeface="맑은 고딕"/>
              </a:rPr>
              <a:t>평일 09:00 – 19:00  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 미용사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