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D6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716D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E6F5E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BFBFD3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지OO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26677"/>
                </a:solidFill>
                <a:latin typeface="맑은 고딕"/>
                <a:ea typeface="맑은 고딕"/>
              </a:rPr>
              <a:t>세탁소 사장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67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BFBFD3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67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BFBFD3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67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7E7BC0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세탁 · 수선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20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인테리어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00000" y="676800"/>
            <a:ext cx="0" cy="2304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204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도배 · 장판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40000" y="676800"/>
            <a:ext cx="0" cy="2304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INSTAGRAM  @아이디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7E7BC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세탁소 사장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