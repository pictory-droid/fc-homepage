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2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1D9E7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1D9E7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1D9E7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1D9E7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1D9E7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1D9E7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1D9E7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1D9E7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4A90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A90B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2B475E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4A90B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2B475E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F7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예약 권장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F7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