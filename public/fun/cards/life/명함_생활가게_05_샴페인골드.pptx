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B93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D57F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B93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D57F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B93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D57F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B93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D57F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B93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D57F97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688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D3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6C657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CAB3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6C6571"/>
                </a:solidFill>
                <a:latin typeface="바탕"/>
                <a:ea typeface="바탕"/>
              </a:rPr>
              <a:t>취급 품목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6C6571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화환 배달  ·  인테리어  ·  도배 · 장판  ·  이사 정리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6C657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5B5763"/>
                </a:solidFill>
                <a:latin typeface="바탕"/>
                <a:ea typeface="바탕"/>
              </a:rPr>
              <a:t>사전 예약 권장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5B5763"/>
                </a:solidFill>
                <a:latin typeface="바탕"/>
                <a:ea typeface="바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