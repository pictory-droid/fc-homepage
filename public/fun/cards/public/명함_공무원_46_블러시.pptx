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D0808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D080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D080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A8AB7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D080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D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CA6D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5C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방문 전 문의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36A76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