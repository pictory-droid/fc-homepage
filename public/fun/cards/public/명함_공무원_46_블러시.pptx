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D080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D080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D080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A8AB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D080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CA6D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C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36A76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