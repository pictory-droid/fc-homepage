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56000" cy="1800000"/>
          </a:xfrm>
          <a:prstGeom prst="rect">
            <a:avLst/>
          </a:prstGeom>
          <a:solidFill>
            <a:srgbClr val="82746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0400" cy="5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01600" cy="20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52000" cy="25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02400" cy="30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352800" cy="35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04000" cy="50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0" y="12240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8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79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29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80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30400" y="1274400"/>
            <a:ext cx="525600" cy="52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80800" y="1324800"/>
            <a:ext cx="475200" cy="47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331200" y="1375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381600" y="1425600"/>
            <a:ext cx="374400" cy="37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432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482400" y="1526400"/>
            <a:ext cx="273600" cy="27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532800" y="1576800"/>
            <a:ext cx="223200" cy="22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583200" y="16272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633600" y="1677600"/>
            <a:ext cx="122400" cy="122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684000" y="1728000"/>
            <a:ext cx="72000" cy="72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734400" y="1778400"/>
            <a:ext cx="21600" cy="2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29" name="Oval 28"/>
          <p:cNvSpPr/>
          <p:nvPr/>
        </p:nvSpPr>
        <p:spPr>
          <a:xfrm>
            <a:off x="212400" y="374400"/>
            <a:ext cx="331200" cy="3312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텍스트"/>
          <p:cNvSpPr txBox="1"/>
          <p:nvPr/>
        </p:nvSpPr>
        <p:spPr>
          <a:xfrm>
            <a:off x="198000" y="378000"/>
            <a:ext cx="3600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320"/>
              </a:lnSpc>
            </a:pPr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936000" y="252000"/>
            <a:ext cx="154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13D3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36000" y="424800"/>
            <a:ext cx="2052000" cy="0"/>
          </a:xfrm>
          <a:prstGeom prst="line">
            <a:avLst/>
          </a:prstGeom>
          <a:ln w="3600">
            <a:solidFill>
              <a:srgbClr val="DEDAD6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936000" y="684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34" name="텍스트"/>
          <p:cNvSpPr txBox="1"/>
          <p:nvPr/>
        </p:nvSpPr>
        <p:spPr>
          <a:xfrm>
            <a:off x="936000" y="93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13D3C"/>
                </a:solidFill>
                <a:latin typeface="맑은 고딕"/>
                <a:ea typeface="맑은 고딕"/>
              </a:rPr>
              <a:t>계장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36000" y="1303200"/>
            <a:ext cx="2052000" cy="0"/>
          </a:xfrm>
          <a:prstGeom prst="line">
            <a:avLst/>
          </a:prstGeom>
          <a:ln w="3600">
            <a:solidFill>
              <a:srgbClr val="DEDAD6"/>
            </a:solidFill>
          </a:ln>
        </p:spPr>
      </p:cxnSp>
      <p:sp>
        <p:nvSpPr>
          <p:cNvPr id="36" name="텍스트"/>
          <p:cNvSpPr txBox="1"/>
          <p:nvPr/>
        </p:nvSpPr>
        <p:spPr>
          <a:xfrm>
            <a:off x="936000" y="139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1267200" y="138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936000" y="1515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9" name="텍스트"/>
          <p:cNvSpPr txBox="1"/>
          <p:nvPr/>
        </p:nvSpPr>
        <p:spPr>
          <a:xfrm>
            <a:off x="1267200" y="1504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40" name="텍스트"/>
          <p:cNvSpPr txBox="1"/>
          <p:nvPr/>
        </p:nvSpPr>
        <p:spPr>
          <a:xfrm>
            <a:off x="936000" y="1638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13D3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267200" y="1627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D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CCBC3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A1B6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680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1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지역 사업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552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6984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환경 관리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52000" y="8424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252000" y="8856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10296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1072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허가 · 신고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216800"/>
            <a:ext cx="1512000" cy="0"/>
          </a:xfrm>
          <a:prstGeom prst="line">
            <a:avLst/>
          </a:prstGeom>
          <a:ln w="3600">
            <a:solidFill>
              <a:srgbClr val="618472"/>
            </a:solidFill>
          </a:ln>
        </p:spPr>
      </p:cxnSp>
      <p:sp>
        <p:nvSpPr>
          <p:cNvPr id="13" name="Rectangle 12"/>
          <p:cNvSpPr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  <a:ln w="4320">
            <a:solidFill>
              <a:srgbClr val="BCCBC3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2196000" y="396000"/>
            <a:ext cx="72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BCCBC3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196000" y="1209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13536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BCCBC3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계장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