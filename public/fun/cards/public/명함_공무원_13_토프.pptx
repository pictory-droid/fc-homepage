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274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13D3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EDAD6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13D3C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EDAD6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3D3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3D3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3D3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CBC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1B6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61847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61847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61847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61847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61847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BCCBC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CCBC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BCCBC3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