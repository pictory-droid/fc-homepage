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D78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86A7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2D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55D2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157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55D2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주민 서비스  ·  교통 안내  ·  노인 복지  ·  세무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