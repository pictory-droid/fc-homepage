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E2D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D782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C86A78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오OO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팀장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0" y="943200"/>
            <a:ext cx="0" cy="6048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1944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46400" y="1022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944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46400" y="1166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944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46400" y="1310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D2D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D3BBC1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D3BBC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D3BBC1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D3BBC1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D3BBC1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D3BBC1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D3BBC1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D3BBC1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B55D29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C157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B55D29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1B2230"/>
                </a:solidFill>
                <a:latin typeface="맑은 고딕"/>
                <a:ea typeface="맑은 고딕"/>
              </a:rPr>
              <a:t>주민 서비스  ·  교통 안내  ·  노인 복지  ·  세무 안내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D3BBC1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전화 · 메일 문의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D3BBC1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팀장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