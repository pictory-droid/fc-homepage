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5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F2E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595863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87C96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C5B5BB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95863"/>
                </a:solidFill>
                <a:latin typeface="맑은 고딕"/>
                <a:ea typeface="맑은 고딕"/>
              </a:rPr>
              <a:t>담당관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9586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C5B5BB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9586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C5B5BB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9586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6D9FB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C4859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6D9FB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C4859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6D9FB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C4859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6D9FB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C4859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6D9FB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C4859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C748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6D9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C485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6D9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C485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방문 전 문의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