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5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2E6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595863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87C9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C5B5BB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95863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586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C5B5BB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586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C5B5BB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586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C485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C485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C485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C485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C485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748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6D9F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C485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6D9F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C485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방문 전 문의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