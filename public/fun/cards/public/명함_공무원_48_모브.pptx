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5F667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A97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9788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74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A49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6F1F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E4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A4988C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E4E0DD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