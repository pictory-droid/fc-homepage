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2624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8B8A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DCDC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CDCDC2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B8B8AA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DCDC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9A6B83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9A6B83"/>
          </a:solidFill>
          <a:ln w="5760">
            <a:solidFill>
              <a:srgbClr val="9A6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9A6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9A6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9A6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66B7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66B73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