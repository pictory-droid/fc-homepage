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26241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B8B8AA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B8B8AA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B8B8AA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B8B8AA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B8B8AA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B8B8AA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B8B8AA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B8B8AA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CDCDC2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성OO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CDCDC2"/>
                </a:solidFill>
                <a:latin typeface="맑은 고딕"/>
                <a:ea typeface="맑은 고딕"/>
              </a:rPr>
              <a:t>담당관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B8B8AA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CDCDC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9A6B83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9A6B83"/>
          </a:solidFill>
          <a:ln w="5760">
            <a:solidFill>
              <a:srgbClr val="9A6B8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행정 지원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9A6B8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지역 사업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9A6B8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9A6B8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66B7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66B73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담당관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