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5432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54323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행정 지원  ·  지역 사업  ·  문화 · 체육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