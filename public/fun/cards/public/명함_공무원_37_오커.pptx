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6832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B5543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5432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54323"/>
                </a:solidFill>
                <a:latin typeface="맑은 고딕"/>
                <a:ea typeface="맑은 고딕"/>
              </a:rPr>
              <a:t>행정주사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EDDEC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32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32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32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8C75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행정 지원  ·  지역 사업  ·  문화 · 체육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