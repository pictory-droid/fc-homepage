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66D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744AA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6284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6284E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744AA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8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8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8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민원 상담  ·  환경 관리  ·  노인 복지  ·  보육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