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1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C441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EFCBD5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FCBD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FCBD5"/>
                </a:solidFill>
                <a:latin typeface="맑은 고딕"/>
                <a:ea typeface="맑은 고딕"/>
              </a:rPr>
              <a:t>과장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FCBD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FCBD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FCBD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142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01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01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01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01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142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1429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0142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