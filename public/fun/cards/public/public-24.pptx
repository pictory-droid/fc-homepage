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46000" y="234000"/>
            <a:ext cx="36000" cy="36000"/>
          </a:xfrm>
          <a:prstGeom prst="ellipse">
            <a:avLst/>
          </a:prstGeom>
          <a:solidFill>
            <a:srgbClr val="12B7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46000" y="334800"/>
            <a:ext cx="36000" cy="36000"/>
          </a:xfrm>
          <a:prstGeom prst="ellipse">
            <a:avLst/>
          </a:prstGeom>
          <a:solidFill>
            <a:srgbClr val="D3EB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46000" y="435600"/>
            <a:ext cx="36000" cy="36000"/>
          </a:xfrm>
          <a:prstGeom prst="ellipse">
            <a:avLst/>
          </a:prstGeom>
          <a:solidFill>
            <a:srgbClr val="D3EB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46000" y="536400"/>
            <a:ext cx="36000" cy="36000"/>
          </a:xfrm>
          <a:prstGeom prst="ellipse">
            <a:avLst/>
          </a:prstGeom>
          <a:solidFill>
            <a:srgbClr val="12B7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46800" y="234000"/>
            <a:ext cx="36000" cy="36000"/>
          </a:xfrm>
          <a:prstGeom prst="ellipse">
            <a:avLst/>
          </a:prstGeom>
          <a:solidFill>
            <a:srgbClr val="D3EB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6800" y="334800"/>
            <a:ext cx="36000" cy="36000"/>
          </a:xfrm>
          <a:prstGeom prst="ellipse">
            <a:avLst/>
          </a:prstGeom>
          <a:solidFill>
            <a:srgbClr val="D3EB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6800" y="435600"/>
            <a:ext cx="36000" cy="36000"/>
          </a:xfrm>
          <a:prstGeom prst="ellipse">
            <a:avLst/>
          </a:prstGeom>
          <a:solidFill>
            <a:srgbClr val="12B7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6800" y="536400"/>
            <a:ext cx="36000" cy="36000"/>
          </a:xfrm>
          <a:prstGeom prst="ellipse">
            <a:avLst/>
          </a:prstGeom>
          <a:solidFill>
            <a:srgbClr val="D3EB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7600" y="234000"/>
            <a:ext cx="36000" cy="36000"/>
          </a:xfrm>
          <a:prstGeom prst="ellipse">
            <a:avLst/>
          </a:prstGeom>
          <a:solidFill>
            <a:srgbClr val="D3EB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7600" y="334800"/>
            <a:ext cx="36000" cy="36000"/>
          </a:xfrm>
          <a:prstGeom prst="ellipse">
            <a:avLst/>
          </a:prstGeom>
          <a:solidFill>
            <a:srgbClr val="12B7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7600" y="435600"/>
            <a:ext cx="36000" cy="36000"/>
          </a:xfrm>
          <a:prstGeom prst="ellipse">
            <a:avLst/>
          </a:prstGeom>
          <a:solidFill>
            <a:srgbClr val="D3EB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7600" y="536400"/>
            <a:ext cx="36000" cy="36000"/>
          </a:xfrm>
          <a:prstGeom prst="ellipse">
            <a:avLst/>
          </a:prstGeom>
          <a:solidFill>
            <a:srgbClr val="D3EB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48400" y="234000"/>
            <a:ext cx="36000" cy="36000"/>
          </a:xfrm>
          <a:prstGeom prst="ellipse">
            <a:avLst/>
          </a:prstGeom>
          <a:solidFill>
            <a:srgbClr val="12B7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48400" y="334800"/>
            <a:ext cx="36000" cy="36000"/>
          </a:xfrm>
          <a:prstGeom prst="ellipse">
            <a:avLst/>
          </a:prstGeom>
          <a:solidFill>
            <a:srgbClr val="D3EB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48400" y="435600"/>
            <a:ext cx="36000" cy="36000"/>
          </a:xfrm>
          <a:prstGeom prst="ellipse">
            <a:avLst/>
          </a:prstGeom>
          <a:solidFill>
            <a:srgbClr val="D3EB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48400" y="536400"/>
            <a:ext cx="36000" cy="36000"/>
          </a:xfrm>
          <a:prstGeom prst="ellipse">
            <a:avLst/>
          </a:prstGeom>
          <a:solidFill>
            <a:srgbClr val="12B7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49200" y="234000"/>
            <a:ext cx="36000" cy="36000"/>
          </a:xfrm>
          <a:prstGeom prst="ellipse">
            <a:avLst/>
          </a:prstGeom>
          <a:solidFill>
            <a:srgbClr val="D3EB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49200" y="334800"/>
            <a:ext cx="36000" cy="36000"/>
          </a:xfrm>
          <a:prstGeom prst="ellipse">
            <a:avLst/>
          </a:prstGeom>
          <a:solidFill>
            <a:srgbClr val="D3EB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9200" y="435600"/>
            <a:ext cx="36000" cy="36000"/>
          </a:xfrm>
          <a:prstGeom prst="ellipse">
            <a:avLst/>
          </a:prstGeom>
          <a:solidFill>
            <a:srgbClr val="12B7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49200" y="536400"/>
            <a:ext cx="36000" cy="36000"/>
          </a:xfrm>
          <a:prstGeom prst="ellipse">
            <a:avLst/>
          </a:prstGeom>
          <a:solidFill>
            <a:srgbClr val="D3EB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52000" y="770400"/>
            <a:ext cx="201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남도현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1173600"/>
            <a:ext cx="201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과장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1620000" y="13392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1620000" y="14760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1620000" y="16128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12B7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12151C"/>
                </a:solidFill>
                <a:latin typeface="맑은 고딕"/>
                <a:ea typeface="맑은 고딕"/>
              </a:rPr>
              <a:t>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12151C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12B7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친절한 한마디를 먼저 건넵니다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