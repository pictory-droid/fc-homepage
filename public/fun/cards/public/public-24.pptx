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4C9E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35454" y="1353456"/>
            <a:ext cx="233092" cy="221684"/>
          </a:xfrm>
          <a:custGeom>
            <a:avLst/>
            <a:gdLst/>
            <a:ahLst/>
            <a:cxnLst/>
            <a:rect l="l" t="t" r="r" b="b"/>
            <a:pathLst>
              <a:path w="233092" h="221684">
                <a:moveTo>
                  <a:pt x="116546" y="0"/>
                </a:moveTo>
                <a:lnTo>
                  <a:pt x="146297" y="81595"/>
                </a:lnTo>
                <a:lnTo>
                  <a:pt x="233092" y="84676"/>
                </a:lnTo>
                <a:lnTo>
                  <a:pt x="164685" y="138185"/>
                </a:lnTo>
                <a:lnTo>
                  <a:pt x="188576" y="221684"/>
                </a:lnTo>
                <a:lnTo>
                  <a:pt x="116546" y="173160"/>
                </a:lnTo>
                <a:lnTo>
                  <a:pt x="44516" y="221684"/>
                </a:lnTo>
                <a:lnTo>
                  <a:pt x="68407" y="138185"/>
                </a:lnTo>
                <a:lnTo>
                  <a:pt x="0" y="84676"/>
                </a:lnTo>
                <a:lnTo>
                  <a:pt x="86795" y="8159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F735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C40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663D8F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663D8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C40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8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CCDACC"/>
                </a:solidFill>
                <a:latin typeface="바탕"/>
                <a:ea typeface="바탕"/>
              </a:rPr>
              <a:t>친절한 한마디를 먼저 건넵니다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3EE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CDAC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2630255" y="282960"/>
            <a:ext cx="283490" cy="269616"/>
          </a:xfrm>
          <a:custGeom>
            <a:avLst/>
            <a:gdLst/>
            <a:ahLst/>
            <a:cxnLst/>
            <a:rect l="l" t="t" r="r" b="b"/>
            <a:pathLst>
              <a:path w="283490" h="269616">
                <a:moveTo>
                  <a:pt x="141745" y="0"/>
                </a:moveTo>
                <a:lnTo>
                  <a:pt x="177929" y="99237"/>
                </a:lnTo>
                <a:lnTo>
                  <a:pt x="283490" y="102984"/>
                </a:lnTo>
                <a:lnTo>
                  <a:pt x="200292" y="168063"/>
                </a:lnTo>
                <a:lnTo>
                  <a:pt x="229349" y="269616"/>
                </a:lnTo>
                <a:lnTo>
                  <a:pt x="141745" y="210600"/>
                </a:lnTo>
                <a:lnTo>
                  <a:pt x="54141" y="269616"/>
                </a:lnTo>
                <a:lnTo>
                  <a:pt x="83198" y="168063"/>
                </a:lnTo>
                <a:lnTo>
                  <a:pt x="0" y="102984"/>
                </a:lnTo>
                <a:lnTo>
                  <a:pt x="105561" y="99237"/>
                </a:lnTo>
                <a:close/>
              </a:path>
            </a:pathLst>
          </a:custGeom>
          <a:solidFill>
            <a:srgbClr val="D3E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