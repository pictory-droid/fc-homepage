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안OO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행정주사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8645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D61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B6B8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1417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1417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14171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BCCC5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B6B8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민원 상담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4013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C5B3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954013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56025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B6B8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656025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노인 복지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000" y="8928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C5B3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52000" y="8928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보육 지원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CBCCC5"/>
                </a:solidFill>
                <a:latin typeface="맑은 고딕"/>
                <a:ea typeface="맑은 고딕"/>
              </a:rPr>
              <a:t>평일 09:00 – 17:30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행정주사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