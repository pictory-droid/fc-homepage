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D6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CC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C5B3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생활 복지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C5B3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BCCC5"/>
                </a:solidFill>
                <a:latin typeface="맑은 고딕"/>
                <a:ea typeface="맑은 고딕"/>
              </a:rPr>
              <a:t>평일 09:00 – 17:30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