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0" y="576000"/>
            <a:ext cx="720000" cy="1224000"/>
          </a:xfrm>
          <a:prstGeom prst="rect">
            <a:avLst/>
          </a:prstGeom>
          <a:solidFill>
            <a:srgbClr val="A166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0" y="216000"/>
            <a:ext cx="720000" cy="360000"/>
          </a:xfrm>
          <a:custGeom>
            <a:avLst/>
            <a:gdLst/>
            <a:ahLst/>
            <a:cxnLst/>
            <a:rect l="l" t="t" r="r" b="b"/>
            <a:pathLst>
              <a:path w="720000" h="360000">
                <a:moveTo>
                  <a:pt x="0" y="360000"/>
                </a:moveTo>
                <a:lnTo>
                  <a:pt x="3080" y="313011"/>
                </a:lnTo>
                <a:lnTo>
                  <a:pt x="12267" y="266825"/>
                </a:lnTo>
                <a:lnTo>
                  <a:pt x="27403" y="222234"/>
                </a:lnTo>
                <a:lnTo>
                  <a:pt x="48231" y="180000"/>
                </a:lnTo>
                <a:lnTo>
                  <a:pt x="74393" y="140846"/>
                </a:lnTo>
                <a:lnTo>
                  <a:pt x="105442" y="105442"/>
                </a:lnTo>
                <a:lnTo>
                  <a:pt x="140846" y="74393"/>
                </a:lnTo>
                <a:lnTo>
                  <a:pt x="180000" y="48231"/>
                </a:lnTo>
                <a:lnTo>
                  <a:pt x="222234" y="27403"/>
                </a:lnTo>
                <a:lnTo>
                  <a:pt x="266825" y="12267"/>
                </a:lnTo>
                <a:lnTo>
                  <a:pt x="313011" y="3080"/>
                </a:lnTo>
                <a:lnTo>
                  <a:pt x="360000" y="0"/>
                </a:lnTo>
                <a:lnTo>
                  <a:pt x="406989" y="3080"/>
                </a:lnTo>
                <a:lnTo>
                  <a:pt x="453175" y="12267"/>
                </a:lnTo>
                <a:lnTo>
                  <a:pt x="497766" y="27403"/>
                </a:lnTo>
                <a:lnTo>
                  <a:pt x="540000" y="48231"/>
                </a:lnTo>
                <a:lnTo>
                  <a:pt x="579154" y="74393"/>
                </a:lnTo>
                <a:lnTo>
                  <a:pt x="614558" y="105442"/>
                </a:lnTo>
                <a:lnTo>
                  <a:pt x="645607" y="140846"/>
                </a:lnTo>
                <a:lnTo>
                  <a:pt x="671769" y="180000"/>
                </a:lnTo>
                <a:lnTo>
                  <a:pt x="692597" y="222234"/>
                </a:lnTo>
                <a:lnTo>
                  <a:pt x="707733" y="266825"/>
                </a:lnTo>
                <a:lnTo>
                  <a:pt x="716920" y="313011"/>
                </a:lnTo>
                <a:lnTo>
                  <a:pt x="720000" y="360000"/>
                </a:lnTo>
                <a:close/>
              </a:path>
            </a:pathLst>
          </a:custGeom>
          <a:solidFill>
            <a:srgbClr val="A166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354400" y="892800"/>
            <a:ext cx="331200" cy="151200"/>
          </a:xfrm>
          <a:custGeom>
            <a:avLst/>
            <a:gdLst/>
            <a:ahLst/>
            <a:cxnLst/>
            <a:rect l="l" t="t" r="r" b="b"/>
            <a:pathLst>
              <a:path w="331200" h="151200">
                <a:moveTo>
                  <a:pt x="0" y="151200"/>
                </a:moveTo>
                <a:lnTo>
                  <a:pt x="165600" y="0"/>
                </a:lnTo>
                <a:lnTo>
                  <a:pt x="331200" y="151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04800" y="1044000"/>
            <a:ext cx="230400" cy="151200"/>
          </a:xfrm>
          <a:prstGeom prst="rect">
            <a:avLst/>
          </a:prstGeom>
          <a:solidFill>
            <a:srgbClr val="D0B2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91200" y="1094400"/>
            <a:ext cx="57600" cy="10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우OO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민원담당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5A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ECAD3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BAB5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8B8297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민원 상담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8B8297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복지 안내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8B8297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안전 관리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8B8297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세무 안내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8B8297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CECAD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CECAD3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CECAD3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민원담당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