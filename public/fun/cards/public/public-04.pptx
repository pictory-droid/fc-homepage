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5E8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1944000" y="540000"/>
            <a:ext cx="1296000" cy="1260000"/>
          </a:xfrm>
          <a:custGeom>
            <a:avLst/>
            <a:gdLst/>
            <a:ahLst/>
            <a:cxnLst/>
            <a:rect l="l" t="t" r="r" b="b"/>
            <a:pathLst>
              <a:path w="1296000" h="1260000">
                <a:moveTo>
                  <a:pt x="1296000" y="1260000"/>
                </a:moveTo>
                <a:lnTo>
                  <a:pt x="1296000" y="0"/>
                </a:lnTo>
                <a:lnTo>
                  <a:pt x="0" y="1260000"/>
                </a:lnTo>
                <a:close/>
              </a:path>
            </a:pathLst>
          </a:custGeom>
          <a:solidFill>
            <a:srgbClr val="93B0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720000" y="0"/>
                </a:lnTo>
                <a:lnTo>
                  <a:pt x="0" y="720000"/>
                </a:lnTo>
                <a:close/>
              </a:path>
            </a:pathLst>
          </a:custGeom>
          <a:solidFill>
            <a:srgbClr val="5A789B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861424" y="1353456"/>
            <a:ext cx="181152" cy="239760"/>
          </a:xfrm>
          <a:custGeom>
            <a:avLst/>
            <a:gdLst/>
            <a:ahLst/>
            <a:cxnLst/>
            <a:rect l="l" t="t" r="r" b="b"/>
            <a:pathLst>
              <a:path w="181152" h="239760">
                <a:moveTo>
                  <a:pt x="0" y="26640"/>
                </a:moveTo>
                <a:lnTo>
                  <a:pt x="90576" y="0"/>
                </a:lnTo>
                <a:lnTo>
                  <a:pt x="181152" y="26640"/>
                </a:lnTo>
                <a:lnTo>
                  <a:pt x="181152" y="127872"/>
                </a:lnTo>
                <a:lnTo>
                  <a:pt x="90576" y="239760"/>
                </a:lnTo>
                <a:lnTo>
                  <a:pt x="0" y="127872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2914704" y="1476000"/>
            <a:ext cx="29304" cy="31968"/>
          </a:xfrm>
          <a:prstGeom prst="line">
            <a:avLst/>
          </a:prstGeom>
          <a:ln w="18648">
            <a:solidFill>
              <a:srgbClr val="D9D9D9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944008" y="1444032"/>
            <a:ext cx="50616" cy="63936"/>
          </a:xfrm>
          <a:prstGeom prst="line">
            <a:avLst/>
          </a:prstGeom>
          <a:ln w="18648">
            <a:solidFill>
              <a:srgbClr val="D9D9D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2016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CBD5E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36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바탕"/>
                <a:ea typeface="바탕"/>
              </a:rPr>
              <a:t>최민재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55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C9D8E8"/>
                </a:solidFill>
                <a:latin typeface="맑은 고딕"/>
                <a:ea typeface="맑은 고딕"/>
              </a:rPr>
              <a:t>과장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864000"/>
            <a:ext cx="230400" cy="14400"/>
          </a:xfrm>
          <a:prstGeom prst="rect">
            <a:avLst/>
          </a:prstGeom>
          <a:solidFill>
            <a:srgbClr val="93B0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044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C9D8E8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96000" y="1044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12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C9D8E8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96000" y="1212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381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C9D8E8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96000" y="1381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6991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97600" y="374400"/>
            <a:ext cx="244800" cy="324000"/>
          </a:xfrm>
          <a:custGeom>
            <a:avLst/>
            <a:gdLst/>
            <a:ahLst/>
            <a:cxnLst/>
            <a:rect l="l" t="t" r="r" b="b"/>
            <a:pathLst>
              <a:path w="244800" h="324000">
                <a:moveTo>
                  <a:pt x="0" y="36000"/>
                </a:moveTo>
                <a:lnTo>
                  <a:pt x="122400" y="0"/>
                </a:lnTo>
                <a:lnTo>
                  <a:pt x="244800" y="36000"/>
                </a:lnTo>
                <a:lnTo>
                  <a:pt x="244800" y="172800"/>
                </a:lnTo>
                <a:lnTo>
                  <a:pt x="122400" y="324000"/>
                </a:lnTo>
                <a:lnTo>
                  <a:pt x="0" y="1728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569600" y="540000"/>
            <a:ext cx="39600" cy="43200"/>
          </a:xfrm>
          <a:prstGeom prst="line">
            <a:avLst/>
          </a:prstGeom>
          <a:ln w="25200">
            <a:solidFill>
              <a:srgbClr val="737373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1609200" y="496800"/>
            <a:ext cx="68400" cy="86400"/>
          </a:xfrm>
          <a:prstGeom prst="line">
            <a:avLst/>
          </a:prstGeom>
          <a:ln w="25200">
            <a:solidFill>
              <a:srgbClr val="737373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96000" y="835200"/>
            <a:ext cx="2448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공정하고 투명하게 일합니다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76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FFFFFF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과장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