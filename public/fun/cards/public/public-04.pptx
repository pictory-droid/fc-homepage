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512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1584000" y="36000"/>
            <a:ext cx="1656000" cy="172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560"/>
              </a:lnSpc>
            </a:pPr>
            <a:r>
              <a:rPr sz="12800" b="1">
                <a:solidFill>
                  <a:srgbClr val="CB5978"/>
                </a:solidFill>
                <a:latin typeface="맑은 고딕"/>
                <a:ea typeface="맑은 고딕"/>
              </a:rPr>
              <a:t>최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EFCBD5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604800"/>
            <a:ext cx="1656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최민재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008000"/>
            <a:ext cx="1656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EFCBD5"/>
                </a:solidFill>
                <a:latin typeface="맑은 고딕"/>
                <a:ea typeface="맑은 고딕"/>
              </a:rPr>
              <a:t>과장</a:t>
            </a:r>
          </a:p>
        </p:txBody>
      </p:sp>
      <p:sp>
        <p:nvSpPr>
          <p:cNvPr id="6" name="Rectangle 5"/>
          <p:cNvSpPr/>
          <p:nvPr/>
        </p:nvSpPr>
        <p:spPr>
          <a:xfrm>
            <a:off x="252000" y="1231200"/>
            <a:ext cx="144000" cy="1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13500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EFCBD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83200" y="1339200"/>
            <a:ext cx="1296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472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EFCBD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583200" y="1461600"/>
            <a:ext cx="1296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948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EFCBD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83200" y="1584000"/>
            <a:ext cx="1296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E7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1200" y="295200"/>
            <a:ext cx="417600" cy="417600"/>
          </a:xfrm>
          <a:prstGeom prst="ellipse">
            <a:avLst/>
          </a:prstGeom>
          <a:solidFill>
            <a:srgbClr val="B512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1368000" y="324000"/>
            <a:ext cx="504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3769"/>
              </a:lnSpc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기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360000" y="820800"/>
            <a:ext cx="2520000" cy="1619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2"/>
              </a:lnSpc>
            </a:pPr>
            <a:r>
              <a:rPr sz="850" b="1" spc="200">
                <a:solidFill>
                  <a:srgbClr val="12151C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0000" y="1051200"/>
            <a:ext cx="180000" cy="14400"/>
          </a:xfrm>
          <a:prstGeom prst="rect">
            <a:avLst/>
          </a:prstGeom>
          <a:solidFill>
            <a:srgbClr val="B512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540000" y="1188000"/>
            <a:ext cx="216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501429"/>
                </a:solidFill>
                <a:latin typeface="맑은 고딕"/>
                <a:ea typeface="맑은 고딕"/>
              </a:rPr>
              <a:t>공정하고 투명하게 일합니다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과장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