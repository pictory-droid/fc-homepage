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7D8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C3A2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C3A29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7D8C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3A2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3A2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C3A2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E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1417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BBCB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1135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67F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041135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A0A1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2000" y="892800"/>
            <a:ext cx="637213" cy="208800"/>
          </a:xfrm>
          <a:prstGeom prst="roundRect">
            <a:avLst>
              <a:gd name="adj" fmla="val 50000"/>
            </a:avLst>
          </a:prstGeom>
          <a:solidFill>
            <a:srgbClr val="767F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52000" y="892800"/>
            <a:ext cx="637213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일자리 지원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BBBCBF"/>
                </a:solidFill>
                <a:latin typeface="맑은 고딕"/>
                <a:ea typeface="맑은 고딕"/>
              </a:rPr>
              <a:t>평일 09:00 – 17:30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