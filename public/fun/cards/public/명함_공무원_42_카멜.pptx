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3600" y="93600"/>
            <a:ext cx="3052800" cy="1612800"/>
          </a:xfrm>
          <a:prstGeom prst="rect">
            <a:avLst/>
          </a:prstGeom>
          <a:noFill/>
          <a:ln w="3600">
            <a:solidFill>
              <a:srgbClr val="E7D8C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2000" y="252000"/>
            <a:ext cx="79200" cy="79200"/>
          </a:xfrm>
          <a:prstGeom prst="rect">
            <a:avLst/>
          </a:prstGeom>
          <a:solidFill>
            <a:srgbClr val="A873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96000" y="2592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4C3A29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2000" y="446400"/>
            <a:ext cx="2736000" cy="0"/>
          </a:xfrm>
          <a:prstGeom prst="line">
            <a:avLst/>
          </a:prstGeom>
          <a:ln w="3600">
            <a:solidFill>
              <a:srgbClr val="E7D8C8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252000" y="9648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진OO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2168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4C3A29"/>
                </a:solidFill>
                <a:latin typeface="맑은 고딕"/>
                <a:ea typeface="맑은 고딕"/>
              </a:rPr>
              <a:t>팀장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00000" y="943200"/>
            <a:ext cx="0" cy="604800"/>
          </a:xfrm>
          <a:prstGeom prst="line">
            <a:avLst/>
          </a:prstGeom>
          <a:ln w="3600">
            <a:solidFill>
              <a:srgbClr val="E7D8C8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1944000" y="1033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C3A29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246400" y="10224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944000" y="1177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C3A29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246400" y="11664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944000" y="1321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C3A29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246400" y="13104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E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09600" y="237600"/>
            <a:ext cx="172800" cy="172800"/>
          </a:xfrm>
          <a:prstGeom prst="ellipse">
            <a:avLst/>
          </a:prstGeom>
          <a:solidFill>
            <a:srgbClr val="A0A1A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47400" y="289800"/>
            <a:ext cx="25200" cy="25200"/>
          </a:xfrm>
          <a:prstGeom prst="ellipse">
            <a:avLst/>
          </a:prstGeom>
          <a:solidFill>
            <a:srgbClr val="14171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19400" y="289800"/>
            <a:ext cx="25200" cy="25200"/>
          </a:xfrm>
          <a:prstGeom prst="ellipse">
            <a:avLst/>
          </a:prstGeom>
          <a:solidFill>
            <a:srgbClr val="14171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358788" y="342281"/>
            <a:ext cx="74424" cy="21319"/>
          </a:xfrm>
          <a:custGeom>
            <a:avLst/>
            <a:gdLst/>
            <a:ahLst/>
            <a:cxnLst/>
            <a:rect l="l" t="t" r="r" b="b"/>
            <a:pathLst>
              <a:path w="74424" h="21319">
                <a:moveTo>
                  <a:pt x="74424" y="0"/>
                </a:moveTo>
                <a:lnTo>
                  <a:pt x="68629" y="8643"/>
                </a:lnTo>
                <a:lnTo>
                  <a:pt x="59926" y="15460"/>
                </a:lnTo>
                <a:lnTo>
                  <a:pt x="49120" y="19819"/>
                </a:lnTo>
                <a:lnTo>
                  <a:pt x="37212" y="21319"/>
                </a:lnTo>
                <a:lnTo>
                  <a:pt x="25304" y="19819"/>
                </a:lnTo>
                <a:lnTo>
                  <a:pt x="14498" y="15460"/>
                </a:lnTo>
                <a:lnTo>
                  <a:pt x="5795" y="8643"/>
                </a:lnTo>
                <a:lnTo>
                  <a:pt x="0" y="0"/>
                </a:lnTo>
                <a:close/>
              </a:path>
            </a:pathLst>
          </a:custGeom>
          <a:noFill/>
          <a:ln w="9360">
            <a:solidFill>
              <a:srgbClr val="14171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576000" y="2952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BBBCBF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2000" y="612000"/>
            <a:ext cx="724335" cy="208800"/>
          </a:xfrm>
          <a:prstGeom prst="roundRect">
            <a:avLst>
              <a:gd name="adj" fmla="val 50000"/>
            </a:avLst>
          </a:prstGeom>
          <a:solidFill>
            <a:srgbClr val="A0A1A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612000"/>
            <a:ext cx="724335" cy="20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4171D"/>
                </a:solidFill>
                <a:latin typeface="맑은 고딕"/>
                <a:ea typeface="맑은 고딕"/>
              </a:rPr>
              <a:t>주민 서비스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41135" y="612000"/>
            <a:ext cx="637213" cy="208800"/>
          </a:xfrm>
          <a:prstGeom prst="roundRect">
            <a:avLst>
              <a:gd name="adj" fmla="val 50000"/>
            </a:avLst>
          </a:prstGeom>
          <a:solidFill>
            <a:srgbClr val="767F9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1041135" y="612000"/>
            <a:ext cx="637213" cy="20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지역 사업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43148" y="612000"/>
            <a:ext cx="637213" cy="208800"/>
          </a:xfrm>
          <a:prstGeom prst="roundRect">
            <a:avLst>
              <a:gd name="adj" fmla="val 50000"/>
            </a:avLst>
          </a:prstGeom>
          <a:solidFill>
            <a:srgbClr val="A0A1A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1743148" y="612000"/>
            <a:ext cx="637213" cy="20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4171D"/>
                </a:solidFill>
                <a:latin typeface="맑은 고딕"/>
                <a:ea typeface="맑은 고딕"/>
              </a:rPr>
              <a:t>환경 관리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2000" y="892800"/>
            <a:ext cx="637213" cy="208800"/>
          </a:xfrm>
          <a:prstGeom prst="roundRect">
            <a:avLst>
              <a:gd name="adj" fmla="val 50000"/>
            </a:avLst>
          </a:prstGeom>
          <a:solidFill>
            <a:srgbClr val="767F9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252000" y="892800"/>
            <a:ext cx="637213" cy="20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청년 지원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40000"/>
            <a:ext cx="273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BBBCBF"/>
                </a:solidFill>
                <a:latin typeface="맑은 고딕"/>
                <a:ea typeface="맑은 고딕"/>
              </a:rPr>
              <a:t>평일 09:00 – 17:30   ·   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팀장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