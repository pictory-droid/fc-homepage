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35D5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4514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54514A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635D5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4514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7E7BC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08A3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E7BC0"/>
          </a:solidFill>
          <a:ln w="5760">
            <a:solidFill>
              <a:srgbClr val="7E7B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7E7B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7E7B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7E7B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5F66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5F667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