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66B73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4171D"/>
                </a:solidFill>
                <a:latin typeface="맑은 고딕"/>
                <a:ea typeface="맑은 고딕"/>
              </a:rPr>
              <a:t>남OO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소방위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2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4B8B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C39C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9A5767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4B8B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9A5767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4B8B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9A5767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4B8B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9A5767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4B8B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9A5767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8D41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소방위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