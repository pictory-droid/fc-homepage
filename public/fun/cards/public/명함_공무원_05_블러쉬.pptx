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A04B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A04B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A04B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93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935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9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6F8E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74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6F8E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1F4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1F4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1F4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747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74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C374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C374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