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08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F8F2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86160" y="578880"/>
            <a:ext cx="221760" cy="322560"/>
          </a:xfrm>
          <a:custGeom>
            <a:avLst/>
            <a:gdLst/>
            <a:ahLst/>
            <a:cxnLst/>
            <a:rect l="l" t="t" r="r" b="b"/>
            <a:pathLst>
              <a:path w="221760" h="322560">
                <a:moveTo>
                  <a:pt x="0" y="0"/>
                </a:moveTo>
                <a:lnTo>
                  <a:pt x="221760" y="40320"/>
                </a:lnTo>
                <a:lnTo>
                  <a:pt x="221760" y="322560"/>
                </a:lnTo>
                <a:lnTo>
                  <a:pt x="0" y="282240"/>
                </a:lnTo>
                <a:close/>
              </a:path>
            </a:pathLst>
          </a:cu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728080" y="578880"/>
            <a:ext cx="221760" cy="322560"/>
          </a:xfrm>
          <a:custGeom>
            <a:avLst/>
            <a:gdLst/>
            <a:ahLst/>
            <a:cxnLst/>
            <a:rect l="l" t="t" r="r" b="b"/>
            <a:pathLst>
              <a:path w="221760" h="322560">
                <a:moveTo>
                  <a:pt x="221760" y="0"/>
                </a:moveTo>
                <a:lnTo>
                  <a:pt x="0" y="40320"/>
                </a:lnTo>
                <a:lnTo>
                  <a:pt x="0" y="322560"/>
                </a:lnTo>
                <a:lnTo>
                  <a:pt x="221760" y="2822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666666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복지담당</a:t>
            </a:r>
          </a:p>
        </p:txBody>
      </p:sp>
      <p:sp>
        <p:nvSpPr>
          <p:cNvPr id="8" name="Rectangle 7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F8F2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08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F8F2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63936" y="193248"/>
            <a:ext cx="69696" cy="101376"/>
          </a:xfrm>
          <a:custGeom>
            <a:avLst/>
            <a:gdLst/>
            <a:ahLst/>
            <a:cxnLst/>
            <a:rect l="l" t="t" r="r" b="b"/>
            <a:pathLst>
              <a:path w="69696" h="101376">
                <a:moveTo>
                  <a:pt x="0" y="0"/>
                </a:moveTo>
                <a:lnTo>
                  <a:pt x="69696" y="12672"/>
                </a:lnTo>
                <a:lnTo>
                  <a:pt x="69696" y="101376"/>
                </a:lnTo>
                <a:lnTo>
                  <a:pt x="0" y="88704"/>
                </a:lnTo>
                <a:close/>
              </a:path>
            </a:pathLst>
          </a:cu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39968" y="193248"/>
            <a:ext cx="69696" cy="101376"/>
          </a:xfrm>
          <a:custGeom>
            <a:avLst/>
            <a:gdLst/>
            <a:ahLst/>
            <a:cxnLst/>
            <a:rect l="l" t="t" r="r" b="b"/>
            <a:pathLst>
              <a:path w="69696" h="101376">
                <a:moveTo>
                  <a:pt x="69696" y="0"/>
                </a:moveTo>
                <a:lnTo>
                  <a:pt x="0" y="12672"/>
                </a:lnTo>
                <a:lnTo>
                  <a:pt x="0" y="101376"/>
                </a:lnTo>
                <a:lnTo>
                  <a:pt x="69696" y="8870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약속을 지키는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것이 신뢰입니다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F8F2C9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