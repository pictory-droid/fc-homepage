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DCE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4CC3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357D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약속을 지키는 것이 신뢰입니다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1F3B4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