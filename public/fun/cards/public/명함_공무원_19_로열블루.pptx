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류OO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66B73"/>
                </a:solidFill>
                <a:latin typeface="맑은 고딕"/>
                <a:ea typeface="맑은 고딕"/>
              </a:rPr>
              <a:t>복지담당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75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3CAB6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8A703C"/>
          </a:solidFill>
          <a:ln w="3600">
            <a:solidFill>
              <a:srgbClr val="98815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C2B4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8A703C"/>
          </a:solidFill>
          <a:ln w="3600">
            <a:solidFill>
              <a:srgbClr val="98815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D4A9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교통 안내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8A703C"/>
          </a:solidFill>
          <a:ln w="3600">
            <a:solidFill>
              <a:srgbClr val="98815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D4A9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일자리 지원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3CAB6"/>
                </a:solidFill>
                <a:latin typeface="맑은 고딕"/>
                <a:ea typeface="맑은 고딕"/>
              </a:rPr>
              <a:t>평일 09:00 – 18:00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복지담당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