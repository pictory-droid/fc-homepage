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민원담당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9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맡은 자리에서 성실을 다합니다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58A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