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4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FBF6F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40208"/>
            <a:ext cx="218592" cy="99792"/>
          </a:xfrm>
          <a:custGeom>
            <a:avLst/>
            <a:gdLst/>
            <a:ahLst/>
            <a:cxnLst/>
            <a:rect l="l" t="t" r="r" b="b"/>
            <a:pathLst>
              <a:path w="218592" h="99792">
                <a:moveTo>
                  <a:pt x="0" y="99792"/>
                </a:moveTo>
                <a:lnTo>
                  <a:pt x="109296" y="0"/>
                </a:lnTo>
                <a:lnTo>
                  <a:pt x="218592" y="99792"/>
                </a:lnTo>
                <a:close/>
              </a:path>
            </a:pathLst>
          </a:cu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9968" y="540000"/>
            <a:ext cx="152064" cy="99792"/>
          </a:xfrm>
          <a:prstGeom prst="rect">
            <a:avLst/>
          </a:prstGeom>
          <a:solidFill>
            <a:srgbClr val="C567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992" y="573264"/>
            <a:ext cx="38016" cy="66528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CF3F5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CF3F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CF3F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CF3F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4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C567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4080" y="1370160"/>
            <a:ext cx="231840" cy="105840"/>
          </a:xfrm>
          <a:custGeom>
            <a:avLst/>
            <a:gdLst/>
            <a:ahLst/>
            <a:cxnLst/>
            <a:rect l="l" t="t" r="r" b="b"/>
            <a:pathLst>
              <a:path w="231840" h="105840">
                <a:moveTo>
                  <a:pt x="0" y="105840"/>
                </a:moveTo>
                <a:lnTo>
                  <a:pt x="115920" y="0"/>
                </a:lnTo>
                <a:lnTo>
                  <a:pt x="231840" y="10584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9360" y="1476000"/>
            <a:ext cx="161280" cy="1058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59840" y="1511280"/>
            <a:ext cx="40320" cy="7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맡은 자리에서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성실을 다합니다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BF6F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