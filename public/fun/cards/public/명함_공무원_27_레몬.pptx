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E6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E600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C6411"/>
                </a:solidFill>
                <a:latin typeface="맑은 고딕"/>
                <a:ea typeface="맑은 고딕"/>
              </a:rPr>
              <a:t>행정주사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E60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641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C641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주민 서비스  ·  지역 사업  ·  안전 관리  ·  세무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