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525D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525D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525D7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989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989F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989F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6BBC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6BBC5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989F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6BBC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64912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B5B5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생활 복지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점심시간 12:00 – 13:00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