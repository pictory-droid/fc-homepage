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525D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525D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525D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989F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989F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989F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B6BBC5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황OO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B6BBC5"/>
                </a:solidFill>
                <a:latin typeface="맑은 고딕"/>
                <a:ea typeface="맑은 고딕"/>
              </a:rPr>
              <a:t>지도사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989F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6BBC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6BBC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6BBC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99024" y="947232"/>
            <a:ext cx="152064" cy="221184"/>
          </a:xfrm>
          <a:custGeom>
            <a:avLst/>
            <a:gdLst/>
            <a:ahLst/>
            <a:cxnLst/>
            <a:rect l="l" t="t" r="r" b="b"/>
            <a:pathLst>
              <a:path w="152064" h="221184">
                <a:moveTo>
                  <a:pt x="0" y="0"/>
                </a:moveTo>
                <a:lnTo>
                  <a:pt x="152064" y="27648"/>
                </a:lnTo>
                <a:lnTo>
                  <a:pt x="152064" y="221184"/>
                </a:lnTo>
                <a:lnTo>
                  <a:pt x="0" y="1935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64912" y="947232"/>
            <a:ext cx="152064" cy="221184"/>
          </a:xfrm>
          <a:custGeom>
            <a:avLst/>
            <a:gdLst/>
            <a:ahLst/>
            <a:cxnLst/>
            <a:rect l="l" t="t" r="r" b="b"/>
            <a:pathLst>
              <a:path w="152064" h="221184">
                <a:moveTo>
                  <a:pt x="152064" y="0"/>
                </a:moveTo>
                <a:lnTo>
                  <a:pt x="0" y="27648"/>
                </a:lnTo>
                <a:lnTo>
                  <a:pt x="0" y="221184"/>
                </a:lnTo>
                <a:lnTo>
                  <a:pt x="152064" y="193536"/>
                </a:lnTo>
                <a:close/>
              </a:path>
            </a:pathLst>
          </a:custGeom>
          <a:solidFill>
            <a:srgbClr val="B5B5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7" name="Oval 6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sp>
        <p:nvSpPr>
          <p:cNvPr id="9" name="Oval 8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998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청년 지원</a:t>
            </a:r>
          </a:p>
        </p:txBody>
      </p:sp>
      <p:sp>
        <p:nvSpPr>
          <p:cNvPr id="11" name="Oval 10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노인 복지</a:t>
            </a:r>
          </a:p>
        </p:txBody>
      </p:sp>
      <p:sp>
        <p:nvSpPr>
          <p:cNvPr id="13" name="Oval 12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998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세무 안내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점심시간 12:00 – 13:00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지도사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