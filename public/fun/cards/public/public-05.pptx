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6F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A04B6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A04B6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A04B6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293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2935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93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93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93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FF6F8E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3747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6F8E"/>
          </a:solidFill>
          <a:ln w="5760">
            <a:solidFill>
              <a:srgbClr val="FF6F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1F4"/>
          </a:solidFill>
          <a:ln w="5760">
            <a:solidFill>
              <a:srgbClr val="FF6F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1F4"/>
          </a:solidFill>
          <a:ln w="5760">
            <a:solidFill>
              <a:srgbClr val="FF6F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F1F4"/>
          </a:solidFill>
          <a:ln w="5760">
            <a:solidFill>
              <a:srgbClr val="FF6F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747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747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C374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C3747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