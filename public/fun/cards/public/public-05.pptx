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F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F8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935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293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9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9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9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C374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C374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시민의 하루가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편안하도록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374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