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7A8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B7FA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BFC7D2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B7FA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BFC7D2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B7FA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BFC7D2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B7FA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BFC7D2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