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088000" y="129600"/>
            <a:ext cx="1008000" cy="1540800"/>
          </a:xfrm>
          <a:prstGeom prst="roundRect">
            <a:avLst>
              <a:gd name="adj" fmla="val 10714"/>
            </a:avLst>
          </a:prstGeom>
          <a:solidFill>
            <a:srgbClr val="5E5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530800" y="241200"/>
            <a:ext cx="122400" cy="122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02000" y="212400"/>
            <a:ext cx="180000" cy="180000"/>
          </a:xfrm>
          <a:prstGeom prst="ellipse">
            <a:avLst/>
          </a:prstGeom>
          <a:noFill/>
          <a:ln w="504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2409840" y="625680"/>
            <a:ext cx="364320" cy="166320"/>
          </a:xfrm>
          <a:custGeom>
            <a:avLst/>
            <a:gdLst/>
            <a:ahLst/>
            <a:cxnLst/>
            <a:rect l="l" t="t" r="r" b="b"/>
            <a:pathLst>
              <a:path w="364320" h="166320">
                <a:moveTo>
                  <a:pt x="0" y="166320"/>
                </a:moveTo>
                <a:lnTo>
                  <a:pt x="182160" y="0"/>
                </a:lnTo>
                <a:lnTo>
                  <a:pt x="364320" y="16632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65280" y="792000"/>
            <a:ext cx="253440" cy="166320"/>
          </a:xfrm>
          <a:prstGeom prst="rect">
            <a:avLst/>
          </a:prstGeom>
          <a:solidFill>
            <a:srgbClr val="AEAC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0" y="847440"/>
            <a:ext cx="63360" cy="110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088000" y="1188000"/>
            <a:ext cx="1008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 spc="100">
                <a:solidFill>
                  <a:srgbClr val="FFFFFF"/>
                </a:solidFill>
                <a:latin typeface="맑은 고딕"/>
                <a:ea typeface="맑은 고딕"/>
              </a:rPr>
              <a:t>지도사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088000" y="1382400"/>
            <a:ext cx="1008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0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432000"/>
            <a:ext cx="1584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4171D"/>
                </a:solidFill>
                <a:latin typeface="맑은 고딕"/>
                <a:ea typeface="맑은 고딕"/>
              </a:rPr>
              <a:t>강OO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2000" y="770400"/>
            <a:ext cx="936000" cy="0"/>
          </a:xfrm>
          <a:prstGeom prst="line">
            <a:avLst/>
          </a:prstGeom>
          <a:ln w="7920">
            <a:solidFill>
              <a:srgbClr val="5E5A8C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252000" y="918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54400" y="907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062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54400" y="1051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54400" y="1195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7C93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복지 안내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99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환경 관리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0000" y="676800"/>
            <a:ext cx="0" cy="2304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62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청년 지원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676800"/>
            <a:ext cx="0" cy="2304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225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보육 지원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50000" y="676800"/>
            <a:ext cx="0" cy="2304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평일 09:00 – 17:30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BLOG  blog.example.com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지도사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