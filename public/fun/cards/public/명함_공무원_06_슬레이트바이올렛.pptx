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25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65280" y="792000"/>
            <a:ext cx="253440" cy="166320"/>
          </a:xfrm>
          <a:prstGeom prst="rect">
            <a:avLst/>
          </a:prstGeom>
          <a:solidFill>
            <a:srgbClr val="AEAC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0" y="847440"/>
            <a:ext cx="63360" cy="110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5E5A8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