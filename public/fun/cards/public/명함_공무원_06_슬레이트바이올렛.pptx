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09840" y="625680"/>
            <a:ext cx="364320" cy="166320"/>
          </a:xfrm>
          <a:custGeom>
            <a:avLst/>
            <a:gdLst/>
            <a:ahLst/>
            <a:cxnLst/>
            <a:rect l="l" t="t" r="r" b="b"/>
            <a:pathLst>
              <a:path w="364320" h="166320">
                <a:moveTo>
                  <a:pt x="0" y="166320"/>
                </a:moveTo>
                <a:lnTo>
                  <a:pt x="182160" y="0"/>
                </a:lnTo>
                <a:lnTo>
                  <a:pt x="364320" y="1663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65280" y="792000"/>
            <a:ext cx="253440" cy="166320"/>
          </a:xfrm>
          <a:prstGeom prst="rect">
            <a:avLst/>
          </a:prstGeom>
          <a:solidFill>
            <a:srgbClr val="AEAC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0" y="847440"/>
            <a:ext cx="63360" cy="110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5E5A8C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