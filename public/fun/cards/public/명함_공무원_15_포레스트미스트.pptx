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8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557E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4705A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C0CECC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36D74"/>
                </a:solidFill>
                <a:latin typeface="맑은 고딕"/>
                <a:ea typeface="맑은 고딕"/>
              </a:rPr>
              <a:t>담당관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D7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C0CECC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D7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C0CECC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D7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D8A7A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705A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F6672"/>
                </a:solidFill>
                <a:latin typeface="맑은 고딕"/>
                <a:ea typeface="맑은 고딕"/>
              </a:rPr>
              <a:t>방문 전 문의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F6672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