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8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557E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C0CEC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6D74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D7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C0CEC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D7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C0CEC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D7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D8A7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705A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