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FF3C6"/>
                </a:solidFill>
                <a:latin typeface="맑은 고딕"/>
                <a:ea typeface="맑은 고딕"/>
              </a:rPr>
              <a:t>유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5911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5911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59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59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59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한 걸음 더 찾아가는 행정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