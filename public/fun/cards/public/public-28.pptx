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0786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Freeform 3"/>
          <p:cNvSpPr/>
          <p:nvPr/>
        </p:nvSpPr>
        <p:spPr>
          <a:xfrm>
            <a:off x="315216" y="430704"/>
            <a:ext cx="161568" cy="213840"/>
          </a:xfrm>
          <a:custGeom>
            <a:avLst/>
            <a:gdLst/>
            <a:ahLst/>
            <a:cxnLst/>
            <a:rect l="l" t="t" r="r" b="b"/>
            <a:pathLst>
              <a:path w="161568" h="213840">
                <a:moveTo>
                  <a:pt x="0" y="23760"/>
                </a:moveTo>
                <a:lnTo>
                  <a:pt x="80784" y="0"/>
                </a:lnTo>
                <a:lnTo>
                  <a:pt x="161568" y="23760"/>
                </a:lnTo>
                <a:lnTo>
                  <a:pt x="161568" y="114048"/>
                </a:lnTo>
                <a:lnTo>
                  <a:pt x="80784" y="213840"/>
                </a:lnTo>
                <a:lnTo>
                  <a:pt x="0" y="114048"/>
                </a:lnTo>
                <a:close/>
              </a:path>
            </a:pathLst>
          </a:cu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362736" y="540000"/>
            <a:ext cx="26136" cy="28512"/>
          </a:xfrm>
          <a:prstGeom prst="line">
            <a:avLst/>
          </a:prstGeom>
          <a:ln w="16632">
            <a:solidFill>
              <a:srgbClr val="DBC8E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388872" y="511488"/>
            <a:ext cx="45144" cy="57024"/>
          </a:xfrm>
          <a:prstGeom prst="line">
            <a:avLst/>
          </a:prstGeom>
          <a:ln w="16632">
            <a:solidFill>
              <a:srgbClr val="DBC8E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03B91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143D21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03B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03B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03B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52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97600" y="374400"/>
            <a:ext cx="244800" cy="324000"/>
          </a:xfrm>
          <a:custGeom>
            <a:avLst/>
            <a:gdLst/>
            <a:ahLst/>
            <a:cxnLst/>
            <a:rect l="l" t="t" r="r" b="b"/>
            <a:pathLst>
              <a:path w="244800" h="324000">
                <a:moveTo>
                  <a:pt x="0" y="36000"/>
                </a:moveTo>
                <a:lnTo>
                  <a:pt x="122400" y="0"/>
                </a:lnTo>
                <a:lnTo>
                  <a:pt x="244800" y="36000"/>
                </a:lnTo>
                <a:lnTo>
                  <a:pt x="244800" y="172800"/>
                </a:lnTo>
                <a:lnTo>
                  <a:pt x="122400" y="324000"/>
                </a:lnTo>
                <a:lnTo>
                  <a:pt x="0" y="172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69600" y="540000"/>
            <a:ext cx="39600" cy="43200"/>
          </a:xfrm>
          <a:prstGeom prst="line">
            <a:avLst/>
          </a:prstGeom>
          <a:ln w="25200">
            <a:solidFill>
              <a:srgbClr val="73737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09200" y="496800"/>
            <a:ext cx="68400" cy="86400"/>
          </a:xfrm>
          <a:prstGeom prst="line">
            <a:avLst/>
          </a:prstGeom>
          <a:ln w="25200">
            <a:solidFill>
              <a:srgbClr val="73737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한 걸음 더 찾아가는 행정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