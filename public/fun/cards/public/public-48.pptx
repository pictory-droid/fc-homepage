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DBF3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공나래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민원담당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민원 상담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지역 사업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3A9B5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민원담당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