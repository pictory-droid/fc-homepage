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맡은 일을 내 일처럼 정성껏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