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33D9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E47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07859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3E47"/>
                </a:solidFill>
                <a:latin typeface="맑은 고딕"/>
                <a:ea typeface="맑은 고딕"/>
              </a:rPr>
              <a:t>소방위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07859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E4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E4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E4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