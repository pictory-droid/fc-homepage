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2E1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4803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061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9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A785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8459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C50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545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A7853A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E4634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