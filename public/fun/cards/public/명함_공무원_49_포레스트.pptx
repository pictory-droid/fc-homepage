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목태양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복지담당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F9D5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F9D5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F9D5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F9D5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