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08A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29120" y="701280"/>
            <a:ext cx="293760" cy="388800"/>
          </a:xfrm>
          <a:custGeom>
            <a:avLst/>
            <a:gdLst/>
            <a:ahLst/>
            <a:cxnLst/>
            <a:rect l="l" t="t" r="r" b="b"/>
            <a:pathLst>
              <a:path w="293760" h="388800">
                <a:moveTo>
                  <a:pt x="0" y="43200"/>
                </a:moveTo>
                <a:lnTo>
                  <a:pt x="146880" y="0"/>
                </a:lnTo>
                <a:lnTo>
                  <a:pt x="293760" y="43200"/>
                </a:lnTo>
                <a:lnTo>
                  <a:pt x="293760" y="207360"/>
                </a:lnTo>
                <a:lnTo>
                  <a:pt x="146880" y="388800"/>
                </a:lnTo>
                <a:lnTo>
                  <a:pt x="0" y="2073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15520" y="900000"/>
            <a:ext cx="47520" cy="51840"/>
          </a:xfrm>
          <a:prstGeom prst="line">
            <a:avLst/>
          </a:prstGeom>
          <a:ln w="30240">
            <a:solidFill>
              <a:srgbClr val="DBB2B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563040" y="848160"/>
            <a:ext cx="82080" cy="103680"/>
          </a:xfrm>
          <a:prstGeom prst="line">
            <a:avLst/>
          </a:prstGeom>
          <a:ln w="30240">
            <a:solidFill>
              <a:srgbClr val="DBB2B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7B62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7B62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17:30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