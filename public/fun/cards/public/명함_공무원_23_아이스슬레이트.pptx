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3E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68C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C465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C4651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5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AE1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5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AE1E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5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BC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1CBC4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