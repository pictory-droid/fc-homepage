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6C6411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C641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6C641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080000" cy="1080000"/>
          </a:xfrm>
          <a:custGeom>
            <a:avLst/>
            <a:gdLst/>
            <a:ahLst/>
            <a:cxnLst/>
            <a:rect l="l" t="t" r="r" b="b"/>
            <a:pathLst>
              <a:path w="1080000" h="1080000">
                <a:moveTo>
                  <a:pt x="0" y="0"/>
                </a:moveTo>
                <a:lnTo>
                  <a:pt x="1080000" y="0"/>
                </a:lnTo>
                <a:lnTo>
                  <a:pt x="1077688" y="70635"/>
                </a:lnTo>
                <a:lnTo>
                  <a:pt x="1070760" y="140968"/>
                </a:lnTo>
                <a:lnTo>
                  <a:pt x="1059248" y="210698"/>
                </a:lnTo>
                <a:lnTo>
                  <a:pt x="1043200" y="279525"/>
                </a:lnTo>
                <a:lnTo>
                  <a:pt x="1022685" y="347155"/>
                </a:lnTo>
                <a:lnTo>
                  <a:pt x="997790" y="413298"/>
                </a:lnTo>
                <a:lnTo>
                  <a:pt x="968623" y="477672"/>
                </a:lnTo>
                <a:lnTo>
                  <a:pt x="935307" y="540000"/>
                </a:lnTo>
                <a:lnTo>
                  <a:pt x="897987" y="600016"/>
                </a:lnTo>
                <a:lnTo>
                  <a:pt x="856822" y="657462"/>
                </a:lnTo>
                <a:lnTo>
                  <a:pt x="811987" y="712093"/>
                </a:lnTo>
                <a:lnTo>
                  <a:pt x="763675" y="763675"/>
                </a:lnTo>
                <a:lnTo>
                  <a:pt x="712093" y="811987"/>
                </a:lnTo>
                <a:lnTo>
                  <a:pt x="657462" y="856822"/>
                </a:lnTo>
                <a:lnTo>
                  <a:pt x="600016" y="897987"/>
                </a:lnTo>
                <a:lnTo>
                  <a:pt x="540000" y="935307"/>
                </a:lnTo>
                <a:lnTo>
                  <a:pt x="477672" y="968623"/>
                </a:lnTo>
                <a:lnTo>
                  <a:pt x="413298" y="997790"/>
                </a:lnTo>
                <a:lnTo>
                  <a:pt x="347155" y="1022685"/>
                </a:lnTo>
                <a:lnTo>
                  <a:pt x="279525" y="1043200"/>
                </a:lnTo>
                <a:lnTo>
                  <a:pt x="210698" y="1059248"/>
                </a:lnTo>
                <a:lnTo>
                  <a:pt x="140968" y="1070760"/>
                </a:lnTo>
                <a:lnTo>
                  <a:pt x="70635" y="1077688"/>
                </a:lnTo>
                <a:lnTo>
                  <a:pt x="0" y="108000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684000" cy="684000"/>
          </a:xfrm>
          <a:custGeom>
            <a:avLst/>
            <a:gdLst/>
            <a:ahLst/>
            <a:cxnLst/>
            <a:rect l="l" t="t" r="r" b="b"/>
            <a:pathLst>
              <a:path w="684000" h="684000">
                <a:moveTo>
                  <a:pt x="0" y="0"/>
                </a:moveTo>
                <a:lnTo>
                  <a:pt x="684000" y="0"/>
                </a:lnTo>
                <a:lnTo>
                  <a:pt x="682536" y="44736"/>
                </a:lnTo>
                <a:lnTo>
                  <a:pt x="678148" y="89280"/>
                </a:lnTo>
                <a:lnTo>
                  <a:pt x="670857" y="133442"/>
                </a:lnTo>
                <a:lnTo>
                  <a:pt x="660693" y="177032"/>
                </a:lnTo>
                <a:lnTo>
                  <a:pt x="647700" y="219865"/>
                </a:lnTo>
                <a:lnTo>
                  <a:pt x="631934" y="261755"/>
                </a:lnTo>
                <a:lnTo>
                  <a:pt x="613461" y="302525"/>
                </a:lnTo>
                <a:lnTo>
                  <a:pt x="592361" y="342000"/>
                </a:lnTo>
                <a:lnTo>
                  <a:pt x="568725" y="380010"/>
                </a:lnTo>
                <a:lnTo>
                  <a:pt x="542654" y="416393"/>
                </a:lnTo>
                <a:lnTo>
                  <a:pt x="514258" y="450993"/>
                </a:lnTo>
                <a:lnTo>
                  <a:pt x="483661" y="483661"/>
                </a:lnTo>
                <a:lnTo>
                  <a:pt x="450993" y="514258"/>
                </a:lnTo>
                <a:lnTo>
                  <a:pt x="416393" y="542654"/>
                </a:lnTo>
                <a:lnTo>
                  <a:pt x="380010" y="568725"/>
                </a:lnTo>
                <a:lnTo>
                  <a:pt x="342000" y="592361"/>
                </a:lnTo>
                <a:lnTo>
                  <a:pt x="302525" y="613461"/>
                </a:lnTo>
                <a:lnTo>
                  <a:pt x="261755" y="631934"/>
                </a:lnTo>
                <a:lnTo>
                  <a:pt x="219865" y="647700"/>
                </a:lnTo>
                <a:lnTo>
                  <a:pt x="177032" y="660693"/>
                </a:lnTo>
                <a:lnTo>
                  <a:pt x="133442" y="670857"/>
                </a:lnTo>
                <a:lnTo>
                  <a:pt x="89280" y="678148"/>
                </a:lnTo>
                <a:lnTo>
                  <a:pt x="44736" y="682536"/>
                </a:lnTo>
                <a:lnTo>
                  <a:pt x="0" y="684000"/>
                </a:lnTo>
                <a:close/>
              </a:path>
            </a:pathLst>
          </a:custGeom>
          <a:solidFill>
            <a:srgbClr val="F5F2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188000" y="1044000"/>
            <a:ext cx="180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투명한 절차, 따뜻한 마음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88000" y="1526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