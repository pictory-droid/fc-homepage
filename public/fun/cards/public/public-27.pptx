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E600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C6411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E60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64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C64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주민 서비스  ·  지역 사업  ·  안전 관리  ·  세무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