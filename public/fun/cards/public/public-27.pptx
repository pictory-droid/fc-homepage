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4752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BCF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C725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49562E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475285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4752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4956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C72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0" y="0"/>
                </a:moveTo>
                <a:lnTo>
                  <a:pt x="60192" y="10944"/>
                </a:lnTo>
                <a:lnTo>
                  <a:pt x="60192" y="87552"/>
                </a:lnTo>
                <a:lnTo>
                  <a:pt x="0" y="76608"/>
                </a:lnTo>
                <a:close/>
              </a:path>
            </a:pathLst>
          </a:custGeom>
          <a:solidFill>
            <a:srgbClr val="4752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622736" y="1509696"/>
            <a:ext cx="60192" cy="87552"/>
          </a:xfrm>
          <a:custGeom>
            <a:avLst/>
            <a:gdLst/>
            <a:ahLst/>
            <a:cxnLst/>
            <a:rect l="l" t="t" r="r" b="b"/>
            <a:pathLst>
              <a:path w="60192" h="87552">
                <a:moveTo>
                  <a:pt x="60192" y="0"/>
                </a:moveTo>
                <a:lnTo>
                  <a:pt x="0" y="10944"/>
                </a:lnTo>
                <a:lnTo>
                  <a:pt x="0" y="87552"/>
                </a:lnTo>
                <a:lnTo>
                  <a:pt x="60192" y="76608"/>
                </a:lnTo>
                <a:close/>
              </a:path>
            </a:pathLst>
          </a:custGeom>
          <a:solidFill>
            <a:srgbClr val="CBCF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43D21"/>
                </a:solidFill>
                <a:latin typeface="맑은 고딕"/>
                <a:ea typeface="맑은 고딕"/>
              </a:rPr>
              <a:t>투명한 절차, 따뜻한 마음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17B6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17B6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