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5E7D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7E9CC0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복지담당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E9C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B2C4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6C8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29120" y="701280"/>
            <a:ext cx="293760" cy="388800"/>
          </a:xfrm>
          <a:custGeom>
            <a:avLst/>
            <a:gdLst/>
            <a:ahLst/>
            <a:cxnLst/>
            <a:rect l="l" t="t" r="r" b="b"/>
            <a:pathLst>
              <a:path w="293760" h="388800">
                <a:moveTo>
                  <a:pt x="0" y="43200"/>
                </a:moveTo>
                <a:lnTo>
                  <a:pt x="146880" y="0"/>
                </a:lnTo>
                <a:lnTo>
                  <a:pt x="293760" y="43200"/>
                </a:lnTo>
                <a:lnTo>
                  <a:pt x="293760" y="207360"/>
                </a:lnTo>
                <a:lnTo>
                  <a:pt x="146880" y="388800"/>
                </a:lnTo>
                <a:lnTo>
                  <a:pt x="0" y="20736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15520" y="900000"/>
            <a:ext cx="47520" cy="51840"/>
          </a:xfrm>
          <a:prstGeom prst="line">
            <a:avLst/>
          </a:prstGeom>
          <a:ln w="30240">
            <a:solidFill>
              <a:srgbClr val="667384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563040" y="848160"/>
            <a:ext cx="82080" cy="103680"/>
          </a:xfrm>
          <a:prstGeom prst="line">
            <a:avLst/>
          </a:prstGeom>
          <a:ln w="30240">
            <a:solidFill>
              <a:srgbClr val="66738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64F2A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4150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복지 안내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2E6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4150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세무 안내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2E6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6C86A6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9475B"/>
                </a:solidFill>
                <a:latin typeface="맑은 고딕"/>
                <a:ea typeface="맑은 고딕"/>
              </a:rPr>
              <a:t>전화 · 메일 문의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복지담당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