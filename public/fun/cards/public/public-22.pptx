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9607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2064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0" y="0"/>
                </a:moveTo>
                <a:lnTo>
                  <a:pt x="95040" y="17280"/>
                </a:lnTo>
                <a:lnTo>
                  <a:pt x="95040" y="138240"/>
                </a:lnTo>
                <a:lnTo>
                  <a:pt x="0" y="120960"/>
                </a:lnTo>
                <a:close/>
              </a:path>
            </a:pathLst>
          </a:custGeom>
          <a:solidFill>
            <a:srgbClr val="4C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432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95040" y="0"/>
                </a:moveTo>
                <a:lnTo>
                  <a:pt x="0" y="17280"/>
                </a:lnTo>
                <a:lnTo>
                  <a:pt x="0" y="138240"/>
                </a:lnTo>
                <a:lnTo>
                  <a:pt x="95040" y="120960"/>
                </a:lnTo>
                <a:close/>
              </a:path>
            </a:pathLst>
          </a:custGeom>
          <a:solidFill>
            <a:srgbClr val="CDE0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285B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417B32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4C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1285B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9607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36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D6D6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안전한 일상을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지키는 사람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8D2E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