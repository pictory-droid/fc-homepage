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안전한 일상을 지키는 사람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0E3C3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