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C1D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28DAA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C1D9E7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B475E"/>
                </a:solidFill>
                <a:latin typeface="맑은 고딕"/>
                <a:ea typeface="맑은 고딕"/>
              </a:rPr>
              <a:t>팀장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C1D9E7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B475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B475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B475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C1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66B8A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724335" cy="208800"/>
          </a:xfrm>
          <a:prstGeom prst="roundRect">
            <a:avLst>
              <a:gd name="adj" fmla="val 50000"/>
            </a:avLst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72433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1135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3D7A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041135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43148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743148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0" y="8928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3D7A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2000" y="8928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청년 지원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4C525C"/>
                </a:solidFill>
                <a:latin typeface="맑은 고딕"/>
                <a:ea typeface="맑은 고딕"/>
              </a:rPr>
              <a:t>전화 · 메일 문의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