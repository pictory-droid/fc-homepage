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F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1D9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28DA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B475E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C1D9E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B475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B475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B475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C1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66B8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113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3D7A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04113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3D7A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C525C"/>
                </a:solidFill>
                <a:latin typeface="맑은 고딕"/>
                <a:ea typeface="맑은 고딕"/>
              </a:rPr>
              <a:t>전화 · 메일 문의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