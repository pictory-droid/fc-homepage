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D1ECE3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D1ECE3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D1ECE3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류하은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계장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33C6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92D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0E392D"/>
                </a:solidFill>
                <a:latin typeface="맑은 고딕"/>
                <a:ea typeface="맑은 고딕"/>
              </a:rPr>
              <a:t>평일 09:00 – 17:30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