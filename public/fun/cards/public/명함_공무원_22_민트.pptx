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C37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E3C37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0E3C37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