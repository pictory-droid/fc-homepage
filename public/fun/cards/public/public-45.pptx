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575852" cy="180000"/>
          </a:xfrm>
          <a:prstGeom prst="roundRect">
            <a:avLst>
              <a:gd name="adj" fmla="val 50000"/>
            </a:avLst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575852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C9D1E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C9D1E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오늘도 시민을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위해 출근합니다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9D1E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