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8E1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C665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5B2315"/>
                </a:solidFill>
                <a:latin typeface="바탕"/>
                <a:ea typeface="바탕"/>
              </a:rPr>
              <a:t>도아린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E4329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AE43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3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9352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오늘도 시민을 위해 출근합니다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D8BC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