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A2F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F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1E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A2F7A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A2F7A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A2F7A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1E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1E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C9D1E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C9D1E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