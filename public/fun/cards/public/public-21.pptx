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00C2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00C2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00C2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00C2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00C2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540000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00C2C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540000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2151C"/>
                </a:solidFill>
                <a:latin typeface="맑은 고딕"/>
                <a:ea typeface="맑은 고딕"/>
              </a:rPr>
              <a:t>주무관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문가영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C2C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0E3B4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민원 상담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20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안전 관리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00000" y="676800"/>
            <a:ext cx="0" cy="230400"/>
          </a:xfrm>
          <a:prstGeom prst="line">
            <a:avLst/>
          </a:prstGeom>
          <a:ln w="3600">
            <a:solidFill>
              <a:srgbClr val="077D7E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204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40000" y="676800"/>
            <a:ext cx="0" cy="230400"/>
          </a:xfrm>
          <a:prstGeom prst="line">
            <a:avLst/>
          </a:prstGeom>
          <a:ln w="3600">
            <a:solidFill>
              <a:srgbClr val="077D7E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077D7E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점심시간 12:00 – 13:00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INSTAGRAM  @아이디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0E3B4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주무관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