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52000" y="230400"/>
            <a:ext cx="575852" cy="180000"/>
          </a:xfrm>
          <a:prstGeom prst="roundRect">
            <a:avLst>
              <a:gd name="adj" fmla="val 50000"/>
            </a:avLst>
          </a:prstGeom>
          <a:solidFill>
            <a:srgbClr val="00C2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30400"/>
            <a:ext cx="575852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60"/>
              </a:lnSpc>
            </a:pPr>
            <a:r>
              <a:rPr sz="800" b="1">
                <a:solidFill>
                  <a:srgbClr val="12151C"/>
                </a:solidFill>
                <a:latin typeface="맑은 고딕"/>
                <a:ea typeface="맑은 고딕"/>
              </a:rPr>
              <a:t>주무관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568800"/>
            <a:ext cx="2520000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79"/>
              </a:lnSpc>
            </a:pPr>
            <a:r>
              <a:rPr sz="2400" b="1">
                <a:solidFill>
                  <a:srgbClr val="12151C"/>
                </a:solidFill>
                <a:latin typeface="맑은 고딕"/>
                <a:ea typeface="맑은 고딕"/>
              </a:rPr>
              <a:t>문가영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993600"/>
            <a:ext cx="2160000" cy="1524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0">
                <a:solidFill>
                  <a:srgbClr val="6B7280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1209600"/>
            <a:ext cx="2736000" cy="0"/>
          </a:xfrm>
          <a:prstGeom prst="line">
            <a:avLst/>
          </a:prstGeom>
          <a:ln w="5760">
            <a:solidFill>
              <a:srgbClr val="DCDFE4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12996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6B728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583200" y="1288800"/>
            <a:ext cx="1512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14292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6B728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583200" y="1418400"/>
            <a:ext cx="1512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52000" y="15588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6B728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583200" y="1548000"/>
            <a:ext cx="1512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C2C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91200" y="511200"/>
            <a:ext cx="57600" cy="57600"/>
          </a:xfrm>
          <a:prstGeom prst="ellipse">
            <a:avLst/>
          </a:prstGeom>
          <a:solidFill>
            <a:srgbClr val="1215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396000" y="684000"/>
            <a:ext cx="2448000" cy="50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39"/>
              </a:lnSpc>
            </a:pPr>
            <a:r>
              <a:rPr sz="1200" b="1">
                <a:solidFill>
                  <a:srgbClr val="12151C"/>
                </a:solidFill>
                <a:latin typeface="맑은 고딕"/>
                <a:ea typeface="맑은 고딕"/>
              </a:rPr>
              <a:t>공정한 기준으로 판단하겠습니다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360000" y="13392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300">
                <a:solidFill>
                  <a:srgbClr val="0E3B40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주무관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