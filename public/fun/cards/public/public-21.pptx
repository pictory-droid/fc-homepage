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DFC9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656805" y="219024"/>
            <a:ext cx="302390" cy="287590"/>
          </a:xfrm>
          <a:custGeom>
            <a:avLst/>
            <a:gdLst/>
            <a:ahLst/>
            <a:cxnLst/>
            <a:rect l="l" t="t" r="r" b="b"/>
            <a:pathLst>
              <a:path w="302390" h="287590">
                <a:moveTo>
                  <a:pt x="151195" y="0"/>
                </a:moveTo>
                <a:lnTo>
                  <a:pt x="189791" y="105853"/>
                </a:lnTo>
                <a:lnTo>
                  <a:pt x="302390" y="109850"/>
                </a:lnTo>
                <a:lnTo>
                  <a:pt x="213645" y="179267"/>
                </a:lnTo>
                <a:lnTo>
                  <a:pt x="244639" y="287590"/>
                </a:lnTo>
                <a:lnTo>
                  <a:pt x="151195" y="224640"/>
                </a:lnTo>
                <a:lnTo>
                  <a:pt x="57751" y="287590"/>
                </a:lnTo>
                <a:lnTo>
                  <a:pt x="88745" y="179267"/>
                </a:lnTo>
                <a:lnTo>
                  <a:pt x="0" y="109850"/>
                </a:lnTo>
                <a:lnTo>
                  <a:pt x="112599" y="105853"/>
                </a:lnTo>
                <a:close/>
              </a:path>
            </a:pathLst>
          </a:cu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1707A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29465B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D3F46"/>
                </a:solidFill>
                <a:latin typeface="맑은 고딕"/>
                <a:ea typeface="맑은 고딕"/>
              </a:rPr>
              <a:t>주무관</a:t>
            </a:r>
          </a:p>
        </p:txBody>
      </p:sp>
      <p:sp>
        <p:nvSpPr>
          <p:cNvPr id="8" name="Rectangle 7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D3F46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9465B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D3F46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9465B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D3F46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9465B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64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927022" y="171360"/>
            <a:ext cx="1385956" cy="1318122"/>
          </a:xfrm>
          <a:custGeom>
            <a:avLst/>
            <a:gdLst/>
            <a:ahLst/>
            <a:cxnLst/>
            <a:rect l="l" t="t" r="r" b="b"/>
            <a:pathLst>
              <a:path w="1385956" h="1318122">
                <a:moveTo>
                  <a:pt x="692978" y="0"/>
                </a:moveTo>
                <a:lnTo>
                  <a:pt x="869878" y="485158"/>
                </a:lnTo>
                <a:lnTo>
                  <a:pt x="1385956" y="503478"/>
                </a:lnTo>
                <a:lnTo>
                  <a:pt x="979208" y="821642"/>
                </a:lnTo>
                <a:lnTo>
                  <a:pt x="1121262" y="1318122"/>
                </a:lnTo>
                <a:lnTo>
                  <a:pt x="692978" y="1029600"/>
                </a:lnTo>
                <a:lnTo>
                  <a:pt x="264694" y="1318122"/>
                </a:lnTo>
                <a:lnTo>
                  <a:pt x="406748" y="821642"/>
                </a:lnTo>
                <a:lnTo>
                  <a:pt x="0" y="503478"/>
                </a:lnTo>
                <a:lnTo>
                  <a:pt x="516078" y="485158"/>
                </a:lnTo>
                <a:close/>
              </a:path>
            </a:pathLst>
          </a:custGeom>
          <a:solidFill>
            <a:srgbClr val="D3E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B648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공정한 기준으로 판단하겠습니다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D3E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D2DCE2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