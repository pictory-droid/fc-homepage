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6787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DFE1DF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DFE1DF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DFE1DF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고OO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팀장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6787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점심시간 12:00 – 13:00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D19A3A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지역 사업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075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859075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노인 복지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6149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66149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보육 지원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3224" y="943200"/>
            <a:ext cx="715984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073224" y="943200"/>
            <a:ext cx="715984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허가 · 신고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BLOG   blog.example.com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팀장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