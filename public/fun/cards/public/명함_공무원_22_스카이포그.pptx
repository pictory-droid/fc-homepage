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124000" y="0"/>
            <a:ext cx="1116000" cy="1800000"/>
          </a:xfrm>
          <a:custGeom>
            <a:avLst/>
            <a:gdLst/>
            <a:ahLst/>
            <a:cxnLst/>
            <a:rect l="l" t="t" r="r" b="b"/>
            <a:pathLst>
              <a:path w="1116000" h="1800000">
                <a:moveTo>
                  <a:pt x="360000" y="0"/>
                </a:moveTo>
                <a:lnTo>
                  <a:pt x="1116000" y="0"/>
                </a:lnTo>
                <a:lnTo>
                  <a:pt x="1116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6787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2044800" y="0"/>
            <a:ext cx="360000" cy="1800000"/>
          </a:xfrm>
          <a:prstGeom prst="line">
            <a:avLst/>
          </a:prstGeom>
          <a:ln w="3600">
            <a:solidFill>
              <a:srgbClr val="DFE1DF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965600" y="0"/>
            <a:ext cx="360000" cy="1800000"/>
          </a:xfrm>
          <a:prstGeom prst="line">
            <a:avLst/>
          </a:prstGeom>
          <a:ln w="3600">
            <a:solidFill>
              <a:srgbClr val="DFE1DF"/>
            </a:solidFill>
          </a:ln>
        </p:spPr>
      </p:cxnSp>
      <p:cxnSp>
        <p:nvCxnSpPr>
          <p:cNvPr id="5" name="Connector 4"/>
          <p:cNvCxnSpPr/>
          <p:nvPr/>
        </p:nvCxnSpPr>
        <p:spPr>
          <a:xfrm flipH="1">
            <a:off x="1886400" y="0"/>
            <a:ext cx="360000" cy="1800000"/>
          </a:xfrm>
          <a:prstGeom prst="line">
            <a:avLst/>
          </a:prstGeom>
          <a:ln w="3600">
            <a:solidFill>
              <a:srgbClr val="DFE1DF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252000" y="2520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2000" y="374400"/>
            <a:ext cx="126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고OO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팀장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000" y="1044000"/>
            <a:ext cx="129600" cy="14400"/>
          </a:xfrm>
          <a:prstGeom prst="rect">
            <a:avLst/>
          </a:prstGeom>
          <a:solidFill>
            <a:srgbClr val="6787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52000" y="11844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76000" y="11736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140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3032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43600"/>
            <a:ext cx="32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76000" y="14328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60000"/>
            <a:ext cx="2736000" cy="25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770400"/>
            <a:ext cx="2736000" cy="0"/>
          </a:xfrm>
          <a:prstGeom prst="line">
            <a:avLst/>
          </a:prstGeom>
          <a:ln w="8640">
            <a:solidFill>
              <a:srgbClr val="D19A3A"/>
            </a:solidFill>
          </a:ln>
        </p:spPr>
      </p:cxnSp>
      <p:sp>
        <p:nvSpPr>
          <p:cNvPr id="5" name="Rounded Rectangle 4"/>
          <p:cNvSpPr/>
          <p:nvPr/>
        </p:nvSpPr>
        <p:spPr>
          <a:xfrm>
            <a:off x="252000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9075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859075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노인 복지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6149" y="943200"/>
            <a:ext cx="556675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66149" y="943200"/>
            <a:ext cx="556675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보육 지원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3224" y="943200"/>
            <a:ext cx="715984" cy="180000"/>
          </a:xfrm>
          <a:prstGeom prst="roundRect">
            <a:avLst>
              <a:gd name="adj" fmla="val 50000"/>
            </a:avLst>
          </a:prstGeom>
          <a:noFill/>
          <a:ln w="3960">
            <a:solidFill>
              <a:srgbClr val="A7ABB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073224" y="943200"/>
            <a:ext cx="715984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허가 · 신고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368000"/>
            <a:ext cx="2736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A7ABB4"/>
                </a:solidFill>
                <a:latin typeface="맑은 고딕"/>
                <a:ea typeface="맑은 고딕"/>
              </a:rPr>
              <a:t>BLOG   blog.example.com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5120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팀장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