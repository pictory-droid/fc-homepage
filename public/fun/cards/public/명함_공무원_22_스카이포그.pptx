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6787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FE1DF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FE1DF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FE1D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팀장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6787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D19A3A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생활 복지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614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6614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3224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073224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BLOG   blog.example.com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