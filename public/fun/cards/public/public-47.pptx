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DE5F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DE5F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DE5F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170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환경 관리  ·  세무 안내  ·  허가 · 신고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