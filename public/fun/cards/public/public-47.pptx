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7650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2E8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B6E6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37261A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765037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B6E6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490544"/>
            <a:ext cx="125856" cy="57456"/>
          </a:xfrm>
          <a:custGeom>
            <a:avLst/>
            <a:gdLst/>
            <a:ahLst/>
            <a:cxnLst/>
            <a:rect l="l" t="t" r="r" b="b"/>
            <a:pathLst>
              <a:path w="125856" h="57456">
                <a:moveTo>
                  <a:pt x="0" y="57456"/>
                </a:moveTo>
                <a:lnTo>
                  <a:pt x="62928" y="0"/>
                </a:lnTo>
                <a:lnTo>
                  <a:pt x="125856" y="57456"/>
                </a:lnTo>
                <a:close/>
              </a:path>
            </a:pathLst>
          </a:cu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76224" y="1548000"/>
            <a:ext cx="87552" cy="57456"/>
          </a:xfrm>
          <a:prstGeom prst="rect">
            <a:avLst/>
          </a:prstGeom>
          <a:solidFill>
            <a:srgbClr val="F2E8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056" y="1567152"/>
            <a:ext cx="21888" cy="38304"/>
          </a:xfrm>
          <a:prstGeom prst="rect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478578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4785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22D24"/>
                </a:solidFill>
                <a:latin typeface="바탕"/>
                <a:ea typeface="바탕"/>
              </a:rPr>
              <a:t>공정과 상식을 지키겠습니다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C6E6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