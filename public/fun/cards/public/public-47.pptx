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DDE5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행정주사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4170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공정과 상식을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지키겠습니다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