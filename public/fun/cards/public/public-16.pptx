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1584000" y="36000"/>
            <a:ext cx="1656000" cy="172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560"/>
              </a:lnSpc>
            </a:pPr>
            <a:r>
              <a:rPr sz="12800" b="1">
                <a:solidFill>
                  <a:srgbClr val="D1DEF7"/>
                </a:solidFill>
                <a:latin typeface="맑은 고딕"/>
                <a:ea typeface="맑은 고딕"/>
              </a:rPr>
              <a:t>황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04800"/>
            <a:ext cx="165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황주원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08000"/>
            <a:ext cx="165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지도사</a:t>
            </a:r>
          </a:p>
        </p:txBody>
      </p:sp>
      <p:sp>
        <p:nvSpPr>
          <p:cNvPr id="6" name="Rectangle 5"/>
          <p:cNvSpPr/>
          <p:nvPr/>
        </p:nvSpPr>
        <p:spPr>
          <a:xfrm>
            <a:off x="252000" y="1231200"/>
            <a:ext cx="144000" cy="1800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350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3392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72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616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9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840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FFFFFF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쉽고 빠른 민원 처리를 약속합니다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669AFF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C7DAF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