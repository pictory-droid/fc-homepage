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42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06756" y="24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0D4E0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9D7D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742F4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B6273"/>
                </a:solidFill>
                <a:latin typeface="바탕"/>
                <a:ea typeface="바탕"/>
              </a:rPr>
              <a:t>쉽고 빠른 민원 처리를 약속합니다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B8517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B627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30255" y="282960"/>
            <a:ext cx="283490" cy="269616"/>
          </a:xfrm>
          <a:custGeom>
            <a:avLst/>
            <a:gdLst/>
            <a:ahLst/>
            <a:cxnLst/>
            <a:rect l="l" t="t" r="r" b="b"/>
            <a:pathLst>
              <a:path w="283490" h="269616">
                <a:moveTo>
                  <a:pt x="141745" y="0"/>
                </a:moveTo>
                <a:lnTo>
                  <a:pt x="177929" y="99237"/>
                </a:lnTo>
                <a:lnTo>
                  <a:pt x="283490" y="102984"/>
                </a:lnTo>
                <a:lnTo>
                  <a:pt x="200292" y="168063"/>
                </a:lnTo>
                <a:lnTo>
                  <a:pt x="229349" y="269616"/>
                </a:lnTo>
                <a:lnTo>
                  <a:pt x="141745" y="210600"/>
                </a:lnTo>
                <a:lnTo>
                  <a:pt x="54141" y="269616"/>
                </a:lnTo>
                <a:lnTo>
                  <a:pt x="83198" y="168063"/>
                </a:lnTo>
                <a:lnTo>
                  <a:pt x="0" y="102984"/>
                </a:lnTo>
                <a:lnTo>
                  <a:pt x="105561" y="99237"/>
                </a:lnTo>
                <a:close/>
              </a:path>
            </a:pathLst>
          </a:cu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