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9E8F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E82C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AC4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A5B9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06CB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567C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8C7A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567C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8C7A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AC4D6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979"/>
                </a:solidFill>
                <a:latin typeface="맑은 고딕"/>
                <a:ea typeface="맑은 고딕"/>
              </a:rPr>
              <a:t>방문 전 문의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