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C6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60D3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가까이에서 귀 기울이겠습니다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