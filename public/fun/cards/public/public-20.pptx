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DEEFD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DEEFD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DEEFD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DEEFD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DEEFD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DEEFD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DEEFD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DEEFD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DEEFD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DEEFD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DEEFD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DEEFD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DEEFD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DEEFD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DEEFD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DEEFD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DEEFD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DEEFD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DEEFD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DEEFD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6687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FE6D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EEFD2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EFD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EFD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EEFD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82080" y="1055520"/>
            <a:ext cx="195840" cy="259200"/>
          </a:xfrm>
          <a:custGeom>
            <a:avLst/>
            <a:gdLst/>
            <a:ahLst/>
            <a:cxnLst/>
            <a:rect l="l" t="t" r="r" b="b"/>
            <a:pathLst>
              <a:path w="195840" h="259200">
                <a:moveTo>
                  <a:pt x="0" y="28800"/>
                </a:moveTo>
                <a:lnTo>
                  <a:pt x="97920" y="0"/>
                </a:lnTo>
                <a:lnTo>
                  <a:pt x="195840" y="28800"/>
                </a:lnTo>
                <a:lnTo>
                  <a:pt x="195840" y="138240"/>
                </a:lnTo>
                <a:lnTo>
                  <a:pt x="97920" y="259200"/>
                </a:lnTo>
                <a:lnTo>
                  <a:pt x="0" y="138240"/>
                </a:lnTo>
                <a:close/>
              </a:path>
            </a:pathLst>
          </a:cu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839680" y="1188000"/>
            <a:ext cx="31680" cy="34560"/>
          </a:xfrm>
          <a:prstGeom prst="line">
            <a:avLst/>
          </a:prstGeom>
          <a:ln w="20160">
            <a:solidFill>
              <a:srgbClr val="66874F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2871360" y="1153440"/>
            <a:ext cx="54720" cy="69120"/>
          </a:xfrm>
          <a:prstGeom prst="line">
            <a:avLst/>
          </a:prstGeom>
          <a:ln w="20160">
            <a:solidFill>
              <a:srgbClr val="66874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97600" y="374400"/>
            <a:ext cx="244800" cy="324000"/>
          </a:xfrm>
          <a:custGeom>
            <a:avLst/>
            <a:gdLst/>
            <a:ahLst/>
            <a:cxnLst/>
            <a:rect l="l" t="t" r="r" b="b"/>
            <a:pathLst>
              <a:path w="244800" h="324000">
                <a:moveTo>
                  <a:pt x="0" y="36000"/>
                </a:moveTo>
                <a:lnTo>
                  <a:pt x="122400" y="0"/>
                </a:lnTo>
                <a:lnTo>
                  <a:pt x="244800" y="36000"/>
                </a:lnTo>
                <a:lnTo>
                  <a:pt x="244800" y="172800"/>
                </a:lnTo>
                <a:lnTo>
                  <a:pt x="122400" y="324000"/>
                </a:lnTo>
                <a:lnTo>
                  <a:pt x="0" y="1728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69600" y="540000"/>
            <a:ext cx="39600" cy="43200"/>
          </a:xfrm>
          <a:prstGeom prst="line">
            <a:avLst/>
          </a:prstGeom>
          <a:ln w="25200">
            <a:solidFill>
              <a:srgbClr val="E0E0E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09200" y="496800"/>
            <a:ext cx="68400" cy="86400"/>
          </a:xfrm>
          <a:prstGeom prst="line">
            <a:avLst/>
          </a:prstGeom>
          <a:ln w="25200">
            <a:solidFill>
              <a:srgbClr val="E0E0E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666666"/>
                </a:solidFill>
                <a:latin typeface="맑은 고딕"/>
                <a:ea typeface="맑은 고딕"/>
              </a:rPr>
              <a:t>가까이에서 귀 기울이겠습니다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6666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