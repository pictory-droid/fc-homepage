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85024" y="214848"/>
            <a:ext cx="317952" cy="145152"/>
          </a:xfrm>
          <a:custGeom>
            <a:avLst/>
            <a:gdLst/>
            <a:ahLst/>
            <a:cxnLst/>
            <a:rect l="l" t="t" r="r" b="b"/>
            <a:pathLst>
              <a:path w="317952" h="145152">
                <a:moveTo>
                  <a:pt x="0" y="145152"/>
                </a:moveTo>
                <a:lnTo>
                  <a:pt x="158976" y="0"/>
                </a:lnTo>
                <a:lnTo>
                  <a:pt x="317952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33408" y="360000"/>
            <a:ext cx="221184" cy="145152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16352" y="408384"/>
            <a:ext cx="55296" cy="96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바탕"/>
                <a:ea typeface="바탕"/>
              </a:rPr>
              <a:t>류하은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6707B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23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6263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85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D1DEF0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2138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필요한 도움을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정확히 연결합니다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B1B9C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