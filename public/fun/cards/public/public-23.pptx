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D1EC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33C6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필요한 도움을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정확히 연결합니다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0E392D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