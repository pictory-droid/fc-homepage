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EB6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1CBC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D1CBC4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4264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3F3F82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242643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24264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