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5C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25200">
            <a:solidFill>
              <a:srgbClr val="BEB6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73600" y="2736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1CBC4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73600" y="612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나OO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73600" y="864000"/>
            <a:ext cx="216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D1CBC4"/>
                </a:solidFill>
                <a:latin typeface="맑은 고딕"/>
                <a:ea typeface="맑은 고딕"/>
              </a:rPr>
              <a:t>소방위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00" y="1137600"/>
            <a:ext cx="144000" cy="18000"/>
          </a:xfrm>
          <a:prstGeom prst="rect">
            <a:avLst/>
          </a:prstGeom>
          <a:solidFill>
            <a:srgbClr val="D7AB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73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1CBC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73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73600" y="12600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1CBC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73600" y="13608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81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1CBC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81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42643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4171D"/>
                </a:solidFill>
                <a:latin typeface="맑은 고딕"/>
                <a:ea typeface="맑은 고딕"/>
              </a:rPr>
              <a:t>민원 상담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3F3F82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4171D"/>
                </a:solidFill>
                <a:latin typeface="맑은 고딕"/>
                <a:ea typeface="맑은 고딕"/>
              </a:rPr>
              <a:t>세무 안내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242643"/>
                </a:solidFill>
                <a:latin typeface="맑은 고딕"/>
                <a:ea typeface="맑은 고딕"/>
              </a:rPr>
              <a:t>점심시간 12:00 – 13:00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242643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소방위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