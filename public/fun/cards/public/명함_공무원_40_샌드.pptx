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EB6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CBC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D1CBC4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CB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4264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3F3F82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42643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4264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