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369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BAD3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3690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16F79"/>
                </a:solidFill>
                <a:latin typeface="바탕"/>
                <a:ea typeface="바탕"/>
              </a:rPr>
              <a:t>담당관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36909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36909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16F7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52AB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52AB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F6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민원 상담 안내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F62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