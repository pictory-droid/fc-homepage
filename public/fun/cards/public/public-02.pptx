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0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AFB1B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20640" y="413280"/>
            <a:ext cx="198720" cy="90720"/>
          </a:xfrm>
          <a:custGeom>
            <a:avLst/>
            <a:gdLst/>
            <a:ahLst/>
            <a:cxnLst/>
            <a:rect l="l" t="t" r="r" b="b"/>
            <a:pathLst>
              <a:path w="198720" h="90720">
                <a:moveTo>
                  <a:pt x="0" y="90720"/>
                </a:moveTo>
                <a:lnTo>
                  <a:pt x="99360" y="0"/>
                </a:lnTo>
                <a:lnTo>
                  <a:pt x="198720" y="90720"/>
                </a:lnTo>
                <a:close/>
              </a:path>
            </a:pathLst>
          </a:cu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0880" y="504000"/>
            <a:ext cx="138240" cy="90720"/>
          </a:xfrm>
          <a:prstGeom prst="rect">
            <a:avLst/>
          </a:prstGeom>
          <a:solidFill>
            <a:srgbClr val="3F44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2720" y="534240"/>
            <a:ext cx="34560" cy="60480"/>
          </a:xfrm>
          <a:prstGeom prst="rect">
            <a:avLst/>
          </a:pr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58CB8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FB1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B2041"/>
                </a:solidFill>
                <a:latin typeface="맑은 고딕"/>
                <a:ea typeface="맑은 고딕"/>
              </a:rPr>
              <a:t>맡은 일에 책임을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B2041"/>
                </a:solidFill>
                <a:latin typeface="맑은 고딕"/>
                <a:ea typeface="맑은 고딕"/>
              </a:rPr>
              <a:t>다하겠습니다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B6E8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