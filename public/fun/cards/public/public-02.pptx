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A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FA1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462F3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462F31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F3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F3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462F3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FF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맡은 일에 책임을</a:t>
            </a:r>
          </a:p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다하겠습니다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C414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