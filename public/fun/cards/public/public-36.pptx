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45360" y="249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24560" y="432000"/>
            <a:ext cx="43560" cy="47520"/>
          </a:xfrm>
          <a:prstGeom prst="line">
            <a:avLst/>
          </a:prstGeom>
          <a:ln w="27720">
            <a:solidFill>
              <a:srgbClr val="D5ECE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868120" y="384480"/>
            <a:ext cx="75240" cy="95040"/>
          </a:xfrm>
          <a:prstGeom prst="line">
            <a:avLst/>
          </a:prstGeom>
          <a:ln w="27720">
            <a:solidFill>
              <a:srgbClr val="D5ECE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3629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96F54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6766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97600" y="374400"/>
            <a:ext cx="244800" cy="324000"/>
          </a:xfrm>
          <a:custGeom>
            <a:avLst/>
            <a:gdLst/>
            <a:ahLst/>
            <a:cxnLst/>
            <a:rect l="l" t="t" r="r" b="b"/>
            <a:pathLst>
              <a:path w="244800" h="324000">
                <a:moveTo>
                  <a:pt x="0" y="36000"/>
                </a:moveTo>
                <a:lnTo>
                  <a:pt x="122400" y="0"/>
                </a:lnTo>
                <a:lnTo>
                  <a:pt x="244800" y="36000"/>
                </a:lnTo>
                <a:lnTo>
                  <a:pt x="244800" y="172800"/>
                </a:lnTo>
                <a:lnTo>
                  <a:pt x="122400" y="324000"/>
                </a:lnTo>
                <a:lnTo>
                  <a:pt x="0" y="172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69600" y="540000"/>
            <a:ext cx="39600" cy="432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09200" y="496800"/>
            <a:ext cx="68400" cy="864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책임지고 끝까지 챙기겠습니다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