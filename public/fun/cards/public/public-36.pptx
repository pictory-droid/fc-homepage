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B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FFD2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233A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선은호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C233A"/>
                </a:solidFill>
                <a:latin typeface="맑은 고딕"/>
                <a:ea typeface="맑은 고딕"/>
              </a:rPr>
              <a:t>지도사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233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FFC8D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233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FFC8D6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233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B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행정 지원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