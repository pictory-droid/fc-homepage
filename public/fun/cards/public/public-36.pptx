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FFD2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FFD2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FFD2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FFD2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FFD2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FFD2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FFD2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FFD2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FFD2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FFD2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FFD2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FFD2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FFD2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233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C233A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F3B6B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책임지고 끝까지 챙기겠습니다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FFC8D6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C233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