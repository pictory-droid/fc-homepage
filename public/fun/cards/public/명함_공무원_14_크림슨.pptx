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신태민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과장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E23D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967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883967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주민 서비스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5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6005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325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A3A9B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2325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교통 안내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과장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