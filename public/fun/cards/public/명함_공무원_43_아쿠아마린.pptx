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6CC4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1B2230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8F6E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지OO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F6672"/>
                </a:solidFill>
                <a:latin typeface="맑은 고딕"/>
                <a:ea typeface="맑은 고딕"/>
              </a:rPr>
              <a:t>계장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9E8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46914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C0CEC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11"/>
              </a:lnSpc>
            </a:pPr>
            <a:r>
              <a:rPr sz="560" b="1" spc="400">
                <a:solidFill>
                  <a:srgbClr val="46914C"/>
                </a:solidFill>
                <a:latin typeface="바탕"/>
                <a:ea typeface="바탕"/>
              </a:rPr>
              <a:t>담당 업무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512000" y="432000"/>
            <a:ext cx="216000" cy="0"/>
          </a:xfrm>
          <a:prstGeom prst="line">
            <a:avLst/>
          </a:prstGeom>
          <a:ln w="5040">
            <a:solidFill>
              <a:srgbClr val="46914C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360000" y="57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47"/>
              </a:lnSpc>
            </a:pPr>
            <a:r>
              <a:rPr sz="860" b="1" spc="100">
                <a:solidFill>
                  <a:srgbClr val="1B2230"/>
                </a:solidFill>
                <a:latin typeface="바탕"/>
                <a:ea typeface="바탕"/>
              </a:rPr>
              <a:t>주민 서비스  ·  안전 관리  ·  세무 안내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12000" y="1173600"/>
            <a:ext cx="216000" cy="0"/>
          </a:xfrm>
          <a:prstGeom prst="line">
            <a:avLst/>
          </a:prstGeom>
          <a:ln w="5040">
            <a:solidFill>
              <a:srgbClr val="46914C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26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636D71"/>
                </a:solidFill>
                <a:latin typeface="바탕"/>
                <a:ea typeface="바탕"/>
              </a:rPr>
              <a:t>민원 상담 안내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968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636D71"/>
                </a:solidFill>
                <a:latin typeface="바탕"/>
                <a:ea typeface="바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계장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