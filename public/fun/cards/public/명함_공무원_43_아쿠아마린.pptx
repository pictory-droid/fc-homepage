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6CC4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8F6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계장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8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4691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0CE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46914C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46914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주민 서비스  ·  안전 관리  ·  세무 안내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46914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36D71"/>
                </a:solidFill>
                <a:latin typeface="바탕"/>
                <a:ea typeface="바탕"/>
              </a:rPr>
              <a:t>민원 상담 안내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36D71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