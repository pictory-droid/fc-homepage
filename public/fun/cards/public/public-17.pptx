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1F5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EDB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EDB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DB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민원 상담  ·  안전 관리  ·  노인 복지  ·  보육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