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1F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D5DF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안예린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행정주사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4C7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함께 만드는 살기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좋은 우리 동네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CEDBF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