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7C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B091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FFFFFF"/>
                </a:solidFill>
                <a:latin typeface="맑은 고딕"/>
                <a:ea typeface="맑은 고딕"/>
              </a:rPr>
              <a:t>행정주사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Freeform 10"/>
          <p:cNvSpPr/>
          <p:nvPr/>
        </p:nvSpPr>
        <p:spPr>
          <a:xfrm>
            <a:off x="1573488" y="1485072"/>
            <a:ext cx="93024" cy="123120"/>
          </a:xfrm>
          <a:custGeom>
            <a:avLst/>
            <a:gdLst/>
            <a:ahLst/>
            <a:cxnLst/>
            <a:rect l="l" t="t" r="r" b="b"/>
            <a:pathLst>
              <a:path w="93024" h="123120">
                <a:moveTo>
                  <a:pt x="0" y="13680"/>
                </a:moveTo>
                <a:lnTo>
                  <a:pt x="46512" y="0"/>
                </a:lnTo>
                <a:lnTo>
                  <a:pt x="93024" y="13680"/>
                </a:lnTo>
                <a:lnTo>
                  <a:pt x="93024" y="65664"/>
                </a:lnTo>
                <a:lnTo>
                  <a:pt x="46512" y="123120"/>
                </a:lnTo>
                <a:lnTo>
                  <a:pt x="0" y="65664"/>
                </a:lnTo>
                <a:close/>
              </a:path>
            </a:pathLst>
          </a:cu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600848" y="1548000"/>
            <a:ext cx="15048" cy="16416"/>
          </a:xfrm>
          <a:prstGeom prst="line">
            <a:avLst/>
          </a:prstGeom>
          <a:ln w="9576">
            <a:solidFill>
              <a:srgbClr val="B09149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1615896" y="1531584"/>
            <a:ext cx="25992" cy="32832"/>
          </a:xfrm>
          <a:prstGeom prst="line">
            <a:avLst/>
          </a:prstGeom>
          <a:ln w="9576">
            <a:solidFill>
              <a:srgbClr val="B0914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7C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함께 만드는 살기 좋은 우리 동네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F5E9CC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7" name="Freeform 6"/>
          <p:cNvSpPr/>
          <p:nvPr/>
        </p:nvSpPr>
        <p:spPr>
          <a:xfrm>
            <a:off x="1558800" y="241200"/>
            <a:ext cx="122400" cy="162000"/>
          </a:xfrm>
          <a:custGeom>
            <a:avLst/>
            <a:gdLst/>
            <a:ahLst/>
            <a:cxnLst/>
            <a:rect l="l" t="t" r="r" b="b"/>
            <a:pathLst>
              <a:path w="122400" h="162000">
                <a:moveTo>
                  <a:pt x="0" y="18000"/>
                </a:moveTo>
                <a:lnTo>
                  <a:pt x="61200" y="0"/>
                </a:lnTo>
                <a:lnTo>
                  <a:pt x="122400" y="18000"/>
                </a:lnTo>
                <a:lnTo>
                  <a:pt x="122400" y="86400"/>
                </a:lnTo>
                <a:lnTo>
                  <a:pt x="61200" y="162000"/>
                </a:lnTo>
                <a:lnTo>
                  <a:pt x="0" y="86400"/>
                </a:lnTo>
                <a:close/>
              </a:path>
            </a:pathLst>
          </a:cu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94800" y="324000"/>
            <a:ext cx="19800" cy="21600"/>
          </a:xfrm>
          <a:prstGeom prst="line">
            <a:avLst/>
          </a:prstGeom>
          <a:ln w="12600">
            <a:solidFill>
              <a:srgbClr val="B09149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614600" y="302400"/>
            <a:ext cx="34200" cy="43200"/>
          </a:xfrm>
          <a:prstGeom prst="line">
            <a:avLst/>
          </a:prstGeom>
          <a:ln w="12600">
            <a:solidFill>
              <a:srgbClr val="B09149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