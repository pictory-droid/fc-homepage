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CF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BECAE1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273859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3F63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3F63A8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송OO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73859"/>
                </a:solidFill>
                <a:latin typeface="맑은 고딕"/>
                <a:ea typeface="맑은 고딕"/>
              </a:rPr>
              <a:t>민원담당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BECAE1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738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738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738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EB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45907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BED1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459070"/>
                </a:solidFill>
                <a:latin typeface="바탕"/>
                <a:ea typeface="바탕"/>
              </a:rPr>
              <a:t>담당 업무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459070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1B2230"/>
                </a:solidFill>
                <a:latin typeface="바탕"/>
                <a:ea typeface="바탕"/>
              </a:rPr>
              <a:t>문화 · 체육  ·  노인 복지  ·  보육 지원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459070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26E74"/>
                </a:solidFill>
                <a:latin typeface="바탕"/>
                <a:ea typeface="바탕"/>
              </a:rPr>
              <a:t>전화 · 메일 문의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26E74"/>
                </a:solidFill>
                <a:latin typeface="바탕"/>
                <a:ea typeface="바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민원담당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