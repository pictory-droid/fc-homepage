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7F8466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569293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569293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569293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5692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2F494D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배OO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540000" cy="158400"/>
          </a:xfrm>
          <a:prstGeom prst="roundRect">
            <a:avLst>
              <a:gd name="adj" fmla="val 50000"/>
            </a:avLst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540000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지도사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5692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5692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5692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64631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D0ACA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D0ACA2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D0ACA2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D0ACA2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D0ACA2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D0ACA2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D0ACA2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D0ACA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DDC4BD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D0ACA2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복지 안내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일자리 지원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생활 복지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보육 지원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DDC4BD"/>
                </a:solidFill>
                <a:latin typeface="맑은 고딕"/>
                <a:ea typeface="맑은 고딕"/>
              </a:rPr>
              <a:t>평일 09:00 – 18:00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지도사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