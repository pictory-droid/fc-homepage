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3F3F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4A3B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3F3F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4A3B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3F3F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4A3B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3F3F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4A3B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3F3F8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4A3B33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조OO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행정주사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5F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7CCD0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55858F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B7CCD0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B7CCD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행정주사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