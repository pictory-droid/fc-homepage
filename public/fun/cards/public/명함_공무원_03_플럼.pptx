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3C404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60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4CCD6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ACB7C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94BDB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94BDB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ACB7C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4CCD6"/>
                </a:solidFill>
                <a:latin typeface="맑은 고딕"/>
                <a:ea typeface="맑은 고딕"/>
              </a:rPr>
              <a:t>점심시간 12:00 – 13:00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