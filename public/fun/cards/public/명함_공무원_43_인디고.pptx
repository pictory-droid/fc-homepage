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4A3A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A3A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계장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6E6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7D4FF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7D4FF"/>
                </a:solidFill>
                <a:latin typeface="맑은 고딕"/>
                <a:ea typeface="맑은 고딕"/>
              </a:rPr>
              <a:t>평일 09:00 – 18:00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