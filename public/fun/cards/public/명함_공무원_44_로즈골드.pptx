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6D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0BFC3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462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4626E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A6670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4626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87C96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A667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6E7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FF4F7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77A6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FF4F7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FF4F7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FF4F7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77A6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민원 상담 안내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