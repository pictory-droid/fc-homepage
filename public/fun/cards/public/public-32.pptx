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구민아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C3519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C351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C351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C351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C351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FFD5BD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행정 지원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6A1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