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3519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351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FFD5B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C351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FFD5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C351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FFD5B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C351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FFD5B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원칙을 지키며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사람을 살핍니다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