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50912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2654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25A1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25A1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25A1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25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사명감으로 일합니다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5EEE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8DF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5EEE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