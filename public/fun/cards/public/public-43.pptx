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200" y="475200"/>
            <a:ext cx="849600" cy="849600"/>
          </a:xfrm>
          <a:prstGeom prst="ellipse">
            <a:avLst/>
          </a:prstGeom>
          <a:solidFill>
            <a:srgbClr val="E6E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7200" y="475200"/>
            <a:ext cx="849600" cy="849600"/>
          </a:xfrm>
          <a:prstGeom prst="ellipse">
            <a:avLst/>
          </a:prstGeom>
          <a:solidFill>
            <a:srgbClr val="4A3A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692000" y="22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92000" y="54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92000" y="943200"/>
            <a:ext cx="1368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계장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2000" y="1195200"/>
            <a:ext cx="144000" cy="18000"/>
          </a:xfrm>
          <a:prstGeom prst="rect">
            <a:avLst/>
          </a:prstGeom>
          <a:solidFill>
            <a:srgbClr val="4A3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9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2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9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2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9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2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6E6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사명감으로 일합니다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D7D4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