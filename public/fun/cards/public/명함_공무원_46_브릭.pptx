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60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1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1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B0BD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DB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0CCC9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