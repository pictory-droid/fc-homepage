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A040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원OO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지도사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60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81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81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복지 안내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지역 사업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보육 지원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B0BD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BDB7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FFFFFF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D0CCC9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