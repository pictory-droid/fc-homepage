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0" y="576000"/>
            <a:ext cx="720000" cy="1224000"/>
          </a:xfrm>
          <a:prstGeom prst="rect">
            <a:avLst/>
          </a:prstGeom>
          <a:solidFill>
            <a:srgbClr val="6675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0" y="216000"/>
            <a:ext cx="720000" cy="360000"/>
          </a:xfrm>
          <a:custGeom>
            <a:avLst/>
            <a:gdLst/>
            <a:ahLst/>
            <a:cxnLst/>
            <a:rect l="l" t="t" r="r" b="b"/>
            <a:pathLst>
              <a:path w="720000" h="360000">
                <a:moveTo>
                  <a:pt x="0" y="360000"/>
                </a:moveTo>
                <a:lnTo>
                  <a:pt x="3080" y="313011"/>
                </a:lnTo>
                <a:lnTo>
                  <a:pt x="12267" y="266825"/>
                </a:lnTo>
                <a:lnTo>
                  <a:pt x="27403" y="222234"/>
                </a:lnTo>
                <a:lnTo>
                  <a:pt x="48231" y="180000"/>
                </a:lnTo>
                <a:lnTo>
                  <a:pt x="74393" y="140846"/>
                </a:lnTo>
                <a:lnTo>
                  <a:pt x="105442" y="105442"/>
                </a:lnTo>
                <a:lnTo>
                  <a:pt x="140846" y="74393"/>
                </a:lnTo>
                <a:lnTo>
                  <a:pt x="180000" y="48231"/>
                </a:lnTo>
                <a:lnTo>
                  <a:pt x="222234" y="27403"/>
                </a:lnTo>
                <a:lnTo>
                  <a:pt x="266825" y="12267"/>
                </a:lnTo>
                <a:lnTo>
                  <a:pt x="313011" y="3080"/>
                </a:lnTo>
                <a:lnTo>
                  <a:pt x="360000" y="0"/>
                </a:lnTo>
                <a:lnTo>
                  <a:pt x="406989" y="3080"/>
                </a:lnTo>
                <a:lnTo>
                  <a:pt x="453175" y="12267"/>
                </a:lnTo>
                <a:lnTo>
                  <a:pt x="497766" y="27403"/>
                </a:lnTo>
                <a:lnTo>
                  <a:pt x="540000" y="48231"/>
                </a:lnTo>
                <a:lnTo>
                  <a:pt x="579154" y="74393"/>
                </a:lnTo>
                <a:lnTo>
                  <a:pt x="614558" y="105442"/>
                </a:lnTo>
                <a:lnTo>
                  <a:pt x="645607" y="140846"/>
                </a:lnTo>
                <a:lnTo>
                  <a:pt x="671769" y="180000"/>
                </a:lnTo>
                <a:lnTo>
                  <a:pt x="692597" y="222234"/>
                </a:lnTo>
                <a:lnTo>
                  <a:pt x="707733" y="266825"/>
                </a:lnTo>
                <a:lnTo>
                  <a:pt x="716920" y="313011"/>
                </a:lnTo>
                <a:lnTo>
                  <a:pt x="720000" y="360000"/>
                </a:lnTo>
                <a:close/>
              </a:path>
            </a:pathLst>
          </a:custGeom>
          <a:solidFill>
            <a:srgbClr val="6675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354400" y="943200"/>
            <a:ext cx="158400" cy="230400"/>
          </a:xfrm>
          <a:custGeom>
            <a:avLst/>
            <a:gdLst/>
            <a:ahLst/>
            <a:cxnLst/>
            <a:rect l="l" t="t" r="r" b="b"/>
            <a:pathLst>
              <a:path w="158400" h="230400">
                <a:moveTo>
                  <a:pt x="0" y="0"/>
                </a:moveTo>
                <a:lnTo>
                  <a:pt x="158400" y="28800"/>
                </a:lnTo>
                <a:lnTo>
                  <a:pt x="158400" y="230400"/>
                </a:lnTo>
                <a:lnTo>
                  <a:pt x="0" y="2016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2527200" y="943200"/>
            <a:ext cx="158400" cy="230400"/>
          </a:xfrm>
          <a:custGeom>
            <a:avLst/>
            <a:gdLst/>
            <a:ahLst/>
            <a:cxnLst/>
            <a:rect l="l" t="t" r="r" b="b"/>
            <a:pathLst>
              <a:path w="158400" h="230400">
                <a:moveTo>
                  <a:pt x="158400" y="0"/>
                </a:moveTo>
                <a:lnTo>
                  <a:pt x="0" y="28800"/>
                </a:lnTo>
                <a:lnTo>
                  <a:pt x="0" y="230400"/>
                </a:lnTo>
                <a:lnTo>
                  <a:pt x="158400" y="201600"/>
                </a:lnTo>
                <a:close/>
              </a:path>
            </a:pathLst>
          </a:custGeom>
          <a:solidFill>
            <a:srgbClr val="B2BA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3B4357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윤OO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3B4357"/>
                </a:solidFill>
                <a:latin typeface="맑은 고딕"/>
                <a:ea typeface="맑은 고딕"/>
              </a:rPr>
              <a:t>민원담당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44800"/>
            <a:ext cx="1260000" cy="0"/>
          </a:xfrm>
          <a:prstGeom prst="line">
            <a:avLst/>
          </a:prstGeom>
          <a:ln w="3600">
            <a:solidFill>
              <a:srgbClr val="DADFEA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27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B4357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54400" y="1216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35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B4357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54400" y="133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472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B4357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54400" y="14616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488A8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FFFFFF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담당 업무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복지 안내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지역 사업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허가 · 신고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A7ABB4"/>
                </a:solidFill>
                <a:latin typeface="맑은 고딕"/>
                <a:ea typeface="맑은 고딕"/>
              </a:rPr>
              <a:t>평일 09:00 – 18:00   |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민원담당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