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6675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6675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B2B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4357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4357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ADFE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435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88A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