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683803" cy="1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683803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복지담당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</a:rPr>
              <a:t>장서연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BFDD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66AD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BFDDF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BFDDF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BFDDF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2151C"/>
                </a:solidFill>
                <a:latin typeface="맑은 고딕"/>
                <a:ea typeface="맑은 고딕"/>
              </a:rPr>
              <a:t>신뢰받는 행정을 만들어 갑니다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복지담당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