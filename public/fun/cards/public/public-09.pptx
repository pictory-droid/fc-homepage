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66A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622002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622002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복지담당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FDD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66ADF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FDDF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FDDF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FDDF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66ADF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66AD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77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77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77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0077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