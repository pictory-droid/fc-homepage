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4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C0A6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46640" y="488160"/>
            <a:ext cx="342720" cy="453600"/>
          </a:xfrm>
          <a:custGeom>
            <a:avLst/>
            <a:gdLst/>
            <a:ahLst/>
            <a:cxnLst/>
            <a:rect l="l" t="t" r="r" b="b"/>
            <a:pathLst>
              <a:path w="342720" h="453600">
                <a:moveTo>
                  <a:pt x="0" y="50400"/>
                </a:moveTo>
                <a:lnTo>
                  <a:pt x="171360" y="0"/>
                </a:lnTo>
                <a:lnTo>
                  <a:pt x="342720" y="50400"/>
                </a:lnTo>
                <a:lnTo>
                  <a:pt x="342720" y="241920"/>
                </a:lnTo>
                <a:lnTo>
                  <a:pt x="171360" y="45360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647440" y="720000"/>
            <a:ext cx="55440" cy="60480"/>
          </a:xfrm>
          <a:prstGeom prst="line">
            <a:avLst/>
          </a:prstGeom>
          <a:ln w="3528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702880" y="659520"/>
            <a:ext cx="95760" cy="120960"/>
          </a:xfrm>
          <a:prstGeom prst="line">
            <a:avLst/>
          </a:prstGeom>
          <a:ln w="35280">
            <a:solidFill>
              <a:srgbClr val="FFFF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6AF72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C0A6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6AF7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6AF7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6AF7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A7842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44212"/>
                </a:solidFill>
                <a:latin typeface="맑은 고딕"/>
                <a:ea typeface="맑은 고딕"/>
              </a:rPr>
              <a:t>신뢰받는 행정을 만들어 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A78425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96E5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F9F0D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F9F0DB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