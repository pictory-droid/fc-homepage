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BD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3600" y="93600"/>
            <a:ext cx="3052800" cy="1612800"/>
          </a:xfrm>
          <a:prstGeom prst="rect">
            <a:avLst/>
          </a:prstGeom>
          <a:noFill/>
          <a:ln w="25200">
            <a:solidFill>
              <a:srgbClr val="5866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73600" y="2736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8F6A45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73600" y="612000"/>
            <a:ext cx="216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1B2230"/>
                </a:solidFill>
                <a:latin typeface="맑은 고딕"/>
                <a:ea typeface="맑은 고딕"/>
              </a:rPr>
              <a:t>나OO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73600" y="864000"/>
            <a:ext cx="2160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4B5869"/>
                </a:solidFill>
                <a:latin typeface="맑은 고딕"/>
                <a:ea typeface="맑은 고딕"/>
              </a:rPr>
              <a:t>소방위</a:t>
            </a:r>
          </a:p>
        </p:txBody>
      </p:sp>
      <p:sp>
        <p:nvSpPr>
          <p:cNvPr id="6" name="Rectangle 5"/>
          <p:cNvSpPr/>
          <p:nvPr/>
        </p:nvSpPr>
        <p:spPr>
          <a:xfrm>
            <a:off x="273600" y="1137600"/>
            <a:ext cx="144000" cy="18000"/>
          </a:xfrm>
          <a:prstGeom prst="rect">
            <a:avLst/>
          </a:prstGeom>
          <a:solidFill>
            <a:srgbClr val="8A79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73600" y="12600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B5869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73600" y="1360800"/>
            <a:ext cx="90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173600" y="1260000"/>
            <a:ext cx="100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B5869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173600" y="13608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181600" y="12600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B5869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181600" y="1360800"/>
            <a:ext cx="90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400" cy="1800000"/>
          </a:xfrm>
          <a:prstGeom prst="rect">
            <a:avLst/>
          </a:prstGeom>
          <a:solidFill>
            <a:srgbClr val="8A79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088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3887CD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360000"/>
            <a:ext cx="2016000" cy="28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>
                <a:solidFill>
                  <a:srgbClr val="1B2230"/>
                </a:solidFill>
                <a:latin typeface="맑은 고딕"/>
                <a:ea typeface="맑은 고딕"/>
              </a:rPr>
              <a:t>민원 상담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655200"/>
            <a:ext cx="2016000" cy="28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>
                <a:solidFill>
                  <a:srgbClr val="8A7968"/>
                </a:solidFill>
                <a:latin typeface="맑은 고딕"/>
                <a:ea typeface="맑은 고딕"/>
              </a:rPr>
              <a:t>주민 서비스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950400"/>
            <a:ext cx="2016000" cy="28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>
                <a:solidFill>
                  <a:srgbClr val="1B2230"/>
                </a:solidFill>
                <a:latin typeface="맑은 고딕"/>
                <a:ea typeface="맑은 고딕"/>
              </a:rPr>
              <a:t>세무 안내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376000" y="13680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414043"/>
                </a:solidFill>
                <a:latin typeface="맑은 고딕"/>
                <a:ea typeface="맑은 고딕"/>
              </a:rPr>
              <a:t>방문 전 문의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376000" y="14976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414043"/>
                </a:solidFill>
                <a:latin typeface="맑은 고딕"/>
                <a:ea typeface="맑은 고딕"/>
              </a:rPr>
              <a:t>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소방위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