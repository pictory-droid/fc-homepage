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BD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58667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8F6A4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4B5869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8A79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86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86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86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8A79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887CD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민원 상담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8A7968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세무 안내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414043"/>
                </a:solidFill>
                <a:latin typeface="맑은 고딕"/>
                <a:ea typeface="맑은 고딕"/>
              </a:rPr>
              <a:t>방문 전 문의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414043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