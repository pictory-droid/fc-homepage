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6E8B77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A67B27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4171D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허OO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민원담당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040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E1C2BE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D4A9A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C5B1B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C5B1B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노인 복지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D4A9A3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보육 지원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E1C2BE"/>
                </a:solidFill>
                <a:latin typeface="맑은 고딕"/>
                <a:ea typeface="맑은 고딕"/>
              </a:rPr>
              <a:t>점심시간 12:00 – 13:00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민원담당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