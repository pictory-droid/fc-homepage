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6E8B7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A67B27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4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1C2B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4A9A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5B1B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5B1B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생활 복지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4A9A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E1C2BE"/>
                </a:solidFill>
                <a:latin typeface="맑은 고딕"/>
                <a:ea typeface="맑은 고딕"/>
              </a:rPr>
              <a:t>점심시간 12:00 – 13:00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