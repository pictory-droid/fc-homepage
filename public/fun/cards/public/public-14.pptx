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D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4545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29456" y="1401408"/>
            <a:ext cx="117216" cy="170496"/>
          </a:xfrm>
          <a:custGeom>
            <a:avLst/>
            <a:gdLst/>
            <a:ahLst/>
            <a:cxnLst/>
            <a:rect l="l" t="t" r="r" b="b"/>
            <a:pathLst>
              <a:path w="117216" h="170496">
                <a:moveTo>
                  <a:pt x="0" y="0"/>
                </a:moveTo>
                <a:lnTo>
                  <a:pt x="117216" y="21312"/>
                </a:lnTo>
                <a:lnTo>
                  <a:pt x="117216" y="170496"/>
                </a:lnTo>
                <a:lnTo>
                  <a:pt x="0" y="14918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957328" y="1401408"/>
            <a:ext cx="117216" cy="170496"/>
          </a:xfrm>
          <a:custGeom>
            <a:avLst/>
            <a:gdLst/>
            <a:ahLst/>
            <a:cxnLst/>
            <a:rect l="l" t="t" r="r" b="b"/>
            <a:pathLst>
              <a:path w="117216" h="170496">
                <a:moveTo>
                  <a:pt x="117216" y="0"/>
                </a:moveTo>
                <a:lnTo>
                  <a:pt x="0" y="21312"/>
                </a:lnTo>
                <a:lnTo>
                  <a:pt x="0" y="170496"/>
                </a:lnTo>
                <a:lnTo>
                  <a:pt x="117216" y="149184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2B2C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3D3EE"/>
                </a:solidFill>
                <a:latin typeface="맑은 고딕"/>
                <a:ea typeface="맑은 고딕"/>
              </a:rPr>
              <a:t>과장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D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D3EE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D3EE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D3E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1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0" y="0"/>
                </a:moveTo>
                <a:lnTo>
                  <a:pt x="237600" y="43200"/>
                </a:lnTo>
                <a:lnTo>
                  <a:pt x="237600" y="345600"/>
                </a:lnTo>
                <a:lnTo>
                  <a:pt x="0" y="302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228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237600" y="0"/>
                </a:moveTo>
                <a:lnTo>
                  <a:pt x="0" y="43200"/>
                </a:lnTo>
                <a:lnTo>
                  <a:pt x="0" y="345600"/>
                </a:lnTo>
                <a:lnTo>
                  <a:pt x="237600" y="302400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91938"/>
                </a:solidFill>
                <a:latin typeface="맑은 고딕"/>
                <a:ea typeface="맑은 고딕"/>
              </a:rPr>
              <a:t>한 사람도 놓치지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191938"/>
                </a:solidFill>
                <a:latin typeface="맑은 고딕"/>
                <a:ea typeface="맑은 고딕"/>
              </a:rPr>
              <a:t>않겠습니다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5657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