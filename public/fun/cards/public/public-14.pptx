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신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과장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한 사람도 놓치지 않겠습니다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