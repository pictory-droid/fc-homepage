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4A90B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90B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1EFF7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7D3E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B7D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DCD6E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DCD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DCD6E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DCD6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B7D3E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B7D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5E2EA"/>
                </a:solidFill>
                <a:latin typeface="맑은 고딕"/>
                <a:ea typeface="맑은 고딕"/>
              </a:rPr>
              <a:t>방문 전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