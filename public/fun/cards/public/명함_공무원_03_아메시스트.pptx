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4A90B8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7359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A90B8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계장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7C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1EFF7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B7D3E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DCD6E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DCD6E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보육 지원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B7D3E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5E2EA"/>
                </a:solidFill>
                <a:latin typeface="맑은 고딕"/>
                <a:ea typeface="맑은 고딕"/>
              </a:rPr>
              <a:t>방문 전 문의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