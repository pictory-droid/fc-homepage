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38FC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05C5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담당관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A38FCB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7C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1EFF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7D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5E2E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5E2E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5E2E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5E2E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719EB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5A8E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