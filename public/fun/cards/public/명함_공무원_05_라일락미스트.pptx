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A38FCB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A38FCB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A38FCB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A38FCB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A38FCB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A38FCB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A38FCB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A38FCB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05C5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605C55"/>
                </a:solidFill>
                <a:latin typeface="맑은 고딕"/>
                <a:ea typeface="맑은 고딕"/>
              </a:rPr>
              <a:t>담당관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A38FCB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05C5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F7C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1EFF8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B7D3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719EB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5E2E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복지 안내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719EB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5E2E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지역 사업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719EB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5E2E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719EB9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5E2E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719EB9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5A8E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전화 · 메일 문의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B223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