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26496" y="201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795616" y="360000"/>
            <a:ext cx="38016" cy="41472"/>
          </a:xfrm>
          <a:prstGeom prst="line">
            <a:avLst/>
          </a:prstGeom>
          <a:ln w="24192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833632" y="318528"/>
            <a:ext cx="65664" cy="82944"/>
          </a:xfrm>
          <a:prstGeom prst="line">
            <a:avLst/>
          </a:prstGeom>
          <a:ln w="24192">
            <a:solidFill>
              <a:srgbClr val="80808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F788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5799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2579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1394A"/>
                </a:solidFill>
                <a:latin typeface="맑은 고딕"/>
                <a:ea typeface="맑은 고딕"/>
              </a:rPr>
              <a:t>바른 길을 걷는 공직자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25799D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9758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DBF0F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DBF0F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