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EE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FFD1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540000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FF5A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540000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계장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2F2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2F2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FFD1CE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FF5A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청년 지원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점심시간 12:00 – 13:00   |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