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540000" cy="180000"/>
          </a:xfrm>
          <a:prstGeom prst="roundRect">
            <a:avLst>
              <a:gd name="adj" fmla="val 50000"/>
            </a:avLst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54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6C2F2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FFD1CE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F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F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F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바른 길을 걷는 공직자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