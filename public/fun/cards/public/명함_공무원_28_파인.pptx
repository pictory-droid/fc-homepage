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2E6F5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D57F97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B2230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D57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E6884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허OO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민원담당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1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E6F5E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C65171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52000" y="554400"/>
            <a:ext cx="144000" cy="14400"/>
          </a:xfrm>
          <a:prstGeom prst="rect">
            <a:avLst/>
          </a:prstGeom>
          <a:solidFill>
            <a:srgbClr val="C65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6264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388800"/>
            <a:ext cx="576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2E6F5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6000" y="554400"/>
            <a:ext cx="144000" cy="14400"/>
          </a:xfrm>
          <a:prstGeom prst="rect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656000" y="6264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928800"/>
            <a:ext cx="576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2E6F5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94400"/>
            <a:ext cx="144000" cy="14400"/>
          </a:xfrm>
          <a:prstGeom prst="rect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664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노인 복지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656000" y="928800"/>
            <a:ext cx="576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C65171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6000" y="1094400"/>
            <a:ext cx="144000" cy="14400"/>
          </a:xfrm>
          <a:prstGeom prst="rect">
            <a:avLst/>
          </a:prstGeom>
          <a:solidFill>
            <a:srgbClr val="C65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656000" y="11664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보육 지원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C6470"/>
                </a:solidFill>
                <a:latin typeface="맑은 고딕"/>
                <a:ea typeface="맑은 고딕"/>
              </a:rPr>
              <a:t>방문 전 문의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민원담당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