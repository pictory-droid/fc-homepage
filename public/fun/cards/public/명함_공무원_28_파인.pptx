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764000" y="252000"/>
            <a:ext cx="1224000" cy="1224000"/>
          </a:xfrm>
          <a:prstGeom prst="ellipse">
            <a:avLst/>
          </a:prstGeom>
          <a:solidFill>
            <a:srgbClr val="2E6F5E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368800" y="115200"/>
            <a:ext cx="849600" cy="849600"/>
          </a:xfrm>
          <a:prstGeom prst="ellipse">
            <a:avLst/>
          </a:prstGeom>
          <a:solidFill>
            <a:srgbClr val="D57F97">
              <a:alpha val="8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498400" y="921600"/>
            <a:ext cx="691200" cy="691200"/>
          </a:xfrm>
          <a:prstGeom prst="ellipse">
            <a:avLst/>
          </a:prstGeom>
          <a:solidFill>
            <a:srgbClr val="1B2230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02000" y="90000"/>
            <a:ext cx="1548000" cy="1548000"/>
          </a:xfrm>
          <a:prstGeom prst="ellipse">
            <a:avLst/>
          </a:prstGeom>
          <a:noFill/>
          <a:ln w="5040">
            <a:solidFill>
              <a:srgbClr val="E2D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980000" y="1476000"/>
            <a:ext cx="72000" cy="72000"/>
          </a:xfrm>
          <a:prstGeom prst="ellipse">
            <a:avLst/>
          </a:prstGeom>
          <a:solidFill>
            <a:srgbClr val="D57F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CE6884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허OO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05C55"/>
                </a:solidFill>
                <a:latin typeface="맑은 고딕"/>
                <a:ea typeface="맑은 고딕"/>
              </a:rPr>
              <a:t>민원담당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80000"/>
            <a:ext cx="1260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17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54400" y="115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299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54400" y="1288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29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54400" y="14184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D1D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2E6F5E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8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C65171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71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문화 · 체육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656000" y="38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2E6F5E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656000" y="71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환경 관리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92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2E6F5E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25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노인 복지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656000" y="92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C65171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656000" y="125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보육 지원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264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C6470"/>
                </a:solidFill>
                <a:latin typeface="맑은 고딕"/>
                <a:ea typeface="맑은 고딕"/>
              </a:rPr>
              <a:t>방문 전 문의   ·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민원담당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