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6268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7949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25D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2E3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2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F82B2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F79"/>
                </a:solidFill>
                <a:latin typeface="맑은 고딕"/>
                <a:ea typeface="맑은 고딕"/>
              </a:rPr>
              <a:t>민원 상담 안내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