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3544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0" y="0"/>
                </a:moveTo>
                <a:lnTo>
                  <a:pt x="158400" y="28800"/>
                </a:lnTo>
                <a:lnTo>
                  <a:pt x="158400" y="230400"/>
                </a:lnTo>
                <a:lnTo>
                  <a:pt x="0" y="20160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527200" y="943200"/>
            <a:ext cx="158400" cy="230400"/>
          </a:xfrm>
          <a:custGeom>
            <a:avLst/>
            <a:gdLst/>
            <a:ahLst/>
            <a:cxnLst/>
            <a:rect l="l" t="t" r="r" b="b"/>
            <a:pathLst>
              <a:path w="158400" h="230400">
                <a:moveTo>
                  <a:pt x="158400" y="0"/>
                </a:moveTo>
                <a:lnTo>
                  <a:pt x="0" y="28800"/>
                </a:lnTo>
                <a:lnTo>
                  <a:pt x="0" y="230400"/>
                </a:lnTo>
                <a:lnTo>
                  <a:pt x="158400" y="201600"/>
                </a:lnTo>
                <a:close/>
              </a:path>
            </a:pathLst>
          </a:custGeom>
          <a:solidFill>
            <a:srgbClr val="6268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7949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525D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2E3E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25D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F82B2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AD3D6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16F79"/>
                </a:solidFill>
                <a:latin typeface="맑은 고딕"/>
                <a:ea typeface="맑은 고딕"/>
              </a:rPr>
              <a:t>민원 상담 안내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