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8646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E0C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04C5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3A6A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43A6A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민원 상담 안내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