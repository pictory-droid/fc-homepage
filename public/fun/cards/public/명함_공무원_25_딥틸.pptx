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488A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488A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손OO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A7ABB4"/>
                </a:solidFill>
                <a:latin typeface="바탕"/>
                <a:ea typeface="바탕"/>
              </a:rPr>
              <a:t>담당관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488A8E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488A8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9E6C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E6C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6B1F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6B1F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