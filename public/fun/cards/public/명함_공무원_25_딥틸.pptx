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488A8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488A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FFFFFF"/>
                </a:solidFill>
                <a:latin typeface="바탕"/>
                <a:ea typeface="바탕"/>
              </a:rPr>
              <a:t>손OO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A7ABB4"/>
                </a:solidFill>
                <a:latin typeface="바탕"/>
                <a:ea typeface="바탕"/>
              </a:rPr>
              <a:t>담당관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488A8E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488A8E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9E6C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9E6C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A873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행정 지원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6B1F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A873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안전 관리</a:t>
            </a:r>
          </a:p>
        </p:txBody>
      </p:sp>
      <p:sp>
        <p:nvSpPr>
          <p:cNvPr id="11" name="Oval 10"/>
          <p:cNvSpPr/>
          <p:nvPr/>
        </p:nvSpPr>
        <p:spPr>
          <a:xfrm>
            <a:off x="255600" y="1303200"/>
            <a:ext cx="43200" cy="43200"/>
          </a:xfrm>
          <a:prstGeom prst="ellipse">
            <a:avLst/>
          </a:prstGeom>
          <a:solidFill>
            <a:srgbClr val="6B1F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245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환경 관리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담당관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