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1F2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C4C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71F2C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71F2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887F79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