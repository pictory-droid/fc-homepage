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연주혁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과장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BDB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BD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8600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BD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968600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698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BD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7698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18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BDB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4018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9D9D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BDBFF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DBDB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