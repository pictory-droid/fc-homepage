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5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1944000" y="540000"/>
            <a:ext cx="1296000" cy="1260000"/>
          </a:xfrm>
          <a:custGeom>
            <a:avLst/>
            <a:gdLst/>
            <a:ahLst/>
            <a:cxnLst/>
            <a:rect l="l" t="t" r="r" b="b"/>
            <a:pathLst>
              <a:path w="1296000" h="1260000">
                <a:moveTo>
                  <a:pt x="1296000" y="1260000"/>
                </a:moveTo>
                <a:lnTo>
                  <a:pt x="1296000" y="0"/>
                </a:lnTo>
                <a:lnTo>
                  <a:pt x="0" y="1260000"/>
                </a:lnTo>
                <a:close/>
              </a:path>
            </a:pathLst>
          </a:custGeom>
          <a:solidFill>
            <a:srgbClr val="9D7D4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2520000" y="1080000"/>
            <a:ext cx="720000" cy="720000"/>
          </a:xfrm>
          <a:custGeom>
            <a:avLst/>
            <a:gdLst/>
            <a:ahLst/>
            <a:cxnLst/>
            <a:rect l="l" t="t" r="r" b="b"/>
            <a:pathLst>
              <a:path w="720000" h="720000">
                <a:moveTo>
                  <a:pt x="720000" y="720000"/>
                </a:moveTo>
                <a:lnTo>
                  <a:pt x="720000" y="0"/>
                </a:lnTo>
                <a:lnTo>
                  <a:pt x="0" y="720000"/>
                </a:lnTo>
                <a:close/>
              </a:path>
            </a:pathLst>
          </a:custGeom>
          <a:solidFill>
            <a:srgbClr val="F2EBE1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2861424" y="1353456"/>
            <a:ext cx="181152" cy="239760"/>
          </a:xfrm>
          <a:custGeom>
            <a:avLst/>
            <a:gdLst/>
            <a:ahLst/>
            <a:cxnLst/>
            <a:rect l="l" t="t" r="r" b="b"/>
            <a:pathLst>
              <a:path w="181152" h="239760">
                <a:moveTo>
                  <a:pt x="0" y="26640"/>
                </a:moveTo>
                <a:lnTo>
                  <a:pt x="90576" y="0"/>
                </a:lnTo>
                <a:lnTo>
                  <a:pt x="181152" y="26640"/>
                </a:lnTo>
                <a:lnTo>
                  <a:pt x="181152" y="127872"/>
                </a:lnTo>
                <a:lnTo>
                  <a:pt x="90576" y="239760"/>
                </a:lnTo>
                <a:lnTo>
                  <a:pt x="0" y="127872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5" name="Connector 4"/>
          <p:cNvCxnSpPr/>
          <p:nvPr/>
        </p:nvCxnSpPr>
        <p:spPr>
          <a:xfrm>
            <a:off x="2914704" y="1476000"/>
            <a:ext cx="29304" cy="31968"/>
          </a:xfrm>
          <a:prstGeom prst="line">
            <a:avLst/>
          </a:prstGeom>
          <a:ln w="18648">
            <a:solidFill>
              <a:srgbClr val="808080"/>
            </a:solidFill>
          </a:ln>
        </p:spPr>
      </p:cxnSp>
      <p:cxnSp>
        <p:nvCxnSpPr>
          <p:cNvPr id="6" name="Connector 5"/>
          <p:cNvCxnSpPr/>
          <p:nvPr/>
        </p:nvCxnSpPr>
        <p:spPr>
          <a:xfrm flipV="1">
            <a:off x="2944008" y="1444032"/>
            <a:ext cx="50616" cy="63936"/>
          </a:xfrm>
          <a:prstGeom prst="line">
            <a:avLst/>
          </a:prstGeom>
          <a:ln w="18648">
            <a:solidFill>
              <a:srgbClr val="808080"/>
            </a:solidFill>
          </a:ln>
        </p:spPr>
      </p:cxnSp>
      <p:sp>
        <p:nvSpPr>
          <p:cNvPr id="7" name="텍스트"/>
          <p:cNvSpPr txBox="1"/>
          <p:nvPr/>
        </p:nvSpPr>
        <p:spPr>
          <a:xfrm>
            <a:off x="252000" y="201600"/>
            <a:ext cx="1800000" cy="100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1" spc="150">
                <a:solidFill>
                  <a:srgbClr val="746A5A"/>
                </a:solidFill>
                <a:latin typeface="맑은 고딕"/>
                <a:ea typeface="맑은 고딕"/>
              </a:rPr>
              <a:t>기관명 · 부서명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52000" y="360000"/>
            <a:ext cx="2016000" cy="3136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755"/>
              </a:lnSpc>
            </a:pPr>
            <a:r>
              <a:rPr sz="1900" b="1" spc="50">
                <a:solidFill>
                  <a:srgbClr val="59472C"/>
                </a:solidFill>
                <a:latin typeface="맑은 고딕"/>
                <a:ea typeface="맑은 고딕"/>
              </a:rPr>
              <a:t>연주혁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52000" y="655200"/>
            <a:ext cx="1872000" cy="12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32"/>
              </a:lnSpc>
            </a:pPr>
            <a:r>
              <a:rPr sz="850" b="1">
                <a:solidFill>
                  <a:srgbClr val="856A41"/>
                </a:solidFill>
                <a:latin typeface="맑은 고딕"/>
                <a:ea typeface="맑은 고딕"/>
              </a:rPr>
              <a:t>과장</a:t>
            </a:r>
          </a:p>
        </p:txBody>
      </p:sp>
      <p:sp>
        <p:nvSpPr>
          <p:cNvPr id="10" name="Rectangle 9"/>
          <p:cNvSpPr/>
          <p:nvPr/>
        </p:nvSpPr>
        <p:spPr>
          <a:xfrm>
            <a:off x="252000" y="864000"/>
            <a:ext cx="230400" cy="14400"/>
          </a:xfrm>
          <a:prstGeom prst="rect">
            <a:avLst/>
          </a:prstGeom>
          <a:solidFill>
            <a:srgbClr val="9D7D4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텍스트"/>
          <p:cNvSpPr txBox="1"/>
          <p:nvPr/>
        </p:nvSpPr>
        <p:spPr>
          <a:xfrm>
            <a:off x="252000" y="1044000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856A41"/>
                </a:solidFill>
                <a:latin typeface="맑은 고딕"/>
                <a:ea typeface="맑은 고딕"/>
              </a:rPr>
              <a:t>T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396000" y="1044000"/>
            <a:ext cx="1584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59472C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52000" y="1212911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856A41"/>
                </a:solidFill>
                <a:latin typeface="맑은 고딕"/>
                <a:ea typeface="맑은 고딕"/>
              </a:rPr>
              <a:t>E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396000" y="1212911"/>
            <a:ext cx="1584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59472C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52000" y="1381822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856A41"/>
                </a:solidFill>
                <a:latin typeface="맑은 고딕"/>
                <a:ea typeface="맑은 고딕"/>
              </a:rPr>
              <a:t>A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396000" y="1381822"/>
            <a:ext cx="1584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59472C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7E653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40000" cy="1800000"/>
          </a:xfrm>
          <a:prstGeom prst="rect">
            <a:avLst/>
          </a:prstGeom>
          <a:solidFill>
            <a:srgbClr val="ECE3D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1497600" y="374400"/>
            <a:ext cx="244800" cy="324000"/>
          </a:xfrm>
          <a:custGeom>
            <a:avLst/>
            <a:gdLst/>
            <a:ahLst/>
            <a:cxnLst/>
            <a:rect l="l" t="t" r="r" b="b"/>
            <a:pathLst>
              <a:path w="244800" h="324000">
                <a:moveTo>
                  <a:pt x="0" y="36000"/>
                </a:moveTo>
                <a:lnTo>
                  <a:pt x="122400" y="0"/>
                </a:lnTo>
                <a:lnTo>
                  <a:pt x="244800" y="36000"/>
                </a:lnTo>
                <a:lnTo>
                  <a:pt x="244800" y="172800"/>
                </a:lnTo>
                <a:lnTo>
                  <a:pt x="122400" y="324000"/>
                </a:lnTo>
                <a:lnTo>
                  <a:pt x="0" y="172800"/>
                </a:lnTo>
                <a:close/>
              </a:path>
            </a:pathLst>
          </a:custGeom>
          <a:solidFill>
            <a:srgbClr val="66666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4" name="Connector 3"/>
          <p:cNvCxnSpPr/>
          <p:nvPr/>
        </p:nvCxnSpPr>
        <p:spPr>
          <a:xfrm>
            <a:off x="1569600" y="540000"/>
            <a:ext cx="39600" cy="43200"/>
          </a:xfrm>
          <a:prstGeom prst="line">
            <a:avLst/>
          </a:prstGeom>
          <a:ln w="25200">
            <a:solidFill>
              <a:srgbClr val="E8E8E8"/>
            </a:solidFill>
          </a:ln>
        </p:spPr>
      </p:cxnSp>
      <p:cxnSp>
        <p:nvCxnSpPr>
          <p:cNvPr id="5" name="Connector 4"/>
          <p:cNvCxnSpPr/>
          <p:nvPr/>
        </p:nvCxnSpPr>
        <p:spPr>
          <a:xfrm flipV="1">
            <a:off x="1609200" y="496800"/>
            <a:ext cx="68400" cy="86400"/>
          </a:xfrm>
          <a:prstGeom prst="line">
            <a:avLst/>
          </a:prstGeom>
          <a:ln w="25200">
            <a:solidFill>
              <a:srgbClr val="E8E8E8"/>
            </a:solidFill>
          </a:ln>
        </p:spPr>
      </p:cxnSp>
      <p:sp>
        <p:nvSpPr>
          <p:cNvPr id="6" name="텍스트"/>
          <p:cNvSpPr txBox="1"/>
          <p:nvPr/>
        </p:nvSpPr>
        <p:spPr>
          <a:xfrm>
            <a:off x="396000" y="835200"/>
            <a:ext cx="2448000" cy="39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667"/>
              </a:lnSpc>
            </a:pPr>
            <a:r>
              <a:rPr sz="1150" b="1">
                <a:solidFill>
                  <a:srgbClr val="666666"/>
                </a:solidFill>
                <a:latin typeface="맑은 고딕"/>
                <a:ea typeface="맑은 고딕"/>
              </a:rPr>
              <a:t>변화하는 행정을 배웁니다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360000" y="1476000"/>
            <a:ext cx="2520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 spc="300">
                <a:solidFill>
                  <a:srgbClr val="666666"/>
                </a:solidFill>
                <a:latin typeface="맑은 고딕"/>
                <a:ea typeface="맑은 고딕"/>
              </a:rPr>
              <a:t>기관명 · 부서명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과장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