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14171D">
                    <a:alpha val="80000"/>
                  </a:srgbClr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4171D">
                    <a:alpha val="85000"/>
                  </a:srgbClr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5E5A8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5E5A8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교통 안내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5E5A8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일자리 지원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5E5A8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