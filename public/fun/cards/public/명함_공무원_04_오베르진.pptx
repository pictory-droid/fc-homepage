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최OO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과장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627B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77280" y="779040"/>
            <a:ext cx="190080" cy="276480"/>
          </a:xfrm>
          <a:custGeom>
            <a:avLst/>
            <a:gdLst/>
            <a:ahLst/>
            <a:cxnLst/>
            <a:rect l="l" t="t" r="r" b="b"/>
            <a:pathLst>
              <a:path w="190080" h="276480">
                <a:moveTo>
                  <a:pt x="0" y="0"/>
                </a:moveTo>
                <a:lnTo>
                  <a:pt x="190080" y="34560"/>
                </a:lnTo>
                <a:lnTo>
                  <a:pt x="190080" y="276480"/>
                </a:lnTo>
                <a:lnTo>
                  <a:pt x="0" y="2419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84640" y="779040"/>
            <a:ext cx="190080" cy="276480"/>
          </a:xfrm>
          <a:custGeom>
            <a:avLst/>
            <a:gdLst/>
            <a:ahLst/>
            <a:cxnLst/>
            <a:rect l="l" t="t" r="r" b="b"/>
            <a:pathLst>
              <a:path w="190080" h="276480">
                <a:moveTo>
                  <a:pt x="190080" y="0"/>
                </a:moveTo>
                <a:lnTo>
                  <a:pt x="0" y="34560"/>
                </a:lnTo>
                <a:lnTo>
                  <a:pt x="0" y="276480"/>
                </a:lnTo>
                <a:lnTo>
                  <a:pt x="190080" y="241920"/>
                </a:lnTo>
                <a:close/>
              </a:path>
            </a:pathLst>
          </a:custGeom>
          <a:solidFill>
            <a:srgbClr val="B0BD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627B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환경 관리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청년 지원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627B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세무 안내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점심시간 12:00 – 13:00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