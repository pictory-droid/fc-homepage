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F879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EDD4C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64347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EDD4CF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434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434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6434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E6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6452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4F8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BFCDD2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26C7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26C77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26C77"/>
                </a:solidFill>
                <a:latin typeface="맑은 고딕"/>
                <a:ea typeface="맑은 고딕"/>
              </a:rPr>
              <a:t>민원 상담 안내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