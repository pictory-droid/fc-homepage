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EAD0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1B2230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F8796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EDD4CF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서OO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64347"/>
                </a:solidFill>
                <a:latin typeface="맑은 고딕"/>
                <a:ea typeface="맑은 고딕"/>
              </a:rPr>
              <a:t>계장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EDD4CF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64347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64347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64347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7E6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BC6452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4F8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BFCDD2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지역 사업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BFCDD2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환경 관리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BFCDD2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세무 안내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BFCDD2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허가 · 신고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BFCDD2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626C77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626C77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626C77"/>
                </a:solidFill>
                <a:latin typeface="맑은 고딕"/>
                <a:ea typeface="맑은 고딕"/>
              </a:rPr>
              <a:t>민원 상담 안내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계장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