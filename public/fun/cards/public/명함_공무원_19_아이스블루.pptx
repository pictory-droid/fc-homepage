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4CC3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CC3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복지담당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C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3B4E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3B4E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3B4E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3B4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