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CBD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3696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5162"/>
                </a:solidFill>
                <a:latin typeface="맑은 고딕"/>
                <a:ea typeface="맑은 고딕"/>
              </a:rPr>
              <a:t>주무관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516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516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516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