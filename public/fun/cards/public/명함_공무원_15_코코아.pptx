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0" y="0"/>
            <a:ext cx="1224000" cy="756000"/>
          </a:xfrm>
          <a:prstGeom prst="rect">
            <a:avLst/>
          </a:prstGeom>
          <a:solidFill>
            <a:srgbClr val="927B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2016000" y="0"/>
            <a:ext cx="64800" cy="64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2016000" y="0"/>
            <a:ext cx="129600" cy="129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2016000" y="0"/>
            <a:ext cx="194400" cy="19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2016000" y="0"/>
            <a:ext cx="259200" cy="25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016000" y="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2016000" y="0"/>
            <a:ext cx="388800" cy="38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2016000" y="0"/>
            <a:ext cx="453600" cy="45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2016000" y="0"/>
            <a:ext cx="518400" cy="518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2016000" y="0"/>
            <a:ext cx="583200" cy="58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2016000" y="0"/>
            <a:ext cx="648000" cy="648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2016000" y="0"/>
            <a:ext cx="712800" cy="71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0376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21024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1672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2320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2968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3616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24264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2491200" y="7200"/>
            <a:ext cx="748800" cy="74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2556000" y="72000"/>
            <a:ext cx="684000" cy="68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2620800" y="136800"/>
            <a:ext cx="619200" cy="61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2685600" y="2016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2750400" y="266400"/>
            <a:ext cx="489600" cy="489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2815200" y="331200"/>
            <a:ext cx="424800" cy="424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2880000" y="396000"/>
            <a:ext cx="360000" cy="360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2944800" y="460800"/>
            <a:ext cx="295200" cy="29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3009600" y="525600"/>
            <a:ext cx="230400" cy="23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3074400" y="590400"/>
            <a:ext cx="165600" cy="16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3139200" y="655200"/>
            <a:ext cx="100800" cy="10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3204000" y="720000"/>
            <a:ext cx="36000" cy="3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7ABB4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52000" y="374400"/>
            <a:ext cx="1548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35" name="텍스트"/>
          <p:cNvSpPr txBox="1"/>
          <p:nvPr/>
        </p:nvSpPr>
        <p:spPr>
          <a:xfrm>
            <a:off x="252000" y="676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권OO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252000" y="928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7ABB4"/>
                </a:solidFill>
                <a:latin typeface="맑은 고딕"/>
                <a:ea typeface="맑은 고딕"/>
              </a:rPr>
              <a:t>담당관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252000" y="1339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252000" y="14400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72800" y="1339200"/>
            <a:ext cx="0" cy="201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152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152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044800" y="1339200"/>
            <a:ext cx="0" cy="201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43" name="텍스트"/>
          <p:cNvSpPr txBox="1"/>
          <p:nvPr/>
        </p:nvSpPr>
        <p:spPr>
          <a:xfrm>
            <a:off x="2124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4" name="텍스트"/>
          <p:cNvSpPr txBox="1"/>
          <p:nvPr/>
        </p:nvSpPr>
        <p:spPr>
          <a:xfrm>
            <a:off x="2124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5D7A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088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66B73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3600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14171D"/>
                </a:solidFill>
                <a:latin typeface="맑은 고딕"/>
                <a:ea typeface="맑은 고딕"/>
              </a:rPr>
              <a:t>문화 · 체육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6552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5D7A3A"/>
                </a:solidFill>
                <a:latin typeface="맑은 고딕"/>
                <a:ea typeface="맑은 고딕"/>
              </a:rPr>
              <a:t>청년 지원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9504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14171D"/>
                </a:solidFill>
                <a:latin typeface="맑은 고딕"/>
                <a:ea typeface="맑은 고딕"/>
              </a:rPr>
              <a:t>세무 안내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37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666B73"/>
                </a:solidFill>
                <a:latin typeface="맑은 고딕"/>
                <a:ea typeface="맑은 고딕"/>
              </a:rPr>
              <a:t>점심시간 12:00 – 13:00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376000" y="14976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666B73"/>
                </a:solidFill>
                <a:latin typeface="맑은 고딕"/>
                <a:ea typeface="맑은 고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담당관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