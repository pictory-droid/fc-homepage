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22345E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A8D5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2345E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하OO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계장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5966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E8265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청년 지원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16879"/>
                </a:solidFill>
                <a:latin typeface="맑은 고딕"/>
                <a:ea typeface="맑은 고딕"/>
              </a:rPr>
              <a:t>방문 전 문의   |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