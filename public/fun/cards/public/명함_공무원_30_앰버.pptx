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491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4915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C491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