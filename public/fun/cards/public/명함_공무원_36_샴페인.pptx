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7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0E7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837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A17E2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D6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D6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D6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F7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