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7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88000" y="129600"/>
            <a:ext cx="1008000" cy="1540800"/>
          </a:xfrm>
          <a:prstGeom prst="roundRect">
            <a:avLst>
              <a:gd name="adj" fmla="val 10714"/>
            </a:avLst>
          </a:prstGeom>
          <a:solidFill>
            <a:srgbClr val="EBDA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30800" y="241200"/>
            <a:ext cx="122400" cy="122400"/>
          </a:xfrm>
          <a:prstGeom prst="ellipse">
            <a:avLst/>
          </a:prstGeom>
          <a:solidFill>
            <a:srgbClr val="F0E7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02000" y="212400"/>
            <a:ext cx="180000" cy="180000"/>
          </a:xfrm>
          <a:prstGeom prst="ellipse">
            <a:avLst/>
          </a:prstGeom>
          <a:noFill/>
          <a:ln w="504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409840" y="681120"/>
            <a:ext cx="174240" cy="253440"/>
          </a:xfrm>
          <a:custGeom>
            <a:avLst/>
            <a:gdLst/>
            <a:ahLst/>
            <a:cxnLst/>
            <a:rect l="l" t="t" r="r" b="b"/>
            <a:pathLst>
              <a:path w="174240" h="253440">
                <a:moveTo>
                  <a:pt x="0" y="0"/>
                </a:moveTo>
                <a:lnTo>
                  <a:pt x="174240" y="31680"/>
                </a:lnTo>
                <a:lnTo>
                  <a:pt x="174240" y="253440"/>
                </a:lnTo>
                <a:lnTo>
                  <a:pt x="0" y="221760"/>
                </a:lnTo>
                <a:close/>
              </a:path>
            </a:pathLst>
          </a:cu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2599920" y="681120"/>
            <a:ext cx="174240" cy="253440"/>
          </a:xfrm>
          <a:custGeom>
            <a:avLst/>
            <a:gdLst/>
            <a:ahLst/>
            <a:cxnLst/>
            <a:rect l="l" t="t" r="r" b="b"/>
            <a:pathLst>
              <a:path w="174240" h="253440">
                <a:moveTo>
                  <a:pt x="174240" y="0"/>
                </a:moveTo>
                <a:lnTo>
                  <a:pt x="0" y="31680"/>
                </a:lnTo>
                <a:lnTo>
                  <a:pt x="0" y="253440"/>
                </a:lnTo>
                <a:lnTo>
                  <a:pt x="174240" y="221760"/>
                </a:lnTo>
                <a:close/>
              </a:path>
            </a:pathLst>
          </a:custGeom>
          <a:solidFill>
            <a:srgbClr val="837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088000" y="1188000"/>
            <a:ext cx="1008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 spc="100">
                <a:solidFill>
                  <a:srgbClr val="1B2230"/>
                </a:solidFill>
                <a:latin typeface="맑은 고딕"/>
                <a:ea typeface="맑은 고딕"/>
              </a:rPr>
              <a:t>지도사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088000" y="1382400"/>
            <a:ext cx="1008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0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432000"/>
            <a:ext cx="158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차OO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770400"/>
            <a:ext cx="936000" cy="0"/>
          </a:xfrm>
          <a:prstGeom prst="line">
            <a:avLst/>
          </a:prstGeom>
          <a:ln w="7920">
            <a:solidFill>
              <a:srgbClr val="A17E2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918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D6D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907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062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D6D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051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D6D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195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3F7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행정 지원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환경 관리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노인 복지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전화 · 메일 문의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지도사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