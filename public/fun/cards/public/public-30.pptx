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462400" y="158400"/>
            <a:ext cx="43200" cy="43200"/>
          </a:xfrm>
          <a:prstGeom prst="ellipse">
            <a:avLst/>
          </a:prstGeom>
          <a:solidFill>
            <a:srgbClr val="917B3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62400" y="266400"/>
            <a:ext cx="43200" cy="43200"/>
          </a:xfrm>
          <a:prstGeom prst="ellipse">
            <a:avLst/>
          </a:prstGeom>
          <a:solidFill>
            <a:srgbClr val="917B3B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62400" y="374400"/>
            <a:ext cx="43200" cy="43200"/>
          </a:xfrm>
          <a:prstGeom prst="ellipse">
            <a:avLst/>
          </a:prstGeom>
          <a:solidFill>
            <a:srgbClr val="917B3B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62400" y="482400"/>
            <a:ext cx="43200" cy="43200"/>
          </a:xfrm>
          <a:prstGeom prst="ellipse">
            <a:avLst/>
          </a:prstGeom>
          <a:solidFill>
            <a:srgbClr val="917B3B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70400" y="158400"/>
            <a:ext cx="43200" cy="43200"/>
          </a:xfrm>
          <a:prstGeom prst="ellipse">
            <a:avLst/>
          </a:prstGeom>
          <a:solidFill>
            <a:srgbClr val="917B3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70400" y="266400"/>
            <a:ext cx="43200" cy="43200"/>
          </a:xfrm>
          <a:prstGeom prst="ellipse">
            <a:avLst/>
          </a:prstGeom>
          <a:solidFill>
            <a:srgbClr val="917B3B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70400" y="374400"/>
            <a:ext cx="43200" cy="43200"/>
          </a:xfrm>
          <a:prstGeom prst="ellipse">
            <a:avLst/>
          </a:prstGeom>
          <a:solidFill>
            <a:srgbClr val="917B3B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70400" y="482400"/>
            <a:ext cx="43200" cy="43200"/>
          </a:xfrm>
          <a:prstGeom prst="ellipse">
            <a:avLst/>
          </a:prstGeom>
          <a:solidFill>
            <a:srgbClr val="917B3B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78400" y="158400"/>
            <a:ext cx="43200" cy="43200"/>
          </a:xfrm>
          <a:prstGeom prst="ellipse">
            <a:avLst/>
          </a:prstGeom>
          <a:solidFill>
            <a:srgbClr val="917B3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78400" y="266400"/>
            <a:ext cx="43200" cy="43200"/>
          </a:xfrm>
          <a:prstGeom prst="ellipse">
            <a:avLst/>
          </a:prstGeom>
          <a:solidFill>
            <a:srgbClr val="917B3B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78400" y="374400"/>
            <a:ext cx="43200" cy="43200"/>
          </a:xfrm>
          <a:prstGeom prst="ellipse">
            <a:avLst/>
          </a:prstGeom>
          <a:solidFill>
            <a:srgbClr val="917B3B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8400" y="482400"/>
            <a:ext cx="43200" cy="43200"/>
          </a:xfrm>
          <a:prstGeom prst="ellipse">
            <a:avLst/>
          </a:prstGeom>
          <a:solidFill>
            <a:srgbClr val="917B3B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86400" y="158400"/>
            <a:ext cx="43200" cy="43200"/>
          </a:xfrm>
          <a:prstGeom prst="ellipse">
            <a:avLst/>
          </a:prstGeom>
          <a:solidFill>
            <a:srgbClr val="917B3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86400" y="266400"/>
            <a:ext cx="43200" cy="43200"/>
          </a:xfrm>
          <a:prstGeom prst="ellipse">
            <a:avLst/>
          </a:prstGeom>
          <a:solidFill>
            <a:srgbClr val="917B3B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86400" y="374400"/>
            <a:ext cx="43200" cy="43200"/>
          </a:xfrm>
          <a:prstGeom prst="ellipse">
            <a:avLst/>
          </a:prstGeom>
          <a:solidFill>
            <a:srgbClr val="917B3B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86400" y="482400"/>
            <a:ext cx="43200" cy="43200"/>
          </a:xfrm>
          <a:prstGeom prst="ellipse">
            <a:avLst/>
          </a:prstGeom>
          <a:solidFill>
            <a:srgbClr val="917B3B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94400" y="158400"/>
            <a:ext cx="43200" cy="43200"/>
          </a:xfrm>
          <a:prstGeom prst="ellipse">
            <a:avLst/>
          </a:prstGeom>
          <a:solidFill>
            <a:srgbClr val="917B3B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94400" y="266400"/>
            <a:ext cx="43200" cy="43200"/>
          </a:xfrm>
          <a:prstGeom prst="ellipse">
            <a:avLst/>
          </a:prstGeom>
          <a:solidFill>
            <a:srgbClr val="917B3B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94400" y="374400"/>
            <a:ext cx="43200" cy="43200"/>
          </a:xfrm>
          <a:prstGeom prst="ellipse">
            <a:avLst/>
          </a:prstGeom>
          <a:solidFill>
            <a:srgbClr val="917B3B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94400" y="482400"/>
            <a:ext cx="43200" cy="43200"/>
          </a:xfrm>
          <a:prstGeom prst="ellipse">
            <a:avLst/>
          </a:prstGeom>
          <a:solidFill>
            <a:srgbClr val="917B3B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663200"/>
            <a:ext cx="3240000" cy="136800"/>
          </a:xfrm>
          <a:prstGeom prst="rect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663200"/>
            <a:ext cx="936000" cy="136800"/>
          </a:xfrm>
          <a:prstGeom prst="rect">
            <a:avLst/>
          </a:prstGeom>
          <a:solidFill>
            <a:srgbClr val="E0D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텍스트"/>
          <p:cNvSpPr txBox="1"/>
          <p:nvPr/>
        </p:nvSpPr>
        <p:spPr>
          <a:xfrm>
            <a:off x="252000" y="2088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72678E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54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47347F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252000" y="828000"/>
            <a:ext cx="2016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826F35"/>
                </a:solidFill>
                <a:latin typeface="맑은 고딕"/>
                <a:ea typeface="맑은 고딕"/>
              </a:rPr>
              <a:t>소방위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252000" y="11088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26F35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396000" y="11088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7347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2777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26F35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396000" y="12777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7347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4466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26F35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396000" y="14466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7347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33" name="Freeform 32"/>
          <p:cNvSpPr/>
          <p:nvPr/>
        </p:nvSpPr>
        <p:spPr>
          <a:xfrm>
            <a:off x="2747520" y="1107360"/>
            <a:ext cx="126720" cy="184320"/>
          </a:xfrm>
          <a:custGeom>
            <a:avLst/>
            <a:gdLst/>
            <a:ahLst/>
            <a:cxnLst/>
            <a:rect l="l" t="t" r="r" b="b"/>
            <a:pathLst>
              <a:path w="126720" h="184320">
                <a:moveTo>
                  <a:pt x="0" y="0"/>
                </a:moveTo>
                <a:lnTo>
                  <a:pt x="126720" y="23040"/>
                </a:lnTo>
                <a:lnTo>
                  <a:pt x="126720" y="184320"/>
                </a:lnTo>
                <a:lnTo>
                  <a:pt x="0" y="161280"/>
                </a:lnTo>
                <a:close/>
              </a:path>
            </a:pathLst>
          </a:cu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885760" y="1107360"/>
            <a:ext cx="126720" cy="184320"/>
          </a:xfrm>
          <a:custGeom>
            <a:avLst/>
            <a:gdLst/>
            <a:ahLst/>
            <a:cxnLst/>
            <a:rect l="l" t="t" r="r" b="b"/>
            <a:pathLst>
              <a:path w="126720" h="184320">
                <a:moveTo>
                  <a:pt x="126720" y="0"/>
                </a:moveTo>
                <a:lnTo>
                  <a:pt x="0" y="23040"/>
                </a:lnTo>
                <a:lnTo>
                  <a:pt x="0" y="184320"/>
                </a:lnTo>
                <a:lnTo>
                  <a:pt x="126720" y="161280"/>
                </a:lnTo>
                <a:close/>
              </a:path>
            </a:pathLst>
          </a:custGeom>
          <a:solidFill>
            <a:srgbClr val="E0DA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3600" y="748800"/>
            <a:ext cx="237600" cy="345600"/>
          </a:xfrm>
          <a:custGeom>
            <a:avLst/>
            <a:gdLst/>
            <a:ahLst/>
            <a:cxnLst/>
            <a:rect l="l" t="t" r="r" b="b"/>
            <a:pathLst>
              <a:path w="237600" h="345600">
                <a:moveTo>
                  <a:pt x="0" y="0"/>
                </a:moveTo>
                <a:lnTo>
                  <a:pt x="237600" y="43200"/>
                </a:lnTo>
                <a:lnTo>
                  <a:pt x="237600" y="345600"/>
                </a:lnTo>
                <a:lnTo>
                  <a:pt x="0" y="302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22800" y="748800"/>
            <a:ext cx="237600" cy="345600"/>
          </a:xfrm>
          <a:custGeom>
            <a:avLst/>
            <a:gdLst/>
            <a:ahLst/>
            <a:cxnLst/>
            <a:rect l="l" t="t" r="r" b="b"/>
            <a:pathLst>
              <a:path w="237600" h="345600">
                <a:moveTo>
                  <a:pt x="237600" y="0"/>
                </a:moveTo>
                <a:lnTo>
                  <a:pt x="0" y="43200"/>
                </a:lnTo>
                <a:lnTo>
                  <a:pt x="0" y="345600"/>
                </a:lnTo>
                <a:lnTo>
                  <a:pt x="237600" y="3024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153C26"/>
                </a:solidFill>
                <a:latin typeface="바탕"/>
                <a:ea typeface="바탕"/>
              </a:rPr>
              <a:t>국민의 심부름꾼으로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153C26"/>
                </a:solidFill>
                <a:latin typeface="바탕"/>
                <a:ea typeface="바탕"/>
              </a:rPr>
              <a:t>일합니다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627A6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