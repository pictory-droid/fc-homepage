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C4915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FFE4BA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백이현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C4915"/>
                </a:solidFill>
                <a:latin typeface="맑은 고딕"/>
                <a:ea typeface="맑은 고딕"/>
              </a:rPr>
              <a:t>소방위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6C491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교통 안내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청년 지원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노인 복지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평일 09:00 – 17:30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2151C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소방위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