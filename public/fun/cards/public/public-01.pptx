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9E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201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46332D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3" name="Oval 2"/>
          <p:cNvSpPr/>
          <p:nvPr/>
        </p:nvSpPr>
        <p:spPr>
          <a:xfrm>
            <a:off x="2955600" y="241200"/>
            <a:ext cx="64800" cy="648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김하늘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0800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46332D"/>
                </a:solidFill>
                <a:latin typeface="맑은 고딕"/>
                <a:ea typeface="맑은 고딕"/>
              </a:rPr>
              <a:t>주무관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5760">
            <a:solidFill>
              <a:srgbClr val="A0674B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411200"/>
            <a:ext cx="79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080000" y="1411200"/>
            <a:ext cx="90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52000" y="1411200"/>
            <a:ext cx="97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46332D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080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46332D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0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46332D"/>
                </a:solidFill>
                <a:latin typeface="맑은 고딕"/>
                <a:ea typeface="맑은 고딕"/>
              </a:rPr>
              <a:t>ADDR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91200" y="511200"/>
            <a:ext cx="57600" cy="57600"/>
          </a:xfrm>
          <a:prstGeom prst="ellipse">
            <a:avLst/>
          </a:prstGeom>
          <a:solidFill>
            <a:srgbClr val="FF9E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684000"/>
            <a:ext cx="2448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국민 곁에서 한결같이 일합니다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6C493A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주무관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