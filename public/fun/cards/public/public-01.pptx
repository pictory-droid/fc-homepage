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41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889E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525F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90496" y="219024"/>
            <a:ext cx="235008" cy="311040"/>
          </a:xfrm>
          <a:custGeom>
            <a:avLst/>
            <a:gdLst/>
            <a:ahLst/>
            <a:cxnLst/>
            <a:rect l="l" t="t" r="r" b="b"/>
            <a:pathLst>
              <a:path w="235008" h="311040">
                <a:moveTo>
                  <a:pt x="0" y="34560"/>
                </a:moveTo>
                <a:lnTo>
                  <a:pt x="117504" y="0"/>
                </a:lnTo>
                <a:lnTo>
                  <a:pt x="235008" y="34560"/>
                </a:lnTo>
                <a:lnTo>
                  <a:pt x="235008" y="165888"/>
                </a:lnTo>
                <a:lnTo>
                  <a:pt x="117504" y="311040"/>
                </a:lnTo>
                <a:lnTo>
                  <a:pt x="0" y="165888"/>
                </a:lnTo>
                <a:close/>
              </a:path>
            </a:pathLst>
          </a:custGeom>
          <a:solidFill>
            <a:srgbClr val="889E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759616" y="378000"/>
            <a:ext cx="38016" cy="41472"/>
          </a:xfrm>
          <a:prstGeom prst="line">
            <a:avLst/>
          </a:prstGeom>
          <a:ln w="24192">
            <a:solidFill>
              <a:srgbClr val="525F66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797632" y="336528"/>
            <a:ext cx="65664" cy="82944"/>
          </a:xfrm>
          <a:prstGeom prst="line">
            <a:avLst/>
          </a:prstGeom>
          <a:ln w="24192">
            <a:solidFill>
              <a:srgbClr val="525F6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7BCB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김하늘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AADB6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889E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AADB6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AADB6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AADB6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5A788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314149"/>
                </a:solidFill>
                <a:latin typeface="맑은 고딕"/>
                <a:ea typeface="맑은 고딕"/>
              </a:rPr>
              <a:t>국민 곁에서 한결같이 일합니다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5A7887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D777B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58800" y="241200"/>
            <a:ext cx="122400" cy="162000"/>
          </a:xfrm>
          <a:custGeom>
            <a:avLst/>
            <a:gdLst/>
            <a:ahLst/>
            <a:cxnLst/>
            <a:rect l="l" t="t" r="r" b="b"/>
            <a:pathLst>
              <a:path w="122400" h="162000">
                <a:moveTo>
                  <a:pt x="0" y="18000"/>
                </a:moveTo>
                <a:lnTo>
                  <a:pt x="61200" y="0"/>
                </a:lnTo>
                <a:lnTo>
                  <a:pt x="122400" y="18000"/>
                </a:lnTo>
                <a:lnTo>
                  <a:pt x="122400" y="86400"/>
                </a:lnTo>
                <a:lnTo>
                  <a:pt x="61200" y="162000"/>
                </a:lnTo>
                <a:lnTo>
                  <a:pt x="0" y="86400"/>
                </a:lnTo>
                <a:close/>
              </a:path>
            </a:pathLst>
          </a:custGeom>
          <a:solidFill>
            <a:srgbClr val="5A78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94800" y="324000"/>
            <a:ext cx="19800" cy="21600"/>
          </a:xfrm>
          <a:prstGeom prst="line">
            <a:avLst/>
          </a:prstGeom>
          <a:ln w="12600">
            <a:solidFill>
              <a:srgbClr val="D9E3E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14600" y="302400"/>
            <a:ext cx="34200" cy="43200"/>
          </a:xfrm>
          <a:prstGeom prst="line">
            <a:avLst/>
          </a:prstGeom>
          <a:ln w="12600">
            <a:solidFill>
              <a:srgbClr val="D9E3E8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