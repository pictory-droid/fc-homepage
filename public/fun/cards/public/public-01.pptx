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A067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32D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A0674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32D"/>
                </a:solidFill>
                <a:latin typeface="맑은 고딕"/>
                <a:ea typeface="맑은 고딕"/>
              </a:rPr>
              <a:t>주무관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A0674B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F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493A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FE4D6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493A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