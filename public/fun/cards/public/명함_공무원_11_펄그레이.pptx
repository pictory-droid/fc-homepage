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66400"/>
            <a:ext cx="230400" cy="21600"/>
          </a:xfrm>
          <a:prstGeom prst="rect">
            <a:avLst/>
          </a:prstGeom>
          <a:solidFill>
            <a:srgbClr val="80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36000" y="237600"/>
            <a:ext cx="216000" cy="216000"/>
          </a:xfrm>
          <a:prstGeom prst="ellipse">
            <a:avLst/>
          </a:prstGeom>
          <a:noFill/>
          <a:ln w="5040">
            <a:solidFill>
              <a:srgbClr val="809A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6000" y="327600"/>
            <a:ext cx="36000" cy="360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403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336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008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312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05C55"/>
                </a:solidFill>
                <a:latin typeface="맑은 고딕"/>
                <a:ea typeface="맑은 고딕"/>
              </a:rPr>
              <a:t>주무관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