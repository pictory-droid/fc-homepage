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25200">
            <a:solidFill>
              <a:srgbClr val="72747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73600" y="2736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7ABB4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73600" y="6120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FFFFFF"/>
                </a:solidFill>
                <a:latin typeface="맑은 고딕"/>
                <a:ea typeface="맑은 고딕"/>
              </a:rPr>
              <a:t>임OO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73600" y="864000"/>
            <a:ext cx="216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A7ABB4"/>
                </a:solidFill>
                <a:latin typeface="맑은 고딕"/>
                <a:ea typeface="맑은 고딕"/>
              </a:rPr>
              <a:t>소방위</a:t>
            </a:r>
          </a:p>
        </p:txBody>
      </p:sp>
      <p:sp>
        <p:nvSpPr>
          <p:cNvPr id="6" name="Rectangle 5"/>
          <p:cNvSpPr/>
          <p:nvPr/>
        </p:nvSpPr>
        <p:spPr>
          <a:xfrm>
            <a:off x="273600" y="1137600"/>
            <a:ext cx="144000" cy="18000"/>
          </a:xfrm>
          <a:prstGeom prst="rect">
            <a:avLst/>
          </a:prstGeom>
          <a:solidFill>
            <a:srgbClr val="5A6A8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73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73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173600" y="12600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73600" y="1360800"/>
            <a:ext cx="100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181600" y="12600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A7ABB4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81600" y="1360800"/>
            <a:ext cx="900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446400"/>
          </a:xfrm>
          <a:prstGeom prst="line">
            <a:avLst/>
          </a:prstGeom>
          <a:ln w="5760">
            <a:solidFill>
              <a:srgbClr val="569293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86459"/>
                </a:solidFill>
                <a:latin typeface="맑은 고딕"/>
                <a:ea typeface="맑은 고딕"/>
              </a:rPr>
              <a:t>담당 업무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569293"/>
          </a:solidFill>
          <a:ln w="5760">
            <a:solidFill>
              <a:srgbClr val="56929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복지 안내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EFEDE8"/>
          </a:solidFill>
          <a:ln w="5760">
            <a:solidFill>
              <a:srgbClr val="56929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안전 관리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EFEDE8"/>
          </a:solidFill>
          <a:ln w="5760">
            <a:solidFill>
              <a:srgbClr val="56929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4171D"/>
                </a:solidFill>
                <a:latin typeface="맑은 고딕"/>
                <a:ea typeface="맑은 고딕"/>
              </a:rPr>
              <a:t>보육 지원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점심시간 12:00 – 13:00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86459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86459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소방위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