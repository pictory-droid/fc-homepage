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7274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임OO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소방위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5A6A8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569293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569293"/>
          </a:solidFill>
          <a:ln w="5760">
            <a:solidFill>
              <a:srgbClr val="5692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복지 안내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5692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EFEDE8"/>
          </a:solidFill>
          <a:ln w="5760">
            <a:solidFill>
              <a:srgbClr val="56929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점심시간 12:00 – 13:00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86459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86459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86459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소방위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