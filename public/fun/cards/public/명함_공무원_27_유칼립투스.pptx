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23200"/>
            <a:ext cx="1188000" cy="403200"/>
          </a:xfrm>
          <a:prstGeom prst="roundRect">
            <a:avLst>
              <a:gd name="adj" fmla="val 25000"/>
            </a:avLst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68000" y="619200"/>
            <a:ext cx="187200" cy="172800"/>
          </a:xfrm>
          <a:custGeom>
            <a:avLst/>
            <a:gdLst/>
            <a:ahLst/>
            <a:cxnLst/>
            <a:rect l="l" t="t" r="r" b="b"/>
            <a:pathLst>
              <a:path w="187200" h="172800">
                <a:moveTo>
                  <a:pt x="0" y="0"/>
                </a:moveTo>
                <a:lnTo>
                  <a:pt x="187200" y="0"/>
                </a:lnTo>
                <a:lnTo>
                  <a:pt x="21600" y="172800"/>
                </a:lnTo>
                <a:close/>
              </a:path>
            </a:pathLst>
          </a:cu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23200"/>
            <a:ext cx="1188000" cy="4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한 줄 소개</a:t>
            </a:r>
          </a:p>
        </p:txBody>
      </p:sp>
      <p:sp>
        <p:nvSpPr>
          <p:cNvPr id="5" name="Oval 4"/>
          <p:cNvSpPr/>
          <p:nvPr/>
        </p:nvSpPr>
        <p:spPr>
          <a:xfrm>
            <a:off x="1965600" y="345600"/>
            <a:ext cx="100800" cy="100800"/>
          </a:xfrm>
          <a:prstGeom prst="ellipse">
            <a:avLst/>
          </a:prstGeom>
          <a:solidFill>
            <a:srgbClr val="8E8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1080000">
            <a:off x="2196000" y="3024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484000" y="252000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108000" y="0"/>
                </a:moveTo>
                <a:lnTo>
                  <a:pt x="252000" y="252000"/>
                </a:lnTo>
                <a:lnTo>
                  <a:pt x="0" y="252000"/>
                </a:lnTo>
                <a:close/>
              </a:path>
            </a:pathLst>
          </a:cu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3200" y="316800"/>
            <a:ext cx="57600" cy="57600"/>
          </a:xfrm>
          <a:prstGeom prst="ellipse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52000" y="8784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14171D"/>
                </a:solidFill>
                <a:latin typeface="맑은 고딕"/>
                <a:ea typeface="맑은 고딕"/>
              </a:rPr>
              <a:t>백OO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130400"/>
            <a:ext cx="1800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666B73"/>
                </a:solidFill>
                <a:latin typeface="맑은 고딕"/>
                <a:ea typeface="맑은 고딕"/>
              </a:rPr>
              <a:t>행정주사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260000" y="1144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152000" y="1512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2160000" y="1512000"/>
            <a:ext cx="97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AF6C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52000"/>
            <a:ext cx="86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40">
                <a:solidFill>
                  <a:srgbClr val="FFFFFF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Freeform 3"/>
          <p:cNvSpPr/>
          <p:nvPr/>
        </p:nvSpPr>
        <p:spPr>
          <a:xfrm>
            <a:off x="438756" y="861840"/>
            <a:ext cx="346488" cy="329531"/>
          </a:xfrm>
          <a:custGeom>
            <a:avLst/>
            <a:gdLst/>
            <a:ahLst/>
            <a:cxnLst/>
            <a:rect l="l" t="t" r="r" b="b"/>
            <a:pathLst>
              <a:path w="346488" h="329531">
                <a:moveTo>
                  <a:pt x="173244" y="0"/>
                </a:moveTo>
                <a:lnTo>
                  <a:pt x="217469" y="121290"/>
                </a:lnTo>
                <a:lnTo>
                  <a:pt x="346488" y="125869"/>
                </a:lnTo>
                <a:lnTo>
                  <a:pt x="244801" y="205410"/>
                </a:lnTo>
                <a:lnTo>
                  <a:pt x="280315" y="329531"/>
                </a:lnTo>
                <a:lnTo>
                  <a:pt x="173244" y="257400"/>
                </a:lnTo>
                <a:lnTo>
                  <a:pt x="66173" y="329531"/>
                </a:lnTo>
                <a:lnTo>
                  <a:pt x="101687" y="205410"/>
                </a:lnTo>
                <a:lnTo>
                  <a:pt x="0" y="125869"/>
                </a:lnTo>
                <a:lnTo>
                  <a:pt x="129019" y="12129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16000" y="1512000"/>
            <a:ext cx="864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6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440000" y="324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주민 서비스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40000" y="547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440000" y="576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지역 사업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40000" y="799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40000" y="828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안전 관리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40000" y="1051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1440000" y="1080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세무 안내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40000" y="1303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1440000" y="1512000"/>
            <a:ext cx="1584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점심시간 12:00 – 13:00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행정주사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