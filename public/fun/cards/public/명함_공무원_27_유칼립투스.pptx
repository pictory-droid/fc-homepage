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Freeform 3"/>
          <p:cNvSpPr/>
          <p:nvPr/>
        </p:nvSpPr>
        <p:spPr>
          <a:xfrm>
            <a:off x="438756" y="861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점심시간 12:00 – 13:00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