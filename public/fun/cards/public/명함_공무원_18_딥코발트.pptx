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C5CDE3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1E2B4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2F4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F4C9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E2B4C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C5CDE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2B4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2B4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2B4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8E8F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8E8F5E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8E8F5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문화 · 체육  ·  생활 복지  ·  보육 지원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8E8F5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평일 09:00 – 17:30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