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D9FB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3A9B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6D9FB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3A9B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6D9FB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3A9B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6D9FB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3A9B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6D9FB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3A9BA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7949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행정주사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7E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BECEC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65A0A2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1E3E4"/>
                </a:solidFill>
                <a:latin typeface="맑은 고딕"/>
                <a:ea typeface="맑은 고딕"/>
              </a:rPr>
              <a:t>민원 상담 안내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D1E3E4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