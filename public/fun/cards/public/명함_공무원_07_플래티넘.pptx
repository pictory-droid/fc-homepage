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400" cy="1800000"/>
          </a:xfrm>
          <a:prstGeom prst="rect">
            <a:avLst/>
          </a:prstGeom>
          <a:solidFill>
            <a:srgbClr val="6D9FB9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1200" y="0"/>
            <a:ext cx="36000" cy="1800000"/>
          </a:xfrm>
          <a:prstGeom prst="rect">
            <a:avLst/>
          </a:prstGeom>
          <a:solidFill>
            <a:srgbClr val="3A9BA0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2400" y="0"/>
            <a:ext cx="36000" cy="1800000"/>
          </a:xfrm>
          <a:prstGeom prst="rect">
            <a:avLst/>
          </a:prstGeom>
          <a:solidFill>
            <a:srgbClr val="6D9FB9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3600" y="0"/>
            <a:ext cx="50400" cy="1800000"/>
          </a:xfrm>
          <a:prstGeom prst="rect">
            <a:avLst/>
          </a:prstGeom>
          <a:solidFill>
            <a:srgbClr val="3A9BA0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44800" y="0"/>
            <a:ext cx="36000" cy="1800000"/>
          </a:xfrm>
          <a:prstGeom prst="rect">
            <a:avLst/>
          </a:prstGeom>
          <a:solidFill>
            <a:srgbClr val="6D9FB9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06000" y="0"/>
            <a:ext cx="36000" cy="1800000"/>
          </a:xfrm>
          <a:prstGeom prst="rect">
            <a:avLst/>
          </a:prstGeom>
          <a:solidFill>
            <a:srgbClr val="3A9BA0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7200" y="0"/>
            <a:ext cx="50400" cy="1800000"/>
          </a:xfrm>
          <a:prstGeom prst="rect">
            <a:avLst/>
          </a:prstGeom>
          <a:solidFill>
            <a:srgbClr val="6D9FB9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8400" y="0"/>
            <a:ext cx="36000" cy="1800000"/>
          </a:xfrm>
          <a:prstGeom prst="rect">
            <a:avLst/>
          </a:prstGeom>
          <a:solidFill>
            <a:srgbClr val="3A9BA0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89600" y="0"/>
            <a:ext cx="36000" cy="1800000"/>
          </a:xfrm>
          <a:prstGeom prst="rect">
            <a:avLst/>
          </a:prstGeom>
          <a:solidFill>
            <a:srgbClr val="6D9FB9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50800" y="0"/>
            <a:ext cx="50400" cy="1800000"/>
          </a:xfrm>
          <a:prstGeom prst="rect">
            <a:avLst/>
          </a:prstGeom>
          <a:solidFill>
            <a:srgbClr val="3A9BA0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828000" y="252000"/>
            <a:ext cx="201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379499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828000" y="61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조OO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828000" y="86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05C55"/>
                </a:solidFill>
                <a:latin typeface="맑은 고딕"/>
                <a:ea typeface="맑은 고딕"/>
              </a:rPr>
              <a:t>행정주사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28000" y="1123200"/>
            <a:ext cx="2160000" cy="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sp>
        <p:nvSpPr>
          <p:cNvPr id="16" name="텍스트"/>
          <p:cNvSpPr txBox="1"/>
          <p:nvPr/>
        </p:nvSpPr>
        <p:spPr>
          <a:xfrm>
            <a:off x="828000" y="1206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1130400" y="1195200"/>
            <a:ext cx="1296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8" name="텍스트"/>
          <p:cNvSpPr txBox="1"/>
          <p:nvPr/>
        </p:nvSpPr>
        <p:spPr>
          <a:xfrm>
            <a:off x="828000" y="13356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9" name="텍스트"/>
          <p:cNvSpPr txBox="1"/>
          <p:nvPr/>
        </p:nvSpPr>
        <p:spPr>
          <a:xfrm>
            <a:off x="1130400" y="1324800"/>
            <a:ext cx="1296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20" name="텍스트"/>
          <p:cNvSpPr txBox="1"/>
          <p:nvPr/>
        </p:nvSpPr>
        <p:spPr>
          <a:xfrm>
            <a:off x="828000" y="1465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21" name="텍스트"/>
          <p:cNvSpPr txBox="1"/>
          <p:nvPr/>
        </p:nvSpPr>
        <p:spPr>
          <a:xfrm>
            <a:off x="1130400" y="1454400"/>
            <a:ext cx="1296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F7E8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EBECEC"/>
                </a:solidFill>
                <a:latin typeface="맑은 고딕"/>
                <a:ea typeface="맑은 고딕"/>
              </a:rPr>
              <a:t>담당 업무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2000" y="388800"/>
            <a:ext cx="2736000" cy="0"/>
          </a:xfrm>
          <a:prstGeom prst="line">
            <a:avLst/>
          </a:prstGeom>
          <a:ln w="3600">
            <a:solidFill>
              <a:srgbClr val="65A0A2"/>
            </a:solidFill>
          </a:ln>
        </p:spPr>
      </p:cxnSp>
      <p:sp>
        <p:nvSpPr>
          <p:cNvPr id="4" name="텍스트"/>
          <p:cNvSpPr txBox="1"/>
          <p:nvPr/>
        </p:nvSpPr>
        <p:spPr>
          <a:xfrm>
            <a:off x="252000" y="4680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FFFFFF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475200" y="4572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FFFFFF"/>
                </a:solidFill>
                <a:latin typeface="맑은 고딕"/>
                <a:ea typeface="맑은 고딕"/>
              </a:rPr>
              <a:t>민원 상담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691200"/>
            <a:ext cx="1296000" cy="0"/>
          </a:xfrm>
          <a:prstGeom prst="line">
            <a:avLst/>
          </a:prstGeom>
          <a:ln w="3600">
            <a:solidFill>
              <a:srgbClr val="65A0A2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1656000" y="4680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FFFFFF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879200" y="4572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FFFFFF"/>
                </a:solidFill>
                <a:latin typeface="맑은 고딕"/>
                <a:ea typeface="맑은 고딕"/>
              </a:rPr>
              <a:t>환경 관리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656000" y="691200"/>
            <a:ext cx="1296000" cy="0"/>
          </a:xfrm>
          <a:prstGeom prst="line">
            <a:avLst/>
          </a:prstGeom>
          <a:ln w="3600">
            <a:solidFill>
              <a:srgbClr val="65A0A2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8136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FFFFFF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475200" y="8028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FFFFFF"/>
                </a:solidFill>
                <a:latin typeface="맑은 고딕"/>
                <a:ea typeface="맑은 고딕"/>
              </a:rPr>
              <a:t>노인 복지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036800"/>
            <a:ext cx="1296000" cy="0"/>
          </a:xfrm>
          <a:prstGeom prst="line">
            <a:avLst/>
          </a:prstGeom>
          <a:ln w="3600">
            <a:solidFill>
              <a:srgbClr val="65A0A2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1656000" y="8136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FFFFFF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879200" y="8028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FFFFFF"/>
                </a:solidFill>
                <a:latin typeface="맑은 고딕"/>
                <a:ea typeface="맑은 고딕"/>
              </a:rPr>
              <a:t>보육 지원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656000" y="1036800"/>
            <a:ext cx="1296000" cy="0"/>
          </a:xfrm>
          <a:prstGeom prst="line">
            <a:avLst/>
          </a:prstGeom>
          <a:ln w="3600">
            <a:solidFill>
              <a:srgbClr val="65A0A2"/>
            </a:solidFill>
          </a:ln>
        </p:spPr>
      </p:cxnSp>
      <p:sp>
        <p:nvSpPr>
          <p:cNvPr id="16" name="텍스트"/>
          <p:cNvSpPr txBox="1"/>
          <p:nvPr/>
        </p:nvSpPr>
        <p:spPr>
          <a:xfrm>
            <a:off x="252000" y="1569600"/>
            <a:ext cx="136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D1E3E4"/>
                </a:solidFill>
                <a:latin typeface="맑은 고딕"/>
                <a:ea typeface="맑은 고딕"/>
              </a:rPr>
              <a:t>민원 상담 안내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1620000" y="1569600"/>
            <a:ext cx="136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69"/>
              </a:lnSpc>
            </a:pPr>
            <a:r>
              <a:rPr sz="600" b="0">
                <a:solidFill>
                  <a:srgbClr val="D1E3E4"/>
                </a:solidFill>
                <a:latin typeface="맑은 고딕"/>
                <a:ea typeface="맑은 고딕"/>
              </a:rPr>
              <a:t>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행정주사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