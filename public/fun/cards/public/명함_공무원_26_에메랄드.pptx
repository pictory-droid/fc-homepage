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E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C17E8C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14705A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14705A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14705A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193D3E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540000" cy="158400"/>
          </a:xfrm>
          <a:prstGeom prst="roundRect">
            <a:avLst>
              <a:gd name="adj" fmla="val 50000"/>
            </a:avLst>
          </a:prstGeom>
          <a:solidFill>
            <a:srgbClr val="C17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5400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지도사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D6D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B4637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B4637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B4637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B4637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B4637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B4637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B4637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B4637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14705A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B4637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보육 지원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6A6671"/>
                </a:solidFill>
                <a:latin typeface="맑은 고딕"/>
                <a:ea typeface="맑은 고딕"/>
              </a:rPr>
              <a:t>민원 상담 안내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