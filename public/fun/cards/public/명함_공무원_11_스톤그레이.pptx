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72000"/>
            <a:ext cx="1296000" cy="10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700"/>
              </a:lnSpc>
            </a:pPr>
            <a:r>
              <a:rPr sz="6000" b="1">
                <a:solidFill>
                  <a:srgbClr val="6F7378">
                    <a:alpha val="95000"/>
                  </a:srgbClr>
                </a:solidFill>
                <a:latin typeface="맑은 고딕"/>
                <a:ea typeface="맑은 고딕"/>
              </a:rPr>
              <a:t>한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1692000" y="266400"/>
            <a:ext cx="129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080000"/>
            <a:ext cx="2520000" cy="2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spc="100">
                <a:solidFill>
                  <a:srgbClr val="14171D"/>
                </a:solidFill>
                <a:latin typeface="맑은 고딕"/>
                <a:ea typeface="맑은 고딕"/>
              </a:rPr>
              <a:t>한OO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288800"/>
            <a:ext cx="252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686459"/>
                </a:solidFill>
                <a:latin typeface="맑은 고딕"/>
                <a:ea typeface="맑은 고딕"/>
              </a:rPr>
              <a:t>주무관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468800"/>
            <a:ext cx="273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14171D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66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567B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FFFFF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안전 관리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교통 안내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청년 지원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평일 09:00 – 17:30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FFFFF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주무관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