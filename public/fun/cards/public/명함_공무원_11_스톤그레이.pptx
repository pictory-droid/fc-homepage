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6F7378">
                    <a:alpha val="95000"/>
                  </a:srgbClr>
                </a:solidFill>
                <a:latin typeface="맑은 고딕"/>
                <a:ea typeface="맑은 고딕"/>
              </a:rPr>
              <a:t>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4171D"/>
                </a:solidFill>
                <a:latin typeface="맑은 고딕"/>
                <a:ea typeface="맑은 고딕"/>
              </a:rPr>
              <a:t>한OO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86459"/>
                </a:solidFill>
                <a:latin typeface="맑은 고딕"/>
                <a:ea typeface="맑은 고딕"/>
              </a:rPr>
              <a:t>주무관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66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567B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일자리 지원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