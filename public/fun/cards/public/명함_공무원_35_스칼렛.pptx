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E61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F9CBD3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F9CBD3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F9CBD3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31728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F8BFC8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탁서아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31728"/>
                </a:solidFill>
                <a:latin typeface="맑은 고딕"/>
                <a:ea typeface="맑은 고딕"/>
              </a:rPr>
              <a:t>담당관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E61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31728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31728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31728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E6193C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E6193C"/>
          </a:solidFill>
          <a:ln w="5760">
            <a:solidFill>
              <a:srgbClr val="E619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행정 지원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FFFFFF"/>
          </a:solidFill>
          <a:ln w="5760">
            <a:solidFill>
              <a:srgbClr val="E619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지역 사업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FFFFFF"/>
          </a:solidFill>
          <a:ln w="5760">
            <a:solidFill>
              <a:srgbClr val="E619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안전 관리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FFFFFF"/>
          </a:solidFill>
          <a:ln w="5760">
            <a:solidFill>
              <a:srgbClr val="E619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노인 복지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09:00 – 17:30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6B7280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담당관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