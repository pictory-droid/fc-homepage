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3600" y="93600"/>
            <a:ext cx="3052800" cy="1612800"/>
          </a:xfrm>
          <a:prstGeom prst="rect">
            <a:avLst/>
          </a:prstGeom>
          <a:noFill/>
          <a:ln w="3600">
            <a:solidFill>
              <a:srgbClr val="D9D5C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2000" y="252000"/>
            <a:ext cx="79200" cy="79200"/>
          </a:xfrm>
          <a:prstGeom prst="rect">
            <a:avLst/>
          </a:prstGeom>
          <a:solidFill>
            <a:srgbClr val="7A72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96000" y="259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86459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2000" y="446400"/>
            <a:ext cx="2736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964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오OO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16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86459"/>
                </a:solidFill>
                <a:latin typeface="맑은 고딕"/>
                <a:ea typeface="맑은 고딕"/>
              </a:rPr>
              <a:t>팀장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00000" y="943200"/>
            <a:ext cx="0" cy="60480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1944000" y="1033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246400" y="10224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944000" y="1177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246400" y="11664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944000" y="1321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246400" y="13104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9200" y="108000"/>
            <a:ext cx="576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08000" y="79200"/>
            <a:ext cx="0" cy="576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103200" y="108000"/>
            <a:ext cx="576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32000" y="79200"/>
            <a:ext cx="0" cy="576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79200" y="1692000"/>
            <a:ext cx="576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08000" y="1663200"/>
            <a:ext cx="0" cy="576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103200" y="1692000"/>
            <a:ext cx="576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32000" y="1663200"/>
            <a:ext cx="0" cy="576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288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A7ABB4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7A9A8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19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A7ABB4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41600"/>
            <a:ext cx="2520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88"/>
              </a:lnSpc>
            </a:pPr>
            <a:r>
              <a:rPr sz="819" b="1">
                <a:solidFill>
                  <a:srgbClr val="FFFFFF"/>
                </a:solidFill>
                <a:latin typeface="맑은 고딕"/>
                <a:ea typeface="맑은 고딕"/>
              </a:rPr>
              <a:t>주민 서비스  ·  교통 안내  ·  노인 복지  ·  세무 안내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0000" y="1224000"/>
            <a:ext cx="2520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평일 09:00 – 17:30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1296000"/>
            <a:ext cx="0" cy="1800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1656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팀장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