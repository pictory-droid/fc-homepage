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오OO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팀장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00000" y="943200"/>
            <a:ext cx="0" cy="6048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944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46400" y="1022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944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46400" y="1166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46400" y="1310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7A9A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주민 서비스  ·  교통 안내  ·  노인 복지  ·  세무 안내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09:00 – 17:30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팀장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