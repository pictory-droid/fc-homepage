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E3E5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공공의 가치를 지켜 가겠습니다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