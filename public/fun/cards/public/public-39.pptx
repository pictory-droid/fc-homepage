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96000" y="0"/>
            <a:ext cx="1044000" cy="180000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86160" y="508320"/>
            <a:ext cx="463680" cy="211680"/>
          </a:xfrm>
          <a:custGeom>
            <a:avLst/>
            <a:gdLst/>
            <a:ahLst/>
            <a:cxnLst/>
            <a:rect l="l" t="t" r="r" b="b"/>
            <a:pathLst>
              <a:path w="463680" h="211680">
                <a:moveTo>
                  <a:pt x="0" y="211680"/>
                </a:moveTo>
                <a:lnTo>
                  <a:pt x="231840" y="0"/>
                </a:lnTo>
                <a:lnTo>
                  <a:pt x="463680" y="21168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556720" y="720000"/>
            <a:ext cx="322560" cy="21168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77680" y="790560"/>
            <a:ext cx="80640" cy="141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268000" y="1224000"/>
            <a:ext cx="900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60"/>
              </a:lnSpc>
            </a:pPr>
            <a:r>
              <a:rPr sz="800" b="1" spc="150">
                <a:solidFill>
                  <a:srgbClr val="FFFFF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16000" y="331200"/>
            <a:ext cx="1872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274649"/>
                </a:solidFill>
                <a:latin typeface="맑은 고딕"/>
                <a:ea typeface="맑은 고딕"/>
              </a:rPr>
              <a:t>곽도하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6000" y="619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477F84"/>
                </a:solidFill>
                <a:latin typeface="맑은 고딕"/>
                <a:ea typeface="맑은 고딕"/>
              </a:rPr>
              <a:t>복지담당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00" y="828000"/>
            <a:ext cx="201600" cy="14400"/>
          </a:xfrm>
          <a:prstGeom prst="rect">
            <a:avLst/>
          </a:prstGeom>
          <a:solidFill>
            <a:srgbClr val="4B868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16000" y="1008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77F84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1008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6000" y="1176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77F84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1176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" y="1345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477F84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345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7464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74649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93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0" y="201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09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0" y="417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0" y="525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0" y="633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0" y="741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0" y="849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0" y="957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0" y="1065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0" y="1173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0" y="1281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0" y="1389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0" y="1497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0" y="1605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0" y="1713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0" y="1821600"/>
            <a:ext cx="3240000" cy="0"/>
          </a:xfrm>
          <a:prstGeom prst="line">
            <a:avLst/>
          </a:prstGeom>
          <a:ln w="7200">
            <a:solidFill>
              <a:srgbClr val="7DA8AB">
                <a:alpha val="30000"/>
              </a:srgbClr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solidFill>
            <a:srgbClr val="2746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000" y="468000"/>
            <a:ext cx="2304000" cy="864000"/>
          </a:xfrm>
          <a:prstGeom prst="rect">
            <a:avLst/>
          </a:prstGeom>
          <a:noFill/>
          <a:ln w="9000">
            <a:solidFill>
              <a:srgbClr val="7DA8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텍스트"/>
          <p:cNvSpPr txBox="1"/>
          <p:nvPr/>
        </p:nvSpPr>
        <p:spPr>
          <a:xfrm>
            <a:off x="576000" y="540000"/>
            <a:ext cx="2088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667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공공의 가치를 지켜 가겠습니다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B3BEBF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복지담당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