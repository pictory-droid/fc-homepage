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E0A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0E423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42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078F6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423A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42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42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42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