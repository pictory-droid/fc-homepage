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E0A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0"/>
            <a:ext cx="1224000" cy="1800000"/>
          </a:xfrm>
          <a:custGeom>
            <a:avLst/>
            <a:gdLst/>
            <a:ahLst/>
            <a:cxnLst/>
            <a:rect l="l" t="t" r="r" b="b"/>
            <a:pathLst>
              <a:path w="1224000" h="1800000">
                <a:moveTo>
                  <a:pt x="360000" y="0"/>
                </a:moveTo>
                <a:lnTo>
                  <a:pt x="1224000" y="0"/>
                </a:lnTo>
                <a:lnTo>
                  <a:pt x="1224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864800" y="0"/>
            <a:ext cx="460800" cy="1800000"/>
          </a:xfrm>
          <a:custGeom>
            <a:avLst/>
            <a:gdLst/>
            <a:ahLst/>
            <a:cxnLst/>
            <a:rect l="l" t="t" r="r" b="b"/>
            <a:pathLst>
              <a:path w="460800" h="1800000">
                <a:moveTo>
                  <a:pt x="360000" y="0"/>
                </a:moveTo>
                <a:lnTo>
                  <a:pt x="460800" y="0"/>
                </a:lnTo>
                <a:lnTo>
                  <a:pt x="1008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33E6B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0E423A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158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한소율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158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0E423A"/>
                </a:solidFill>
                <a:latin typeface="맑은 고딕"/>
                <a:ea typeface="맑은 고딕"/>
              </a:rPr>
              <a:t>주무관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1195200"/>
            <a:ext cx="144000" cy="180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0E423A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583200" y="13176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0E423A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83200" y="14472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0E423A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5768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91200" y="511200"/>
            <a:ext cx="57600" cy="57600"/>
          </a:xfrm>
          <a:prstGeom prst="ellipse">
            <a:avLst/>
          </a:prstGeom>
          <a:solidFill>
            <a:srgbClr val="00E0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684000"/>
            <a:ext cx="2448000" cy="50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정직하게 일하는 공직자입니다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6B728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주무관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