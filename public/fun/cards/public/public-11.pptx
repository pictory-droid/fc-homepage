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95A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5974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49024" y="281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814912" y="281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5974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C4CED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6E5EA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D6E5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6E5E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6E5E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6E5E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3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7C9B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3936" y="193248"/>
            <a:ext cx="69696" cy="101376"/>
          </a:xfrm>
          <a:custGeom>
            <a:avLst/>
            <a:gdLst/>
            <a:ahLst/>
            <a:cxnLst/>
            <a:rect l="l" t="t" r="r" b="b"/>
            <a:pathLst>
              <a:path w="69696" h="101376">
                <a:moveTo>
                  <a:pt x="0" y="0"/>
                </a:moveTo>
                <a:lnTo>
                  <a:pt x="69696" y="12672"/>
                </a:lnTo>
                <a:lnTo>
                  <a:pt x="69696" y="101376"/>
                </a:lnTo>
                <a:lnTo>
                  <a:pt x="0" y="887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39968" y="193248"/>
            <a:ext cx="69696" cy="101376"/>
          </a:xfrm>
          <a:custGeom>
            <a:avLst/>
            <a:gdLst/>
            <a:ahLst/>
            <a:cxnLst/>
            <a:rect l="l" t="t" r="r" b="b"/>
            <a:pathLst>
              <a:path w="69696" h="101376">
                <a:moveTo>
                  <a:pt x="69696" y="0"/>
                </a:moveTo>
                <a:lnTo>
                  <a:pt x="0" y="12672"/>
                </a:lnTo>
                <a:lnTo>
                  <a:pt x="0" y="101376"/>
                </a:lnTo>
                <a:lnTo>
                  <a:pt x="69696" y="887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정직하게 일하는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공직자입니다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B3BAB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7C9BA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3BABC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