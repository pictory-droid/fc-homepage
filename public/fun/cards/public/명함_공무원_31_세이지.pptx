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8BB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9CAF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주무관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D673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민원 상담 안내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D673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