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38BB8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심OO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9CAF8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1B2230"/>
                </a:solidFill>
                <a:latin typeface="맑은 고딕"/>
                <a:ea typeface="맑은 고딕"/>
              </a:rPr>
              <a:t>주무관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05C5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9BFD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465162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46516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465162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465162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465162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465162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465162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46516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4D6732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515E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복지 안내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8FA3BA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안전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8FA3BA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8FA3BA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8FA3BA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민원 상담 안내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WEB  www.example.com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4D6732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