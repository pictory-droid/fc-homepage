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복지담당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청렴을 가장 먼저 생각합니다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