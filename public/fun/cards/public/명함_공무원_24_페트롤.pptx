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F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8323B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14171D"/>
                </a:solidFill>
                <a:latin typeface="맑은 고딕"/>
                <a:ea typeface="맑은 고딕"/>
              </a:rPr>
              <a:t>양OO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540000" cy="172800"/>
          </a:xfrm>
          <a:prstGeom prst="roundRect">
            <a:avLst>
              <a:gd name="adj" fmla="val 50000"/>
            </a:avLst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540000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과장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C0D2D6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8323B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8323B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8323B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FFFFF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A68A68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행정 지원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2A2D34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A68A68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2A2D34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A68A68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2A2D34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A68A68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보육 지원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2A2D34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