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8323B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0D2D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3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68A6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68A6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68A6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생활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68A6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