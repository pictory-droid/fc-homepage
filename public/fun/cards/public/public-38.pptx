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2000" cy="18000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5200" y="619200"/>
            <a:ext cx="561600" cy="5616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930"/>
              </a:lnSpc>
            </a:pPr>
            <a:r>
              <a:rPr sz="3400" b="1">
                <a:solidFill>
                  <a:srgbClr val="12151C"/>
                </a:solidFill>
                <a:latin typeface="맑은 고딕"/>
                <a:ea typeface="맑은 고딕"/>
              </a:rPr>
              <a:t>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404000" y="223200"/>
            <a:ext cx="1584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04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민원담당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4000" y="1195200"/>
            <a:ext cx="144000" cy="180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04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735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04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735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04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735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신속하고 정확하게 처리합니다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12151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