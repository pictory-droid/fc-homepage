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944000" y="216000"/>
            <a:ext cx="10800" cy="1368000"/>
          </a:xfrm>
          <a:prstGeom prst="rect">
            <a:avLst/>
          </a:prstGeom>
          <a:solidFill>
            <a:srgbClr val="5D9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16000" y="201600"/>
            <a:ext cx="1584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300">
                <a:solidFill>
                  <a:srgbClr val="67785E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4" name="Freeform 3"/>
          <p:cNvSpPr/>
          <p:nvPr/>
        </p:nvSpPr>
        <p:spPr>
          <a:xfrm>
            <a:off x="286704" y="473472"/>
            <a:ext cx="104544" cy="152064"/>
          </a:xfrm>
          <a:custGeom>
            <a:avLst/>
            <a:gdLst/>
            <a:ahLst/>
            <a:cxnLst/>
            <a:rect l="l" t="t" r="r" b="b"/>
            <a:pathLst>
              <a:path w="104544" h="152064">
                <a:moveTo>
                  <a:pt x="0" y="0"/>
                </a:moveTo>
                <a:lnTo>
                  <a:pt x="104544" y="19008"/>
                </a:lnTo>
                <a:lnTo>
                  <a:pt x="104544" y="152064"/>
                </a:lnTo>
                <a:lnTo>
                  <a:pt x="0" y="133056"/>
                </a:lnTo>
                <a:close/>
              </a:path>
            </a:pathLst>
          </a:custGeom>
          <a:solidFill>
            <a:srgbClr val="5D9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00752" y="473472"/>
            <a:ext cx="104544" cy="152064"/>
          </a:xfrm>
          <a:custGeom>
            <a:avLst/>
            <a:gdLst/>
            <a:ahLst/>
            <a:cxnLst/>
            <a:rect l="l" t="t" r="r" b="b"/>
            <a:pathLst>
              <a:path w="104544" h="152064">
                <a:moveTo>
                  <a:pt x="104544" y="0"/>
                </a:moveTo>
                <a:lnTo>
                  <a:pt x="0" y="19008"/>
                </a:lnTo>
                <a:lnTo>
                  <a:pt x="0" y="152064"/>
                </a:lnTo>
                <a:lnTo>
                  <a:pt x="104544" y="133056"/>
                </a:lnTo>
                <a:close/>
              </a:path>
            </a:pathLst>
          </a:custGeom>
          <a:solidFill>
            <a:srgbClr val="DCEE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16000" y="972000"/>
            <a:ext cx="1728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4F8036"/>
                </a:solidFill>
                <a:latin typeface="맑은 고딕"/>
                <a:ea typeface="맑은 고딕"/>
              </a:rPr>
              <a:t>민원담당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16000" y="1123200"/>
            <a:ext cx="1728000" cy="346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45"/>
              </a:lnSpc>
            </a:pPr>
            <a:r>
              <a:rPr sz="2100" b="1" spc="50">
                <a:solidFill>
                  <a:srgbClr val="314F22"/>
                </a:solidFill>
                <a:latin typeface="맑은 고딕"/>
                <a:ea typeface="맑은 고딕"/>
              </a:rPr>
              <a:t>피유나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073600" y="540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4F8036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217600" y="540000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314F22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073600" y="708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4F8036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217600" y="708911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314F22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073600" y="877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4F8036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217600" y="877822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314F22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14F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24000" cy="1800000"/>
          </a:xfrm>
          <a:prstGeom prst="rect">
            <a:avLst/>
          </a:prstGeom>
          <a:solidFill>
            <a:srgbClr val="8AB37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363600" y="748800"/>
            <a:ext cx="237600" cy="345600"/>
          </a:xfrm>
          <a:custGeom>
            <a:avLst/>
            <a:gdLst/>
            <a:ahLst/>
            <a:cxnLst/>
            <a:rect l="l" t="t" r="r" b="b"/>
            <a:pathLst>
              <a:path w="237600" h="345600">
                <a:moveTo>
                  <a:pt x="0" y="0"/>
                </a:moveTo>
                <a:lnTo>
                  <a:pt x="237600" y="43200"/>
                </a:lnTo>
                <a:lnTo>
                  <a:pt x="237600" y="345600"/>
                </a:lnTo>
                <a:lnTo>
                  <a:pt x="0" y="3024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622800" y="748800"/>
            <a:ext cx="237600" cy="345600"/>
          </a:xfrm>
          <a:custGeom>
            <a:avLst/>
            <a:gdLst/>
            <a:ahLst/>
            <a:cxnLst/>
            <a:rect l="l" t="t" r="r" b="b"/>
            <a:pathLst>
              <a:path w="237600" h="345600">
                <a:moveTo>
                  <a:pt x="237600" y="0"/>
                </a:moveTo>
                <a:lnTo>
                  <a:pt x="0" y="43200"/>
                </a:lnTo>
                <a:lnTo>
                  <a:pt x="0" y="345600"/>
                </a:lnTo>
                <a:lnTo>
                  <a:pt x="237600" y="3024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1440000" y="432000"/>
            <a:ext cx="1584000" cy="79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신속하고 정확하게</a:t>
            </a:r>
          </a:p>
          <a:p>
            <a:pPr algn="l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처리합니다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1440000" y="1317600"/>
            <a:ext cx="180000" cy="10800"/>
          </a:xfrm>
          <a:prstGeom prst="rect">
            <a:avLst/>
          </a:prstGeom>
          <a:solidFill>
            <a:srgbClr val="8AB37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1440000" y="1418400"/>
            <a:ext cx="1584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B7C1B2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민원담당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