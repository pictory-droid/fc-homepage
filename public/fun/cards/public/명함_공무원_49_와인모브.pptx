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D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8E4A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A6772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966F4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A67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A67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A67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CFBFC7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8E4A63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A7968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D7D1CC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A7968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D7D1CC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A7968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D7D1CC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8A7968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D7D1CC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414043"/>
                </a:solidFill>
                <a:latin typeface="맑은 고딕"/>
                <a:ea typeface="맑은 고딕"/>
              </a:rPr>
              <a:t>민원 상담 안내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14043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