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11111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담당관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111111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818181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818181"/>
          </a:solidFill>
          <a:ln w="5760">
            <a:solidFill>
              <a:srgbClr val="81818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81818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81818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