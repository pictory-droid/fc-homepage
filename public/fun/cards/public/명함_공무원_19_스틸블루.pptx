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F6672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B9C9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2638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ADDDE"/>
          </a:solidFill>
          <a:ln w="3600">
            <a:solidFill>
              <a:srgbClr val="78A9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466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ADDDE"/>
          </a:solidFill>
          <a:ln w="3600">
            <a:solidFill>
              <a:srgbClr val="78A9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4C72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ADDDE"/>
          </a:solidFill>
          <a:ln w="3600">
            <a:solidFill>
              <a:srgbClr val="78A9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4C72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D535E"/>
                </a:solidFill>
                <a:latin typeface="맑은 고딕"/>
                <a:ea typeface="맑은 고딕"/>
              </a:rPr>
              <a:t>민원 상담 안내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