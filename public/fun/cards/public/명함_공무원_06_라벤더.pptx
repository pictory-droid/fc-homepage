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2B4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452A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02B4E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302B4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F9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