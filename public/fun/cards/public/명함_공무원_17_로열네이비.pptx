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67C45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안OO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행정주사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605C5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4B65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46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09600" y="237600"/>
            <a:ext cx="172800" cy="172800"/>
          </a:xfrm>
          <a:prstGeom prst="ellipse">
            <a:avLst/>
          </a:prstGeom>
          <a:solidFill>
            <a:srgbClr val="DBCB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00" y="289800"/>
            <a:ext cx="25200" cy="2520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400" y="289800"/>
            <a:ext cx="25200" cy="2520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58788" y="342281"/>
            <a:ext cx="74424" cy="21319"/>
          </a:xfrm>
          <a:custGeom>
            <a:avLst/>
            <a:gdLst/>
            <a:ahLst/>
            <a:cxnLst/>
            <a:rect l="l" t="t" r="r" b="b"/>
            <a:pathLst>
              <a:path w="74424" h="21319">
                <a:moveTo>
                  <a:pt x="74424" y="0"/>
                </a:moveTo>
                <a:lnTo>
                  <a:pt x="68629" y="8643"/>
                </a:lnTo>
                <a:lnTo>
                  <a:pt x="59926" y="15460"/>
                </a:lnTo>
                <a:lnTo>
                  <a:pt x="49120" y="19819"/>
                </a:lnTo>
                <a:lnTo>
                  <a:pt x="37212" y="21319"/>
                </a:lnTo>
                <a:lnTo>
                  <a:pt x="25304" y="19819"/>
                </a:lnTo>
                <a:lnTo>
                  <a:pt x="14498" y="15460"/>
                </a:lnTo>
                <a:lnTo>
                  <a:pt x="5795" y="864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76000" y="2952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EEF0F4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DBCB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민원 상담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4013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D3DA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954013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안전 관리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56025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DBCB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656025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노인 복지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2000" y="8928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D3DA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52000" y="8928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보육 지원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0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E7DFD5"/>
                </a:solidFill>
                <a:latin typeface="맑은 고딕"/>
                <a:ea typeface="맑은 고딕"/>
              </a:rPr>
              <a:t>전화 · 메일 문의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행정주사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