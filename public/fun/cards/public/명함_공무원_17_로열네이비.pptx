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67C4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46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DBC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EF0F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BC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3DA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BC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3DA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7DFD5"/>
                </a:solidFill>
                <a:latin typeface="맑은 고딕"/>
                <a:ea typeface="맑은 고딕"/>
              </a:rPr>
              <a:t>전화 · 메일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