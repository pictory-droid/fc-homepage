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8969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E2DD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268720" y="703440"/>
            <a:ext cx="430560" cy="196560"/>
          </a:xfrm>
          <a:custGeom>
            <a:avLst/>
            <a:gdLst/>
            <a:ahLst/>
            <a:cxnLst/>
            <a:rect l="l" t="t" r="r" b="b"/>
            <a:pathLst>
              <a:path w="430560" h="196560">
                <a:moveTo>
                  <a:pt x="0" y="196560"/>
                </a:moveTo>
                <a:lnTo>
                  <a:pt x="215280" y="0"/>
                </a:lnTo>
                <a:lnTo>
                  <a:pt x="430560" y="1965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34240" y="900000"/>
            <a:ext cx="299520" cy="196560"/>
          </a:xfrm>
          <a:prstGeom prst="rect">
            <a:avLst/>
          </a:prstGeom>
          <a:solidFill>
            <a:srgbClr val="C4B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6560" y="965520"/>
            <a:ext cx="74880" cy="131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B7FA8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이OO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팀장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477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6C8A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16000" y="252000"/>
            <a:ext cx="86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40">
                <a:solidFill>
                  <a:srgbClr val="1B223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Freeform 3"/>
          <p:cNvSpPr/>
          <p:nvPr/>
        </p:nvSpPr>
        <p:spPr>
          <a:xfrm>
            <a:off x="429840" y="877680"/>
            <a:ext cx="364320" cy="166320"/>
          </a:xfrm>
          <a:custGeom>
            <a:avLst/>
            <a:gdLst/>
            <a:ahLst/>
            <a:cxnLst/>
            <a:rect l="l" t="t" r="r" b="b"/>
            <a:pathLst>
              <a:path w="364320" h="166320">
                <a:moveTo>
                  <a:pt x="0" y="166320"/>
                </a:moveTo>
                <a:lnTo>
                  <a:pt x="182160" y="0"/>
                </a:lnTo>
                <a:lnTo>
                  <a:pt x="364320" y="166320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5280" y="1044000"/>
            <a:ext cx="253440" cy="166320"/>
          </a:xfrm>
          <a:prstGeom prst="rect">
            <a:avLst/>
          </a:prstGeom>
          <a:solidFill>
            <a:srgbClr val="4456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0320" y="1099440"/>
            <a:ext cx="63360" cy="110880"/>
          </a:xfrm>
          <a:prstGeom prst="rect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16000" y="1512000"/>
            <a:ext cx="864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6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40000" y="324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안전 관리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0000" y="547200"/>
            <a:ext cx="1584000" cy="0"/>
          </a:xfrm>
          <a:prstGeom prst="line">
            <a:avLst/>
          </a:prstGeom>
          <a:ln w="3600">
            <a:solidFill>
              <a:srgbClr val="809AB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40000" y="576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환경 관리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40000" y="799200"/>
            <a:ext cx="1584000" cy="0"/>
          </a:xfrm>
          <a:prstGeom prst="line">
            <a:avLst/>
          </a:prstGeom>
          <a:ln w="3600">
            <a:solidFill>
              <a:srgbClr val="809AB8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1440000" y="828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청년 지원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40000" y="1051200"/>
            <a:ext cx="1584000" cy="0"/>
          </a:xfrm>
          <a:prstGeom prst="line">
            <a:avLst/>
          </a:prstGeom>
          <a:ln w="3600">
            <a:solidFill>
              <a:srgbClr val="809AB8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1440000" y="1080000"/>
            <a:ext cx="1584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2"/>
              </a:lnSpc>
            </a:pPr>
            <a:r>
              <a:rPr sz="760" b="1">
                <a:solidFill>
                  <a:srgbClr val="FFFFFF"/>
                </a:solidFill>
                <a:latin typeface="맑은 고딕"/>
                <a:ea typeface="맑은 고딕"/>
              </a:rPr>
              <a:t>세무 안내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0000" y="1303200"/>
            <a:ext cx="1584000" cy="0"/>
          </a:xfrm>
          <a:prstGeom prst="line">
            <a:avLst/>
          </a:prstGeom>
          <a:ln w="3600">
            <a:solidFill>
              <a:srgbClr val="809AB8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440000" y="1512000"/>
            <a:ext cx="1584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9E1EA"/>
                </a:solidFill>
                <a:latin typeface="맑은 고딕"/>
                <a:ea typeface="맑은 고딕"/>
              </a:rPr>
              <a:t>민원 상담 안내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