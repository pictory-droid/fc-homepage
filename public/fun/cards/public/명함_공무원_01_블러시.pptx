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5C9C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8D6D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D5C9C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2F4C9A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