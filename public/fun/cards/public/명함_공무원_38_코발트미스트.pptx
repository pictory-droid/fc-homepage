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892800"/>
            <a:ext cx="331200" cy="151200"/>
          </a:xfrm>
          <a:custGeom>
            <a:avLst/>
            <a:gdLst/>
            <a:ahLst/>
            <a:cxnLst/>
            <a:rect l="l" t="t" r="r" b="b"/>
            <a:pathLst>
              <a:path w="331200" h="151200">
                <a:moveTo>
                  <a:pt x="0" y="151200"/>
                </a:moveTo>
                <a:lnTo>
                  <a:pt x="165600" y="0"/>
                </a:lnTo>
                <a:lnTo>
                  <a:pt x="331200" y="151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04800" y="1044000"/>
            <a:ext cx="230400" cy="151200"/>
          </a:xfrm>
          <a:prstGeom prst="rect">
            <a:avLst/>
          </a:prstGeom>
          <a:solidFill>
            <a:srgbClr val="A5B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91200" y="1094400"/>
            <a:ext cx="57600" cy="1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8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D5E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E2DAE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E2DAE2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E2DAE2"/>
                </a:solidFill>
                <a:latin typeface="맑은 고딕"/>
                <a:ea typeface="맑은 고딕"/>
              </a:rPr>
              <a:t>민원 상담 안내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