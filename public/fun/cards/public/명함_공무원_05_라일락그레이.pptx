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8A7BA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담당관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8A7BA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DD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DD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DD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DD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5CDD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생활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647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