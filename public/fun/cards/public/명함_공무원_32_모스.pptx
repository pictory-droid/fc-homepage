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2DA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0" y="0"/>
                </a:moveTo>
                <a:lnTo>
                  <a:pt x="205920" y="37440"/>
                </a:lnTo>
                <a:lnTo>
                  <a:pt x="205920" y="299520"/>
                </a:lnTo>
                <a:lnTo>
                  <a:pt x="0" y="262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9336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205920" y="0"/>
                </a:moveTo>
                <a:lnTo>
                  <a:pt x="0" y="37440"/>
                </a:lnTo>
                <a:lnTo>
                  <a:pt x="0" y="299520"/>
                </a:lnTo>
                <a:lnTo>
                  <a:pt x="205920" y="262080"/>
                </a:lnTo>
                <a:close/>
              </a:path>
            </a:pathLst>
          </a:custGeom>
          <a:solidFill>
            <a:srgbClr val="AEB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03D2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03D28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B7B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0B7BE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0B7BE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