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278800" y="15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287800" y="34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287800" y="52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278800" y="69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78800" y="87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287800" y="106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78800" y="123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87800" y="142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278800" y="159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446200" y="16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446200" y="34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437200" y="51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46200" y="70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446200" y="88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7200" y="105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437200" y="123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46200" y="142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437200" y="159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595600" y="15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95600" y="33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604600" y="52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04600" y="70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95600" y="87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604600" y="106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04600" y="124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95600" y="141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595600" y="159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754000" y="15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763000" y="34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754000" y="51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754000" y="69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763000" y="88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763000" y="106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754000" y="123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63000" y="142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763000" y="160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912400" y="15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921400" y="34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2912400" y="51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921400" y="70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2912400" y="87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912400" y="105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921400" y="124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921400" y="142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2912400" y="159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3079800" y="16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070800" y="33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3070800" y="51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079800" y="70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070800" y="87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079800" y="106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070800" y="1234800"/>
            <a:ext cx="50400" cy="504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070800" y="1414800"/>
            <a:ext cx="50400" cy="50400"/>
          </a:xfrm>
          <a:prstGeom prst="ellipse">
            <a:avLst/>
          </a:prstGeom>
          <a:solidFill>
            <a:srgbClr val="B88F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079800" y="1603800"/>
            <a:ext cx="32400" cy="32400"/>
          </a:xfrm>
          <a:prstGeom prst="ellipse">
            <a:avLst/>
          </a:prstGeom>
          <a:solidFill>
            <a:srgbClr val="ECDD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7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58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54B34"/>
                </a:solidFill>
                <a:latin typeface="맑은 고딕"/>
                <a:ea typeface="맑은 고딕"/>
              </a:rPr>
              <a:t>과장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2000" y="1123200"/>
            <a:ext cx="1620000" cy="0"/>
          </a:xfrm>
          <a:prstGeom prst="line">
            <a:avLst/>
          </a:prstGeom>
          <a:ln w="3600">
            <a:solidFill>
              <a:srgbClr val="ECDDBD"/>
            </a:solidFill>
          </a:ln>
        </p:spPr>
      </p:cxnSp>
      <p:sp>
        <p:nvSpPr>
          <p:cNvPr id="60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61" name="텍스트"/>
          <p:cNvSpPr txBox="1"/>
          <p:nvPr/>
        </p:nvSpPr>
        <p:spPr>
          <a:xfrm>
            <a:off x="554400" y="11952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62" name="텍스트"/>
          <p:cNvSpPr txBox="1"/>
          <p:nvPr/>
        </p:nvSpPr>
        <p:spPr>
          <a:xfrm>
            <a:off x="252000" y="1328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63" name="텍스트"/>
          <p:cNvSpPr txBox="1"/>
          <p:nvPr/>
        </p:nvSpPr>
        <p:spPr>
          <a:xfrm>
            <a:off x="5544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64" name="텍스트"/>
          <p:cNvSpPr txBox="1"/>
          <p:nvPr/>
        </p:nvSpPr>
        <p:spPr>
          <a:xfrm>
            <a:off x="252000" y="1450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54B3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65" name="텍스트"/>
          <p:cNvSpPr txBox="1"/>
          <p:nvPr/>
        </p:nvSpPr>
        <p:spPr>
          <a:xfrm>
            <a:off x="554400" y="14400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6D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7F0E2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CBCA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E0DF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행정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E0DF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E0DF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문화 · 체육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2000" y="784761"/>
            <a:ext cx="7508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E0DF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784761"/>
            <a:ext cx="7508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9693C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방문 전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FF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F7F0E2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과장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