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88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CD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54B34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CDDB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7F0E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0DF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0DF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0DF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" y="784761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E0DF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784761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F7F0E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