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DF4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85F37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85F37"/>
                </a:solidFill>
                <a:latin typeface="맑은 고딕"/>
                <a:ea typeface="맑은 고딕"/>
              </a:rPr>
              <a:t>담당관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CDF4D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F3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F3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85F3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4CD964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CD964"/>
          </a:solidFill>
          <a:ln w="576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4CD96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담당관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