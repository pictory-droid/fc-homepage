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8E0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6606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7A1F2E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4B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7A1F2E"/>
                </a:solidFill>
                <a:latin typeface="맑은 고딕"/>
                <a:ea typeface="맑은 고딕"/>
              </a:rPr>
              <a:t>묵묵한 성실로 보답하겠습니다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CC334D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98626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F4CDD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F4CDD3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