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DFB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23200"/>
            <a:ext cx="201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285F37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3" name="Oval 2"/>
          <p:cNvSpPr/>
          <p:nvPr/>
        </p:nvSpPr>
        <p:spPr>
          <a:xfrm>
            <a:off x="2955600" y="241200"/>
            <a:ext cx="64800" cy="64800"/>
          </a:xfrm>
          <a:prstGeom prst="ellipse">
            <a:avLst/>
          </a:prstGeom>
          <a:solidFill>
            <a:srgbClr val="4CD96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676800"/>
            <a:ext cx="2520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고은채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1080000"/>
            <a:ext cx="2520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285F37"/>
                </a:solidFill>
                <a:latin typeface="맑은 고딕"/>
                <a:ea typeface="맑은 고딕"/>
              </a:rPr>
              <a:t>담당관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1339200"/>
            <a:ext cx="2736000" cy="0"/>
          </a:xfrm>
          <a:prstGeom prst="line">
            <a:avLst/>
          </a:prstGeom>
          <a:ln w="5760">
            <a:solidFill>
              <a:srgbClr val="CDF4D4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1411200"/>
            <a:ext cx="792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080000" y="1411200"/>
            <a:ext cx="900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052000" y="1411200"/>
            <a:ext cx="972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5264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20">
                <a:solidFill>
                  <a:srgbClr val="285F37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080000" y="15264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20">
                <a:solidFill>
                  <a:srgbClr val="285F37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052000" y="15264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20">
                <a:solidFill>
                  <a:srgbClr val="285F37"/>
                </a:solidFill>
                <a:latin typeface="맑은 고딕"/>
                <a:ea typeface="맑은 고딕"/>
              </a:rPr>
              <a:t>ADDR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304000" y="504000"/>
            <a:ext cx="684000" cy="684000"/>
          </a:xfrm>
          <a:prstGeom prst="rect">
            <a:avLst/>
          </a:prstGeom>
          <a:noFill/>
          <a:ln w="7200">
            <a:solidFill>
              <a:srgbClr val="6B7280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304000" y="504000"/>
            <a:ext cx="684000" cy="68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95"/>
              </a:lnSpc>
            </a:pPr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QR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504000"/>
            <a:ext cx="1728000" cy="7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739"/>
              </a:lnSpc>
            </a:pPr>
            <a:r>
              <a:rPr sz="1200" b="1">
                <a:solidFill>
                  <a:srgbClr val="12151C"/>
                </a:solidFill>
                <a:latin typeface="맑은 고딕"/>
                <a:ea typeface="맑은 고딕"/>
              </a:rPr>
              <a:t>묵묵한 성실로</a:t>
            </a:r>
          </a:p>
          <a:p>
            <a:pPr algn="l">
              <a:lnSpc>
                <a:spcPts val="1739"/>
              </a:lnSpc>
            </a:pPr>
            <a:r>
              <a:rPr sz="1200" b="1">
                <a:solidFill>
                  <a:srgbClr val="12151C"/>
                </a:solidFill>
                <a:latin typeface="맑은 고딕"/>
                <a:ea typeface="맑은 고딕"/>
              </a:rPr>
              <a:t>보답하겠습니다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252000" y="1296000"/>
            <a:ext cx="144000" cy="18000"/>
          </a:xfrm>
          <a:prstGeom prst="rect">
            <a:avLst/>
          </a:prstGeom>
          <a:solidFill>
            <a:srgbClr val="4CD96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" y="1404000"/>
            <a:ext cx="165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6B7280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담당관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