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DF4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85F3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85F37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F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F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F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CD96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CD964"/>
          </a:solidFill>
          <a:ln w="576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