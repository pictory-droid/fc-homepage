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D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5E6B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0848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36A76"/>
                </a:solidFill>
                <a:latin typeface="맑은 고딕"/>
                <a:ea typeface="맑은 고딕"/>
              </a:rPr>
              <a:t>소방위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4895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A7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A7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A7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4FA3A4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E6B7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4FA3A4"/>
          </a:solidFill>
          <a:ln w="5760">
            <a:solidFill>
              <a:srgbClr val="4FA3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7F4EE"/>
          </a:solidFill>
          <a:ln w="5760">
            <a:solidFill>
              <a:srgbClr val="4FA3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7F4EE"/>
          </a:solidFill>
          <a:ln w="5760">
            <a:solidFill>
              <a:srgbClr val="4FA3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방문 전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05C5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05C55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