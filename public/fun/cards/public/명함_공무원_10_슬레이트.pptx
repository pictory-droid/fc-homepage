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9D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25200">
            <a:solidFill>
              <a:srgbClr val="5E6B7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73600" y="2736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08485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73600" y="612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임OO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73600" y="864000"/>
            <a:ext cx="216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636A76"/>
                </a:solidFill>
                <a:latin typeface="맑은 고딕"/>
                <a:ea typeface="맑은 고딕"/>
              </a:rPr>
              <a:t>소방위</a:t>
            </a:r>
          </a:p>
        </p:txBody>
      </p:sp>
      <p:sp>
        <p:nvSpPr>
          <p:cNvPr id="6" name="Rectangle 5"/>
          <p:cNvSpPr/>
          <p:nvPr/>
        </p:nvSpPr>
        <p:spPr>
          <a:xfrm>
            <a:off x="273600" y="1137600"/>
            <a:ext cx="144000" cy="18000"/>
          </a:xfrm>
          <a:prstGeom prst="rect">
            <a:avLst/>
          </a:prstGeom>
          <a:solidFill>
            <a:srgbClr val="4895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73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36A76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73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73600" y="12600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36A76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73600" y="13608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81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36A76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81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446400"/>
          </a:xfrm>
          <a:prstGeom prst="line">
            <a:avLst/>
          </a:prstGeom>
          <a:ln w="5760">
            <a:solidFill>
              <a:srgbClr val="4FA3A4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5E6B7C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4FA3A4"/>
          </a:solidFill>
          <a:ln w="5760">
            <a:solidFill>
              <a:srgbClr val="4FA3A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복지 안내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F7F4EE"/>
          </a:solidFill>
          <a:ln w="5760">
            <a:solidFill>
              <a:srgbClr val="4FA3A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안전 관리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F7F4EE"/>
          </a:solidFill>
          <a:ln w="5760">
            <a:solidFill>
              <a:srgbClr val="4FA3A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보육 지원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방문 전 문의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605C5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605C55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소방위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