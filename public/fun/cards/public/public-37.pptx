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작은 약속도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기록하고 지킵니다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