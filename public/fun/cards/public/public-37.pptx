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10800">
            <a:solidFill>
              <a:srgbClr val="275A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144000"/>
            <a:ext cx="2952000" cy="1512000"/>
          </a:xfrm>
          <a:prstGeom prst="rect">
            <a:avLst/>
          </a:prstGeom>
          <a:noFill/>
          <a:ln w="54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400">
                <a:solidFill>
                  <a:srgbClr val="657582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468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122A3F"/>
                </a:solidFill>
                <a:latin typeface="바탕"/>
                <a:ea typeface="바탕"/>
              </a:rPr>
              <a:t>방지민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848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275A86"/>
                </a:solidFill>
                <a:latin typeface="맑은 고딕"/>
                <a:ea typeface="맑은 고딕"/>
              </a:rPr>
              <a:t>행정주사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0000" y="993600"/>
            <a:ext cx="180000" cy="10800"/>
          </a:xfrm>
          <a:prstGeom prst="rect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087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122A3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2096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122A3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332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65758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1" name="Freeform 10"/>
          <p:cNvSpPr/>
          <p:nvPr/>
        </p:nvSpPr>
        <p:spPr>
          <a:xfrm>
            <a:off x="1560152" y="1485072"/>
            <a:ext cx="119696" cy="113838"/>
          </a:xfrm>
          <a:custGeom>
            <a:avLst/>
            <a:gdLst/>
            <a:ahLst/>
            <a:cxnLst/>
            <a:rect l="l" t="t" r="r" b="b"/>
            <a:pathLst>
              <a:path w="119696" h="113838">
                <a:moveTo>
                  <a:pt x="59848" y="0"/>
                </a:moveTo>
                <a:lnTo>
                  <a:pt x="75126" y="41900"/>
                </a:lnTo>
                <a:lnTo>
                  <a:pt x="119696" y="43482"/>
                </a:lnTo>
                <a:lnTo>
                  <a:pt x="84568" y="70960"/>
                </a:lnTo>
                <a:lnTo>
                  <a:pt x="96836" y="113838"/>
                </a:lnTo>
                <a:lnTo>
                  <a:pt x="59848" y="88920"/>
                </a:lnTo>
                <a:lnTo>
                  <a:pt x="22860" y="113838"/>
                </a:lnTo>
                <a:lnTo>
                  <a:pt x="35128" y="70960"/>
                </a:lnTo>
                <a:lnTo>
                  <a:pt x="0" y="43482"/>
                </a:lnTo>
                <a:lnTo>
                  <a:pt x="44570" y="41900"/>
                </a:lnTo>
                <a:close/>
              </a:path>
            </a:pathLst>
          </a:cu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27022" y="171360"/>
            <a:ext cx="1385956" cy="1318122"/>
          </a:xfrm>
          <a:custGeom>
            <a:avLst/>
            <a:gdLst/>
            <a:ahLst/>
            <a:cxnLst/>
            <a:rect l="l" t="t" r="r" b="b"/>
            <a:pathLst>
              <a:path w="1385956" h="1318122">
                <a:moveTo>
                  <a:pt x="692978" y="0"/>
                </a:moveTo>
                <a:lnTo>
                  <a:pt x="869878" y="485158"/>
                </a:lnTo>
                <a:lnTo>
                  <a:pt x="1385956" y="503478"/>
                </a:lnTo>
                <a:lnTo>
                  <a:pt x="979208" y="821642"/>
                </a:lnTo>
                <a:lnTo>
                  <a:pt x="1121262" y="1318122"/>
                </a:lnTo>
                <a:lnTo>
                  <a:pt x="692978" y="1029600"/>
                </a:lnTo>
                <a:lnTo>
                  <a:pt x="264694" y="1318122"/>
                </a:lnTo>
                <a:lnTo>
                  <a:pt x="406748" y="821642"/>
                </a:lnTo>
                <a:lnTo>
                  <a:pt x="0" y="503478"/>
                </a:lnTo>
                <a:lnTo>
                  <a:pt x="516078" y="485158"/>
                </a:lnTo>
                <a:close/>
              </a:path>
            </a:pathLst>
          </a:custGeom>
          <a:solidFill>
            <a:srgbClr val="6388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122A3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작은 약속도 기록하고 지킵니다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6388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ACB4B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