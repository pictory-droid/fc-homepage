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E3E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E3E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E3E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8A3FF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8A3F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8A3F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나윤서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주무관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8A3F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A3FF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E5D5FE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E5D5FE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E5D5FE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E5D5FE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E5D5FE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E5D5FE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E5D5FE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E5D5FE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E5D5FE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문화 · 체육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교통 안내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B98CFD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청년 지원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B98CFD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노인 복지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B98CFD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B98CFD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09:00 – 17:30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INSTAGRAM  @아이디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E5D5FE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주무관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