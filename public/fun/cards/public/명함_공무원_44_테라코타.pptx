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BC654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BC654E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엄OO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과장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BC654E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A7ABB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EEEEF"/>
          </a:solidFill>
          <a:ln w="360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EEEEF"/>
          </a:solidFill>
          <a:ln w="360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2F4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EEEEF"/>
          </a:solidFill>
          <a:ln w="360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2F4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환경 관리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EEEEF"/>
          </a:solidFill>
          <a:ln w="360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노인 복지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평일 09:00 – 18:00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