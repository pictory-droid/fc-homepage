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C654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C654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EEEEF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09:00 – 18:00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