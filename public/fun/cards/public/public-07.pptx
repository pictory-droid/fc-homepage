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10800">
            <a:solidFill>
              <a:srgbClr val="C5656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" y="144000"/>
            <a:ext cx="2952000" cy="1512000"/>
          </a:xfrm>
          <a:prstGeom prst="rect">
            <a:avLst/>
          </a:prstGeom>
          <a:noFill/>
          <a:ln w="5400">
            <a:solidFill>
              <a:srgbClr val="753A3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400">
                <a:solidFill>
                  <a:srgbClr val="C6ADA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468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바탕"/>
                <a:ea typeface="바탕"/>
              </a:rPr>
              <a:t>조하린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848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D1848A"/>
                </a:solidFill>
                <a:latin typeface="맑은 고딕"/>
                <a:ea typeface="맑은 고딕"/>
              </a:rPr>
              <a:t>행정주사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0000" y="993600"/>
            <a:ext cx="180000" cy="10800"/>
          </a:xfrm>
          <a:prstGeom prst="rect">
            <a:avLst/>
          </a:prstGeom>
          <a:solidFill>
            <a:srgbClr val="C565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087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2096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332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C6ADA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1" name="Freeform 10"/>
          <p:cNvSpPr/>
          <p:nvPr/>
        </p:nvSpPr>
        <p:spPr>
          <a:xfrm>
            <a:off x="1557072" y="1490544"/>
            <a:ext cx="125856" cy="57456"/>
          </a:xfrm>
          <a:custGeom>
            <a:avLst/>
            <a:gdLst/>
            <a:ahLst/>
            <a:cxnLst/>
            <a:rect l="l" t="t" r="r" b="b"/>
            <a:pathLst>
              <a:path w="125856" h="57456">
                <a:moveTo>
                  <a:pt x="0" y="57456"/>
                </a:moveTo>
                <a:lnTo>
                  <a:pt x="62928" y="0"/>
                </a:lnTo>
                <a:lnTo>
                  <a:pt x="125856" y="57456"/>
                </a:lnTo>
                <a:close/>
              </a:path>
            </a:pathLst>
          </a:custGeom>
          <a:solidFill>
            <a:srgbClr val="C565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76224" y="1548000"/>
            <a:ext cx="87552" cy="57456"/>
          </a:xfrm>
          <a:prstGeom prst="rect">
            <a:avLst/>
          </a:prstGeom>
          <a:solidFill>
            <a:srgbClr val="753A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09056" y="1567152"/>
            <a:ext cx="21888" cy="38304"/>
          </a:xfrm>
          <a:prstGeom prst="rect">
            <a:avLst/>
          </a:prstGeom>
          <a:solidFill>
            <a:srgbClr val="C565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3B915F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3B91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5B151B"/>
                </a:solidFill>
                <a:latin typeface="맑은 고딕"/>
                <a:ea typeface="맑은 고딕"/>
              </a:rPr>
              <a:t>묵묵히 지켜 가는 일상의 안전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936466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