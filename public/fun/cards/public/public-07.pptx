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66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C58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12151C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3628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36284E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628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628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628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5E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묵묵히 지켜 가는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일상의 안전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