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BD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D403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D4039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BDDD4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5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5C9CA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C4B2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5C9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5C9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5C9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00" y="784761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5C9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784761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C9CA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C9CA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5C9CA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