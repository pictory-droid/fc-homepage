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A067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2D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A0674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32D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A0674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493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93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