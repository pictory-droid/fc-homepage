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7A6948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3" name="Freeform 2"/>
          <p:cNvSpPr/>
          <p:nvPr/>
        </p:nvSpPr>
        <p:spPr>
          <a:xfrm>
            <a:off x="1520640" y="413280"/>
            <a:ext cx="198720" cy="90720"/>
          </a:xfrm>
          <a:custGeom>
            <a:avLst/>
            <a:gdLst/>
            <a:ahLst/>
            <a:cxnLst/>
            <a:rect l="l" t="t" r="r" b="b"/>
            <a:pathLst>
              <a:path w="198720" h="90720">
                <a:moveTo>
                  <a:pt x="0" y="90720"/>
                </a:moveTo>
                <a:lnTo>
                  <a:pt x="99360" y="0"/>
                </a:lnTo>
                <a:lnTo>
                  <a:pt x="198720" y="90720"/>
                </a:lnTo>
                <a:close/>
              </a:path>
            </a:pathLst>
          </a:cu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0880" y="504000"/>
            <a:ext cx="138240" cy="90720"/>
          </a:xfrm>
          <a:prstGeom prst="rect">
            <a:avLst/>
          </a:prstGeom>
          <a:solidFill>
            <a:srgbClr val="F9E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02720" y="534240"/>
            <a:ext cx="34560" cy="60480"/>
          </a:xfrm>
          <a:prstGeom prst="rect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715214"/>
                </a:solidFill>
                <a:latin typeface="바탕"/>
                <a:ea typeface="바탕"/>
              </a:rPr>
              <a:t>봉기태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8B6618"/>
                </a:solidFill>
                <a:latin typeface="맑은 고딕"/>
                <a:ea typeface="맑은 고딕"/>
              </a:rPr>
              <a:t>팀장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C7912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715214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7A694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07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F7E8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AF8B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764080" y="1370160"/>
            <a:ext cx="231840" cy="105840"/>
          </a:xfrm>
          <a:custGeom>
            <a:avLst/>
            <a:gdLst/>
            <a:ahLst/>
            <a:cxnLst/>
            <a:rect l="l" t="t" r="r" b="b"/>
            <a:pathLst>
              <a:path w="231840" h="105840">
                <a:moveTo>
                  <a:pt x="0" y="105840"/>
                </a:moveTo>
                <a:lnTo>
                  <a:pt x="115920" y="0"/>
                </a:lnTo>
                <a:lnTo>
                  <a:pt x="231840" y="10584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99360" y="1476000"/>
            <a:ext cx="161280" cy="1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59840" y="1511280"/>
            <a:ext cx="40320" cy="705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편안한 안내가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되도록 노력합니다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