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편안한 안내가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되도록 노력합니다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E2D1F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