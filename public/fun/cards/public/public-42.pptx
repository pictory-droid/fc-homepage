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봉기태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팀장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7A2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2C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2D1FD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AF80F9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AF80F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지역 사업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AF80F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AF80F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청년 지원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AF80F9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E2D1FD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E2D1FD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