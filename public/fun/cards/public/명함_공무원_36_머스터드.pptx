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B88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1012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14171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409840" y="681120"/>
            <a:ext cx="174240" cy="253440"/>
          </a:xfrm>
          <a:custGeom>
            <a:avLst/>
            <a:gdLst/>
            <a:ahLst/>
            <a:cxnLst/>
            <a:rect l="l" t="t" r="r" b="b"/>
            <a:pathLst>
              <a:path w="174240" h="253440">
                <a:moveTo>
                  <a:pt x="0" y="0"/>
                </a:moveTo>
                <a:lnTo>
                  <a:pt x="174240" y="31680"/>
                </a:lnTo>
                <a:lnTo>
                  <a:pt x="174240" y="253440"/>
                </a:lnTo>
                <a:lnTo>
                  <a:pt x="0" y="221760"/>
                </a:lnTo>
                <a:close/>
              </a:path>
            </a:pathLst>
          </a:custGeom>
          <a:solidFill>
            <a:srgbClr val="1417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2599920" y="681120"/>
            <a:ext cx="174240" cy="253440"/>
          </a:xfrm>
          <a:custGeom>
            <a:avLst/>
            <a:gdLst/>
            <a:ahLst/>
            <a:cxnLst/>
            <a:rect l="l" t="t" r="r" b="b"/>
            <a:pathLst>
              <a:path w="174240" h="253440">
                <a:moveTo>
                  <a:pt x="174240" y="0"/>
                </a:moveTo>
                <a:lnTo>
                  <a:pt x="0" y="31680"/>
                </a:lnTo>
                <a:lnTo>
                  <a:pt x="0" y="253440"/>
                </a:lnTo>
                <a:lnTo>
                  <a:pt x="174240" y="221760"/>
                </a:lnTo>
                <a:close/>
              </a:path>
            </a:pathLst>
          </a:custGeom>
          <a:solidFill>
            <a:srgbClr val="6650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14171D"/>
                </a:solidFill>
                <a:latin typeface="맑은 고딕"/>
                <a:ea typeface="맑은 고딕"/>
              </a:rPr>
              <a:t>지도사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14171D">
                    <a:alpha val="75000"/>
                  </a:srgbClr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차OO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B8892B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6E3B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행정 지원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환경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생활 복지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평일 09:00 – 17:30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지도사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