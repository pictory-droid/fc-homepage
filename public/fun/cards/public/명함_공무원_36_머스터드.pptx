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B88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1012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0984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0" y="0"/>
                </a:moveTo>
                <a:lnTo>
                  <a:pt x="174240" y="31680"/>
                </a:lnTo>
                <a:lnTo>
                  <a:pt x="174240" y="253440"/>
                </a:lnTo>
                <a:lnTo>
                  <a:pt x="0" y="221760"/>
                </a:lnTo>
                <a:close/>
              </a:path>
            </a:pathLst>
          </a:cu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59992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174240" y="0"/>
                </a:moveTo>
                <a:lnTo>
                  <a:pt x="0" y="31680"/>
                </a:lnTo>
                <a:lnTo>
                  <a:pt x="0" y="253440"/>
                </a:lnTo>
                <a:lnTo>
                  <a:pt x="174240" y="221760"/>
                </a:lnTo>
                <a:close/>
              </a:path>
            </a:pathLst>
          </a:custGeom>
          <a:solidFill>
            <a:srgbClr val="665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14171D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14171D">
                    <a:alpha val="75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차OO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B8892B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