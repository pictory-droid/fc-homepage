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28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박지우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F9C9D3"/>
                </a:solidFill>
                <a:latin typeface="맑은 고딕"/>
                <a:ea typeface="맑은 고딕"/>
              </a:rPr>
              <a:t>계장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9C9D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F9C9D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작은 민원도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소중히 듣겠습니다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31C2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