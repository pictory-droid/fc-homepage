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7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B682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85024" y="263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50912" y="263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FB3A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D8E74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D8E74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D8E74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0" y="0"/>
                </a:moveTo>
                <a:lnTo>
                  <a:pt x="69696" y="12672"/>
                </a:lnTo>
                <a:lnTo>
                  <a:pt x="69696" y="101376"/>
                </a:lnTo>
                <a:lnTo>
                  <a:pt x="0" y="887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39968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69696" y="0"/>
                </a:moveTo>
                <a:lnTo>
                  <a:pt x="0" y="12672"/>
                </a:lnTo>
                <a:lnTo>
                  <a:pt x="0" y="101376"/>
                </a:lnTo>
                <a:lnTo>
                  <a:pt x="69696" y="88704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492713"/>
                </a:solidFill>
                <a:latin typeface="맑은 고딕"/>
                <a:ea typeface="맑은 고딕"/>
              </a:rPr>
              <a:t>작은 민원도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492713"/>
                </a:solidFill>
                <a:latin typeface="맑은 고딕"/>
                <a:ea typeface="맑은 고딕"/>
              </a:rPr>
              <a:t>소중히 듣겠습니다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26D6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99522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26D61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