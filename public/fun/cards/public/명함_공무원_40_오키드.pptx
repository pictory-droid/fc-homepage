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마시현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소방위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민원 상담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