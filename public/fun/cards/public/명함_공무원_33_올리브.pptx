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998262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일자리 지원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점심시간 12:00 – 13:00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