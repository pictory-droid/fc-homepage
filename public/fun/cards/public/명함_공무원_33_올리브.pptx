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D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0" y="1260161"/>
            <a:ext cx="3240000" cy="539839"/>
          </a:xfrm>
          <a:custGeom>
            <a:avLst/>
            <a:gdLst/>
            <a:ahLst/>
            <a:cxnLst/>
            <a:rect l="l" t="t" r="r" b="b"/>
            <a:pathLst>
              <a:path w="3240000" h="539839">
                <a:moveTo>
                  <a:pt x="0" y="57439"/>
                </a:moveTo>
                <a:lnTo>
                  <a:pt x="36000" y="66024"/>
                </a:lnTo>
                <a:lnTo>
                  <a:pt x="72000" y="74417"/>
                </a:lnTo>
                <a:lnTo>
                  <a:pt x="108000" y="82431"/>
                </a:lnTo>
                <a:lnTo>
                  <a:pt x="144000" y="89886"/>
                </a:lnTo>
                <a:lnTo>
                  <a:pt x="180000" y="96617"/>
                </a:lnTo>
                <a:lnTo>
                  <a:pt x="216000" y="102472"/>
                </a:lnTo>
                <a:lnTo>
                  <a:pt x="252000" y="107322"/>
                </a:lnTo>
                <a:lnTo>
                  <a:pt x="288000" y="111057"/>
                </a:lnTo>
                <a:lnTo>
                  <a:pt x="324000" y="113595"/>
                </a:lnTo>
                <a:lnTo>
                  <a:pt x="360000" y="114878"/>
                </a:lnTo>
                <a:lnTo>
                  <a:pt x="396000" y="114878"/>
                </a:lnTo>
                <a:lnTo>
                  <a:pt x="432000" y="113595"/>
                </a:lnTo>
                <a:lnTo>
                  <a:pt x="468000" y="111057"/>
                </a:lnTo>
                <a:lnTo>
                  <a:pt x="504000" y="107322"/>
                </a:lnTo>
                <a:lnTo>
                  <a:pt x="540000" y="102472"/>
                </a:lnTo>
                <a:lnTo>
                  <a:pt x="576000" y="96617"/>
                </a:lnTo>
                <a:lnTo>
                  <a:pt x="612000" y="89886"/>
                </a:lnTo>
                <a:lnTo>
                  <a:pt x="648000" y="82431"/>
                </a:lnTo>
                <a:lnTo>
                  <a:pt x="684000" y="74417"/>
                </a:lnTo>
                <a:lnTo>
                  <a:pt x="720000" y="66024"/>
                </a:lnTo>
                <a:lnTo>
                  <a:pt x="756000" y="57439"/>
                </a:lnTo>
                <a:lnTo>
                  <a:pt x="792000" y="48854"/>
                </a:lnTo>
                <a:lnTo>
                  <a:pt x="828000" y="40461"/>
                </a:lnTo>
                <a:lnTo>
                  <a:pt x="864000" y="32447"/>
                </a:lnTo>
                <a:lnTo>
                  <a:pt x="900000" y="24992"/>
                </a:lnTo>
                <a:lnTo>
                  <a:pt x="936000" y="18261"/>
                </a:lnTo>
                <a:lnTo>
                  <a:pt x="972000" y="12406"/>
                </a:lnTo>
                <a:lnTo>
                  <a:pt x="1008000" y="7556"/>
                </a:lnTo>
                <a:lnTo>
                  <a:pt x="1044000" y="3821"/>
                </a:lnTo>
                <a:lnTo>
                  <a:pt x="1080000" y="1283"/>
                </a:lnTo>
                <a:lnTo>
                  <a:pt x="1116000" y="0"/>
                </a:lnTo>
                <a:lnTo>
                  <a:pt x="1152000" y="0"/>
                </a:lnTo>
                <a:lnTo>
                  <a:pt x="1188000" y="1283"/>
                </a:lnTo>
                <a:lnTo>
                  <a:pt x="1224000" y="3821"/>
                </a:lnTo>
                <a:lnTo>
                  <a:pt x="1260000" y="7556"/>
                </a:lnTo>
                <a:lnTo>
                  <a:pt x="1296000" y="12406"/>
                </a:lnTo>
                <a:lnTo>
                  <a:pt x="1332000" y="18261"/>
                </a:lnTo>
                <a:lnTo>
                  <a:pt x="1368000" y="24992"/>
                </a:lnTo>
                <a:lnTo>
                  <a:pt x="1404000" y="32447"/>
                </a:lnTo>
                <a:lnTo>
                  <a:pt x="1440000" y="40461"/>
                </a:lnTo>
                <a:lnTo>
                  <a:pt x="1476000" y="48854"/>
                </a:lnTo>
                <a:lnTo>
                  <a:pt x="1512000" y="57439"/>
                </a:lnTo>
                <a:lnTo>
                  <a:pt x="1548000" y="66024"/>
                </a:lnTo>
                <a:lnTo>
                  <a:pt x="1584000" y="74417"/>
                </a:lnTo>
                <a:lnTo>
                  <a:pt x="1620000" y="82431"/>
                </a:lnTo>
                <a:lnTo>
                  <a:pt x="1656000" y="89886"/>
                </a:lnTo>
                <a:lnTo>
                  <a:pt x="1692000" y="96617"/>
                </a:lnTo>
                <a:lnTo>
                  <a:pt x="1728000" y="102472"/>
                </a:lnTo>
                <a:lnTo>
                  <a:pt x="1764000" y="107322"/>
                </a:lnTo>
                <a:lnTo>
                  <a:pt x="1800000" y="111057"/>
                </a:lnTo>
                <a:lnTo>
                  <a:pt x="1836000" y="113595"/>
                </a:lnTo>
                <a:lnTo>
                  <a:pt x="1872000" y="114878"/>
                </a:lnTo>
                <a:lnTo>
                  <a:pt x="1908000" y="114878"/>
                </a:lnTo>
                <a:lnTo>
                  <a:pt x="1944000" y="113595"/>
                </a:lnTo>
                <a:lnTo>
                  <a:pt x="1980000" y="111057"/>
                </a:lnTo>
                <a:lnTo>
                  <a:pt x="2016000" y="107322"/>
                </a:lnTo>
                <a:lnTo>
                  <a:pt x="2052000" y="102472"/>
                </a:lnTo>
                <a:lnTo>
                  <a:pt x="2088000" y="96617"/>
                </a:lnTo>
                <a:lnTo>
                  <a:pt x="2124000" y="89886"/>
                </a:lnTo>
                <a:lnTo>
                  <a:pt x="2160000" y="82431"/>
                </a:lnTo>
                <a:lnTo>
                  <a:pt x="2196000" y="74417"/>
                </a:lnTo>
                <a:lnTo>
                  <a:pt x="2232000" y="66024"/>
                </a:lnTo>
                <a:lnTo>
                  <a:pt x="2268000" y="57439"/>
                </a:lnTo>
                <a:lnTo>
                  <a:pt x="2304000" y="48854"/>
                </a:lnTo>
                <a:lnTo>
                  <a:pt x="2340000" y="40461"/>
                </a:lnTo>
                <a:lnTo>
                  <a:pt x="2376000" y="32447"/>
                </a:lnTo>
                <a:lnTo>
                  <a:pt x="2412000" y="24992"/>
                </a:lnTo>
                <a:lnTo>
                  <a:pt x="2448000" y="18261"/>
                </a:lnTo>
                <a:lnTo>
                  <a:pt x="2484000" y="12406"/>
                </a:lnTo>
                <a:lnTo>
                  <a:pt x="2520000" y="7556"/>
                </a:lnTo>
                <a:lnTo>
                  <a:pt x="2556000" y="3821"/>
                </a:lnTo>
                <a:lnTo>
                  <a:pt x="2592000" y="1283"/>
                </a:lnTo>
                <a:lnTo>
                  <a:pt x="2628000" y="0"/>
                </a:lnTo>
                <a:lnTo>
                  <a:pt x="2664000" y="0"/>
                </a:lnTo>
                <a:lnTo>
                  <a:pt x="2700000" y="1283"/>
                </a:lnTo>
                <a:lnTo>
                  <a:pt x="2736000" y="3821"/>
                </a:lnTo>
                <a:lnTo>
                  <a:pt x="2772000" y="7556"/>
                </a:lnTo>
                <a:lnTo>
                  <a:pt x="2808000" y="12406"/>
                </a:lnTo>
                <a:lnTo>
                  <a:pt x="2844000" y="18261"/>
                </a:lnTo>
                <a:lnTo>
                  <a:pt x="2880000" y="24992"/>
                </a:lnTo>
                <a:lnTo>
                  <a:pt x="2916000" y="32447"/>
                </a:lnTo>
                <a:lnTo>
                  <a:pt x="2952000" y="40461"/>
                </a:lnTo>
                <a:lnTo>
                  <a:pt x="2988000" y="48854"/>
                </a:lnTo>
                <a:lnTo>
                  <a:pt x="3024000" y="57439"/>
                </a:lnTo>
                <a:lnTo>
                  <a:pt x="3060000" y="66024"/>
                </a:lnTo>
                <a:lnTo>
                  <a:pt x="3096000" y="74417"/>
                </a:lnTo>
                <a:lnTo>
                  <a:pt x="3132000" y="82431"/>
                </a:lnTo>
                <a:lnTo>
                  <a:pt x="3168000" y="89886"/>
                </a:lnTo>
                <a:lnTo>
                  <a:pt x="3204000" y="96617"/>
                </a:lnTo>
                <a:lnTo>
                  <a:pt x="3240000" y="102472"/>
                </a:lnTo>
                <a:lnTo>
                  <a:pt x="3240000" y="539839"/>
                </a:lnTo>
                <a:lnTo>
                  <a:pt x="0" y="539839"/>
                </a:lnTo>
                <a:close/>
              </a:path>
            </a:pathLst>
          </a:custGeom>
          <a:solidFill>
            <a:srgbClr val="998262">
              <a:alpha val="55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0" y="1332000"/>
            <a:ext cx="3240000" cy="468000"/>
          </a:xfrm>
          <a:custGeom>
            <a:avLst/>
            <a:gdLst/>
            <a:ahLst/>
            <a:cxnLst/>
            <a:rect l="l" t="t" r="r" b="b"/>
            <a:pathLst>
              <a:path w="3240000" h="468000">
                <a:moveTo>
                  <a:pt x="0" y="94048"/>
                </a:moveTo>
                <a:lnTo>
                  <a:pt x="36000" y="89009"/>
                </a:lnTo>
                <a:lnTo>
                  <a:pt x="72000" y="82796"/>
                </a:lnTo>
                <a:lnTo>
                  <a:pt x="108000" y="75600"/>
                </a:lnTo>
                <a:lnTo>
                  <a:pt x="144000" y="67638"/>
                </a:lnTo>
                <a:lnTo>
                  <a:pt x="180000" y="59152"/>
                </a:lnTo>
                <a:lnTo>
                  <a:pt x="216000" y="50400"/>
                </a:lnTo>
                <a:lnTo>
                  <a:pt x="252000" y="41648"/>
                </a:lnTo>
                <a:lnTo>
                  <a:pt x="288000" y="33162"/>
                </a:lnTo>
                <a:lnTo>
                  <a:pt x="324000" y="25200"/>
                </a:lnTo>
                <a:lnTo>
                  <a:pt x="360000" y="18004"/>
                </a:lnTo>
                <a:lnTo>
                  <a:pt x="396000" y="11791"/>
                </a:lnTo>
                <a:lnTo>
                  <a:pt x="432000" y="6752"/>
                </a:lnTo>
                <a:lnTo>
                  <a:pt x="468000" y="3039"/>
                </a:lnTo>
                <a:lnTo>
                  <a:pt x="504000" y="766"/>
                </a:lnTo>
                <a:lnTo>
                  <a:pt x="540000" y="0"/>
                </a:lnTo>
                <a:lnTo>
                  <a:pt x="576000" y="766"/>
                </a:lnTo>
                <a:lnTo>
                  <a:pt x="612000" y="3039"/>
                </a:lnTo>
                <a:lnTo>
                  <a:pt x="648000" y="6752"/>
                </a:lnTo>
                <a:lnTo>
                  <a:pt x="684000" y="11791"/>
                </a:lnTo>
                <a:lnTo>
                  <a:pt x="720000" y="18004"/>
                </a:lnTo>
                <a:lnTo>
                  <a:pt x="756000" y="25200"/>
                </a:lnTo>
                <a:lnTo>
                  <a:pt x="792000" y="33162"/>
                </a:lnTo>
                <a:lnTo>
                  <a:pt x="828000" y="41648"/>
                </a:lnTo>
                <a:lnTo>
                  <a:pt x="864000" y="50400"/>
                </a:lnTo>
                <a:lnTo>
                  <a:pt x="900000" y="59152"/>
                </a:lnTo>
                <a:lnTo>
                  <a:pt x="936000" y="67638"/>
                </a:lnTo>
                <a:lnTo>
                  <a:pt x="972000" y="75600"/>
                </a:lnTo>
                <a:lnTo>
                  <a:pt x="1008000" y="82796"/>
                </a:lnTo>
                <a:lnTo>
                  <a:pt x="1044000" y="89009"/>
                </a:lnTo>
                <a:lnTo>
                  <a:pt x="1080000" y="94048"/>
                </a:lnTo>
                <a:lnTo>
                  <a:pt x="1116000" y="97761"/>
                </a:lnTo>
                <a:lnTo>
                  <a:pt x="1152000" y="100034"/>
                </a:lnTo>
                <a:lnTo>
                  <a:pt x="1188000" y="100800"/>
                </a:lnTo>
                <a:lnTo>
                  <a:pt x="1224000" y="100034"/>
                </a:lnTo>
                <a:lnTo>
                  <a:pt x="1260000" y="97761"/>
                </a:lnTo>
                <a:lnTo>
                  <a:pt x="1296000" y="94048"/>
                </a:lnTo>
                <a:lnTo>
                  <a:pt x="1332000" y="89009"/>
                </a:lnTo>
                <a:lnTo>
                  <a:pt x="1368000" y="82796"/>
                </a:lnTo>
                <a:lnTo>
                  <a:pt x="1404000" y="75600"/>
                </a:lnTo>
                <a:lnTo>
                  <a:pt x="1440000" y="67638"/>
                </a:lnTo>
                <a:lnTo>
                  <a:pt x="1476000" y="59152"/>
                </a:lnTo>
                <a:lnTo>
                  <a:pt x="1512000" y="50400"/>
                </a:lnTo>
                <a:lnTo>
                  <a:pt x="1548000" y="41648"/>
                </a:lnTo>
                <a:lnTo>
                  <a:pt x="1584000" y="33162"/>
                </a:lnTo>
                <a:lnTo>
                  <a:pt x="1620000" y="25200"/>
                </a:lnTo>
                <a:lnTo>
                  <a:pt x="1656000" y="18004"/>
                </a:lnTo>
                <a:lnTo>
                  <a:pt x="1692000" y="11791"/>
                </a:lnTo>
                <a:lnTo>
                  <a:pt x="1728000" y="6752"/>
                </a:lnTo>
                <a:lnTo>
                  <a:pt x="1764000" y="3039"/>
                </a:lnTo>
                <a:lnTo>
                  <a:pt x="1800000" y="766"/>
                </a:lnTo>
                <a:lnTo>
                  <a:pt x="1836000" y="0"/>
                </a:lnTo>
                <a:lnTo>
                  <a:pt x="1872000" y="766"/>
                </a:lnTo>
                <a:lnTo>
                  <a:pt x="1908000" y="3039"/>
                </a:lnTo>
                <a:lnTo>
                  <a:pt x="1944000" y="6752"/>
                </a:lnTo>
                <a:lnTo>
                  <a:pt x="1980000" y="11791"/>
                </a:lnTo>
                <a:lnTo>
                  <a:pt x="2016000" y="18004"/>
                </a:lnTo>
                <a:lnTo>
                  <a:pt x="2052000" y="25200"/>
                </a:lnTo>
                <a:lnTo>
                  <a:pt x="2088000" y="33162"/>
                </a:lnTo>
                <a:lnTo>
                  <a:pt x="2124000" y="41648"/>
                </a:lnTo>
                <a:lnTo>
                  <a:pt x="2160000" y="50400"/>
                </a:lnTo>
                <a:lnTo>
                  <a:pt x="2196000" y="59152"/>
                </a:lnTo>
                <a:lnTo>
                  <a:pt x="2232000" y="67638"/>
                </a:lnTo>
                <a:lnTo>
                  <a:pt x="2268000" y="75600"/>
                </a:lnTo>
                <a:lnTo>
                  <a:pt x="2304000" y="82796"/>
                </a:lnTo>
                <a:lnTo>
                  <a:pt x="2340000" y="89009"/>
                </a:lnTo>
                <a:lnTo>
                  <a:pt x="2376000" y="94048"/>
                </a:lnTo>
                <a:lnTo>
                  <a:pt x="2412000" y="97761"/>
                </a:lnTo>
                <a:lnTo>
                  <a:pt x="2448000" y="100034"/>
                </a:lnTo>
                <a:lnTo>
                  <a:pt x="2484000" y="100800"/>
                </a:lnTo>
                <a:lnTo>
                  <a:pt x="2520000" y="100034"/>
                </a:lnTo>
                <a:lnTo>
                  <a:pt x="2556000" y="97761"/>
                </a:lnTo>
                <a:lnTo>
                  <a:pt x="2592000" y="94048"/>
                </a:lnTo>
                <a:lnTo>
                  <a:pt x="2628000" y="89009"/>
                </a:lnTo>
                <a:lnTo>
                  <a:pt x="2664000" y="82796"/>
                </a:lnTo>
                <a:lnTo>
                  <a:pt x="2700000" y="75600"/>
                </a:lnTo>
                <a:lnTo>
                  <a:pt x="2736000" y="67638"/>
                </a:lnTo>
                <a:lnTo>
                  <a:pt x="2772000" y="59152"/>
                </a:lnTo>
                <a:lnTo>
                  <a:pt x="2808000" y="50400"/>
                </a:lnTo>
                <a:lnTo>
                  <a:pt x="2844000" y="41648"/>
                </a:lnTo>
                <a:lnTo>
                  <a:pt x="2880000" y="33162"/>
                </a:lnTo>
                <a:lnTo>
                  <a:pt x="2916000" y="25200"/>
                </a:lnTo>
                <a:lnTo>
                  <a:pt x="2952000" y="18004"/>
                </a:lnTo>
                <a:lnTo>
                  <a:pt x="2988000" y="11791"/>
                </a:lnTo>
                <a:lnTo>
                  <a:pt x="3024000" y="6752"/>
                </a:lnTo>
                <a:lnTo>
                  <a:pt x="3060000" y="3039"/>
                </a:lnTo>
                <a:lnTo>
                  <a:pt x="3096000" y="766"/>
                </a:lnTo>
                <a:lnTo>
                  <a:pt x="3132000" y="0"/>
                </a:lnTo>
                <a:lnTo>
                  <a:pt x="3168000" y="766"/>
                </a:lnTo>
                <a:lnTo>
                  <a:pt x="3204000" y="3039"/>
                </a:lnTo>
                <a:lnTo>
                  <a:pt x="3240000" y="6752"/>
                </a:lnTo>
                <a:lnTo>
                  <a:pt x="3240000" y="468000"/>
                </a:lnTo>
                <a:lnTo>
                  <a:pt x="0" y="468000"/>
                </a:lnTo>
                <a:close/>
              </a:path>
            </a:pathLst>
          </a:custGeom>
          <a:solidFill>
            <a:srgbClr val="6B6B2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2000" y="2160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686459"/>
                </a:solidFill>
                <a:latin typeface="맑은 고딕"/>
                <a:ea typeface="맑은 고딕"/>
              </a:rPr>
              <a:t>기관명 · 부서명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432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4171D"/>
                </a:solidFill>
                <a:latin typeface="맑은 고딕"/>
                <a:ea typeface="맑은 고딕"/>
              </a:rPr>
              <a:t>하OO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52000" y="684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686459"/>
                </a:solidFill>
                <a:latin typeface="맑은 고딕"/>
                <a:ea typeface="맑은 고딕"/>
              </a:rPr>
              <a:t>계장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252000" y="1512000"/>
            <a:ext cx="936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1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1188000" y="1512000"/>
            <a:ext cx="1188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1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376000" y="1512000"/>
            <a:ext cx="612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FFFFFF"/>
                </a:solidFill>
                <a:latin typeface="맑은 고딕"/>
                <a:ea typeface="맑은 고딕"/>
              </a:rPr>
              <a:t/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88000" cy="1800000"/>
          </a:xfrm>
          <a:prstGeom prst="rect">
            <a:avLst/>
          </a:prstGeom>
          <a:solidFill>
            <a:srgbClr val="B26B7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 flipV="1">
            <a:off x="0" y="1224000"/>
            <a:ext cx="57600" cy="57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4" name="Connector 3"/>
          <p:cNvCxnSpPr/>
          <p:nvPr/>
        </p:nvCxnSpPr>
        <p:spPr>
          <a:xfrm flipV="1">
            <a:off x="0" y="1224000"/>
            <a:ext cx="115200" cy="1152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5" name="Connector 4"/>
          <p:cNvCxnSpPr/>
          <p:nvPr/>
        </p:nvCxnSpPr>
        <p:spPr>
          <a:xfrm flipV="1">
            <a:off x="0" y="1224000"/>
            <a:ext cx="172800" cy="172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6" name="Connector 5"/>
          <p:cNvCxnSpPr/>
          <p:nvPr/>
        </p:nvCxnSpPr>
        <p:spPr>
          <a:xfrm flipV="1">
            <a:off x="0" y="1224000"/>
            <a:ext cx="230400" cy="230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7" name="Connector 6"/>
          <p:cNvCxnSpPr/>
          <p:nvPr/>
        </p:nvCxnSpPr>
        <p:spPr>
          <a:xfrm flipV="1">
            <a:off x="0" y="1224000"/>
            <a:ext cx="288000" cy="288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8" name="Connector 7"/>
          <p:cNvCxnSpPr/>
          <p:nvPr/>
        </p:nvCxnSpPr>
        <p:spPr>
          <a:xfrm flipV="1">
            <a:off x="0" y="1224000"/>
            <a:ext cx="345600" cy="345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9" name="Connector 8"/>
          <p:cNvCxnSpPr/>
          <p:nvPr/>
        </p:nvCxnSpPr>
        <p:spPr>
          <a:xfrm flipV="1">
            <a:off x="0" y="1224000"/>
            <a:ext cx="403200" cy="4032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0" name="Connector 9"/>
          <p:cNvCxnSpPr/>
          <p:nvPr/>
        </p:nvCxnSpPr>
        <p:spPr>
          <a:xfrm flipV="1">
            <a:off x="0" y="1224000"/>
            <a:ext cx="460800" cy="460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1" name="Connector 10"/>
          <p:cNvCxnSpPr/>
          <p:nvPr/>
        </p:nvCxnSpPr>
        <p:spPr>
          <a:xfrm flipV="1">
            <a:off x="0" y="1224000"/>
            <a:ext cx="518400" cy="518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2" name="Connector 11"/>
          <p:cNvCxnSpPr/>
          <p:nvPr/>
        </p:nvCxnSpPr>
        <p:spPr>
          <a:xfrm flipV="1">
            <a:off x="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3" name="Connector 12"/>
          <p:cNvCxnSpPr/>
          <p:nvPr/>
        </p:nvCxnSpPr>
        <p:spPr>
          <a:xfrm flipV="1">
            <a:off x="576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4" name="Connector 13"/>
          <p:cNvCxnSpPr/>
          <p:nvPr/>
        </p:nvCxnSpPr>
        <p:spPr>
          <a:xfrm flipV="1">
            <a:off x="1152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5" name="Connector 14"/>
          <p:cNvCxnSpPr/>
          <p:nvPr/>
        </p:nvCxnSpPr>
        <p:spPr>
          <a:xfrm flipV="1">
            <a:off x="1728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6" name="Connector 15"/>
          <p:cNvCxnSpPr/>
          <p:nvPr/>
        </p:nvCxnSpPr>
        <p:spPr>
          <a:xfrm flipV="1">
            <a:off x="2304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7" name="Connector 16"/>
          <p:cNvCxnSpPr/>
          <p:nvPr/>
        </p:nvCxnSpPr>
        <p:spPr>
          <a:xfrm flipV="1">
            <a:off x="2880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8" name="Connector 17"/>
          <p:cNvCxnSpPr/>
          <p:nvPr/>
        </p:nvCxnSpPr>
        <p:spPr>
          <a:xfrm flipV="1">
            <a:off x="3456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9" name="Connector 18"/>
          <p:cNvCxnSpPr/>
          <p:nvPr/>
        </p:nvCxnSpPr>
        <p:spPr>
          <a:xfrm flipV="1">
            <a:off x="4032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0" name="Connector 19"/>
          <p:cNvCxnSpPr/>
          <p:nvPr/>
        </p:nvCxnSpPr>
        <p:spPr>
          <a:xfrm flipV="1">
            <a:off x="4608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1" name="Connector 20"/>
          <p:cNvCxnSpPr/>
          <p:nvPr/>
        </p:nvCxnSpPr>
        <p:spPr>
          <a:xfrm flipV="1">
            <a:off x="5184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2" name="Connector 21"/>
          <p:cNvCxnSpPr/>
          <p:nvPr/>
        </p:nvCxnSpPr>
        <p:spPr>
          <a:xfrm flipV="1">
            <a:off x="5760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3" name="Connector 22"/>
          <p:cNvCxnSpPr/>
          <p:nvPr/>
        </p:nvCxnSpPr>
        <p:spPr>
          <a:xfrm flipV="1">
            <a:off x="633600" y="1245600"/>
            <a:ext cx="554400" cy="554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4" name="Connector 23"/>
          <p:cNvCxnSpPr/>
          <p:nvPr/>
        </p:nvCxnSpPr>
        <p:spPr>
          <a:xfrm flipV="1">
            <a:off x="691200" y="1303200"/>
            <a:ext cx="496800" cy="496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5" name="Connector 24"/>
          <p:cNvCxnSpPr/>
          <p:nvPr/>
        </p:nvCxnSpPr>
        <p:spPr>
          <a:xfrm flipV="1">
            <a:off x="748800" y="1360800"/>
            <a:ext cx="439200" cy="4392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6" name="Connector 25"/>
          <p:cNvCxnSpPr/>
          <p:nvPr/>
        </p:nvCxnSpPr>
        <p:spPr>
          <a:xfrm flipV="1">
            <a:off x="806400" y="1418400"/>
            <a:ext cx="381600" cy="381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7" name="Connector 26"/>
          <p:cNvCxnSpPr/>
          <p:nvPr/>
        </p:nvCxnSpPr>
        <p:spPr>
          <a:xfrm flipV="1">
            <a:off x="864000" y="1476000"/>
            <a:ext cx="324000" cy="324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8" name="Connector 27"/>
          <p:cNvCxnSpPr/>
          <p:nvPr/>
        </p:nvCxnSpPr>
        <p:spPr>
          <a:xfrm flipV="1">
            <a:off x="921600" y="1533600"/>
            <a:ext cx="266400" cy="266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9" name="Connector 28"/>
          <p:cNvCxnSpPr/>
          <p:nvPr/>
        </p:nvCxnSpPr>
        <p:spPr>
          <a:xfrm flipV="1">
            <a:off x="979200" y="1591200"/>
            <a:ext cx="208800" cy="208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30" name="Connector 29"/>
          <p:cNvCxnSpPr/>
          <p:nvPr/>
        </p:nvCxnSpPr>
        <p:spPr>
          <a:xfrm flipV="1">
            <a:off x="1036800" y="1648800"/>
            <a:ext cx="151200" cy="1512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31" name="Connector 30"/>
          <p:cNvCxnSpPr/>
          <p:nvPr/>
        </p:nvCxnSpPr>
        <p:spPr>
          <a:xfrm flipV="1">
            <a:off x="1094400" y="1706400"/>
            <a:ext cx="93600" cy="93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32" name="Connector 31"/>
          <p:cNvCxnSpPr/>
          <p:nvPr/>
        </p:nvCxnSpPr>
        <p:spPr>
          <a:xfrm flipV="1">
            <a:off x="1152000" y="1764000"/>
            <a:ext cx="36000" cy="3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sp>
        <p:nvSpPr>
          <p:cNvPr id="33" name="Oval 32"/>
          <p:cNvSpPr/>
          <p:nvPr/>
        </p:nvSpPr>
        <p:spPr>
          <a:xfrm>
            <a:off x="216000" y="252000"/>
            <a:ext cx="288000" cy="288000"/>
          </a:xfrm>
          <a:prstGeom prst="ellipse">
            <a:avLst/>
          </a:prstGeom>
          <a:noFill/>
          <a:ln w="576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텍스트"/>
          <p:cNvSpPr txBox="1"/>
          <p:nvPr/>
        </p:nvSpPr>
        <p:spPr>
          <a:xfrm>
            <a:off x="216000" y="252000"/>
            <a:ext cx="288000" cy="28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203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</a:rPr>
              <a:t>A</a:t>
            </a:r>
          </a:p>
        </p:txBody>
      </p:sp>
      <p:sp>
        <p:nvSpPr>
          <p:cNvPr id="35" name="텍스트"/>
          <p:cNvSpPr txBox="1"/>
          <p:nvPr/>
        </p:nvSpPr>
        <p:spPr>
          <a:xfrm>
            <a:off x="216000" y="1440000"/>
            <a:ext cx="828000" cy="1428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1" spc="100">
                <a:solidFill>
                  <a:srgbClr val="FFFFFF"/>
                </a:solidFill>
                <a:latin typeface="맑은 고딕"/>
                <a:ea typeface="맑은 고딕"/>
              </a:rPr>
              <a:t>담당 업무</a:t>
            </a:r>
          </a:p>
        </p:txBody>
      </p:sp>
      <p:sp>
        <p:nvSpPr>
          <p:cNvPr id="36" name="텍스트"/>
          <p:cNvSpPr txBox="1"/>
          <p:nvPr/>
        </p:nvSpPr>
        <p:spPr>
          <a:xfrm>
            <a:off x="1440000" y="2232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A7ABB4"/>
                </a:solidFill>
                <a:latin typeface="맑은 고딕"/>
                <a:ea typeface="맑은 고딕"/>
              </a:rPr>
              <a:t>담당 업무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1440000" y="360000"/>
            <a:ext cx="15480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sp>
        <p:nvSpPr>
          <p:cNvPr id="38" name="텍스트"/>
          <p:cNvSpPr txBox="1"/>
          <p:nvPr/>
        </p:nvSpPr>
        <p:spPr>
          <a:xfrm>
            <a:off x="1440000" y="403200"/>
            <a:ext cx="129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교통 안내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1440000" y="561600"/>
            <a:ext cx="15480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sp>
        <p:nvSpPr>
          <p:cNvPr id="40" name="텍스트"/>
          <p:cNvSpPr txBox="1"/>
          <p:nvPr/>
        </p:nvSpPr>
        <p:spPr>
          <a:xfrm>
            <a:off x="1440000" y="604800"/>
            <a:ext cx="129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청년 지원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1440000" y="763200"/>
            <a:ext cx="15480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sp>
        <p:nvSpPr>
          <p:cNvPr id="42" name="텍스트"/>
          <p:cNvSpPr txBox="1"/>
          <p:nvPr/>
        </p:nvSpPr>
        <p:spPr>
          <a:xfrm>
            <a:off x="1440000" y="806400"/>
            <a:ext cx="129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보육 지원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1440000" y="964800"/>
            <a:ext cx="15480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sp>
        <p:nvSpPr>
          <p:cNvPr id="44" name="텍스트"/>
          <p:cNvSpPr txBox="1"/>
          <p:nvPr/>
        </p:nvSpPr>
        <p:spPr>
          <a:xfrm>
            <a:off x="1440000" y="1569600"/>
            <a:ext cx="1548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A7ABB4"/>
                </a:solidFill>
                <a:latin typeface="맑은 고딕"/>
                <a:ea typeface="맑은 고딕"/>
              </a:rPr>
              <a:t>점심시간 12:00 – 13:00   |   @아이디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계장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