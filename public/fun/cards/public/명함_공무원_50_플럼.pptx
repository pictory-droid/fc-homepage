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8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C5B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C5B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C5B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C5B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C5B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9D839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C5B7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3D7D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AE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AE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AE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5F69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5F69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민원 상담 안내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