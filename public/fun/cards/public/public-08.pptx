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5A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D4DBFF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D4DB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8B9CFE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D4DB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8B9CF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D4DB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8B9CF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D4DB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8B9CFE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필요한 곳에 가장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먼저 닿겠습니다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