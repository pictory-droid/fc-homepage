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AD6D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BDAEB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Freeform 3"/>
          <p:cNvSpPr/>
          <p:nvPr/>
        </p:nvSpPr>
        <p:spPr>
          <a:xfrm>
            <a:off x="292053" y="430704"/>
            <a:ext cx="207894" cy="197718"/>
          </a:xfrm>
          <a:custGeom>
            <a:avLst/>
            <a:gdLst/>
            <a:ahLst/>
            <a:cxnLst/>
            <a:rect l="l" t="t" r="r" b="b"/>
            <a:pathLst>
              <a:path w="207894" h="197718">
                <a:moveTo>
                  <a:pt x="103947" y="0"/>
                </a:moveTo>
                <a:lnTo>
                  <a:pt x="130482" y="72774"/>
                </a:lnTo>
                <a:lnTo>
                  <a:pt x="207894" y="75522"/>
                </a:lnTo>
                <a:lnTo>
                  <a:pt x="146881" y="123246"/>
                </a:lnTo>
                <a:lnTo>
                  <a:pt x="168190" y="197718"/>
                </a:lnTo>
                <a:lnTo>
                  <a:pt x="103947" y="154440"/>
                </a:lnTo>
                <a:lnTo>
                  <a:pt x="39704" y="197718"/>
                </a:lnTo>
                <a:lnTo>
                  <a:pt x="61013" y="123246"/>
                </a:lnTo>
                <a:lnTo>
                  <a:pt x="0" y="75522"/>
                </a:lnTo>
                <a:lnTo>
                  <a:pt x="77412" y="72774"/>
                </a:lnTo>
                <a:close/>
              </a:path>
            </a:pathLst>
          </a:custGeom>
          <a:solidFill>
            <a:srgbClr val="AD6D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B9838C"/>
                </a:solidFill>
                <a:latin typeface="맑은 고딕"/>
                <a:ea typeface="맑은 고딕"/>
              </a:rPr>
              <a:t>민원담당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FFFFFF"/>
                </a:solidFill>
                <a:latin typeface="맑은 고딕"/>
                <a:ea typeface="맑은 고딕"/>
              </a:rPr>
              <a:t>윤시우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9838C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9838C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9838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43192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83676A"/>
                </a:solidFill>
                <a:latin typeface="맑은 고딕"/>
                <a:ea typeface="맑은 고딕"/>
              </a:rPr>
              <a:t>필요한 곳에 가장 먼저 닿겠습니다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3B915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83676A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630255" y="282960"/>
            <a:ext cx="283490" cy="269616"/>
          </a:xfrm>
          <a:custGeom>
            <a:avLst/>
            <a:gdLst/>
            <a:ahLst/>
            <a:cxnLst/>
            <a:rect l="l" t="t" r="r" b="b"/>
            <a:pathLst>
              <a:path w="283490" h="269616">
                <a:moveTo>
                  <a:pt x="141745" y="0"/>
                </a:moveTo>
                <a:lnTo>
                  <a:pt x="177929" y="99237"/>
                </a:lnTo>
                <a:lnTo>
                  <a:pt x="283490" y="102984"/>
                </a:lnTo>
                <a:lnTo>
                  <a:pt x="200292" y="168063"/>
                </a:lnTo>
                <a:lnTo>
                  <a:pt x="229349" y="269616"/>
                </a:lnTo>
                <a:lnTo>
                  <a:pt x="141745" y="210600"/>
                </a:lnTo>
                <a:lnTo>
                  <a:pt x="54141" y="269616"/>
                </a:lnTo>
                <a:lnTo>
                  <a:pt x="83198" y="168063"/>
                </a:lnTo>
                <a:lnTo>
                  <a:pt x="0" y="102984"/>
                </a:lnTo>
                <a:lnTo>
                  <a:pt x="105561" y="99237"/>
                </a:lnTo>
                <a:close/>
              </a:path>
            </a:pathLst>
          </a:cu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