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5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D4DBFF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4DB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8B9CFE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4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8B9CF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4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8B9CF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4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8B9CF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