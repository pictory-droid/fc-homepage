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58FAD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2D8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C4656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5C465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1D3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557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4F87A3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36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36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36B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36B76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557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