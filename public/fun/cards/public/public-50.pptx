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7B573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7B573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7B573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7B573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7B573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7B573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7B573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7B573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7B573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7B573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7B573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7B573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7B573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7B573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7B573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7B573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7B573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7B573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7B573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7B573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7B57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F4E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76A5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A2918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B5732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B573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B573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B573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47520" y="1067040"/>
            <a:ext cx="264960" cy="120960"/>
          </a:xfrm>
          <a:custGeom>
            <a:avLst/>
            <a:gdLst/>
            <a:ahLst/>
            <a:cxnLst/>
            <a:rect l="l" t="t" r="r" b="b"/>
            <a:pathLst>
              <a:path w="264960" h="120960">
                <a:moveTo>
                  <a:pt x="0" y="120960"/>
                </a:moveTo>
                <a:lnTo>
                  <a:pt x="132480" y="0"/>
                </a:lnTo>
                <a:lnTo>
                  <a:pt x="264960" y="120960"/>
                </a:lnTo>
                <a:close/>
              </a:path>
            </a:pathLst>
          </a:custGeom>
          <a:solidFill>
            <a:srgbClr val="7B57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87840" y="1188000"/>
            <a:ext cx="184320" cy="120960"/>
          </a:xfrm>
          <a:prstGeom prst="rect">
            <a:avLst/>
          </a:prstGeom>
          <a:solidFill>
            <a:srgbClr val="F4E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56960" y="1228320"/>
            <a:ext cx="46080" cy="80640"/>
          </a:xfrm>
          <a:prstGeom prst="rect">
            <a:avLst/>
          </a:prstGeom>
          <a:solidFill>
            <a:srgbClr val="7B57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7B57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4080" y="1370160"/>
            <a:ext cx="231840" cy="105840"/>
          </a:xfrm>
          <a:custGeom>
            <a:avLst/>
            <a:gdLst/>
            <a:ahLst/>
            <a:cxnLst/>
            <a:rect l="l" t="t" r="r" b="b"/>
            <a:pathLst>
              <a:path w="231840" h="105840">
                <a:moveTo>
                  <a:pt x="0" y="105840"/>
                </a:moveTo>
                <a:lnTo>
                  <a:pt x="115920" y="0"/>
                </a:lnTo>
                <a:lnTo>
                  <a:pt x="231840" y="105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99360" y="1476000"/>
            <a:ext cx="161280" cy="10584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59840" y="1511280"/>
            <a:ext cx="40320" cy="7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3A2918"/>
                </a:solidFill>
                <a:latin typeface="맑은 고딕"/>
                <a:ea typeface="맑은 고딕"/>
              </a:rPr>
              <a:t>주민 한 분 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3A2918"/>
                </a:solidFill>
                <a:latin typeface="맑은 고딕"/>
                <a:ea typeface="맑은 고딕"/>
              </a:rPr>
              <a:t>분이 소중합니다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F746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