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소방위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D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3F2A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223F2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민원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223F2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223F2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223F2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7DDE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