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52000" cy="1800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95200" y="619200"/>
            <a:ext cx="561600" cy="561600"/>
          </a:xfrm>
          <a:prstGeom prst="ellipse">
            <a:avLst/>
          </a:prstGeom>
          <a:noFill/>
          <a:ln w="10800">
            <a:solidFill>
              <a:srgbClr val="12151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16000" y="684000"/>
            <a:ext cx="720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4930"/>
              </a:lnSpc>
            </a:pPr>
            <a:r>
              <a:rPr sz="3400" b="1">
                <a:solidFill>
                  <a:srgbClr val="12151C"/>
                </a:solidFill>
                <a:latin typeface="맑은 고딕"/>
                <a:ea typeface="맑은 고딕"/>
              </a:rPr>
              <a:t>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404000" y="223200"/>
            <a:ext cx="1584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A3A9B5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404000" y="540000"/>
            <a:ext cx="1584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진보미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404000" y="943200"/>
            <a:ext cx="1584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A3A9B5"/>
                </a:solidFill>
                <a:latin typeface="맑은 고딕"/>
                <a:ea typeface="맑은 고딕"/>
              </a:rPr>
              <a:t>소방위</a:t>
            </a:r>
          </a:p>
        </p:txBody>
      </p:sp>
      <p:sp>
        <p:nvSpPr>
          <p:cNvPr id="8" name="Rectangle 7"/>
          <p:cNvSpPr/>
          <p:nvPr/>
        </p:nvSpPr>
        <p:spPr>
          <a:xfrm>
            <a:off x="1404000" y="1195200"/>
            <a:ext cx="144000" cy="18000"/>
          </a:xfrm>
          <a:prstGeom prst="rect">
            <a:avLst/>
          </a:prstGeom>
          <a:solidFill>
            <a:srgbClr val="5CD65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404000" y="13284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735200" y="13176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404000" y="14580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735200" y="1447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404000" y="1587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A3A9B5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735200" y="15768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5CD6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1800000"/>
          </a:xfrm>
          <a:prstGeom prst="rect">
            <a:avLst/>
          </a:prstGeom>
          <a:solidFill>
            <a:srgbClr val="7DDE7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412000" y="972000"/>
            <a:ext cx="828000" cy="828000"/>
          </a:xfrm>
          <a:custGeom>
            <a:avLst/>
            <a:gdLst/>
            <a:ahLst/>
            <a:cxnLst/>
            <a:rect l="l" t="t" r="r" b="b"/>
            <a:pathLst>
              <a:path w="828000" h="828000">
                <a:moveTo>
                  <a:pt x="828000" y="828000"/>
                </a:moveTo>
                <a:lnTo>
                  <a:pt x="0" y="828000"/>
                </a:lnTo>
                <a:lnTo>
                  <a:pt x="1773" y="773846"/>
                </a:lnTo>
                <a:lnTo>
                  <a:pt x="7084" y="719924"/>
                </a:lnTo>
                <a:lnTo>
                  <a:pt x="15910" y="666465"/>
                </a:lnTo>
                <a:lnTo>
                  <a:pt x="28213" y="613698"/>
                </a:lnTo>
                <a:lnTo>
                  <a:pt x="43942" y="561848"/>
                </a:lnTo>
                <a:lnTo>
                  <a:pt x="63028" y="511138"/>
                </a:lnTo>
                <a:lnTo>
                  <a:pt x="85389" y="461785"/>
                </a:lnTo>
                <a:lnTo>
                  <a:pt x="110931" y="414000"/>
                </a:lnTo>
                <a:lnTo>
                  <a:pt x="139543" y="367988"/>
                </a:lnTo>
                <a:lnTo>
                  <a:pt x="171103" y="323946"/>
                </a:lnTo>
                <a:lnTo>
                  <a:pt x="205477" y="282062"/>
                </a:lnTo>
                <a:lnTo>
                  <a:pt x="242516" y="242516"/>
                </a:lnTo>
                <a:lnTo>
                  <a:pt x="282062" y="205477"/>
                </a:lnTo>
                <a:lnTo>
                  <a:pt x="323946" y="171103"/>
                </a:lnTo>
                <a:lnTo>
                  <a:pt x="367988" y="139543"/>
                </a:lnTo>
                <a:lnTo>
                  <a:pt x="414000" y="110931"/>
                </a:lnTo>
                <a:lnTo>
                  <a:pt x="461785" y="85389"/>
                </a:lnTo>
                <a:lnTo>
                  <a:pt x="511138" y="63028"/>
                </a:lnTo>
                <a:lnTo>
                  <a:pt x="561848" y="43942"/>
                </a:lnTo>
                <a:lnTo>
                  <a:pt x="613698" y="28213"/>
                </a:lnTo>
                <a:lnTo>
                  <a:pt x="666465" y="15910"/>
                </a:lnTo>
                <a:lnTo>
                  <a:pt x="719924" y="7084"/>
                </a:lnTo>
                <a:lnTo>
                  <a:pt x="773846" y="1773"/>
                </a:lnTo>
                <a:lnTo>
                  <a:pt x="828000" y="0"/>
                </a:lnTo>
                <a:close/>
              </a:path>
            </a:pathLst>
          </a:custGeom>
          <a:solidFill>
            <a:srgbClr val="9AE59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432000"/>
            <a:ext cx="230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84"/>
              </a:lnSpc>
            </a:pPr>
            <a:r>
              <a:rPr sz="1300" b="1">
                <a:solidFill>
                  <a:srgbClr val="12151C"/>
                </a:solidFill>
                <a:latin typeface="맑은 고딕"/>
                <a:ea typeface="맑은 고딕"/>
              </a:rPr>
              <a:t>주민 한 분 한 분이 소중합니다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1476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12151C"/>
                </a:solidFill>
                <a:latin typeface="맑은 고딕"/>
                <a:ea typeface="맑은 고딕"/>
              </a:rPr>
              <a:t>기관명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소방위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