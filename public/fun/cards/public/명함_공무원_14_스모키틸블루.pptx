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4F8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4F8796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신OO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과장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4F8796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C67B6C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5F66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D8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BC64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5809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BC6452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민원 상담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BC6452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BC6452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BC6452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D3C0BE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676E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민원 상담 안내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676E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676E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