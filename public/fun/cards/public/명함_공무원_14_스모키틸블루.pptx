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F879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F879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67B6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D8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C64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5809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C645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C645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C645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960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C645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12744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3C0B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676E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676E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676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