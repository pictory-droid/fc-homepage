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52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B1C2B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46560" y="404640"/>
            <a:ext cx="146880" cy="194400"/>
          </a:xfrm>
          <a:custGeom>
            <a:avLst/>
            <a:gdLst/>
            <a:ahLst/>
            <a:cxnLst/>
            <a:rect l="l" t="t" r="r" b="b"/>
            <a:pathLst>
              <a:path w="146880" h="194400">
                <a:moveTo>
                  <a:pt x="0" y="21600"/>
                </a:moveTo>
                <a:lnTo>
                  <a:pt x="73440" y="0"/>
                </a:lnTo>
                <a:lnTo>
                  <a:pt x="146880" y="21600"/>
                </a:lnTo>
                <a:lnTo>
                  <a:pt x="146880" y="103680"/>
                </a:lnTo>
                <a:lnTo>
                  <a:pt x="73440" y="194400"/>
                </a:lnTo>
                <a:lnTo>
                  <a:pt x="0" y="103680"/>
                </a:lnTo>
                <a:close/>
              </a:path>
            </a:pathLst>
          </a:cu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89760" y="504000"/>
            <a:ext cx="23760" cy="25920"/>
          </a:xfrm>
          <a:prstGeom prst="line">
            <a:avLst/>
          </a:prstGeom>
          <a:ln w="15120">
            <a:solidFill>
              <a:srgbClr val="456E52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13520" y="478080"/>
            <a:ext cx="41040" cy="51840"/>
          </a:xfrm>
          <a:prstGeom prst="line">
            <a:avLst/>
          </a:prstGeom>
          <a:ln w="15120">
            <a:solidFill>
              <a:srgbClr val="456E5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오지호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D2EFDC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B1C2B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590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97600" y="374400"/>
            <a:ext cx="244800" cy="324000"/>
          </a:xfrm>
          <a:custGeom>
            <a:avLst/>
            <a:gdLst/>
            <a:ahLst/>
            <a:cxnLst/>
            <a:rect l="l" t="t" r="r" b="b"/>
            <a:pathLst>
              <a:path w="244800" h="324000">
                <a:moveTo>
                  <a:pt x="0" y="36000"/>
                </a:moveTo>
                <a:lnTo>
                  <a:pt x="122400" y="0"/>
                </a:lnTo>
                <a:lnTo>
                  <a:pt x="244800" y="36000"/>
                </a:lnTo>
                <a:lnTo>
                  <a:pt x="244800" y="172800"/>
                </a:lnTo>
                <a:lnTo>
                  <a:pt x="122400" y="324000"/>
                </a:lnTo>
                <a:lnTo>
                  <a:pt x="0" y="172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69600" y="540000"/>
            <a:ext cx="39600" cy="432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09200" y="496800"/>
            <a:ext cx="68400" cy="864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주민의 목소리를 정책에 담습니다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