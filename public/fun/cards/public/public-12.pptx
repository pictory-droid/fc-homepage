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D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FFD9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63E1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463E16"/>
                </a:solidFill>
                <a:latin typeface="맑은 고딕"/>
                <a:ea typeface="맑은 고딕"/>
              </a:rPr>
              <a:t>팀장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E16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463E1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E16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463E16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463E16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3A9B5"/>
                </a:solidFill>
                <a:latin typeface="맑은 고딕"/>
                <a:ea typeface="맑은 고딕"/>
              </a:rPr>
              <a:t>담당 업무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주민 서비스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교통 안내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노인 복지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D000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세무 안내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평일 09:00 – 17:30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A3A9B5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팀장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