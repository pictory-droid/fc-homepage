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D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FFDE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FFDE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FFDE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FFDE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FFDE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FFDE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FFDE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FFDE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FFDE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FFDE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FFDE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FFDE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FFDE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3E16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오지호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3E16"/>
                </a:solidFill>
                <a:latin typeface="맑은 고딕"/>
                <a:ea typeface="맑은 고딕"/>
              </a:rPr>
              <a:t>팀장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주민의 목소리를</a:t>
            </a:r>
          </a:p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정책에 담습니다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