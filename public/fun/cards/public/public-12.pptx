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FD9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E16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E16"/>
                </a:solidFill>
                <a:latin typeface="맑은 고딕"/>
                <a:ea typeface="맑은 고딕"/>
              </a:rPr>
              <a:t>팀장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E1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463E1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E1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463E1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E1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D0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D0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D0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D00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