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847464">
                    <a:alpha val="95000"/>
                  </a:srgbClr>
                </a:solidFill>
                <a:latin typeface="맑은 고딕"/>
                <a:ea typeface="맑은 고딕"/>
              </a:rPr>
              <a:t>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1F7A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B2230"/>
                </a:solidFill>
                <a:latin typeface="맑은 고딕"/>
                <a:ea typeface="맑은 고딕"/>
              </a:rPr>
              <a:t>민OO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5F6672"/>
                </a:solidFill>
                <a:latin typeface="맑은 고딕"/>
                <a:ea typeface="맑은 고딕"/>
              </a:rPr>
              <a:t>주무관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0496" y="885024"/>
            <a:ext cx="235008" cy="311040"/>
          </a:xfrm>
          <a:custGeom>
            <a:avLst/>
            <a:gdLst/>
            <a:ahLst/>
            <a:cxnLst/>
            <a:rect l="l" t="t" r="r" b="b"/>
            <a:pathLst>
              <a:path w="235008" h="311040">
                <a:moveTo>
                  <a:pt x="0" y="34560"/>
                </a:moveTo>
                <a:lnTo>
                  <a:pt x="117504" y="0"/>
                </a:lnTo>
                <a:lnTo>
                  <a:pt x="235008" y="34560"/>
                </a:lnTo>
                <a:lnTo>
                  <a:pt x="235008" y="165888"/>
                </a:lnTo>
                <a:lnTo>
                  <a:pt x="117504" y="311040"/>
                </a:lnTo>
                <a:lnTo>
                  <a:pt x="0" y="165888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09616" y="1044000"/>
            <a:ext cx="38016" cy="41472"/>
          </a:xfrm>
          <a:prstGeom prst="line">
            <a:avLst/>
          </a:prstGeom>
          <a:ln w="24192">
            <a:solidFill>
              <a:srgbClr val="8FBCC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547632" y="1002528"/>
            <a:ext cx="65664" cy="82944"/>
          </a:xfrm>
          <a:prstGeom prst="line">
            <a:avLst/>
          </a:prstGeom>
          <a:ln w="24192">
            <a:solidFill>
              <a:srgbClr val="8FBCC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8A7968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8" name="Oval 7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sp>
        <p:nvSpPr>
          <p:cNvPr id="10" name="Oval 9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8A79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교통 안내</a:t>
            </a:r>
          </a:p>
        </p:txBody>
      </p:sp>
      <p:sp>
        <p:nvSpPr>
          <p:cNvPr id="12" name="Oval 11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청년 지원</a:t>
            </a:r>
          </a:p>
        </p:txBody>
      </p:sp>
      <p:sp>
        <p:nvSpPr>
          <p:cNvPr id="14" name="Oval 13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8A79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07079"/>
                </a:solidFill>
                <a:latin typeface="맑은 고딕"/>
                <a:ea typeface="맑은 고딕"/>
              </a:rPr>
              <a:t>전화 · 메일 문의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주무관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