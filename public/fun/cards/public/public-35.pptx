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D1EBF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5F7A7F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23535C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367F8D"/>
                </a:solidFill>
                <a:latin typeface="맑은 고딕"/>
                <a:ea typeface="맑은 고딕"/>
              </a:rPr>
              <a:t>담당관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67F8D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23535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8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3600" cy="1800000"/>
          </a:xfrm>
          <a:prstGeom prst="rect">
            <a:avLst/>
          </a:prstGeom>
          <a:solidFill>
            <a:srgbClr val="3F95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63936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0" y="0"/>
                </a:moveTo>
                <a:lnTo>
                  <a:pt x="69696" y="12672"/>
                </a:lnTo>
                <a:lnTo>
                  <a:pt x="69696" y="101376"/>
                </a:lnTo>
                <a:lnTo>
                  <a:pt x="0" y="88704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39968" y="193248"/>
            <a:ext cx="69696" cy="101376"/>
          </a:xfrm>
          <a:custGeom>
            <a:avLst/>
            <a:gdLst/>
            <a:ahLst/>
            <a:cxnLst/>
            <a:rect l="l" t="t" r="r" b="b"/>
            <a:pathLst>
              <a:path w="69696" h="101376">
                <a:moveTo>
                  <a:pt x="69696" y="0"/>
                </a:moveTo>
                <a:lnTo>
                  <a:pt x="0" y="12672"/>
                </a:lnTo>
                <a:lnTo>
                  <a:pt x="0" y="101376"/>
                </a:lnTo>
                <a:lnTo>
                  <a:pt x="69696" y="88704"/>
                </a:lnTo>
                <a:close/>
              </a:path>
            </a:pathLst>
          </a:custGeom>
          <a:solidFill>
            <a:srgbClr val="8080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04000" y="396000"/>
            <a:ext cx="180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민원인의 입장에서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23535C"/>
                </a:solidFill>
                <a:latin typeface="바탕"/>
                <a:ea typeface="바탕"/>
              </a:rPr>
              <a:t>먼저 생각합니다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504000" y="1260000"/>
            <a:ext cx="1728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567176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  <a:ln w="9000">
            <a:solidFill>
              <a:srgbClr val="3F95A6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0" y="216000"/>
            <a:ext cx="46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567176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담당관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