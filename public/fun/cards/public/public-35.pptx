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9CBD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9CBD3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9CBD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172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F8BFC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31728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317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E6193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E6193C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