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5D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462400" y="158400"/>
            <a:ext cx="43200" cy="43200"/>
          </a:xfrm>
          <a:prstGeom prst="ellipse">
            <a:avLst/>
          </a:prstGeom>
          <a:solidFill>
            <a:srgbClr val="D5B379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462400" y="266400"/>
            <a:ext cx="43200" cy="43200"/>
          </a:xfrm>
          <a:prstGeom prst="ellipse">
            <a:avLst/>
          </a:prstGeom>
          <a:solidFill>
            <a:srgbClr val="D5B379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62400" y="374400"/>
            <a:ext cx="43200" cy="43200"/>
          </a:xfrm>
          <a:prstGeom prst="ellipse">
            <a:avLst/>
          </a:prstGeom>
          <a:solidFill>
            <a:srgbClr val="D5B379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62400" y="482400"/>
            <a:ext cx="43200" cy="43200"/>
          </a:xfrm>
          <a:prstGeom prst="ellipse">
            <a:avLst/>
          </a:prstGeom>
          <a:solidFill>
            <a:srgbClr val="D5B379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70400" y="158400"/>
            <a:ext cx="43200" cy="43200"/>
          </a:xfrm>
          <a:prstGeom prst="ellipse">
            <a:avLst/>
          </a:prstGeom>
          <a:solidFill>
            <a:srgbClr val="D5B379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570400" y="266400"/>
            <a:ext cx="43200" cy="43200"/>
          </a:xfrm>
          <a:prstGeom prst="ellipse">
            <a:avLst/>
          </a:prstGeom>
          <a:solidFill>
            <a:srgbClr val="D5B379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70400" y="374400"/>
            <a:ext cx="43200" cy="43200"/>
          </a:xfrm>
          <a:prstGeom prst="ellipse">
            <a:avLst/>
          </a:prstGeom>
          <a:solidFill>
            <a:srgbClr val="D5B379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70400" y="482400"/>
            <a:ext cx="43200" cy="43200"/>
          </a:xfrm>
          <a:prstGeom prst="ellipse">
            <a:avLst/>
          </a:prstGeom>
          <a:solidFill>
            <a:srgbClr val="D5B379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78400" y="158400"/>
            <a:ext cx="43200" cy="43200"/>
          </a:xfrm>
          <a:prstGeom prst="ellipse">
            <a:avLst/>
          </a:prstGeom>
          <a:solidFill>
            <a:srgbClr val="D5B379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78400" y="266400"/>
            <a:ext cx="43200" cy="43200"/>
          </a:xfrm>
          <a:prstGeom prst="ellipse">
            <a:avLst/>
          </a:prstGeom>
          <a:solidFill>
            <a:srgbClr val="D5B379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78400" y="374400"/>
            <a:ext cx="43200" cy="43200"/>
          </a:xfrm>
          <a:prstGeom prst="ellipse">
            <a:avLst/>
          </a:prstGeom>
          <a:solidFill>
            <a:srgbClr val="D5B379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8400" y="482400"/>
            <a:ext cx="43200" cy="43200"/>
          </a:xfrm>
          <a:prstGeom prst="ellipse">
            <a:avLst/>
          </a:prstGeom>
          <a:solidFill>
            <a:srgbClr val="D5B379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86400" y="158400"/>
            <a:ext cx="43200" cy="43200"/>
          </a:xfrm>
          <a:prstGeom prst="ellipse">
            <a:avLst/>
          </a:prstGeom>
          <a:solidFill>
            <a:srgbClr val="D5B379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86400" y="266400"/>
            <a:ext cx="43200" cy="43200"/>
          </a:xfrm>
          <a:prstGeom prst="ellipse">
            <a:avLst/>
          </a:prstGeom>
          <a:solidFill>
            <a:srgbClr val="D5B379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86400" y="374400"/>
            <a:ext cx="43200" cy="43200"/>
          </a:xfrm>
          <a:prstGeom prst="ellipse">
            <a:avLst/>
          </a:prstGeom>
          <a:solidFill>
            <a:srgbClr val="D5B379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786400" y="482400"/>
            <a:ext cx="43200" cy="43200"/>
          </a:xfrm>
          <a:prstGeom prst="ellipse">
            <a:avLst/>
          </a:prstGeom>
          <a:solidFill>
            <a:srgbClr val="D5B379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94400" y="158400"/>
            <a:ext cx="43200" cy="43200"/>
          </a:xfrm>
          <a:prstGeom prst="ellipse">
            <a:avLst/>
          </a:prstGeom>
          <a:solidFill>
            <a:srgbClr val="D5B379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894400" y="266400"/>
            <a:ext cx="43200" cy="43200"/>
          </a:xfrm>
          <a:prstGeom prst="ellipse">
            <a:avLst/>
          </a:prstGeom>
          <a:solidFill>
            <a:srgbClr val="D5B379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94400" y="374400"/>
            <a:ext cx="43200" cy="43200"/>
          </a:xfrm>
          <a:prstGeom prst="ellipse">
            <a:avLst/>
          </a:prstGeom>
          <a:solidFill>
            <a:srgbClr val="D5B379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894400" y="482400"/>
            <a:ext cx="43200" cy="43200"/>
          </a:xfrm>
          <a:prstGeom prst="ellipse">
            <a:avLst/>
          </a:prstGeom>
          <a:solidFill>
            <a:srgbClr val="D5B379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663200"/>
            <a:ext cx="3240000" cy="136800"/>
          </a:xfrm>
          <a:prstGeom prst="rect">
            <a:avLst/>
          </a:prstGeom>
          <a:solidFill>
            <a:srgbClr val="D5B3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663200"/>
            <a:ext cx="936000" cy="136800"/>
          </a:xfrm>
          <a:prstGeom prst="rect">
            <a:avLst/>
          </a:prstGeom>
          <a:solidFill>
            <a:srgbClr val="9177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텍스트"/>
          <p:cNvSpPr txBox="1"/>
          <p:nvPr/>
        </p:nvSpPr>
        <p:spPr>
          <a:xfrm>
            <a:off x="252000" y="2088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E6E0D5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54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바탕"/>
                <a:ea typeface="바탕"/>
              </a:rPr>
              <a:t>임건우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252000" y="828000"/>
            <a:ext cx="2016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ECDDC3"/>
                </a:solidFill>
                <a:latin typeface="맑은 고딕"/>
                <a:ea typeface="맑은 고딕"/>
              </a:rPr>
              <a:t>소방위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252000" y="11088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ECDDC3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396000" y="11088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2777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ECDDC3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396000" y="12777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4466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ECDDC3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396000" y="14466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33" name="Freeform 32"/>
          <p:cNvSpPr/>
          <p:nvPr/>
        </p:nvSpPr>
        <p:spPr>
          <a:xfrm>
            <a:off x="2747520" y="1067040"/>
            <a:ext cx="264960" cy="120960"/>
          </a:xfrm>
          <a:custGeom>
            <a:avLst/>
            <a:gdLst/>
            <a:ahLst/>
            <a:cxnLst/>
            <a:rect l="l" t="t" r="r" b="b"/>
            <a:pathLst>
              <a:path w="264960" h="120960">
                <a:moveTo>
                  <a:pt x="0" y="120960"/>
                </a:moveTo>
                <a:lnTo>
                  <a:pt x="132480" y="0"/>
                </a:lnTo>
                <a:lnTo>
                  <a:pt x="264960" y="120960"/>
                </a:lnTo>
                <a:close/>
              </a:path>
            </a:pathLst>
          </a:custGeom>
          <a:solidFill>
            <a:srgbClr val="D5B3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87840" y="1188000"/>
            <a:ext cx="184320" cy="120960"/>
          </a:xfrm>
          <a:prstGeom prst="rect">
            <a:avLst/>
          </a:prstGeom>
          <a:solidFill>
            <a:srgbClr val="9177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856960" y="1228320"/>
            <a:ext cx="46080" cy="80640"/>
          </a:xfrm>
          <a:prstGeom prst="rect">
            <a:avLst/>
          </a:prstGeom>
          <a:solidFill>
            <a:srgbClr val="D5B3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C496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F6ED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764080" y="1370160"/>
            <a:ext cx="231840" cy="105840"/>
          </a:xfrm>
          <a:custGeom>
            <a:avLst/>
            <a:gdLst/>
            <a:ahLst/>
            <a:cxnLst/>
            <a:rect l="l" t="t" r="r" b="b"/>
            <a:pathLst>
              <a:path w="231840" h="105840">
                <a:moveTo>
                  <a:pt x="0" y="105840"/>
                </a:moveTo>
                <a:lnTo>
                  <a:pt x="115920" y="0"/>
                </a:lnTo>
                <a:lnTo>
                  <a:pt x="231840" y="1058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99360" y="1476000"/>
            <a:ext cx="161280" cy="10584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859840" y="1511280"/>
            <a:ext cx="40320" cy="7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7C5D27"/>
                </a:solidFill>
                <a:latin typeface="바탕"/>
                <a:ea typeface="바탕"/>
              </a:rPr>
              <a:t>이웃의 어려움을 내 일처럼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7E6E52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소방위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