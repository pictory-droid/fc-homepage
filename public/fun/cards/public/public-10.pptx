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33D9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E3E4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E3E47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E4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E4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E4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38DA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이웃의 어려움을 내 일처럼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