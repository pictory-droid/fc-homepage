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A179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97840" y="32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0" y="0"/>
                </a:moveTo>
                <a:lnTo>
                  <a:pt x="174240" y="31680"/>
                </a:lnTo>
                <a:lnTo>
                  <a:pt x="174240" y="253440"/>
                </a:lnTo>
                <a:lnTo>
                  <a:pt x="0" y="221760"/>
                </a:lnTo>
                <a:close/>
              </a:path>
            </a:pathLst>
          </a:custGeom>
          <a:solidFill>
            <a:srgbClr val="A179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887920" y="32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174240" y="0"/>
                </a:moveTo>
                <a:lnTo>
                  <a:pt x="0" y="31680"/>
                </a:lnTo>
                <a:lnTo>
                  <a:pt x="0" y="253440"/>
                </a:lnTo>
                <a:lnTo>
                  <a:pt x="174240" y="221760"/>
                </a:lnTo>
                <a:close/>
              </a:path>
            </a:pathLst>
          </a:custGeom>
          <a:solidFill>
            <a:srgbClr val="5A44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16000" y="2304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16000" y="5256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AA867A"/>
                </a:solidFill>
                <a:latin typeface="맑은 고딕"/>
                <a:ea typeface="맑은 고딕"/>
              </a:rPr>
              <a:t>지도사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770400"/>
            <a:ext cx="216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BAB1AE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6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432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6000" y="1576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1576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800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432800"/>
            <a:ext cx="118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3600" y="748800"/>
            <a:ext cx="237600" cy="345600"/>
          </a:xfrm>
          <a:custGeom>
            <a:avLst/>
            <a:gdLst/>
            <a:ahLst/>
            <a:cxnLst/>
            <a:rect l="l" t="t" r="r" b="b"/>
            <a:pathLst>
              <a:path w="237600" h="345600">
                <a:moveTo>
                  <a:pt x="0" y="0"/>
                </a:moveTo>
                <a:lnTo>
                  <a:pt x="237600" y="43200"/>
                </a:lnTo>
                <a:lnTo>
                  <a:pt x="237600" y="345600"/>
                </a:lnTo>
                <a:lnTo>
                  <a:pt x="0" y="302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22800" y="748800"/>
            <a:ext cx="237600" cy="345600"/>
          </a:xfrm>
          <a:custGeom>
            <a:avLst/>
            <a:gdLst/>
            <a:ahLst/>
            <a:cxnLst/>
            <a:rect l="l" t="t" r="r" b="b"/>
            <a:pathLst>
              <a:path w="237600" h="345600">
                <a:moveTo>
                  <a:pt x="237600" y="0"/>
                </a:moveTo>
                <a:lnTo>
                  <a:pt x="0" y="43200"/>
                </a:lnTo>
                <a:lnTo>
                  <a:pt x="0" y="345600"/>
                </a:lnTo>
                <a:lnTo>
                  <a:pt x="237600" y="302400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3B2017"/>
                </a:solidFill>
                <a:latin typeface="바탕"/>
                <a:ea typeface="바탕"/>
              </a:rPr>
              <a:t>친절은 기본,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3B2017"/>
                </a:solidFill>
                <a:latin typeface="바탕"/>
                <a:ea typeface="바탕"/>
              </a:rPr>
              <a:t>정확은 약속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7E6C6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