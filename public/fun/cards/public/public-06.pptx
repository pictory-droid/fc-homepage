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7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302B4E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302B4E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302B4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AF9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9B7BFF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친절은 기본, 정확은 약속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