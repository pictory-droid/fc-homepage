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C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6000" cy="1800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V="1">
            <a:off x="0" y="1224000"/>
            <a:ext cx="50400" cy="50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4" name="Connector 3"/>
          <p:cNvCxnSpPr/>
          <p:nvPr/>
        </p:nvCxnSpPr>
        <p:spPr>
          <a:xfrm flipV="1">
            <a:off x="0" y="1224000"/>
            <a:ext cx="100800" cy="100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5" name="Connector 4"/>
          <p:cNvCxnSpPr/>
          <p:nvPr/>
        </p:nvCxnSpPr>
        <p:spPr>
          <a:xfrm flipV="1">
            <a:off x="0" y="1224000"/>
            <a:ext cx="151200" cy="151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6" name="Connector 5"/>
          <p:cNvCxnSpPr/>
          <p:nvPr/>
        </p:nvCxnSpPr>
        <p:spPr>
          <a:xfrm flipV="1">
            <a:off x="0" y="1224000"/>
            <a:ext cx="201600" cy="20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0" y="1224000"/>
            <a:ext cx="252000" cy="25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8" name="Connector 7"/>
          <p:cNvCxnSpPr/>
          <p:nvPr/>
        </p:nvCxnSpPr>
        <p:spPr>
          <a:xfrm flipV="1">
            <a:off x="0" y="1224000"/>
            <a:ext cx="302400" cy="30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0" y="1224000"/>
            <a:ext cx="352800" cy="35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0" name="Connector 9"/>
          <p:cNvCxnSpPr/>
          <p:nvPr/>
        </p:nvCxnSpPr>
        <p:spPr>
          <a:xfrm flipV="1">
            <a:off x="0" y="1224000"/>
            <a:ext cx="403200" cy="40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1" name="Connector 10"/>
          <p:cNvCxnSpPr/>
          <p:nvPr/>
        </p:nvCxnSpPr>
        <p:spPr>
          <a:xfrm flipV="1">
            <a:off x="0" y="1224000"/>
            <a:ext cx="453600" cy="45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2" name="Connector 11"/>
          <p:cNvCxnSpPr/>
          <p:nvPr/>
        </p:nvCxnSpPr>
        <p:spPr>
          <a:xfrm flipV="1">
            <a:off x="0" y="1224000"/>
            <a:ext cx="504000" cy="50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3" name="Connector 12"/>
          <p:cNvCxnSpPr/>
          <p:nvPr/>
        </p:nvCxnSpPr>
        <p:spPr>
          <a:xfrm flipV="1">
            <a:off x="0" y="1224000"/>
            <a:ext cx="554400" cy="55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4" name="Connector 13"/>
          <p:cNvCxnSpPr/>
          <p:nvPr/>
        </p:nvCxnSpPr>
        <p:spPr>
          <a:xfrm flipV="1">
            <a:off x="288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5" name="Connector 14"/>
          <p:cNvCxnSpPr/>
          <p:nvPr/>
        </p:nvCxnSpPr>
        <p:spPr>
          <a:xfrm flipV="1">
            <a:off x="792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6" name="Connector 15"/>
          <p:cNvCxnSpPr/>
          <p:nvPr/>
        </p:nvCxnSpPr>
        <p:spPr>
          <a:xfrm flipV="1">
            <a:off x="1296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7" name="Connector 16"/>
          <p:cNvCxnSpPr/>
          <p:nvPr/>
        </p:nvCxnSpPr>
        <p:spPr>
          <a:xfrm flipV="1">
            <a:off x="180000" y="1224000"/>
            <a:ext cx="576000" cy="576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8" name="Connector 17"/>
          <p:cNvCxnSpPr/>
          <p:nvPr/>
        </p:nvCxnSpPr>
        <p:spPr>
          <a:xfrm flipV="1">
            <a:off x="230400" y="1274400"/>
            <a:ext cx="525600" cy="525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19" name="Connector 18"/>
          <p:cNvCxnSpPr/>
          <p:nvPr/>
        </p:nvCxnSpPr>
        <p:spPr>
          <a:xfrm flipV="1">
            <a:off x="280800" y="1324800"/>
            <a:ext cx="475200" cy="475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0" name="Connector 19"/>
          <p:cNvCxnSpPr/>
          <p:nvPr/>
        </p:nvCxnSpPr>
        <p:spPr>
          <a:xfrm flipV="1">
            <a:off x="331200" y="1375200"/>
            <a:ext cx="424800" cy="424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1" name="Connector 20"/>
          <p:cNvCxnSpPr/>
          <p:nvPr/>
        </p:nvCxnSpPr>
        <p:spPr>
          <a:xfrm flipV="1">
            <a:off x="381600" y="1425600"/>
            <a:ext cx="374400" cy="374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2" name="Connector 21"/>
          <p:cNvCxnSpPr/>
          <p:nvPr/>
        </p:nvCxnSpPr>
        <p:spPr>
          <a:xfrm flipV="1">
            <a:off x="432000" y="1476000"/>
            <a:ext cx="324000" cy="324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3" name="Connector 22"/>
          <p:cNvCxnSpPr/>
          <p:nvPr/>
        </p:nvCxnSpPr>
        <p:spPr>
          <a:xfrm flipV="1">
            <a:off x="482400" y="1526400"/>
            <a:ext cx="273600" cy="273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532800" y="1576800"/>
            <a:ext cx="223200" cy="2232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5" name="Connector 24"/>
          <p:cNvCxnSpPr/>
          <p:nvPr/>
        </p:nvCxnSpPr>
        <p:spPr>
          <a:xfrm flipV="1">
            <a:off x="583200" y="1627200"/>
            <a:ext cx="172800" cy="1728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6" name="Connector 25"/>
          <p:cNvCxnSpPr/>
          <p:nvPr/>
        </p:nvCxnSpPr>
        <p:spPr>
          <a:xfrm flipV="1">
            <a:off x="633600" y="1677600"/>
            <a:ext cx="122400" cy="1224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7" name="Connector 26"/>
          <p:cNvCxnSpPr/>
          <p:nvPr/>
        </p:nvCxnSpPr>
        <p:spPr>
          <a:xfrm flipV="1">
            <a:off x="684000" y="1728000"/>
            <a:ext cx="72000" cy="720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cxnSp>
        <p:nvCxnSpPr>
          <p:cNvPr id="28" name="Connector 27"/>
          <p:cNvCxnSpPr/>
          <p:nvPr/>
        </p:nvCxnSpPr>
        <p:spPr>
          <a:xfrm flipV="1">
            <a:off x="734400" y="1778400"/>
            <a:ext cx="21600" cy="2160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29" name="Oval 28"/>
          <p:cNvSpPr/>
          <p:nvPr/>
        </p:nvSpPr>
        <p:spPr>
          <a:xfrm>
            <a:off x="212400" y="374400"/>
            <a:ext cx="331200" cy="331200"/>
          </a:xfrm>
          <a:prstGeom prst="ellipse">
            <a:avLst/>
          </a:prstGeom>
          <a:noFill/>
          <a:ln w="5760">
            <a:solidFill>
              <a:srgbClr val="12151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텍스트"/>
          <p:cNvSpPr txBox="1"/>
          <p:nvPr/>
        </p:nvSpPr>
        <p:spPr>
          <a:xfrm>
            <a:off x="198000" y="378000"/>
            <a:ext cx="360000" cy="324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2320"/>
              </a:lnSpc>
            </a:pPr>
            <a:r>
              <a:rPr sz="1600" b="1">
                <a:solidFill>
                  <a:srgbClr val="12151C"/>
                </a:solidFill>
                <a:latin typeface="맑은 고딕"/>
                <a:ea typeface="맑은 고딕"/>
              </a:rPr>
              <a:t>기</a:t>
            </a:r>
          </a:p>
        </p:txBody>
      </p:sp>
      <p:sp>
        <p:nvSpPr>
          <p:cNvPr id="31" name="텍스트"/>
          <p:cNvSpPr txBox="1"/>
          <p:nvPr/>
        </p:nvSpPr>
        <p:spPr>
          <a:xfrm>
            <a:off x="936000" y="252000"/>
            <a:ext cx="154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4A6323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936000" y="424800"/>
            <a:ext cx="205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33" name="텍스트"/>
          <p:cNvSpPr txBox="1"/>
          <p:nvPr/>
        </p:nvSpPr>
        <p:spPr>
          <a:xfrm>
            <a:off x="936000" y="684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노승민</a:t>
            </a:r>
          </a:p>
        </p:txBody>
      </p:sp>
      <p:sp>
        <p:nvSpPr>
          <p:cNvPr id="34" name="텍스트"/>
          <p:cNvSpPr txBox="1"/>
          <p:nvPr/>
        </p:nvSpPr>
        <p:spPr>
          <a:xfrm>
            <a:off x="936000" y="936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4A6323"/>
                </a:solidFill>
                <a:latin typeface="맑은 고딕"/>
                <a:ea typeface="맑은 고딕"/>
              </a:rPr>
              <a:t>지도사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936000" y="1303200"/>
            <a:ext cx="2052000" cy="0"/>
          </a:xfrm>
          <a:prstGeom prst="line">
            <a:avLst/>
          </a:prstGeom>
          <a:ln w="3600">
            <a:solidFill>
              <a:srgbClr val="E6F7C4"/>
            </a:solidFill>
          </a:ln>
        </p:spPr>
      </p:cxnSp>
      <p:sp>
        <p:nvSpPr>
          <p:cNvPr id="36" name="텍스트"/>
          <p:cNvSpPr txBox="1"/>
          <p:nvPr/>
        </p:nvSpPr>
        <p:spPr>
          <a:xfrm>
            <a:off x="936000" y="1393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632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37" name="텍스트"/>
          <p:cNvSpPr txBox="1"/>
          <p:nvPr/>
        </p:nvSpPr>
        <p:spPr>
          <a:xfrm>
            <a:off x="1267200" y="1382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38" name="텍스트"/>
          <p:cNvSpPr txBox="1"/>
          <p:nvPr/>
        </p:nvSpPr>
        <p:spPr>
          <a:xfrm>
            <a:off x="936000" y="1515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632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39" name="텍스트"/>
          <p:cNvSpPr txBox="1"/>
          <p:nvPr/>
        </p:nvSpPr>
        <p:spPr>
          <a:xfrm>
            <a:off x="1267200" y="1504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40" name="텍스트"/>
          <p:cNvSpPr txBox="1"/>
          <p:nvPr/>
        </p:nvSpPr>
        <p:spPr>
          <a:xfrm>
            <a:off x="936000" y="1638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A632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41" name="텍스트"/>
          <p:cNvSpPr txBox="1"/>
          <p:nvPr/>
        </p:nvSpPr>
        <p:spPr>
          <a:xfrm>
            <a:off x="1267200" y="1627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1800000"/>
          </a:xfrm>
          <a:prstGeom prst="rect">
            <a:avLst/>
          </a:prstGeom>
          <a:solidFill>
            <a:srgbClr val="A6E2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3600">
            <a:solidFill>
              <a:srgbClr val="12151C">
                <a:alpha val="50000"/>
              </a:srgbClr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88000" y="2808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2151C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88000" y="4680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복지 안내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88000" y="6696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7" name="텍스트"/>
          <p:cNvSpPr txBox="1"/>
          <p:nvPr/>
        </p:nvSpPr>
        <p:spPr>
          <a:xfrm>
            <a:off x="288000" y="6912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청년 지원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88000" y="8928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88000" y="9144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노인 복지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88000" y="11160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88000" y="1137600"/>
            <a:ext cx="1872000" cy="21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77"/>
              </a:lnSpc>
            </a:pPr>
            <a:r>
              <a:rPr sz="950" b="1">
                <a:solidFill>
                  <a:srgbClr val="12151C"/>
                </a:solidFill>
                <a:latin typeface="맑은 고딕"/>
                <a:ea typeface="맑은 고딕"/>
              </a:rPr>
              <a:t>보육 지원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88000" y="1339200"/>
            <a:ext cx="1728000" cy="0"/>
          </a:xfrm>
          <a:prstGeom prst="line">
            <a:avLst/>
          </a:prstGeom>
          <a:ln w="3600">
            <a:solidFill>
              <a:srgbClr val="12151C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268000" y="468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268000" y="576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268000" y="900000"/>
            <a:ext cx="864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12151C">
                    <a:alpha val="75000"/>
                  </a:srgbClr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268000" y="1008000"/>
            <a:ext cx="86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1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88000" y="1512000"/>
            <a:ext cx="180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12151C"/>
                </a:solidFill>
                <a:latin typeface="맑은 고딕"/>
                <a:ea typeface="맑은 고딕"/>
              </a:rPr>
              <a:t>기관명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지도사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