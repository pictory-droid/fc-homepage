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7840" y="265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3280" y="432000"/>
            <a:ext cx="253440" cy="166320"/>
          </a:xfrm>
          <a:prstGeom prst="rect">
            <a:avLst/>
          </a:prstGeom>
          <a:solidFill>
            <a:srgbClr val="DD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48320" y="487440"/>
            <a:ext cx="63360" cy="11088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73371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6B7132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A668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49562E"/>
                </a:solidFill>
                <a:latin typeface="맑은 고딕"/>
                <a:ea typeface="맑은 고딕"/>
              </a:rPr>
              <a:t>시민이 주인임을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49562E"/>
                </a:solidFill>
                <a:latin typeface="맑은 고딕"/>
                <a:ea typeface="맑은 고딕"/>
              </a:rPr>
              <a:t>잊지 않습니다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E745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