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C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A632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A6323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A63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A63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A63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A6E22E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시민이 주인임을 잊지 않습니다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