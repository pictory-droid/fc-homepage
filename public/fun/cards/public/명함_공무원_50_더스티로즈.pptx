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4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A17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C7B0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7C7C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C7C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C7C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C7C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