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4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AA63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DFC5B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FC5B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FC5BC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C5B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C5B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C5B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3558B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3558B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3558B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3558B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3558B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점심시간 12:00 – 13:00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