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0B1B4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지도사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6D76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FFFFFF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