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6D7695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함께하는 안전, 함께하는 행복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