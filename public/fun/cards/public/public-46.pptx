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7840" y="32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87920" y="32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FBF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F12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704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C3F0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C3F0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7261A"/>
                </a:solidFill>
                <a:latin typeface="바탕"/>
                <a:ea typeface="바탕"/>
              </a:rPr>
              <a:t>함께하는 안전,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7261A"/>
                </a:solidFill>
                <a:latin typeface="바탕"/>
                <a:ea typeface="바탕"/>
              </a:rPr>
              <a:t>함께하는 행복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C706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