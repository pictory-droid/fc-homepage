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4A3B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3B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4A3B33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07A7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