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A3B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A3B3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A3B3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607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07A7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07A7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07A7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607A7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