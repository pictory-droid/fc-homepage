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3B1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7A00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3B11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B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B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B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