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FE1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7A00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3B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3B11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3B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3B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3B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정확한 안내로 불편을</a:t>
            </a:r>
          </a:p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덜어 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