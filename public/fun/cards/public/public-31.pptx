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2E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080000" y="252000"/>
            <a:ext cx="0" cy="1296000"/>
          </a:xfrm>
          <a:prstGeom prst="line">
            <a:avLst/>
          </a:prstGeom>
          <a:ln w="3600">
            <a:solidFill>
              <a:srgbClr val="FFDAB8"/>
            </a:solidFill>
          </a:ln>
        </p:spPr>
      </p:cxnSp>
      <p:sp>
        <p:nvSpPr>
          <p:cNvPr id="3" name="Rectangle 2"/>
          <p:cNvSpPr/>
          <p:nvPr/>
        </p:nvSpPr>
        <p:spPr>
          <a:xfrm>
            <a:off x="1069200" y="252000"/>
            <a:ext cx="21600" cy="20160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75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C3B11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  <p:sp>
        <p:nvSpPr>
          <p:cNvPr id="5" name="Oval 4"/>
          <p:cNvSpPr/>
          <p:nvPr/>
        </p:nvSpPr>
        <p:spPr>
          <a:xfrm>
            <a:off x="273600" y="734400"/>
            <a:ext cx="244800" cy="244800"/>
          </a:xfrm>
          <a:prstGeom prst="ellipse">
            <a:avLst/>
          </a:prstGeom>
          <a:noFill/>
          <a:ln w="5040">
            <a:solidFill>
              <a:srgbClr val="FF7A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252000" y="734400"/>
            <a:ext cx="288000" cy="25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FF7A00"/>
                </a:solidFill>
                <a:latin typeface="맑은 고딕"/>
                <a:ea typeface="맑은 고딕"/>
              </a:rPr>
              <a:t>기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1260000" y="43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차예준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260000" y="68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C3B11"/>
                </a:solidFill>
                <a:latin typeface="맑은 고딕"/>
                <a:ea typeface="맑은 고딕"/>
              </a:rPr>
              <a:t>주무관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260000" y="943200"/>
            <a:ext cx="1728000" cy="0"/>
          </a:xfrm>
          <a:prstGeom prst="line">
            <a:avLst/>
          </a:prstGeom>
          <a:ln w="3600">
            <a:solidFill>
              <a:srgbClr val="FFDAB8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1260000" y="10548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C3B11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591200" y="10440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260000" y="11844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C3B11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591200" y="11736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260000" y="1314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C3B11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591200" y="13032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3600" y="122400"/>
            <a:ext cx="576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22400" y="93600"/>
            <a:ext cx="0" cy="576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088800" y="122400"/>
            <a:ext cx="576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17600" y="93600"/>
            <a:ext cx="0" cy="576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93600" y="1677600"/>
            <a:ext cx="576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22400" y="1648800"/>
            <a:ext cx="0" cy="576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088800" y="1677600"/>
            <a:ext cx="576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17600" y="1648800"/>
            <a:ext cx="0" cy="576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360000" y="3312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6B7280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30000" y="453600"/>
            <a:ext cx="180000" cy="1440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2151C"/>
                </a:solidFill>
                <a:latin typeface="맑은 고딕"/>
                <a:ea typeface="맑은 고딕"/>
              </a:rPr>
              <a:t>복지 안내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99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2151C"/>
                </a:solidFill>
                <a:latin typeface="맑은 고딕"/>
                <a:ea typeface="맑은 고딕"/>
              </a:rPr>
              <a:t>주민 서비스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90000" y="676800"/>
            <a:ext cx="0" cy="2304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162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2151C"/>
                </a:solidFill>
                <a:latin typeface="맑은 고딕"/>
                <a:ea typeface="맑은 고딕"/>
              </a:rPr>
              <a:t>안전 관리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20000" y="676800"/>
            <a:ext cx="0" cy="2304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7" name="텍스트"/>
          <p:cNvSpPr txBox="1"/>
          <p:nvPr/>
        </p:nvSpPr>
        <p:spPr>
          <a:xfrm>
            <a:off x="225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2151C"/>
                </a:solidFill>
                <a:latin typeface="맑은 고딕"/>
                <a:ea typeface="맑은 고딕"/>
              </a:rPr>
              <a:t>교통 안내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250000" y="676800"/>
            <a:ext cx="0" cy="2304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19" name="Connector 18"/>
          <p:cNvCxnSpPr/>
          <p:nvPr/>
        </p:nvCxnSpPr>
        <p:spPr>
          <a:xfrm>
            <a:off x="360000" y="1159200"/>
            <a:ext cx="2520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20" name="텍스트"/>
          <p:cNvSpPr txBox="1"/>
          <p:nvPr/>
        </p:nvSpPr>
        <p:spPr>
          <a:xfrm>
            <a:off x="360000" y="1245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평일 09:00 – 18:00</a:t>
            </a:r>
          </a:p>
        </p:txBody>
      </p:sp>
      <p:sp>
        <p:nvSpPr>
          <p:cNvPr id="21" name="텍스트"/>
          <p:cNvSpPr txBox="1"/>
          <p:nvPr/>
        </p:nvSpPr>
        <p:spPr>
          <a:xfrm>
            <a:off x="1656000" y="1245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WEB  www.example.com</a:t>
            </a:r>
          </a:p>
        </p:txBody>
      </p:sp>
      <p:sp>
        <p:nvSpPr>
          <p:cNvPr id="22" name="텍스트"/>
          <p:cNvSpPr txBox="1"/>
          <p:nvPr/>
        </p:nvSpPr>
        <p:spPr>
          <a:xfrm>
            <a:off x="360000" y="15264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주무관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