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3088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D0F1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649024" y="232848"/>
            <a:ext cx="317952" cy="145152"/>
          </a:xfrm>
          <a:custGeom>
            <a:avLst/>
            <a:gdLst/>
            <a:ahLst/>
            <a:cxnLst/>
            <a:rect l="l" t="t" r="r" b="b"/>
            <a:pathLst>
              <a:path w="317952" h="145152">
                <a:moveTo>
                  <a:pt x="0" y="145152"/>
                </a:moveTo>
                <a:lnTo>
                  <a:pt x="158976" y="0"/>
                </a:lnTo>
                <a:lnTo>
                  <a:pt x="317952" y="145152"/>
                </a:lnTo>
                <a:close/>
              </a:path>
            </a:pathLst>
          </a:custGeom>
          <a:solidFill>
            <a:srgbClr val="3088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697408" y="378000"/>
            <a:ext cx="221184" cy="145152"/>
          </a:xfrm>
          <a:prstGeom prst="rect">
            <a:avLst/>
          </a:prstGeom>
          <a:solidFill>
            <a:srgbClr val="D0F1D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80352" y="426384"/>
            <a:ext cx="55296" cy="96768"/>
          </a:xfrm>
          <a:prstGeom prst="rect">
            <a:avLst/>
          </a:prstGeom>
          <a:solidFill>
            <a:srgbClr val="3088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27A6C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153C26"/>
                </a:solidFill>
                <a:latin typeface="바탕"/>
                <a:ea typeface="바탕"/>
              </a:rPr>
              <a:t>차예준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2E8150"/>
                </a:solidFill>
                <a:latin typeface="맑은 고딕"/>
                <a:ea typeface="맑은 고딕"/>
              </a:rPr>
              <a:t>주무관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3088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E8150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53C26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E8150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53C26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2E815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53C26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93600"/>
            <a:ext cx="3240000" cy="0"/>
          </a:xfrm>
          <a:prstGeom prst="line">
            <a:avLst/>
          </a:prstGeom>
          <a:ln w="7200">
            <a:solidFill>
              <a:srgbClr val="308854">
                <a:alpha val="30000"/>
              </a:srgbClr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0" y="201600"/>
            <a:ext cx="3240000" cy="0"/>
          </a:xfrm>
          <a:prstGeom prst="line">
            <a:avLst/>
          </a:prstGeom>
          <a:ln w="7200">
            <a:solidFill>
              <a:srgbClr val="308854">
                <a:alpha val="30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09600"/>
            <a:ext cx="3240000" cy="0"/>
          </a:xfrm>
          <a:prstGeom prst="line">
            <a:avLst/>
          </a:prstGeom>
          <a:ln w="7200">
            <a:solidFill>
              <a:srgbClr val="308854">
                <a:alpha val="30000"/>
              </a:srgbClr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0" y="417600"/>
            <a:ext cx="3240000" cy="0"/>
          </a:xfrm>
          <a:prstGeom prst="line">
            <a:avLst/>
          </a:prstGeom>
          <a:ln w="7200">
            <a:solidFill>
              <a:srgbClr val="308854">
                <a:alpha val="30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0" y="525600"/>
            <a:ext cx="3240000" cy="0"/>
          </a:xfrm>
          <a:prstGeom prst="line">
            <a:avLst/>
          </a:prstGeom>
          <a:ln w="7200">
            <a:solidFill>
              <a:srgbClr val="308854">
                <a:alpha val="30000"/>
              </a:srgbClr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0" y="633600"/>
            <a:ext cx="3240000" cy="0"/>
          </a:xfrm>
          <a:prstGeom prst="line">
            <a:avLst/>
          </a:prstGeom>
          <a:ln w="7200">
            <a:solidFill>
              <a:srgbClr val="308854">
                <a:alpha val="30000"/>
              </a:srgbClr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0" y="741600"/>
            <a:ext cx="3240000" cy="0"/>
          </a:xfrm>
          <a:prstGeom prst="line">
            <a:avLst/>
          </a:prstGeom>
          <a:ln w="7200">
            <a:solidFill>
              <a:srgbClr val="308854">
                <a:alpha val="30000"/>
              </a:srgbClr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0" y="849600"/>
            <a:ext cx="3240000" cy="0"/>
          </a:xfrm>
          <a:prstGeom prst="line">
            <a:avLst/>
          </a:prstGeom>
          <a:ln w="7200">
            <a:solidFill>
              <a:srgbClr val="308854">
                <a:alpha val="30000"/>
              </a:srgbClr>
            </a:solidFill>
          </a:ln>
        </p:spPr>
      </p:cxnSp>
      <p:cxnSp>
        <p:nvCxnSpPr>
          <p:cNvPr id="10" name="Connector 9"/>
          <p:cNvCxnSpPr/>
          <p:nvPr/>
        </p:nvCxnSpPr>
        <p:spPr>
          <a:xfrm>
            <a:off x="0" y="957600"/>
            <a:ext cx="3240000" cy="0"/>
          </a:xfrm>
          <a:prstGeom prst="line">
            <a:avLst/>
          </a:prstGeom>
          <a:ln w="7200">
            <a:solidFill>
              <a:srgbClr val="308854">
                <a:alpha val="30000"/>
              </a:srgbClr>
            </a:solidFill>
          </a:ln>
        </p:spPr>
      </p:cxnSp>
      <p:cxnSp>
        <p:nvCxnSpPr>
          <p:cNvPr id="11" name="Connector 10"/>
          <p:cNvCxnSpPr/>
          <p:nvPr/>
        </p:nvCxnSpPr>
        <p:spPr>
          <a:xfrm>
            <a:off x="0" y="1065600"/>
            <a:ext cx="3240000" cy="0"/>
          </a:xfrm>
          <a:prstGeom prst="line">
            <a:avLst/>
          </a:prstGeom>
          <a:ln w="7200">
            <a:solidFill>
              <a:srgbClr val="308854">
                <a:alpha val="30000"/>
              </a:srgbClr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0" y="1173600"/>
            <a:ext cx="3240000" cy="0"/>
          </a:xfrm>
          <a:prstGeom prst="line">
            <a:avLst/>
          </a:prstGeom>
          <a:ln w="7200">
            <a:solidFill>
              <a:srgbClr val="308854">
                <a:alpha val="30000"/>
              </a:srgbClr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0" y="1281600"/>
            <a:ext cx="3240000" cy="0"/>
          </a:xfrm>
          <a:prstGeom prst="line">
            <a:avLst/>
          </a:prstGeom>
          <a:ln w="7200">
            <a:solidFill>
              <a:srgbClr val="308854">
                <a:alpha val="30000"/>
              </a:srgbClr>
            </a:solidFill>
          </a:ln>
        </p:spPr>
      </p:cxnSp>
      <p:cxnSp>
        <p:nvCxnSpPr>
          <p:cNvPr id="14" name="Connector 13"/>
          <p:cNvCxnSpPr/>
          <p:nvPr/>
        </p:nvCxnSpPr>
        <p:spPr>
          <a:xfrm>
            <a:off x="0" y="1389600"/>
            <a:ext cx="3240000" cy="0"/>
          </a:xfrm>
          <a:prstGeom prst="line">
            <a:avLst/>
          </a:prstGeom>
          <a:ln w="7200">
            <a:solidFill>
              <a:srgbClr val="308854">
                <a:alpha val="30000"/>
              </a:srgbClr>
            </a:solidFill>
          </a:ln>
        </p:spPr>
      </p:cxnSp>
      <p:cxnSp>
        <p:nvCxnSpPr>
          <p:cNvPr id="15" name="Connector 14"/>
          <p:cNvCxnSpPr/>
          <p:nvPr/>
        </p:nvCxnSpPr>
        <p:spPr>
          <a:xfrm>
            <a:off x="0" y="1497600"/>
            <a:ext cx="3240000" cy="0"/>
          </a:xfrm>
          <a:prstGeom prst="line">
            <a:avLst/>
          </a:prstGeom>
          <a:ln w="7200">
            <a:solidFill>
              <a:srgbClr val="308854">
                <a:alpha val="30000"/>
              </a:srgbClr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0" y="1605600"/>
            <a:ext cx="3240000" cy="0"/>
          </a:xfrm>
          <a:prstGeom prst="line">
            <a:avLst/>
          </a:prstGeom>
          <a:ln w="7200">
            <a:solidFill>
              <a:srgbClr val="308854">
                <a:alpha val="30000"/>
              </a:srgbClr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0" y="1713600"/>
            <a:ext cx="3240000" cy="0"/>
          </a:xfrm>
          <a:prstGeom prst="line">
            <a:avLst/>
          </a:prstGeom>
          <a:ln w="7200">
            <a:solidFill>
              <a:srgbClr val="308854">
                <a:alpha val="30000"/>
              </a:srgbClr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0" y="1821600"/>
            <a:ext cx="3240000" cy="0"/>
          </a:xfrm>
          <a:prstGeom prst="line">
            <a:avLst/>
          </a:prstGeom>
          <a:ln w="7200">
            <a:solidFill>
              <a:srgbClr val="308854">
                <a:alpha val="30000"/>
              </a:srgbClr>
            </a:solidFill>
          </a:ln>
        </p:spPr>
      </p:cxnSp>
      <p:sp>
        <p:nvSpPr>
          <p:cNvPr id="19" name="Rectangle 18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8000" y="468000"/>
            <a:ext cx="2304000" cy="864000"/>
          </a:xfrm>
          <a:prstGeom prst="rect">
            <a:avLst/>
          </a:prstGeom>
          <a:noFill/>
          <a:ln w="9000">
            <a:solidFill>
              <a:srgbClr val="30885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텍스트"/>
          <p:cNvSpPr txBox="1"/>
          <p:nvPr/>
        </p:nvSpPr>
        <p:spPr>
          <a:xfrm>
            <a:off x="576000" y="540000"/>
            <a:ext cx="2088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667"/>
              </a:lnSpc>
            </a:pPr>
            <a:r>
              <a:rPr sz="1150" b="1">
                <a:solidFill>
                  <a:srgbClr val="153C26"/>
                </a:solidFill>
                <a:latin typeface="맑은 고딕"/>
                <a:ea typeface="맑은 고딕"/>
              </a:rPr>
              <a:t>정확한 안내로 불편을</a:t>
            </a:r>
          </a:p>
          <a:p>
            <a:pPr algn="ctr">
              <a:lnSpc>
                <a:spcPts val="1667"/>
              </a:lnSpc>
            </a:pPr>
            <a:r>
              <a:rPr sz="1150" b="1">
                <a:solidFill>
                  <a:srgbClr val="153C26"/>
                </a:solidFill>
                <a:latin typeface="맑은 고딕"/>
                <a:ea typeface="맑은 고딕"/>
              </a:rPr>
              <a:t>덜어 드립니다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46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300">
                <a:solidFill>
                  <a:srgbClr val="627A6C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주무관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