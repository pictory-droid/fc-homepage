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7ABB4"/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71E2E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4171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1B2A4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BFC3CC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1B2A4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BFC3CC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1B2A4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BFC3CC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1B2A4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BFC3CC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171E2E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71E2E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