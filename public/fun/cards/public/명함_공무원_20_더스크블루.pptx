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DF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587FA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0848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BEC6D3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BEC6D3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BEC6D3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0A6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7E9CC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50A6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7E9CC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50A6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7E9CC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50A6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7E9CC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50A6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7E9CC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98CB7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50A6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7E9C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50A6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7E9C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D8ECEC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15A64"/>
                </a:solidFill>
                <a:latin typeface="맑은 고딕"/>
                <a:ea typeface="맑은 고딕"/>
              </a:rPr>
              <a:t>민원 상담 안내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