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66A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66A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66A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66A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66A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66A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66A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66A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66A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66A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66A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66A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66A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66A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66A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622002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622002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복지담당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장서연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BFDDFF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66ADFF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FDDFF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FDDFF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FDDFF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66ADFF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66AD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0077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행정 지원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0077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안전 관리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0077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환경 관리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0077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청년 지원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점심시간 12:00 – 13:00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복지담당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