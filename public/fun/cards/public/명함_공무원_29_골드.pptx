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FFEA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FFEA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FFEA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FFB3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5111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심소담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5111"/>
                </a:solidFill>
                <a:latin typeface="맑은 고딕"/>
                <a:ea typeface="맑은 고딕"/>
              </a:rPr>
              <a:t>복지담당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11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11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11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B3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복지 안내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B3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B30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세무 안내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B30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