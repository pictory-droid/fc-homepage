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계장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7274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72747A"/>
                </a:solidFill>
                <a:latin typeface="바탕"/>
                <a:ea typeface="바탕"/>
              </a:rPr>
              <a:t>담당 업무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72747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주민 서비스  ·  안전 관리  ·  세무 안내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72747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A7ABB4"/>
                </a:solidFill>
                <a:latin typeface="바탕"/>
                <a:ea typeface="바탕"/>
              </a:rPr>
              <a:t>평일 09:00 – 18:00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A7ABB4"/>
                </a:solidFill>
                <a:latin typeface="바탕"/>
                <a:ea typeface="바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