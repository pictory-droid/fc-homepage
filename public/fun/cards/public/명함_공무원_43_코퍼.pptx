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계장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7274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72747A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72747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주민 서비스  ·  안전 관리  ·  세무 안내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72747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평일 09:00 – 18:00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