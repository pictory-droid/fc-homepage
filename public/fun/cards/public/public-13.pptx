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D5F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D7DD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92805" y="201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595959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95959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7DBE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7DDE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7DDE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7DDE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27022" y="171360"/>
            <a:ext cx="1385956" cy="1318122"/>
          </a:xfrm>
          <a:custGeom>
            <a:avLst/>
            <a:gdLst/>
            <a:ahLst/>
            <a:cxnLst/>
            <a:rect l="l" t="t" r="r" b="b"/>
            <a:pathLst>
              <a:path w="1385956" h="1318122">
                <a:moveTo>
                  <a:pt x="692978" y="0"/>
                </a:moveTo>
                <a:lnTo>
                  <a:pt x="869878" y="485158"/>
                </a:lnTo>
                <a:lnTo>
                  <a:pt x="1385956" y="503478"/>
                </a:lnTo>
                <a:lnTo>
                  <a:pt x="979208" y="821642"/>
                </a:lnTo>
                <a:lnTo>
                  <a:pt x="1121262" y="1318122"/>
                </a:lnTo>
                <a:lnTo>
                  <a:pt x="692978" y="1029600"/>
                </a:lnTo>
                <a:lnTo>
                  <a:pt x="264694" y="1318122"/>
                </a:lnTo>
                <a:lnTo>
                  <a:pt x="406748" y="821642"/>
                </a:lnTo>
                <a:lnTo>
                  <a:pt x="0" y="503478"/>
                </a:lnTo>
                <a:lnTo>
                  <a:pt x="516078" y="485158"/>
                </a:lnTo>
                <a:close/>
              </a:path>
            </a:pathLst>
          </a:cu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2F4F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394660"/>
                </a:solidFill>
                <a:latin typeface="맑은 고딕"/>
                <a:ea typeface="맑은 고딕"/>
              </a:rPr>
              <a:t>섬기는 마음으로 봉사합니다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5E74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86F7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