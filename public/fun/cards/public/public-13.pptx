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계장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섬기는 마음으로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봉사합니다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