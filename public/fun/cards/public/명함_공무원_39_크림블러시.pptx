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6C4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B8F6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B8F6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B8F6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B8F6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5C5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