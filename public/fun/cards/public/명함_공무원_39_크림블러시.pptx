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F9EE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구OO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B2230">
                    <a:alpha val="85000"/>
                  </a:srgbClr>
                </a:solidFill>
                <a:latin typeface="맑은 고딕"/>
                <a:ea typeface="맑은 고딕"/>
              </a:rPr>
              <a:t>복지담당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86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86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86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D4C1B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E6C4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968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6B8F6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752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지역 사업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7632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6B8F6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576000" y="7416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교통 안내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0296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6B8F6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76000" y="10080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청년 지원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960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6B8F6E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12744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방문 전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05C55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복지담당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