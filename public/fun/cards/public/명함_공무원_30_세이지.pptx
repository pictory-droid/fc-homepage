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81AC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5F6672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E9C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94C2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415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6C86A6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9475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6C86A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9475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6C86A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9475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6C86A6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9475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6C86A6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B2C4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B223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