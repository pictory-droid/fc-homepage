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81AC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94C2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9475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9475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9475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9475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B2C4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