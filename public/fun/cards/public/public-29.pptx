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5111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51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51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51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51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어려울 때 의지가 되는 사람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