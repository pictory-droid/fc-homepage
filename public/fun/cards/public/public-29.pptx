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6000" y="0"/>
            <a:ext cx="1044000" cy="1800000"/>
          </a:xfrm>
          <a:prstGeom prst="rect">
            <a:avLst/>
          </a:prstGeom>
          <a:solidFill>
            <a:srgbClr val="914C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497507" y="488160"/>
            <a:ext cx="440986" cy="419402"/>
          </a:xfrm>
          <a:custGeom>
            <a:avLst/>
            <a:gdLst/>
            <a:ahLst/>
            <a:cxnLst/>
            <a:rect l="l" t="t" r="r" b="b"/>
            <a:pathLst>
              <a:path w="440986" h="419402">
                <a:moveTo>
                  <a:pt x="220493" y="0"/>
                </a:moveTo>
                <a:lnTo>
                  <a:pt x="276779" y="154369"/>
                </a:lnTo>
                <a:lnTo>
                  <a:pt x="440986" y="160198"/>
                </a:lnTo>
                <a:lnTo>
                  <a:pt x="311566" y="261431"/>
                </a:lnTo>
                <a:lnTo>
                  <a:pt x="356765" y="419402"/>
                </a:lnTo>
                <a:lnTo>
                  <a:pt x="220493" y="327600"/>
                </a:lnTo>
                <a:lnTo>
                  <a:pt x="84221" y="419402"/>
                </a:lnTo>
                <a:lnTo>
                  <a:pt x="129420" y="261431"/>
                </a:lnTo>
                <a:lnTo>
                  <a:pt x="0" y="160198"/>
                </a:lnTo>
                <a:lnTo>
                  <a:pt x="164207" y="154369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268000" y="1224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 spc="150">
                <a:solidFill>
                  <a:srgbClr val="FFFFFF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16000" y="331200"/>
            <a:ext cx="1872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19294D"/>
                </a:solidFill>
                <a:latin typeface="바탕"/>
                <a:ea typeface="바탕"/>
              </a:rPr>
              <a:t>심소담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16000" y="619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914C3B"/>
                </a:solidFill>
                <a:latin typeface="맑은 고딕"/>
                <a:ea typeface="맑은 고딕"/>
              </a:rPr>
              <a:t>복지담당</a:t>
            </a:r>
          </a:p>
        </p:txBody>
      </p:sp>
      <p:sp>
        <p:nvSpPr>
          <p:cNvPr id="7" name="Rectangle 6"/>
          <p:cNvSpPr/>
          <p:nvPr/>
        </p:nvSpPr>
        <p:spPr>
          <a:xfrm>
            <a:off x="216000" y="828000"/>
            <a:ext cx="201600" cy="14400"/>
          </a:xfrm>
          <a:prstGeom prst="rect">
            <a:avLst/>
          </a:prstGeom>
          <a:solidFill>
            <a:srgbClr val="914C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16000" y="100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14C3B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008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9294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6000" y="117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14C3B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1176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9294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6000" y="134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14C3B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1345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9294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927022" y="171360"/>
            <a:ext cx="1385956" cy="1318122"/>
          </a:xfrm>
          <a:custGeom>
            <a:avLst/>
            <a:gdLst/>
            <a:ahLst/>
            <a:cxnLst/>
            <a:rect l="l" t="t" r="r" b="b"/>
            <a:pathLst>
              <a:path w="1385956" h="1318122">
                <a:moveTo>
                  <a:pt x="692978" y="0"/>
                </a:moveTo>
                <a:lnTo>
                  <a:pt x="869878" y="485158"/>
                </a:lnTo>
                <a:lnTo>
                  <a:pt x="1385956" y="503478"/>
                </a:lnTo>
                <a:lnTo>
                  <a:pt x="979208" y="821642"/>
                </a:lnTo>
                <a:lnTo>
                  <a:pt x="1121262" y="1318122"/>
                </a:lnTo>
                <a:lnTo>
                  <a:pt x="692978" y="1029600"/>
                </a:lnTo>
                <a:lnTo>
                  <a:pt x="264694" y="1318122"/>
                </a:lnTo>
                <a:lnTo>
                  <a:pt x="406748" y="821642"/>
                </a:lnTo>
                <a:lnTo>
                  <a:pt x="0" y="503478"/>
                </a:lnTo>
                <a:lnTo>
                  <a:pt x="516078" y="485158"/>
                </a:lnTo>
                <a:close/>
              </a:path>
            </a:pathLst>
          </a:custGeom>
          <a:solidFill>
            <a:srgbClr val="745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FFFFF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612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47347F"/>
                </a:solidFill>
                <a:latin typeface="바탕"/>
                <a:ea typeface="바탕"/>
              </a:rPr>
              <a:t>어려울 때 의지가 되는 사람</a:t>
            </a:r>
          </a:p>
        </p:txBody>
      </p:sp>
      <p:sp>
        <p:nvSpPr>
          <p:cNvPr id="5" name="Rectangle 4"/>
          <p:cNvSpPr/>
          <p:nvPr/>
        </p:nvSpPr>
        <p:spPr>
          <a:xfrm>
            <a:off x="1512000" y="1173600"/>
            <a:ext cx="216000" cy="10800"/>
          </a:xfrm>
          <a:prstGeom prst="rect">
            <a:avLst/>
          </a:prstGeom>
          <a:solidFill>
            <a:srgbClr val="745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8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7A6F9B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복지담당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