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6A7C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D3DB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0" y="0"/>
                </a:moveTo>
                <a:lnTo>
                  <a:pt x="205920" y="37440"/>
                </a:lnTo>
                <a:lnTo>
                  <a:pt x="205920" y="299520"/>
                </a:lnTo>
                <a:lnTo>
                  <a:pt x="0" y="262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93360" y="768960"/>
            <a:ext cx="205920" cy="299520"/>
          </a:xfrm>
          <a:custGeom>
            <a:avLst/>
            <a:gdLst/>
            <a:ahLst/>
            <a:cxnLst/>
            <a:rect l="l" t="t" r="r" b="b"/>
            <a:pathLst>
              <a:path w="205920" h="299520">
                <a:moveTo>
                  <a:pt x="205920" y="0"/>
                </a:moveTo>
                <a:lnTo>
                  <a:pt x="0" y="37440"/>
                </a:lnTo>
                <a:lnTo>
                  <a:pt x="0" y="299520"/>
                </a:lnTo>
                <a:lnTo>
                  <a:pt x="205920" y="262080"/>
                </a:lnTo>
                <a:close/>
              </a:path>
            </a:pathLst>
          </a:custGeom>
          <a:solidFill>
            <a:srgbClr val="B4BE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F88B7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D4943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3DBC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94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1813E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580B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580B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580B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580B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26A77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26A77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