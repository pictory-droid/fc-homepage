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6A7C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3DB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0" y="0"/>
                </a:moveTo>
                <a:lnTo>
                  <a:pt x="205920" y="37440"/>
                </a:lnTo>
                <a:lnTo>
                  <a:pt x="205920" y="299520"/>
                </a:lnTo>
                <a:lnTo>
                  <a:pt x="0" y="2620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9336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205920" y="0"/>
                </a:moveTo>
                <a:lnTo>
                  <a:pt x="0" y="37440"/>
                </a:lnTo>
                <a:lnTo>
                  <a:pt x="0" y="299520"/>
                </a:lnTo>
                <a:lnTo>
                  <a:pt x="205920" y="262080"/>
                </a:lnTo>
                <a:close/>
              </a:path>
            </a:pathLst>
          </a:custGeom>
          <a:solidFill>
            <a:srgbClr val="B4BE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F88B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D4943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3DBC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1813E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5580B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5580B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5580B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5580B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26A77"/>
                </a:solidFill>
                <a:latin typeface="맑은 고딕"/>
                <a:ea typeface="맑은 고딕"/>
              </a:rPr>
              <a:t>민원 상담 안내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26A77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