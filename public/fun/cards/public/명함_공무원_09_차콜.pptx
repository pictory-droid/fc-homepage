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FFFFFF"/>
                </a:solidFill>
                <a:latin typeface="맑은 고딕"/>
                <a:ea typeface="맑은 고딕"/>
              </a:rPr>
              <a:t>장OO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복지담당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6D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9D0D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9CB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B9D0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행정 지원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B9D0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B9D0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B9D0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청년 지원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599090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9D0D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점심시간 12:00 – 13:00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9D0D0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B9D0D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복지담당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