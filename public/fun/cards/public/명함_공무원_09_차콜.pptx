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D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D0D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9CB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9D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9D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9D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9D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D0D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D0D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B9D0D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