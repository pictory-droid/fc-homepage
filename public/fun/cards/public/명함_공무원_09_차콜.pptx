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복지담당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6D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9D0D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9CBD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B9D0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행정 지원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B9D0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B9D0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B9D0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일자리 지원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59909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9D0D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9D0D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B9D0D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복지담당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