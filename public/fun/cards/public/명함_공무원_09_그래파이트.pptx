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0000" cy="1800000"/>
          </a:xfrm>
          <a:prstGeom prst="rect">
            <a:avLst/>
          </a:prstGeom>
          <a:solidFill>
            <a:srgbClr val="5F697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296000" y="576000"/>
            <a:ext cx="648000" cy="648000"/>
          </a:xfrm>
          <a:prstGeom prst="ellipse">
            <a:avLst/>
          </a:prstGeom>
          <a:noFill/>
          <a:ln w="36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18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22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84000"/>
            <a:ext cx="1224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FFFFFF"/>
                </a:solidFill>
                <a:latin typeface="맑은 고딕"/>
                <a:ea typeface="맑은 고딕"/>
              </a:rPr>
              <a:t>장OO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36000"/>
            <a:ext cx="1224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FFFFFF">
                    <a:alpha val="85000"/>
                  </a:srgbClr>
                </a:solidFill>
                <a:latin typeface="맑은 고딕"/>
                <a:ea typeface="맑은 고딕"/>
              </a:rPr>
              <a:t>복지담당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872000" y="58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74400" y="57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872000" y="76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174400" y="75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872000" y="94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74400" y="93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800000" y="540000"/>
            <a:ext cx="0" cy="72000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7E8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EAECEE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B0D7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D1E3E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행정 지원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3967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D1E3E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883967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안전 관리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15933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D1E3E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515933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환경 관리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79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D1E3E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1479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청년 지원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65A0A2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1E3E4"/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방문 전 문의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1E3E4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EAECEE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복지담당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