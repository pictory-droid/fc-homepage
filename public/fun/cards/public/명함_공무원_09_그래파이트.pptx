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AECE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0D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E3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E3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E3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E3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E3E4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E3E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EAECE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