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1F6B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5F6672"/>
                </a:solidFill>
                <a:latin typeface="맑은 고딕"/>
                <a:ea typeface="맑은 고딕"/>
              </a:rPr>
              <a:t>행정주사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5F6672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5F73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Freeform 3"/>
          <p:cNvSpPr/>
          <p:nvPr/>
        </p:nvSpPr>
        <p:spPr>
          <a:xfrm>
            <a:off x="438756" y="861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16878"/>
                </a:solidFill>
                <a:latin typeface="맑은 고딕"/>
                <a:ea typeface="맑은 고딕"/>
              </a:rPr>
              <a:t>방문 전 문의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