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1B2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1B23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1B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1B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1B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" y="784761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784761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