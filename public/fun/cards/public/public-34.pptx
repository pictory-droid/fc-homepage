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9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맹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61B2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61B23"/>
                </a:solidFill>
                <a:latin typeface="맑은 고딕"/>
                <a:ea typeface="맑은 고딕"/>
              </a:rPr>
              <a:t>과장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61B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61B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61B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12151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지역과 함께 성장하겠습니다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