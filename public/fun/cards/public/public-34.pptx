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D0F1E6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829456" y="1364112"/>
            <a:ext cx="245088" cy="111888"/>
          </a:xfrm>
          <a:custGeom>
            <a:avLst/>
            <a:gdLst/>
            <a:ahLst/>
            <a:cxnLst/>
            <a:rect l="l" t="t" r="r" b="b"/>
            <a:pathLst>
              <a:path w="245088" h="111888">
                <a:moveTo>
                  <a:pt x="0" y="111888"/>
                </a:moveTo>
                <a:lnTo>
                  <a:pt x="122544" y="0"/>
                </a:lnTo>
                <a:lnTo>
                  <a:pt x="245088" y="111888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66752" y="1476000"/>
            <a:ext cx="170496" cy="111888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30688" y="1513296"/>
            <a:ext cx="42624" cy="7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17B7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43D30"/>
                </a:solidFill>
                <a:latin typeface="바탕"/>
                <a:ea typeface="바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46B53"/>
                </a:solidFill>
                <a:latin typeface="맑은 고딕"/>
                <a:ea typeface="맑은 고딕"/>
              </a:rPr>
              <a:t>과장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46B5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46B5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46B5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DEF5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64080" y="1370160"/>
            <a:ext cx="231840" cy="105840"/>
          </a:xfrm>
          <a:custGeom>
            <a:avLst/>
            <a:gdLst/>
            <a:ahLst/>
            <a:cxnLst/>
            <a:rect l="l" t="t" r="r" b="b"/>
            <a:pathLst>
              <a:path w="231840" h="105840">
                <a:moveTo>
                  <a:pt x="0" y="105840"/>
                </a:moveTo>
                <a:lnTo>
                  <a:pt x="115920" y="0"/>
                </a:lnTo>
                <a:lnTo>
                  <a:pt x="231840" y="1058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99360" y="1476000"/>
            <a:ext cx="161280" cy="10584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59840" y="1511280"/>
            <a:ext cx="40320" cy="7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43D30"/>
                </a:solidFill>
                <a:latin typeface="바탕"/>
                <a:ea typeface="바탕"/>
              </a:rPr>
              <a:t>지역과 함께 성장하겠습니다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7726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