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1F5B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1F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1F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안예린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행정주사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1F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B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CEDB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CEDB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EDB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민원 상담  ·  안전 관리  ·  노인 복지  ·  보육 지원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799D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799DF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