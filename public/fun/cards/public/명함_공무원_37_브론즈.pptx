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6B8F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6B8F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6B8F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6B8F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67C45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6B8F6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7944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A4137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1D2C0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41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8D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9B7441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691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B7441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행정 지원  ·  지역 사업  ·  문화 · 체육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C0CEC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