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F4DF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90496" y="219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759616" y="378000"/>
            <a:ext cx="38016" cy="41472"/>
          </a:xfrm>
          <a:prstGeom prst="line">
            <a:avLst/>
          </a:prstGeom>
          <a:ln w="24192">
            <a:solidFill>
              <a:srgbClr val="F4DFE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797632" y="336528"/>
            <a:ext cx="65664" cy="82944"/>
          </a:xfrm>
          <a:prstGeom prst="line">
            <a:avLst/>
          </a:prstGeom>
          <a:ln w="24192">
            <a:solidFill>
              <a:srgbClr val="F4DFE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5D7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85326A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44E88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44E8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5326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44E8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5326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44E8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5326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49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복지의 사각지대를 살피겠습니다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F0D1E5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F4E9F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B4669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B4669B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