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223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8E75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FC5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CAE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9A5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8E7569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FC5C0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