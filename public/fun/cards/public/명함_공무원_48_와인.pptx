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7A2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66B7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7A223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7A2237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방OO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민원담당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A4A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66400" y="1944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75400" y="3690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5400" y="5346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6400" y="6912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5400" y="865800"/>
            <a:ext cx="25200" cy="25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75400" y="10314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66400" y="11880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5400" y="13626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75400" y="1528200"/>
            <a:ext cx="25200" cy="25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9400" y="2034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19400" y="3690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10400" y="5256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00" y="7002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9400" y="8658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10400" y="10224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19400" y="1197000"/>
            <a:ext cx="25200" cy="25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19400" y="13626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0400" y="15192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63400" y="203400"/>
            <a:ext cx="25200" cy="25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54400" y="3600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63400" y="5346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3400" y="7002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54400" y="8568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63400" y="10314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3400" y="11970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54400" y="13536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63400" y="1528200"/>
            <a:ext cx="25200" cy="25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98400" y="1944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7400" y="3690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07400" y="534600"/>
            <a:ext cx="25200" cy="25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8400" y="6912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07400" y="8658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707400" y="10314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8400" y="11880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07400" y="13626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07400" y="15282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51400" y="203400"/>
            <a:ext cx="25200" cy="25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51400" y="3690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2400" y="5256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51400" y="7002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1400" y="865800"/>
            <a:ext cx="25200" cy="25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842400" y="10224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51400" y="11970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51400" y="13626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42400" y="15192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95400" y="2034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86400" y="3600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95400" y="534600"/>
            <a:ext cx="25200" cy="25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995400" y="7002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86400" y="8568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995400" y="10314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95400" y="1197000"/>
            <a:ext cx="25200" cy="25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986400" y="13536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995400" y="1528200"/>
            <a:ext cx="25200" cy="25200"/>
          </a:xfrm>
          <a:prstGeom prst="ellipse">
            <a:avLst/>
          </a:prstGeom>
          <a:solidFill>
            <a:srgbClr val="8E756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1404000" y="2520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FC5C0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7" name="Oval 56"/>
          <p:cNvSpPr/>
          <p:nvPr/>
        </p:nvSpPr>
        <p:spPr>
          <a:xfrm>
            <a:off x="1407600" y="4896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텍스트"/>
          <p:cNvSpPr txBox="1"/>
          <p:nvPr/>
        </p:nvSpPr>
        <p:spPr>
          <a:xfrm>
            <a:off x="1512000" y="432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민원 상담</a:t>
            </a:r>
          </a:p>
        </p:txBody>
      </p:sp>
      <p:sp>
        <p:nvSpPr>
          <p:cNvPr id="59" name="Oval 58"/>
          <p:cNvSpPr/>
          <p:nvPr/>
        </p:nvSpPr>
        <p:spPr>
          <a:xfrm>
            <a:off x="1407600" y="712800"/>
            <a:ext cx="43200" cy="43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텍스트"/>
          <p:cNvSpPr txBox="1"/>
          <p:nvPr/>
        </p:nvSpPr>
        <p:spPr>
          <a:xfrm>
            <a:off x="1512000" y="655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지역 사업</a:t>
            </a:r>
          </a:p>
        </p:txBody>
      </p:sp>
      <p:sp>
        <p:nvSpPr>
          <p:cNvPr id="61" name="Oval 60"/>
          <p:cNvSpPr/>
          <p:nvPr/>
        </p:nvSpPr>
        <p:spPr>
          <a:xfrm>
            <a:off x="1407600" y="936000"/>
            <a:ext cx="43200" cy="43200"/>
          </a:xfrm>
          <a:prstGeom prst="ellipse">
            <a:avLst/>
          </a:prstGeom>
          <a:solidFill>
            <a:srgbClr val="BCAEA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텍스트"/>
          <p:cNvSpPr txBox="1"/>
          <p:nvPr/>
        </p:nvSpPr>
        <p:spPr>
          <a:xfrm>
            <a:off x="1512000" y="87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안전 관리</a:t>
            </a:r>
          </a:p>
        </p:txBody>
      </p:sp>
      <p:sp>
        <p:nvSpPr>
          <p:cNvPr id="63" name="Oval 62"/>
          <p:cNvSpPr/>
          <p:nvPr/>
        </p:nvSpPr>
        <p:spPr>
          <a:xfrm>
            <a:off x="1407600" y="1159200"/>
            <a:ext cx="43200" cy="43200"/>
          </a:xfrm>
          <a:prstGeom prst="ellipse">
            <a:avLst/>
          </a:prstGeom>
          <a:solidFill>
            <a:srgbClr val="89A5B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텍스트"/>
          <p:cNvSpPr txBox="1"/>
          <p:nvPr/>
        </p:nvSpPr>
        <p:spPr>
          <a:xfrm>
            <a:off x="1512000" y="1101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FFFFFF"/>
                </a:solidFill>
                <a:latin typeface="맑은 고딕"/>
                <a:ea typeface="맑은 고딕"/>
              </a:rPr>
              <a:t>문화 · 체육</a:t>
            </a:r>
          </a:p>
        </p:txBody>
      </p:sp>
      <p:cxnSp>
        <p:nvCxnSpPr>
          <p:cNvPr id="65" name="Connector 64"/>
          <p:cNvCxnSpPr/>
          <p:nvPr/>
        </p:nvCxnSpPr>
        <p:spPr>
          <a:xfrm>
            <a:off x="1404000" y="1440000"/>
            <a:ext cx="1620000" cy="0"/>
          </a:xfrm>
          <a:prstGeom prst="line">
            <a:avLst/>
          </a:prstGeom>
          <a:ln w="3600">
            <a:solidFill>
              <a:srgbClr val="8E7569"/>
            </a:solidFill>
          </a:ln>
        </p:spPr>
      </p:cxnSp>
      <p:sp>
        <p:nvSpPr>
          <p:cNvPr id="66" name="텍스트"/>
          <p:cNvSpPr txBox="1"/>
          <p:nvPr/>
        </p:nvSpPr>
        <p:spPr>
          <a:xfrm>
            <a:off x="1404000" y="1512000"/>
            <a:ext cx="16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FC5C0"/>
                </a:solidFill>
                <a:latin typeface="맑은 고딕"/>
                <a:ea typeface="맑은 고딕"/>
              </a:rPr>
              <a:t>평일 09:00 – 17:30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민원담당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