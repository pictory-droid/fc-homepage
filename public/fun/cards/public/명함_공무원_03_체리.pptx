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284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9C9D3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F9C9D3"/>
                </a:solidFill>
                <a:latin typeface="맑은 고딕"/>
                <a:ea typeface="맑은 고딕"/>
              </a:rPr>
              <a:t>계장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FF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F9C9D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9C9D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1C2F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F9C3CE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31C2F"/>
                </a:solidFill>
                <a:latin typeface="맑은 고딕"/>
                <a:ea typeface="맑은 고딕"/>
              </a:rPr>
              <a:t>점심시간 12:00 – 13:00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계장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