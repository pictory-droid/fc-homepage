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E5169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E5169B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곽도하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복지담당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E5169B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5169B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지역 사업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5169B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교통 안내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5169B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청년 지원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5169B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복지담당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