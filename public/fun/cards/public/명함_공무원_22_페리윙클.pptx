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8E8E9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8E8E9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8E8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A7CC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1F6B54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70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70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70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70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7075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A7CC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