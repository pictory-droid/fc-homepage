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0B9B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7A897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B0B9B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C7CDC9"/>
                </a:solidFill>
                <a:latin typeface="바탕"/>
                <a:ea typeface="바탕"/>
              </a:rPr>
              <a:t>작가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B0B9B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B0B9B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C7CDC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C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9272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앱 개발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4CAC6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492725"/>
                </a:solidFill>
                <a:latin typeface="맑은 고딕"/>
                <a:ea typeface="맑은 고딕"/>
              </a:rPr>
              <a:t>메일 · 메시지 문의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