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5E0E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5E0E0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5E0E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2642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E77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89597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1555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1555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1555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1555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E8B7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