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3646A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73472"/>
            <a:ext cx="104544" cy="152064"/>
          </a:xfrm>
          <a:custGeom>
            <a:avLst/>
            <a:gdLst/>
            <a:ahLst/>
            <a:cxnLst/>
            <a:rect l="l" t="t" r="r" b="b"/>
            <a:pathLst>
              <a:path w="104544" h="152064">
                <a:moveTo>
                  <a:pt x="0" y="0"/>
                </a:moveTo>
                <a:lnTo>
                  <a:pt x="104544" y="19008"/>
                </a:lnTo>
                <a:lnTo>
                  <a:pt x="104544" y="152064"/>
                </a:lnTo>
                <a:lnTo>
                  <a:pt x="0" y="133056"/>
                </a:lnTo>
                <a:close/>
              </a:path>
            </a:pathLst>
          </a:cu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00752" y="473472"/>
            <a:ext cx="104544" cy="152064"/>
          </a:xfrm>
          <a:custGeom>
            <a:avLst/>
            <a:gdLst/>
            <a:ahLst/>
            <a:cxnLst/>
            <a:rect l="l" t="t" r="r" b="b"/>
            <a:pathLst>
              <a:path w="104544" h="152064">
                <a:moveTo>
                  <a:pt x="104544" y="0"/>
                </a:moveTo>
                <a:lnTo>
                  <a:pt x="0" y="19008"/>
                </a:lnTo>
                <a:lnTo>
                  <a:pt x="0" y="152064"/>
                </a:lnTo>
                <a:lnTo>
                  <a:pt x="104544" y="133056"/>
                </a:lnTo>
                <a:close/>
              </a:path>
            </a:pathLst>
          </a:custGeom>
          <a:solidFill>
            <a:srgbClr val="F4DF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3443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31920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72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한 문장에도 맥락을 담습니다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