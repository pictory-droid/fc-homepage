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송현우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교육 컨설턴트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0368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A3A9B5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546EF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4760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0000"/>
                  </a:srgbClr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576800"/>
            <a:ext cx="9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88000" y="1476000"/>
            <a:ext cx="108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0000"/>
                  </a:srgbClr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88000" y="1576800"/>
            <a:ext cx="108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08800" y="1468800"/>
            <a:ext cx="0" cy="20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전문 분야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3D5AFE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앱 개발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3D5AFE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카피라이팅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3D5AFE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교육 설계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B7280"/>
                </a:solidFill>
                <a:latin typeface="맑은 고딕"/>
                <a:ea typeface="맑은 고딕"/>
              </a:rPr>
              <a:t>온라인 상담 가능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6B7280"/>
                </a:solidFill>
                <a:latin typeface="맑은 고딕"/>
                <a:ea typeface="맑은 고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교육 컨설턴트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