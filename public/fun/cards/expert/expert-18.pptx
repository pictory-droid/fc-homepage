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546E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한 문장에도 맥락을 담습니다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