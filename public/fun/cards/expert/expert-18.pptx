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546E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D5AF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D5AF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D5AF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