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A873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8733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번역가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4171D"/>
                </a:solidFill>
                <a:latin typeface="맑은 고딕"/>
                <a:ea typeface="맑은 고딕"/>
              </a:rPr>
              <a:t>평일 10:00 – 18:00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