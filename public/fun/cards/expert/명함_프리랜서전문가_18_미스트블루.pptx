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585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앱 개발  ·  카피라이팅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