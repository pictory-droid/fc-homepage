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758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88A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앱 개발  ·  카피라이팅  ·  교육 설계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