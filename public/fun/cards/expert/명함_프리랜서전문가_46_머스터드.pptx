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B889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268720" y="768960"/>
            <a:ext cx="205920" cy="299520"/>
          </a:xfrm>
          <a:custGeom>
            <a:avLst/>
            <a:gdLst/>
            <a:ahLst/>
            <a:cxnLst/>
            <a:rect l="l" t="t" r="r" b="b"/>
            <a:pathLst>
              <a:path w="205920" h="299520">
                <a:moveTo>
                  <a:pt x="0" y="0"/>
                </a:moveTo>
                <a:lnTo>
                  <a:pt x="205920" y="37440"/>
                </a:lnTo>
                <a:lnTo>
                  <a:pt x="205920" y="299520"/>
                </a:lnTo>
                <a:lnTo>
                  <a:pt x="0" y="262080"/>
                </a:lnTo>
                <a:close/>
              </a:path>
            </a:pathLst>
          </a:cu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493360" y="768960"/>
            <a:ext cx="205920" cy="299520"/>
          </a:xfrm>
          <a:custGeom>
            <a:avLst/>
            <a:gdLst/>
            <a:ahLst/>
            <a:cxnLst/>
            <a:rect l="l" t="t" r="r" b="b"/>
            <a:pathLst>
              <a:path w="205920" h="299520">
                <a:moveTo>
                  <a:pt x="205920" y="0"/>
                </a:moveTo>
                <a:lnTo>
                  <a:pt x="0" y="37440"/>
                </a:lnTo>
                <a:lnTo>
                  <a:pt x="0" y="299520"/>
                </a:lnTo>
                <a:lnTo>
                  <a:pt x="205920" y="262080"/>
                </a:lnTo>
                <a:close/>
              </a:path>
            </a:pathLst>
          </a:custGeom>
          <a:solidFill>
            <a:srgbClr val="6650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원OO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데이터 분석가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6E3B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4171D"/>
                </a:solidFill>
                <a:latin typeface="맑은 고딕"/>
                <a:ea typeface="맑은 고딕"/>
              </a:rPr>
              <a:t>웹 개발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6E3B5C"/>
                </a:solidFill>
                <a:latin typeface="맑은 고딕"/>
                <a:ea typeface="맑은 고딕"/>
              </a:rPr>
              <a:t>통역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4171D"/>
                </a:solidFill>
                <a:latin typeface="맑은 고딕"/>
                <a:ea typeface="맑은 고딕"/>
              </a:rPr>
              <a:t>카피라이팅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6E3B5C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66B73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66B73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데이터 분석가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