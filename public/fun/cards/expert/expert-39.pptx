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208800"/>
            <a:ext cx="57600" cy="57600"/>
          </a:xfrm>
          <a:prstGeom prst="ellipse">
            <a:avLst/>
          </a:prstGeom>
          <a:solidFill>
            <a:srgbClr val="FFB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곽도하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784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작가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137600"/>
            <a:ext cx="180000" cy="144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672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      name@example.com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256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576800"/>
            <a:ext cx="2520000" cy="104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97"/>
              </a:lnSpc>
            </a:pPr>
            <a:r>
              <a:rPr sz="550" b="1" spc="30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88000" y="0"/>
            <a:ext cx="1152000" cy="18000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97600" y="633600"/>
            <a:ext cx="532800" cy="5328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12151C"/>
                </a:solidFill>
                <a:latin typeface="맑은 고딕"/>
                <a:ea typeface="맑은 고딕"/>
              </a:rPr>
              <a:t>소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6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한 줄의 문장으로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마음을 움직입니다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512000"/>
            <a:ext cx="15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