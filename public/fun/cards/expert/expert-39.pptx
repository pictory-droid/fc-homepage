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40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6000" y="0"/>
            <a:ext cx="1044000" cy="1800000"/>
          </a:xfrm>
          <a:prstGeom prst="rect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486160" y="578880"/>
            <a:ext cx="221760" cy="322560"/>
          </a:xfrm>
          <a:custGeom>
            <a:avLst/>
            <a:gdLst/>
            <a:ahLst/>
            <a:cxnLst/>
            <a:rect l="l" t="t" r="r" b="b"/>
            <a:pathLst>
              <a:path w="221760" h="322560">
                <a:moveTo>
                  <a:pt x="0" y="0"/>
                </a:moveTo>
                <a:lnTo>
                  <a:pt x="221760" y="40320"/>
                </a:lnTo>
                <a:lnTo>
                  <a:pt x="221760" y="322560"/>
                </a:lnTo>
                <a:lnTo>
                  <a:pt x="0" y="28224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728080" y="578880"/>
            <a:ext cx="221760" cy="322560"/>
          </a:xfrm>
          <a:custGeom>
            <a:avLst/>
            <a:gdLst/>
            <a:ahLst/>
            <a:cxnLst/>
            <a:rect l="l" t="t" r="r" b="b"/>
            <a:pathLst>
              <a:path w="221760" h="322560">
                <a:moveTo>
                  <a:pt x="221760" y="0"/>
                </a:moveTo>
                <a:lnTo>
                  <a:pt x="0" y="40320"/>
                </a:lnTo>
                <a:lnTo>
                  <a:pt x="0" y="322560"/>
                </a:lnTo>
                <a:lnTo>
                  <a:pt x="221760" y="282240"/>
                </a:lnTo>
                <a:close/>
              </a:path>
            </a:pathLst>
          </a:custGeom>
          <a:solidFill>
            <a:srgbClr val="B4B4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268000" y="1224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60"/>
              </a:lnSpc>
            </a:pPr>
            <a:r>
              <a:rPr sz="800" b="1" spc="150">
                <a:solidFill>
                  <a:srgbClr val="595959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16000" y="331200"/>
            <a:ext cx="1872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맑은 고딕"/>
                <a:ea typeface="맑은 고딕"/>
              </a:rPr>
              <a:t>곽도하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16000" y="619200"/>
            <a:ext cx="1872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D0DAF1"/>
                </a:solidFill>
                <a:latin typeface="맑은 고딕"/>
                <a:ea typeface="맑은 고딕"/>
              </a:rPr>
              <a:t>작가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000" y="828000"/>
            <a:ext cx="201600" cy="14400"/>
          </a:xfrm>
          <a:prstGeom prst="rect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16000" y="1008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D0DAF1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0080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6000" y="1176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D0DAF1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11769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16000" y="1345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D0DAF1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13458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10800">
            <a:solidFill>
              <a:srgbClr val="3352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96000" y="504000"/>
            <a:ext cx="244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19294D"/>
                </a:solidFill>
                <a:latin typeface="맑은 고딕"/>
                <a:ea typeface="맑은 고딕"/>
              </a:rPr>
              <a:t>한 줄의 문장으로</a:t>
            </a:r>
          </a:p>
          <a:p>
            <a:pPr algn="ctr">
              <a:lnSpc>
                <a:spcPts val="1739"/>
              </a:lnSpc>
            </a:pPr>
            <a:r>
              <a:rPr sz="1200" b="1">
                <a:solidFill>
                  <a:srgbClr val="19294D"/>
                </a:solidFill>
                <a:latin typeface="맑은 고딕"/>
                <a:ea typeface="맑은 고딕"/>
              </a:rPr>
              <a:t>마음을 움직입니다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60000" y="1080000"/>
            <a:ext cx="684000" cy="0"/>
          </a:xfrm>
          <a:prstGeom prst="line">
            <a:avLst/>
          </a:prstGeom>
          <a:ln w="7200">
            <a:solidFill>
              <a:srgbClr val="335299"/>
            </a:solidFill>
          </a:ln>
        </p:spPr>
      </p:cxnSp>
      <p:sp>
        <p:nvSpPr>
          <p:cNvPr id="5" name="Oval 4"/>
          <p:cNvSpPr/>
          <p:nvPr/>
        </p:nvSpPr>
        <p:spPr>
          <a:xfrm>
            <a:off x="1594800" y="1054800"/>
            <a:ext cx="50400" cy="50400"/>
          </a:xfrm>
          <a:prstGeom prst="ellipse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1224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1" spc="300">
                <a:solidFill>
                  <a:srgbClr val="6A748B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7" name="Freeform 6"/>
          <p:cNvSpPr/>
          <p:nvPr/>
        </p:nvSpPr>
        <p:spPr>
          <a:xfrm>
            <a:off x="1537200" y="273600"/>
            <a:ext cx="79200" cy="115200"/>
          </a:xfrm>
          <a:custGeom>
            <a:avLst/>
            <a:gdLst/>
            <a:ahLst/>
            <a:cxnLst/>
            <a:rect l="l" t="t" r="r" b="b"/>
            <a:pathLst>
              <a:path w="79200" h="115200">
                <a:moveTo>
                  <a:pt x="0" y="0"/>
                </a:moveTo>
                <a:lnTo>
                  <a:pt x="79200" y="14400"/>
                </a:lnTo>
                <a:lnTo>
                  <a:pt x="79200" y="115200"/>
                </a:lnTo>
                <a:lnTo>
                  <a:pt x="0" y="100800"/>
                </a:lnTo>
                <a:close/>
              </a:path>
            </a:pathLst>
          </a:cu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1623600" y="273600"/>
            <a:ext cx="79200" cy="115200"/>
          </a:xfrm>
          <a:custGeom>
            <a:avLst/>
            <a:gdLst/>
            <a:ahLst/>
            <a:cxnLst/>
            <a:rect l="l" t="t" r="r" b="b"/>
            <a:pathLst>
              <a:path w="79200" h="115200">
                <a:moveTo>
                  <a:pt x="79200" y="0"/>
                </a:moveTo>
                <a:lnTo>
                  <a:pt x="0" y="14400"/>
                </a:lnTo>
                <a:lnTo>
                  <a:pt x="0" y="115200"/>
                </a:lnTo>
                <a:lnTo>
                  <a:pt x="79200" y="100800"/>
                </a:lnTo>
                <a:close/>
              </a:path>
            </a:pathLst>
          </a:cu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