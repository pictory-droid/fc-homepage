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7C8CC8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6B8F6E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6B8F6E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6B8F6E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5F6672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948804" cy="158400"/>
          </a:xfrm>
          <a:prstGeom prst="roundRect">
            <a:avLst>
              <a:gd name="adj" fmla="val 50000"/>
            </a:avLst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948804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73B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FF3F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CBD1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CE0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CE0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CE0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8997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E0F0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E0F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EFF3F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