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C8CC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6B8F6E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6B8F6E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6B8F6E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FF3F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BD1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E0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E0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E0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8997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0F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EFF3F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