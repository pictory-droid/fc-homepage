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D61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6B8A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C5B39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6B8A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C5B39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6B8A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C5B39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6B8A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C5B39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6B8A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C5B39D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CCC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C5B3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6B8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848776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BCCC5"/>
                </a:solidFill>
                <a:latin typeface="맑은 고딕"/>
                <a:ea typeface="맑은 고딕"/>
              </a:rPr>
              <a:t>평일 10:00 – 18:00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