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B3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B300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B30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메일 · 메시지 문의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