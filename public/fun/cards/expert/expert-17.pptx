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E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10800">
            <a:solidFill>
              <a:srgbClr val="AE29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144000"/>
            <a:ext cx="2952000" cy="1512000"/>
          </a:xfrm>
          <a:prstGeom prst="rect">
            <a:avLst/>
          </a:prstGeom>
          <a:noFill/>
          <a:ln w="5400">
            <a:solidFill>
              <a:srgbClr val="F8DBD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400">
                <a:solidFill>
                  <a:srgbClr val="8C5C61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468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5B151B"/>
                </a:solidFill>
                <a:latin typeface="맑은 고딕"/>
                <a:ea typeface="맑은 고딕"/>
              </a:rPr>
              <a:t>안예린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848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AE2934"/>
                </a:solidFill>
                <a:latin typeface="맑은 고딕"/>
                <a:ea typeface="맑은 고딕"/>
              </a:rPr>
              <a:t>통역사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0000" y="993600"/>
            <a:ext cx="180000" cy="10800"/>
          </a:xfrm>
          <a:prstGeom prst="rect">
            <a:avLst/>
          </a:prstGeom>
          <a:solidFill>
            <a:srgbClr val="AE29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087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5B151B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2096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5B151B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332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8C5C61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1565280" y="1512432"/>
            <a:ext cx="35568" cy="35568"/>
          </a:xfrm>
          <a:prstGeom prst="line">
            <a:avLst/>
          </a:prstGeom>
          <a:ln w="10944">
            <a:solidFill>
              <a:srgbClr val="AE2934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1565280" y="1548000"/>
            <a:ext cx="35568" cy="35568"/>
          </a:xfrm>
          <a:prstGeom prst="line">
            <a:avLst/>
          </a:prstGeom>
          <a:ln w="10944">
            <a:solidFill>
              <a:srgbClr val="AE2934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639152" y="1512432"/>
            <a:ext cx="35568" cy="35568"/>
          </a:xfrm>
          <a:prstGeom prst="line">
            <a:avLst/>
          </a:prstGeom>
          <a:ln w="10944">
            <a:solidFill>
              <a:srgbClr val="AE2934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639152" y="1548000"/>
            <a:ext cx="35568" cy="35568"/>
          </a:xfrm>
          <a:prstGeom prst="line">
            <a:avLst/>
          </a:prstGeom>
          <a:ln w="10944">
            <a:solidFill>
              <a:srgbClr val="AE2934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609056" y="1501488"/>
            <a:ext cx="21888" cy="93024"/>
          </a:xfrm>
          <a:prstGeom prst="line">
            <a:avLst/>
          </a:prstGeom>
          <a:ln w="9576">
            <a:solidFill>
              <a:srgbClr val="F8DBDD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E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AE29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73440" y="196416"/>
            <a:ext cx="41184" cy="41184"/>
          </a:xfrm>
          <a:prstGeom prst="line">
            <a:avLst/>
          </a:prstGeom>
          <a:ln w="12672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440" y="237600"/>
            <a:ext cx="41184" cy="41184"/>
          </a:xfrm>
          <a:prstGeom prst="line">
            <a:avLst/>
          </a:prstGeom>
          <a:ln w="12672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58976" y="196416"/>
            <a:ext cx="41184" cy="41184"/>
          </a:xfrm>
          <a:prstGeom prst="line">
            <a:avLst/>
          </a:prstGeom>
          <a:ln w="12672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>
            <a:off x="158976" y="237600"/>
            <a:ext cx="41184" cy="41184"/>
          </a:xfrm>
          <a:prstGeom prst="line">
            <a:avLst/>
          </a:prstGeom>
          <a:ln w="12672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124128" y="183744"/>
            <a:ext cx="25344" cy="107712"/>
          </a:xfrm>
          <a:prstGeom prst="line">
            <a:avLst/>
          </a:prstGeom>
          <a:ln w="11088">
            <a:solidFill>
              <a:srgbClr val="808080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5B151B"/>
                </a:solidFill>
                <a:latin typeface="바탕"/>
                <a:ea typeface="바탕"/>
              </a:rPr>
              <a:t>결과로 신뢰를 쌓겠습니다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8C5C61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AE293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8C5C61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통역사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