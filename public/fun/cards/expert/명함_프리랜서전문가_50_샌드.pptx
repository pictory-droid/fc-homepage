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088000" y="129600"/>
            <a:ext cx="1008000" cy="1540800"/>
          </a:xfrm>
          <a:prstGeom prst="roundRect">
            <a:avLst>
              <a:gd name="adj" fmla="val 10714"/>
            </a:avLst>
          </a:prstGeom>
          <a:solidFill>
            <a:srgbClr val="BFA2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30800" y="241200"/>
            <a:ext cx="122400" cy="122400"/>
          </a:xfrm>
          <a:prstGeom prst="ellipse">
            <a:avLst/>
          </a:prstGeom>
          <a:solidFill>
            <a:srgbClr val="10121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02000" y="212400"/>
            <a:ext cx="180000" cy="180000"/>
          </a:xfrm>
          <a:prstGeom prst="ellipse">
            <a:avLst/>
          </a:prstGeom>
          <a:noFill/>
          <a:ln w="5040">
            <a:solidFill>
              <a:srgbClr val="14171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409840" y="681120"/>
            <a:ext cx="174240" cy="253440"/>
          </a:xfrm>
          <a:custGeom>
            <a:avLst/>
            <a:gdLst/>
            <a:ahLst/>
            <a:cxnLst/>
            <a:rect l="l" t="t" r="r" b="b"/>
            <a:pathLst>
              <a:path w="174240" h="253440">
                <a:moveTo>
                  <a:pt x="0" y="0"/>
                </a:moveTo>
                <a:lnTo>
                  <a:pt x="174240" y="31680"/>
                </a:lnTo>
                <a:lnTo>
                  <a:pt x="174240" y="253440"/>
                </a:lnTo>
                <a:lnTo>
                  <a:pt x="0" y="221760"/>
                </a:lnTo>
                <a:close/>
              </a:path>
            </a:pathLst>
          </a:custGeom>
          <a:solidFill>
            <a:srgbClr val="14171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2599920" y="681120"/>
            <a:ext cx="174240" cy="253440"/>
          </a:xfrm>
          <a:custGeom>
            <a:avLst/>
            <a:gdLst/>
            <a:ahLst/>
            <a:cxnLst/>
            <a:rect l="l" t="t" r="r" b="b"/>
            <a:pathLst>
              <a:path w="174240" h="253440">
                <a:moveTo>
                  <a:pt x="174240" y="0"/>
                </a:moveTo>
                <a:lnTo>
                  <a:pt x="0" y="31680"/>
                </a:lnTo>
                <a:lnTo>
                  <a:pt x="0" y="253440"/>
                </a:lnTo>
                <a:lnTo>
                  <a:pt x="174240" y="221760"/>
                </a:lnTo>
                <a:close/>
              </a:path>
            </a:pathLst>
          </a:custGeom>
          <a:solidFill>
            <a:srgbClr val="6A5C4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088000" y="1188000"/>
            <a:ext cx="1008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 spc="100">
                <a:solidFill>
                  <a:srgbClr val="14171D"/>
                </a:solidFill>
                <a:latin typeface="맑은 고딕"/>
                <a:ea typeface="맑은 고딕"/>
              </a:rPr>
              <a:t>프로젝트 매니저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088000" y="1382400"/>
            <a:ext cx="1008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00">
                <a:solidFill>
                  <a:srgbClr val="14171D">
                    <a:alpha val="75000"/>
                  </a:srgbClr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432000"/>
            <a:ext cx="158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현OO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770400"/>
            <a:ext cx="936000" cy="0"/>
          </a:xfrm>
          <a:prstGeom prst="line">
            <a:avLst/>
          </a:prstGeom>
          <a:ln w="7920">
            <a:solidFill>
              <a:srgbClr val="BFA27A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918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907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062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051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195200"/>
            <a:ext cx="100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DAD8DC"/>
          </a:solidFill>
          <a:ln w="360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DAD8DC"/>
          </a:solidFill>
          <a:ln w="360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원고 집필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DAD8DC"/>
          </a:solidFill>
          <a:ln w="360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4A3B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기술 문서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DAD8DC"/>
          </a:solidFill>
          <a:ln w="3600">
            <a:solidFill>
              <a:srgbClr val="D9D5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3F3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4171D"/>
                </a:solidFill>
                <a:latin typeface="맑은 고딕"/>
                <a:ea typeface="맑은 고딕"/>
              </a:rPr>
              <a:t>외주 문의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평일 10:00 – 18:00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매니저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