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BFA2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1012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59992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6A5C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14171D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14171D">
                    <a:alpha val="75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BFA27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AD8DC"/>
          </a:solidFill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AD8DC"/>
          </a:solidFill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AD8DC"/>
          </a:solidFill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AD8DC"/>
          </a:solidFill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10:00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