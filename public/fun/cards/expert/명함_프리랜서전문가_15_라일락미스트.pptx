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E4A72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권OO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C8B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1B2230"/>
                </a:solidFill>
                <a:latin typeface="맑은 고딕"/>
                <a:ea typeface="맑은 고딕"/>
              </a:rPr>
              <a:t>카피라이터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56566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D9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8368B9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4969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9687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4969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9333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9687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799333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번역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77400" y="540000"/>
            <a:ext cx="7508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9687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177400" y="540000"/>
            <a:ext cx="7508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CCC1D0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96876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96876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8368B9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카피라이터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