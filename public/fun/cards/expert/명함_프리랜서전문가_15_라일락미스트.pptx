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E4A72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C8B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1B2230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56566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D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368B9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6E4A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96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96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74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968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1774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CCC1D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6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6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8368B9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