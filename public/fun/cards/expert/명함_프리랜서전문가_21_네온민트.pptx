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00E0A4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00E0A4"/>
          </a:solidFill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