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F8BE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2154C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154C"/>
                </a:solidFill>
                <a:latin typeface="맑은 고딕"/>
                <a:ea typeface="맑은 고딕"/>
              </a:rPr>
              <a:t>작가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154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154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154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18:00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