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8547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516400" y="58896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516400" y="72000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788560" y="58896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2788560" y="72000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677680" y="548640"/>
            <a:ext cx="80640" cy="342720"/>
          </a:xfrm>
          <a:prstGeom prst="line">
            <a:avLst/>
          </a:prstGeom>
          <a:ln w="35280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74649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54761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8547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476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476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5476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746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69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D6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66666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66666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666666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666666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D9D9D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논리와 공감을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함께 갖추겠습니다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6E0E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D6E9E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6E0E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