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2154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2154C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F8BEE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215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215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2154C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논리와 공감을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함께 갖추겠습니다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