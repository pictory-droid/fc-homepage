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CEDBFF"/>
                </a:solidFill>
                <a:latin typeface="맑은 고딕"/>
                <a:ea typeface="맑은 고딕"/>
              </a:rPr>
              <a:t>통역사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FF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EDB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CEDB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3A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