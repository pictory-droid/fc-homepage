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58960" y="239760"/>
            <a:ext cx="24480" cy="24480"/>
          </a:xfrm>
          <a:prstGeom prst="ellipse">
            <a:avLst/>
          </a:prstGeom>
          <a:solidFill>
            <a:srgbClr val="E61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58960" y="3333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58960" y="4269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8960" y="5205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2560" y="2397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2560" y="3333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52560" y="4269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2560" y="520560"/>
            <a:ext cx="24480" cy="24480"/>
          </a:xfrm>
          <a:prstGeom prst="ellipse">
            <a:avLst/>
          </a:prstGeom>
          <a:solidFill>
            <a:srgbClr val="E61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46160" y="2397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46160" y="3333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46160" y="426960"/>
            <a:ext cx="24480" cy="24480"/>
          </a:xfrm>
          <a:prstGeom prst="ellipse">
            <a:avLst/>
          </a:prstGeom>
          <a:solidFill>
            <a:srgbClr val="E61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46160" y="5205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39760" y="2397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39760" y="333360"/>
            <a:ext cx="24480" cy="24480"/>
          </a:xfrm>
          <a:prstGeom prst="ellipse">
            <a:avLst/>
          </a:prstGeom>
          <a:solidFill>
            <a:srgbClr val="E61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39760" y="4269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39760" y="5205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33360" y="239760"/>
            <a:ext cx="24480" cy="24480"/>
          </a:xfrm>
          <a:prstGeom prst="ellipse">
            <a:avLst/>
          </a:prstGeom>
          <a:solidFill>
            <a:srgbClr val="E61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33360" y="3333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33360" y="4269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33360" y="520560"/>
            <a:ext cx="24480" cy="24480"/>
          </a:xfrm>
          <a:prstGeom prst="ellipse">
            <a:avLst/>
          </a:prstGeom>
          <a:solidFill>
            <a:srgbClr val="DCDF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2000" y="237600"/>
            <a:ext cx="710903" cy="165600"/>
          </a:xfrm>
          <a:prstGeom prst="roundRect">
            <a:avLst>
              <a:gd name="adj" fmla="val 50000"/>
            </a:avLst>
          </a:prstGeom>
          <a:noFill/>
          <a:ln w="5760">
            <a:solidFill>
              <a:srgbClr val="E6193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텍스트"/>
          <p:cNvSpPr txBox="1"/>
          <p:nvPr/>
        </p:nvSpPr>
        <p:spPr>
          <a:xfrm>
            <a:off x="252000" y="237600"/>
            <a:ext cx="710903" cy="16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12151C"/>
                </a:solidFill>
                <a:latin typeface="맑은 고딕"/>
                <a:ea typeface="맑은 고딕"/>
              </a:rPr>
              <a:t>카피라이터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252000" y="5832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도아린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252000" y="8784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2000" y="1144800"/>
            <a:ext cx="273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27" name="텍스트"/>
          <p:cNvSpPr txBox="1"/>
          <p:nvPr/>
        </p:nvSpPr>
        <p:spPr>
          <a:xfrm>
            <a:off x="252000" y="124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28" name="텍스트"/>
          <p:cNvSpPr txBox="1"/>
          <p:nvPr/>
        </p:nvSpPr>
        <p:spPr>
          <a:xfrm>
            <a:off x="583200" y="1231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9" name="텍스트"/>
          <p:cNvSpPr txBox="1"/>
          <p:nvPr/>
        </p:nvSpPr>
        <p:spPr>
          <a:xfrm>
            <a:off x="252000" y="1371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0" name="텍스트"/>
          <p:cNvSpPr txBox="1"/>
          <p:nvPr/>
        </p:nvSpPr>
        <p:spPr>
          <a:xfrm>
            <a:off x="583200" y="1360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252000" y="1501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32" name="텍스트"/>
          <p:cNvSpPr txBox="1"/>
          <p:nvPr/>
        </p:nvSpPr>
        <p:spPr>
          <a:xfrm>
            <a:off x="583200" y="149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955600" y="1584000"/>
            <a:ext cx="648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2988000" y="1551600"/>
            <a:ext cx="0" cy="648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28800"/>
          </a:xfrm>
          <a:prstGeom prst="rect">
            <a:avLst/>
          </a:prstGeom>
          <a:solidFill>
            <a:srgbClr val="E619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248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E6193C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720000" y="4752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웹 개발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912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E6193C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720000" y="7416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컨설팅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9576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E6193C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720000" y="10080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자문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32000" y="424800"/>
            <a:ext cx="0" cy="10872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376000" y="4248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76000" y="5400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메일 · 메시지 문의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376000" y="900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10152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1440000"/>
            <a:ext cx="68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소속 · 브랜드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카피라이터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