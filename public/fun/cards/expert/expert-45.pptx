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E0C8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913B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971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23535C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13B58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913B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5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5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5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F95A6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0F8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F95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맑은 고딕"/>
                <a:ea typeface="맑은 고딕"/>
              </a:rPr>
              <a:t>차근차근 함께 올라가요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67176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