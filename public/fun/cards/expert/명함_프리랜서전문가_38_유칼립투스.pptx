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FFFFFF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874304" cy="172800"/>
          </a:xfrm>
          <a:prstGeom prst="roundRect">
            <a:avLst>
              <a:gd name="adj" fmla="val 50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874304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C4A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C4A2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C4A2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C4A2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