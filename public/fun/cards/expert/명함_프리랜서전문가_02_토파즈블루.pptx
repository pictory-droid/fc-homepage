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3E4E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224000" y="252000"/>
            <a:ext cx="0" cy="1296000"/>
          </a:xfrm>
          <a:prstGeom prst="line">
            <a:avLst/>
          </a:prstGeom>
          <a:ln w="3600">
            <a:solidFill>
              <a:srgbClr val="BBCBD5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213200" y="252000"/>
            <a:ext cx="21600" cy="201600"/>
          </a:xfrm>
          <a:prstGeom prst="rect">
            <a:avLst/>
          </a:prstGeom>
          <a:solidFill>
            <a:srgbClr val="4385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90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140">
                <a:solidFill>
                  <a:srgbClr val="616C78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4385A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4385AB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404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16C78"/>
                </a:solidFill>
                <a:latin typeface="맑은 고딕"/>
                <a:ea typeface="맑은 고딕"/>
              </a:rPr>
              <a:t>번역가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04000" y="943200"/>
            <a:ext cx="1584000" cy="0"/>
          </a:xfrm>
          <a:prstGeom prst="line">
            <a:avLst/>
          </a:prstGeom>
          <a:ln w="3600">
            <a:solidFill>
              <a:srgbClr val="BBCBD5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404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C7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735200" y="10440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04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C7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735200" y="11736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04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16C7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735200" y="1303200"/>
            <a:ext cx="104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C8B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C8BC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4A90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A996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B2230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5F6672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