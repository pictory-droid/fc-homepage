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BBCBD5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438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16C7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4385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385A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C78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BBCBD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4A90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A996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