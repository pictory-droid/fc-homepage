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D882C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DA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A686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B4A8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A686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B4A8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A686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B4A8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A686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B4A8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A6861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B4A8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6A68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6A68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C6B99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95956"/>
                </a:solidFill>
                <a:latin typeface="맑은 고딕"/>
                <a:ea typeface="맑은 고딕"/>
              </a:rPr>
              <a:t>메일 · 메시지 문의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