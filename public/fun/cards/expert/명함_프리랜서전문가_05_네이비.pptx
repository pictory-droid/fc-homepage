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A2F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D1E2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1E2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1E2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9D1E2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