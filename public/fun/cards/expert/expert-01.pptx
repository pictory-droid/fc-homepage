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김하늘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프리랜서 개발자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A3FF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FFFFFF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5D5FE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8A3FFC"/>
          </a:solidFill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자문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8A3FFC"/>
          </a:solidFill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기술 문서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B98CF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5D5FE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5D5FE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E5D5F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E5D5FE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개발자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