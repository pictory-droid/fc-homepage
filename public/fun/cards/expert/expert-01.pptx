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600" cy="1800000"/>
          </a:xfrm>
          <a:prstGeom prst="rect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5600" y="0"/>
            <a:ext cx="36000" cy="1800000"/>
          </a:xfrm>
          <a:prstGeom prst="rect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>
            <a:off x="2669760" y="288144"/>
            <a:ext cx="89856" cy="89856"/>
          </a:xfrm>
          <a:prstGeom prst="line">
            <a:avLst/>
          </a:prstGeom>
          <a:ln w="27648">
            <a:solidFill>
              <a:srgbClr val="C15CA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669760" y="378000"/>
            <a:ext cx="89856" cy="89856"/>
          </a:xfrm>
          <a:prstGeom prst="line">
            <a:avLst/>
          </a:prstGeom>
          <a:ln w="27648">
            <a:solidFill>
              <a:srgbClr val="C15CA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856384" y="288144"/>
            <a:ext cx="89856" cy="89856"/>
          </a:xfrm>
          <a:prstGeom prst="line">
            <a:avLst/>
          </a:prstGeom>
          <a:ln w="27648">
            <a:solidFill>
              <a:srgbClr val="C15CA0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2856384" y="378000"/>
            <a:ext cx="89856" cy="89856"/>
          </a:xfrm>
          <a:prstGeom prst="line">
            <a:avLst/>
          </a:prstGeom>
          <a:ln w="27648">
            <a:solidFill>
              <a:srgbClr val="C15CA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780352" y="260496"/>
            <a:ext cx="55296" cy="235008"/>
          </a:xfrm>
          <a:prstGeom prst="line">
            <a:avLst/>
          </a:prstGeom>
          <a:ln w="24192">
            <a:solidFill>
              <a:srgbClr val="F0D1E5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396000" y="223200"/>
            <a:ext cx="201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966886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96000" y="5400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85326A"/>
                </a:solidFill>
                <a:latin typeface="바탕"/>
                <a:ea typeface="바탕"/>
              </a:rPr>
              <a:t>김하늘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96000" y="835200"/>
            <a:ext cx="2160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AE5390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051200"/>
            <a:ext cx="230400" cy="14400"/>
          </a:xfrm>
          <a:prstGeom prst="rect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396000" y="118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E5390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40000" y="11880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85326A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35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E5390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40000" y="13569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85326A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96000" y="152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E539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40000" y="15258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85326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49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73440" y="196416"/>
            <a:ext cx="41184" cy="41184"/>
          </a:xfrm>
          <a:prstGeom prst="line">
            <a:avLst/>
          </a:prstGeom>
          <a:ln w="12672">
            <a:solidFill>
              <a:srgbClr val="59595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440" y="237600"/>
            <a:ext cx="41184" cy="41184"/>
          </a:xfrm>
          <a:prstGeom prst="line">
            <a:avLst/>
          </a:prstGeom>
          <a:ln w="12672">
            <a:solidFill>
              <a:srgbClr val="59595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58976" y="196416"/>
            <a:ext cx="41184" cy="41184"/>
          </a:xfrm>
          <a:prstGeom prst="line">
            <a:avLst/>
          </a:prstGeom>
          <a:ln w="12672">
            <a:solidFill>
              <a:srgbClr val="595959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>
            <a:off x="158976" y="237600"/>
            <a:ext cx="41184" cy="41184"/>
          </a:xfrm>
          <a:prstGeom prst="line">
            <a:avLst/>
          </a:prstGeom>
          <a:ln w="12672">
            <a:solidFill>
              <a:srgbClr val="595959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124128" y="183744"/>
            <a:ext cx="25344" cy="107712"/>
          </a:xfrm>
          <a:prstGeom prst="line">
            <a:avLst/>
          </a:prstGeom>
          <a:ln w="11088">
            <a:solidFill>
              <a:srgbClr val="E6E6E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복잡한 문제를 쉽게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풀어 드립니다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4E9F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F0D1E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4E9F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