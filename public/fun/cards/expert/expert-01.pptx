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E5D5F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E5D5F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복잡한 문제를 쉽게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풀어 드립니다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E5D5FE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