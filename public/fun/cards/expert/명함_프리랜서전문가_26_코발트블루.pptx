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337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C7DA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7DA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669A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노승민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7DAFF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669AFF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7DA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7DA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7DAF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F6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1F6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