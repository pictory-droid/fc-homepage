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7BA550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946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9146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천OO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통역사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9CAF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9CAF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885024"/>
            <a:ext cx="55296" cy="317952"/>
          </a:xfrm>
          <a:prstGeom prst="rect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530352" y="885024"/>
            <a:ext cx="55296" cy="317952"/>
          </a:xfrm>
          <a:prstGeom prst="rect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530352" y="885024"/>
            <a:ext cx="55296" cy="317952"/>
          </a:xfrm>
          <a:prstGeom prst="rect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8100000">
            <a:off x="530352" y="885024"/>
            <a:ext cx="55296" cy="317952"/>
          </a:xfrm>
          <a:prstGeom prst="rect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1232" y="947232"/>
            <a:ext cx="193536" cy="193536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6528" y="1002528"/>
            <a:ext cx="82944" cy="82944"/>
          </a:xfrm>
          <a:prstGeom prst="ellipse">
            <a:avLst/>
          </a:prstGeom>
          <a:solidFill>
            <a:srgbClr val="5C68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9F7742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1" name="Oval 10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698D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13" name="Oval 12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A67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15" name="Oval 14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698D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기술 문서</a:t>
            </a:r>
          </a:p>
        </p:txBody>
      </p:sp>
      <p:sp>
        <p:nvSpPr>
          <p:cNvPr id="17" name="Oval 16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A67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C7CEC3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D70"/>
                </a:solidFill>
                <a:latin typeface="맑은 고딕"/>
                <a:ea typeface="맑은 고딕"/>
              </a:rPr>
              <a:t>사전 예약 상담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통역사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