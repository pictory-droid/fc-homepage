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25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CEB1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DCC7BA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CC7BA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CC7B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CC7B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DCC7B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4171D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3C4048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942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77942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7529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47529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13914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913914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