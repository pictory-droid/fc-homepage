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25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CEB1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박OO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DCC7BA"/>
                </a:solidFill>
                <a:latin typeface="맑은 고딕"/>
                <a:ea typeface="맑은 고딕"/>
              </a:rPr>
              <a:t>프리랜서 강사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DCC7BA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AC7B5A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DCC7BA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AC7B5A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DCC7BA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AC7B5A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DCC7BA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AC7B5A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86459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60000"/>
            <a:ext cx="2736000" cy="25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4171D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770400"/>
            <a:ext cx="2736000" cy="0"/>
          </a:xfrm>
          <a:prstGeom prst="line">
            <a:avLst/>
          </a:prstGeom>
          <a:ln w="8640">
            <a:solidFill>
              <a:srgbClr val="3C4048"/>
            </a:solidFill>
          </a:ln>
        </p:spPr>
      </p:cxnSp>
      <p:sp>
        <p:nvSpPr>
          <p:cNvPr id="5" name="Rounded Rectangle 4"/>
          <p:cNvSpPr/>
          <p:nvPr/>
        </p:nvSpPr>
        <p:spPr>
          <a:xfrm>
            <a:off x="252000" y="943200"/>
            <a:ext cx="477020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68645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47702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웹 개발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9420" y="943200"/>
            <a:ext cx="317710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68645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779420" y="943200"/>
            <a:ext cx="31771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통역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7529" y="943200"/>
            <a:ext cx="715984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68645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147529" y="943200"/>
            <a:ext cx="715984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13914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68645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913914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기술 문서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68000"/>
            <a:ext cx="2736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86459"/>
                </a:solidFill>
                <a:latin typeface="맑은 고딕"/>
                <a:ea typeface="맑은 고딕"/>
              </a:rPr>
              <a:t>WEB   www.example.com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