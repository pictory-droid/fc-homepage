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25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36000"/>
          </a:xfrm>
          <a:prstGeom prst="rect">
            <a:avLst/>
          </a:prstGeom>
          <a:solidFill>
            <a:srgbClr val="CEB19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296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박OO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75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DCC7BA"/>
                </a:solidFill>
                <a:latin typeface="맑은 고딕"/>
                <a:ea typeface="맑은 고딕"/>
              </a:rPr>
              <a:t>프리랜서 강사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548000" y="259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DCC7BA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907200"/>
            <a:ext cx="2736000" cy="0"/>
          </a:xfrm>
          <a:prstGeom prst="line">
            <a:avLst/>
          </a:prstGeom>
          <a:ln w="3600">
            <a:solidFill>
              <a:srgbClr val="AC7B5A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9864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DCC7BA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936000" y="9684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1137600"/>
            <a:ext cx="2736000" cy="0"/>
          </a:xfrm>
          <a:prstGeom prst="line">
            <a:avLst/>
          </a:prstGeom>
          <a:ln w="3600">
            <a:solidFill>
              <a:srgbClr val="AC7B5A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12168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DCC7BA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936000" y="11988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68000"/>
            <a:ext cx="2736000" cy="0"/>
          </a:xfrm>
          <a:prstGeom prst="line">
            <a:avLst/>
          </a:prstGeom>
          <a:ln w="3600">
            <a:solidFill>
              <a:srgbClr val="AC7B5A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472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DCC7BA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936000" y="14292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2000" y="1598400"/>
            <a:ext cx="2736000" cy="0"/>
          </a:xfrm>
          <a:prstGeom prst="line">
            <a:avLst/>
          </a:prstGeom>
          <a:ln w="3600">
            <a:solidFill>
              <a:srgbClr val="AC7B5A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88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86459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360000"/>
            <a:ext cx="2736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4"/>
              </a:lnSpc>
            </a:pPr>
            <a:r>
              <a:rPr sz="1300" b="1">
                <a:solidFill>
                  <a:srgbClr val="14171D"/>
                </a:solidFill>
                <a:latin typeface="맑은 고딕"/>
                <a:ea typeface="맑은 고딕"/>
              </a:rPr>
              <a:t>메일 · 메시지 문의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52000" y="770400"/>
            <a:ext cx="2736000" cy="0"/>
          </a:xfrm>
          <a:prstGeom prst="line">
            <a:avLst/>
          </a:prstGeom>
          <a:ln w="8640">
            <a:solidFill>
              <a:srgbClr val="3C4048"/>
            </a:solidFill>
          </a:ln>
        </p:spPr>
      </p:cxnSp>
      <p:sp>
        <p:nvSpPr>
          <p:cNvPr id="5" name="Rounded Rectangle 4"/>
          <p:cNvSpPr/>
          <p:nvPr/>
        </p:nvSpPr>
        <p:spPr>
          <a:xfrm>
            <a:off x="252000" y="943200"/>
            <a:ext cx="477020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68645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943200"/>
            <a:ext cx="47702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14171D"/>
                </a:solidFill>
                <a:latin typeface="맑은 고딕"/>
                <a:ea typeface="맑은 고딕"/>
              </a:rPr>
              <a:t>웹 개발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9420" y="943200"/>
            <a:ext cx="317710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68645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779420" y="943200"/>
            <a:ext cx="31771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14171D"/>
                </a:solidFill>
                <a:latin typeface="맑은 고딕"/>
                <a:ea typeface="맑은 고딕"/>
              </a:rPr>
              <a:t>통역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7529" y="943200"/>
            <a:ext cx="715984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68645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1147529" y="943200"/>
            <a:ext cx="715984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14171D"/>
                </a:solidFill>
                <a:latin typeface="맑은 고딕"/>
                <a:ea typeface="맑은 고딕"/>
              </a:rPr>
              <a:t>프로젝트 관리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13914" y="943200"/>
            <a:ext cx="556675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68645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1913914" y="943200"/>
            <a:ext cx="556675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14171D"/>
                </a:solidFill>
                <a:latin typeface="맑은 고딕"/>
                <a:ea typeface="맑은 고딕"/>
              </a:rPr>
              <a:t>기술 문서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368000"/>
            <a:ext cx="2736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686459"/>
                </a:solidFill>
                <a:latin typeface="맑은 고딕"/>
                <a:ea typeface="맑은 고딕"/>
              </a:rPr>
              <a:t>WEB   www.example.com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512000"/>
            <a:ext cx="27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86459"/>
                </a:solidFill>
                <a:latin typeface="맑은 고딕"/>
                <a:ea typeface="맑은 고딕"/>
              </a:rPr>
              <a:t>소속 · 브랜드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프리랜서 강사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