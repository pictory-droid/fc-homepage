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7B573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7B573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7B573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7B573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7B573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7B573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7B573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7B573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7B573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7B573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7B573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7B573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7B573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7B573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7B573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7B573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7B573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7B573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7B573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7B573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7B57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EFE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F746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A2918"/>
                </a:solidFill>
                <a:latin typeface="바탕"/>
                <a:ea typeface="바탕"/>
              </a:rPr>
              <a:t>임건우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B5732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B5732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2918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B5732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2918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B573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291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Freeform 32"/>
          <p:cNvSpPr/>
          <p:nvPr/>
        </p:nvSpPr>
        <p:spPr>
          <a:xfrm>
            <a:off x="2747520" y="1107360"/>
            <a:ext cx="126720" cy="184320"/>
          </a:xfrm>
          <a:custGeom>
            <a:avLst/>
            <a:gdLst/>
            <a:ahLst/>
            <a:cxnLst/>
            <a:rect l="l" t="t" r="r" b="b"/>
            <a:pathLst>
              <a:path w="126720" h="184320">
                <a:moveTo>
                  <a:pt x="0" y="0"/>
                </a:moveTo>
                <a:lnTo>
                  <a:pt x="126720" y="23040"/>
                </a:lnTo>
                <a:lnTo>
                  <a:pt x="126720" y="184320"/>
                </a:lnTo>
                <a:lnTo>
                  <a:pt x="0" y="161280"/>
                </a:lnTo>
                <a:close/>
              </a:path>
            </a:pathLst>
          </a:custGeom>
          <a:solidFill>
            <a:srgbClr val="7B57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2885760" y="1107360"/>
            <a:ext cx="126720" cy="184320"/>
          </a:xfrm>
          <a:custGeom>
            <a:avLst/>
            <a:gdLst/>
            <a:ahLst/>
            <a:cxnLst/>
            <a:rect l="l" t="t" r="r" b="b"/>
            <a:pathLst>
              <a:path w="126720" h="184320">
                <a:moveTo>
                  <a:pt x="126720" y="0"/>
                </a:moveTo>
                <a:lnTo>
                  <a:pt x="0" y="23040"/>
                </a:lnTo>
                <a:lnTo>
                  <a:pt x="0" y="184320"/>
                </a:lnTo>
                <a:lnTo>
                  <a:pt x="126720" y="161280"/>
                </a:lnTo>
                <a:close/>
              </a:path>
            </a:pathLst>
          </a:custGeom>
          <a:solidFill>
            <a:srgbClr val="EFE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B91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54400" y="439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0" y="0"/>
                </a:moveTo>
                <a:lnTo>
                  <a:pt x="158400" y="28800"/>
                </a:lnTo>
                <a:lnTo>
                  <a:pt x="158400" y="230400"/>
                </a:lnTo>
                <a:lnTo>
                  <a:pt x="0" y="2016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627200" y="439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158400" y="0"/>
                </a:moveTo>
                <a:lnTo>
                  <a:pt x="0" y="28800"/>
                </a:lnTo>
                <a:lnTo>
                  <a:pt x="0" y="230400"/>
                </a:lnTo>
                <a:lnTo>
                  <a:pt x="158400" y="201600"/>
                </a:lnTo>
                <a:close/>
              </a:path>
            </a:pathLst>
          </a:cu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듣고 설계하고 함께 완성합니다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