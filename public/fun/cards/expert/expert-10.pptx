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임건우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12151C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듣고 설계하고 함께 완성합니다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