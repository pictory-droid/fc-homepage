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프로젝트 매니저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496933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496933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9333" y="540000"/>
            <a:ext cx="3276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799333" y="540000"/>
            <a:ext cx="3276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통역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77400" y="540000"/>
            <a:ext cx="666200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177400" y="540000"/>
            <a:ext cx="666200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4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6B72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894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외주 문의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프로젝트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