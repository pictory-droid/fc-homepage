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8780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8780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54400" y="943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0" y="0"/>
                </a:moveTo>
                <a:lnTo>
                  <a:pt x="158400" y="28800"/>
                </a:lnTo>
                <a:lnTo>
                  <a:pt x="158400" y="230400"/>
                </a:lnTo>
                <a:lnTo>
                  <a:pt x="0" y="2016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527200" y="943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158400" y="0"/>
                </a:moveTo>
                <a:lnTo>
                  <a:pt x="0" y="28800"/>
                </a:lnTo>
                <a:lnTo>
                  <a:pt x="0" y="230400"/>
                </a:lnTo>
                <a:lnTo>
                  <a:pt x="158400" y="201600"/>
                </a:lnTo>
                <a:close/>
              </a:path>
            </a:pathLst>
          </a:custGeom>
          <a:solidFill>
            <a:srgbClr val="C3C0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번역가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6078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6078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99024" y="947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0" y="0"/>
                </a:moveTo>
                <a:lnTo>
                  <a:pt x="152064" y="27648"/>
                </a:lnTo>
                <a:lnTo>
                  <a:pt x="152064" y="221184"/>
                </a:lnTo>
                <a:lnTo>
                  <a:pt x="0" y="1935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64912" y="947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152064" y="0"/>
                </a:moveTo>
                <a:lnTo>
                  <a:pt x="0" y="27648"/>
                </a:lnTo>
                <a:lnTo>
                  <a:pt x="0" y="221184"/>
                </a:lnTo>
                <a:lnTo>
                  <a:pt x="152064" y="193536"/>
                </a:lnTo>
                <a:close/>
              </a:path>
            </a:pathLst>
          </a:custGeom>
          <a:solidFill>
            <a:srgbClr val="B0BC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B494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7" name="Oval 6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7492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9" name="Oval 8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번역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7492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DAE3D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3B4944"/>
                </a:solidFill>
                <a:latin typeface="맑은 고딕"/>
                <a:ea typeface="맑은 고딕"/>
              </a:rPr>
              <a:t>메일 · 메시지 문의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