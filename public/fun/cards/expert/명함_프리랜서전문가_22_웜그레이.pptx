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272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C3C0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번역가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6078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6078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0" y="0"/>
                </a:moveTo>
                <a:lnTo>
                  <a:pt x="152064" y="27648"/>
                </a:lnTo>
                <a:lnTo>
                  <a:pt x="152064" y="221184"/>
                </a:lnTo>
                <a:lnTo>
                  <a:pt x="0" y="1935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64912" y="947232"/>
            <a:ext cx="152064" cy="221184"/>
          </a:xfrm>
          <a:custGeom>
            <a:avLst/>
            <a:gdLst/>
            <a:ahLst/>
            <a:cxnLst/>
            <a:rect l="l" t="t" r="r" b="b"/>
            <a:pathLst>
              <a:path w="152064" h="221184">
                <a:moveTo>
                  <a:pt x="152064" y="0"/>
                </a:moveTo>
                <a:lnTo>
                  <a:pt x="0" y="27648"/>
                </a:lnTo>
                <a:lnTo>
                  <a:pt x="0" y="221184"/>
                </a:lnTo>
                <a:lnTo>
                  <a:pt x="152064" y="193536"/>
                </a:lnTo>
                <a:close/>
              </a:path>
            </a:pathLst>
          </a:custGeom>
          <a:solidFill>
            <a:srgbClr val="B0BC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B494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Oval 6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7492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7492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AE3D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B4944"/>
                </a:solidFill>
                <a:latin typeface="맑은 고딕"/>
                <a:ea typeface="맑은 고딕"/>
              </a:rPr>
              <a:t>메일 · 메시지 문의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