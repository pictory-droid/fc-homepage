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5C9CA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4B2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5C9C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5C9CA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5C9CA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