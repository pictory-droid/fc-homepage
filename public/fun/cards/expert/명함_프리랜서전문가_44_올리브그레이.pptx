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" y="2556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548000" y="237600"/>
            <a:ext cx="144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783"/>
              </a:lnSpc>
            </a:pPr>
            <a:r>
              <a:rPr sz="540" b="1" spc="240">
                <a:solidFill>
                  <a:srgbClr val="686459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267200"/>
            <a:ext cx="1440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 spc="80">
                <a:solidFill>
                  <a:srgbClr val="14171D"/>
                </a:solidFill>
                <a:latin typeface="맑은 고딕"/>
                <a:ea typeface="맑은 고딕"/>
              </a:rPr>
              <a:t>엄OO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47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86459"/>
                </a:solidFill>
                <a:latin typeface="맑은 고딕"/>
                <a:ea typeface="맑은 고딕"/>
              </a:rPr>
              <a:t>경영 컨설턴트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12600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548000" y="1375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548000" y="14904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68645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55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5C9CA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C4B2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9B7E82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웹 개발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9B7E82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통역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9B7E82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컨설팅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9B7E82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9B7E82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D5C9CA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D5C9CA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D5C9CA"/>
                </a:solidFill>
                <a:latin typeface="맑은 고딕"/>
                <a:ea typeface="맑은 고딕"/>
              </a:rPr>
              <a:t>평일 10:00 – 18:00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 컨설턴트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