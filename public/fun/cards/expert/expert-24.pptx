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3E3E5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930688" y="1353456"/>
            <a:ext cx="42624" cy="245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77408" y="1401408"/>
            <a:ext cx="149184" cy="1491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920032" y="1444032"/>
            <a:ext cx="63936" cy="639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AEAEB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484A1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6565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484A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484A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484A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0E0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2859840" y="1360080"/>
            <a:ext cx="403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9440" y="1405440"/>
            <a:ext cx="141120" cy="141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849760" y="1445760"/>
            <a:ext cx="60480" cy="60480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91938"/>
                </a:solidFill>
                <a:latin typeface="바탕"/>
                <a:ea typeface="바탕"/>
              </a:rPr>
              <a:t>작은 의문도 가볍게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91938"/>
                </a:solidFill>
                <a:latin typeface="바탕"/>
                <a:ea typeface="바탕"/>
              </a:rPr>
              <a:t>넘기지 않습니다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5657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