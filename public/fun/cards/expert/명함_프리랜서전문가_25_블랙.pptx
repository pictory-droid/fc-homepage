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70707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BCBCB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707070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고은채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CBCBCB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70707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B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B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CBCB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18181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웹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18181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18181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자문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18181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FFFFFF"/>
                </a:solidFill>
                <a:latin typeface="맑은 고딕"/>
                <a:ea typeface="맑은 고딕"/>
              </a:rPr>
              <a:t>기술 문서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