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B8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0E3948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077795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백이현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0E3948"/>
                </a:solidFill>
                <a:latin typeface="맑은 고딕"/>
                <a:ea typeface="맑은 고딕"/>
              </a:rPr>
              <a:t>프로젝트 매니저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0E3948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33C6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00B8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4969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A3A9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4969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웹 개발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9333" y="540000"/>
            <a:ext cx="4969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A3A9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799333" y="540000"/>
            <a:ext cx="4969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앱 개발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46667" y="540000"/>
            <a:ext cx="4123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A3A9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346667" y="540000"/>
            <a:ext cx="4123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컨설팅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09367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A3A9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809367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기술 문서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온라인 상담 가능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프로젝트 매니저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