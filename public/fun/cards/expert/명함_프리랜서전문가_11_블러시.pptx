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BF84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BF84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14171D"/>
                </a:solidFill>
                <a:latin typeface="맑은 고딕"/>
                <a:ea typeface="맑은 고딕"/>
              </a:rPr>
              <a:t>안녕하세요!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BF84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BF84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4171D"/>
                </a:solidFill>
                <a:latin typeface="맑은 고딕"/>
                <a:ea typeface="맑은 고딕"/>
              </a:rPr>
              <a:t>한OO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666B73"/>
                </a:solidFill>
                <a:latin typeface="맑은 고딕"/>
                <a:ea typeface="맑은 고딕"/>
              </a:rPr>
              <a:t>프리랜서 개발자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4C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CC6DF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A1A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6177B2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BCC6D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앱 개발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6177B2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BCC6D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번역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6177B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BCC6D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컨설팅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6177B2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BCC6D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6177B2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4C65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개발자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