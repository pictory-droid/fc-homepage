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BF84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BF84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14171D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BF84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BF84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66B73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4C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CC6D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1AE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6177B2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BCC6D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6177B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BCC6D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번역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6177B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BCC6D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6177B2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BCC6D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6177B2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4C65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