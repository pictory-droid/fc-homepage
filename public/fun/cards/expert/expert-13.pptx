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31C2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31C2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데이터 분석  ·  강의 · 특강  ·  외주 문의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