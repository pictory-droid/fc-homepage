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2816352" y="201024"/>
            <a:ext cx="55296" cy="317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7232" y="263232"/>
            <a:ext cx="193536" cy="19353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02528" y="318528"/>
            <a:ext cx="82944" cy="82944"/>
          </a:xfrm>
          <a:prstGeom prst="ellipse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0685B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3B918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B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3B91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492713"/>
                </a:solidFill>
                <a:latin typeface="맑은 고딕"/>
                <a:ea typeface="맑은 고딕"/>
              </a:rPr>
              <a:t>정확하고 따뜻한 번역을 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06A5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