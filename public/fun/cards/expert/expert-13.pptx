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ACF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정확하고 따뜻한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번역을 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31C2F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