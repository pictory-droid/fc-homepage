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00E0A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2A2F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9776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9776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FFFFFF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문가영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00E0A4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00E0A4"/>
          </a:solidFill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FFF"/>
          </a:solidFill>
          <a:ln w="5760">
            <a:solidFill>
              <a:srgbClr val="00E0A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메일 · 메시지 문의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