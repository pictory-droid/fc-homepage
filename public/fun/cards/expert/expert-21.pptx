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3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5600" cy="1800000"/>
          </a:xfrm>
          <a:prstGeom prst="rect">
            <a:avLst/>
          </a:prstGeom>
          <a:solidFill>
            <a:srgbClr val="7C9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5600" y="0"/>
            <a:ext cx="36000" cy="1800000"/>
          </a:xfrm>
          <a:prstGeom prst="rect">
            <a:avLst/>
          </a:prstGeom>
          <a:solidFill>
            <a:srgbClr val="485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80352" y="219024"/>
            <a:ext cx="55296" cy="317952"/>
          </a:xfrm>
          <a:prstGeom prst="rect">
            <a:avLst/>
          </a:prstGeom>
          <a:solidFill>
            <a:srgbClr val="7C9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2780352" y="219024"/>
            <a:ext cx="55296" cy="317952"/>
          </a:xfrm>
          <a:prstGeom prst="rect">
            <a:avLst/>
          </a:prstGeom>
          <a:solidFill>
            <a:srgbClr val="7C9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5400000">
            <a:off x="2780352" y="219024"/>
            <a:ext cx="55296" cy="317952"/>
          </a:xfrm>
          <a:prstGeom prst="rect">
            <a:avLst/>
          </a:prstGeom>
          <a:solidFill>
            <a:srgbClr val="7C9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8100000">
            <a:off x="2780352" y="219024"/>
            <a:ext cx="55296" cy="317952"/>
          </a:xfrm>
          <a:prstGeom prst="rect">
            <a:avLst/>
          </a:prstGeom>
          <a:solidFill>
            <a:srgbClr val="7C9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11232" y="281232"/>
            <a:ext cx="193536" cy="193536"/>
          </a:xfrm>
          <a:prstGeom prst="ellipse">
            <a:avLst/>
          </a:prstGeom>
          <a:solidFill>
            <a:srgbClr val="7C9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66528" y="336528"/>
            <a:ext cx="82944" cy="82944"/>
          </a:xfrm>
          <a:prstGeom prst="ellipse">
            <a:avLst/>
          </a:prstGeom>
          <a:solidFill>
            <a:srgbClr val="485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96000" y="223200"/>
            <a:ext cx="2016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B3BABC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96000" y="540000"/>
            <a:ext cx="216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FFFFFF"/>
                </a:solidFill>
                <a:latin typeface="맑은 고딕"/>
                <a:ea typeface="맑은 고딕"/>
              </a:rPr>
              <a:t>문가영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96000" y="835200"/>
            <a:ext cx="2160000" cy="12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89A5AF"/>
                </a:solidFill>
                <a:latin typeface="맑은 고딕"/>
                <a:ea typeface="맑은 고딕"/>
              </a:rPr>
              <a:t>프리랜서 개발자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6000" y="1051200"/>
            <a:ext cx="230400" cy="14400"/>
          </a:xfrm>
          <a:prstGeom prst="rect">
            <a:avLst/>
          </a:prstGeom>
          <a:solidFill>
            <a:srgbClr val="7C9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396000" y="1188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9A5AF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40000" y="1188000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96000" y="1356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9A5AF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40000" y="1356911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396000" y="1525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9A5A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540000" y="1525822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93600"/>
            <a:ext cx="3240000" cy="0"/>
          </a:xfrm>
          <a:prstGeom prst="line">
            <a:avLst/>
          </a:prstGeom>
          <a:ln w="7200">
            <a:solidFill>
              <a:srgbClr val="497483">
                <a:alpha val="30000"/>
              </a:srgbClr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0" y="201600"/>
            <a:ext cx="3240000" cy="0"/>
          </a:xfrm>
          <a:prstGeom prst="line">
            <a:avLst/>
          </a:prstGeom>
          <a:ln w="7200">
            <a:solidFill>
              <a:srgbClr val="497483">
                <a:alpha val="30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09600"/>
            <a:ext cx="3240000" cy="0"/>
          </a:xfrm>
          <a:prstGeom prst="line">
            <a:avLst/>
          </a:prstGeom>
          <a:ln w="7200">
            <a:solidFill>
              <a:srgbClr val="497483">
                <a:alpha val="30000"/>
              </a:srgbClr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0" y="417600"/>
            <a:ext cx="3240000" cy="0"/>
          </a:xfrm>
          <a:prstGeom prst="line">
            <a:avLst/>
          </a:prstGeom>
          <a:ln w="7200">
            <a:solidFill>
              <a:srgbClr val="497483">
                <a:alpha val="30000"/>
              </a:srgbClr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0" y="525600"/>
            <a:ext cx="3240000" cy="0"/>
          </a:xfrm>
          <a:prstGeom prst="line">
            <a:avLst/>
          </a:prstGeom>
          <a:ln w="7200">
            <a:solidFill>
              <a:srgbClr val="497483">
                <a:alpha val="30000"/>
              </a:srgbClr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0" y="633600"/>
            <a:ext cx="3240000" cy="0"/>
          </a:xfrm>
          <a:prstGeom prst="line">
            <a:avLst/>
          </a:prstGeom>
          <a:ln w="7200">
            <a:solidFill>
              <a:srgbClr val="497483">
                <a:alpha val="30000"/>
              </a:srgbClr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0" y="741600"/>
            <a:ext cx="3240000" cy="0"/>
          </a:xfrm>
          <a:prstGeom prst="line">
            <a:avLst/>
          </a:prstGeom>
          <a:ln w="7200">
            <a:solidFill>
              <a:srgbClr val="497483">
                <a:alpha val="30000"/>
              </a:srgbClr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0" y="849600"/>
            <a:ext cx="3240000" cy="0"/>
          </a:xfrm>
          <a:prstGeom prst="line">
            <a:avLst/>
          </a:prstGeom>
          <a:ln w="7200">
            <a:solidFill>
              <a:srgbClr val="497483">
                <a:alpha val="30000"/>
              </a:srgbClr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0" y="957600"/>
            <a:ext cx="3240000" cy="0"/>
          </a:xfrm>
          <a:prstGeom prst="line">
            <a:avLst/>
          </a:prstGeom>
          <a:ln w="7200">
            <a:solidFill>
              <a:srgbClr val="497483">
                <a:alpha val="30000"/>
              </a:srgbClr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0" y="1065600"/>
            <a:ext cx="3240000" cy="0"/>
          </a:xfrm>
          <a:prstGeom prst="line">
            <a:avLst/>
          </a:prstGeom>
          <a:ln w="7200">
            <a:solidFill>
              <a:srgbClr val="497483">
                <a:alpha val="30000"/>
              </a:srgbClr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0" y="1173600"/>
            <a:ext cx="3240000" cy="0"/>
          </a:xfrm>
          <a:prstGeom prst="line">
            <a:avLst/>
          </a:prstGeom>
          <a:ln w="7200">
            <a:solidFill>
              <a:srgbClr val="497483">
                <a:alpha val="30000"/>
              </a:srgbClr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0" y="1281600"/>
            <a:ext cx="3240000" cy="0"/>
          </a:xfrm>
          <a:prstGeom prst="line">
            <a:avLst/>
          </a:prstGeom>
          <a:ln w="7200">
            <a:solidFill>
              <a:srgbClr val="497483">
                <a:alpha val="30000"/>
              </a:srgbClr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0" y="1389600"/>
            <a:ext cx="3240000" cy="0"/>
          </a:xfrm>
          <a:prstGeom prst="line">
            <a:avLst/>
          </a:prstGeom>
          <a:ln w="7200">
            <a:solidFill>
              <a:srgbClr val="497483">
                <a:alpha val="30000"/>
              </a:srgbClr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0" y="1497600"/>
            <a:ext cx="3240000" cy="0"/>
          </a:xfrm>
          <a:prstGeom prst="line">
            <a:avLst/>
          </a:prstGeom>
          <a:ln w="7200">
            <a:solidFill>
              <a:srgbClr val="497483">
                <a:alpha val="30000"/>
              </a:srgbClr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0" y="1605600"/>
            <a:ext cx="3240000" cy="0"/>
          </a:xfrm>
          <a:prstGeom prst="line">
            <a:avLst/>
          </a:prstGeom>
          <a:ln w="7200">
            <a:solidFill>
              <a:srgbClr val="497483">
                <a:alpha val="30000"/>
              </a:srgbClr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0" y="1713600"/>
            <a:ext cx="3240000" cy="0"/>
          </a:xfrm>
          <a:prstGeom prst="line">
            <a:avLst/>
          </a:prstGeom>
          <a:ln w="7200">
            <a:solidFill>
              <a:srgbClr val="497483">
                <a:alpha val="30000"/>
              </a:srgbClr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0" y="1821600"/>
            <a:ext cx="3240000" cy="0"/>
          </a:xfrm>
          <a:prstGeom prst="line">
            <a:avLst/>
          </a:prstGeom>
          <a:ln w="7200">
            <a:solidFill>
              <a:srgbClr val="497483">
                <a:alpha val="30000"/>
              </a:srgbClr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noFill/>
          <a:ln w="9000">
            <a:solidFill>
              <a:srgbClr val="4974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텍스트"/>
          <p:cNvSpPr txBox="1"/>
          <p:nvPr/>
        </p:nvSpPr>
        <p:spPr>
          <a:xfrm>
            <a:off x="576000" y="540000"/>
            <a:ext cx="2088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253A41"/>
                </a:solidFill>
                <a:latin typeface="맑은 고딕"/>
                <a:ea typeface="맑은 고딕"/>
              </a:rPr>
              <a:t>의뢰인의 시간을 아끼겠습니다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627074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개발자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