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F737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F4C9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F737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F4C9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F737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F4C9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F737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F4C9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F737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F4C9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6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6BA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0CECA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6BAB5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6BAB5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0CECA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0CECA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