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5A78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E4EB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683584" y="398736"/>
            <a:ext cx="69120" cy="124416"/>
          </a:xfrm>
          <a:prstGeom prst="roundRect">
            <a:avLst>
              <a:gd name="adj" fmla="val 10000"/>
            </a:avLst>
          </a:prstGeom>
          <a:solidFill>
            <a:srgbClr val="5A78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73440" y="329616"/>
            <a:ext cx="69120" cy="193536"/>
          </a:xfrm>
          <a:prstGeom prst="roundRect">
            <a:avLst>
              <a:gd name="adj" fmla="val 10000"/>
            </a:avLst>
          </a:prstGeom>
          <a:solidFill>
            <a:srgbClr val="E4EB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63296" y="246672"/>
            <a:ext cx="69120" cy="276480"/>
          </a:xfrm>
          <a:prstGeom prst="roundRect">
            <a:avLst>
              <a:gd name="adj" fmla="val 10000"/>
            </a:avLst>
          </a:prstGeom>
          <a:solidFill>
            <a:srgbClr val="5A78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655936" y="536976"/>
            <a:ext cx="304128" cy="0"/>
          </a:xfrm>
          <a:prstGeom prst="line">
            <a:avLst/>
          </a:prstGeom>
          <a:ln w="13824">
            <a:solidFill>
              <a:srgbClr val="E4EBE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36D72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314149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567280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5A78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67280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14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67280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14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6728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14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49760" y="995040"/>
            <a:ext cx="316800" cy="570240"/>
          </a:xfrm>
          <a:prstGeom prst="roundRect">
            <a:avLst>
              <a:gd name="adj" fmla="val 10000"/>
            </a:avLst>
          </a:prstGeom>
          <a:solidFill>
            <a:srgbClr val="5A78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61600" y="678240"/>
            <a:ext cx="316800" cy="887040"/>
          </a:xfrm>
          <a:prstGeom prst="roundRect">
            <a:avLst>
              <a:gd name="adj" fmla="val 1000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73440" y="298080"/>
            <a:ext cx="316800" cy="1267200"/>
          </a:xfrm>
          <a:prstGeom prst="roundRect">
            <a:avLst>
              <a:gd name="adj" fmla="val 10000"/>
            </a:avLst>
          </a:prstGeom>
          <a:solidFill>
            <a:srgbClr val="5A78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23040" y="1628640"/>
            <a:ext cx="1393920" cy="0"/>
          </a:xfrm>
          <a:prstGeom prst="line">
            <a:avLst/>
          </a:prstGeom>
          <a:ln w="63360">
            <a:solidFill>
              <a:srgbClr val="D9E3E8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314149"/>
                </a:solidFill>
                <a:latin typeface="바탕"/>
                <a:ea typeface="바탕"/>
              </a:rPr>
              <a:t>혼자여도 팀처럼 일합니다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5A78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6D777B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