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혼자여도 팀처럼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일합니다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