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FF1E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FF1E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FF1E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9E6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9E6B"/>
          </a:solidFill>
          <a:ln w="5760">
            <a:solidFill>
              <a:srgbClr val="FF9E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9E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9E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9E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