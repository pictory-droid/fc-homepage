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360000" y="2016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AEBAB2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42240" y="516960"/>
            <a:ext cx="43200" cy="77760"/>
          </a:xfrm>
          <a:prstGeom prst="roundRect">
            <a:avLst>
              <a:gd name="adj" fmla="val 10000"/>
            </a:avLst>
          </a:prstGeom>
          <a:solidFill>
            <a:srgbClr val="6590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98400" y="473760"/>
            <a:ext cx="43200" cy="120960"/>
          </a:xfrm>
          <a:prstGeom prst="roundRect">
            <a:avLst>
              <a:gd name="adj" fmla="val 10000"/>
            </a:avLst>
          </a:prstGeom>
          <a:solidFill>
            <a:srgbClr val="3D5A4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54560" y="421920"/>
            <a:ext cx="43200" cy="172800"/>
          </a:xfrm>
          <a:prstGeom prst="roundRect">
            <a:avLst>
              <a:gd name="adj" fmla="val 10000"/>
            </a:avLst>
          </a:prstGeom>
          <a:solidFill>
            <a:srgbClr val="6590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524960" y="603360"/>
            <a:ext cx="190080" cy="0"/>
          </a:xfrm>
          <a:prstGeom prst="line">
            <a:avLst/>
          </a:prstGeom>
          <a:ln w="8640">
            <a:solidFill>
              <a:srgbClr val="3D5A46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360000" y="684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맑은 고딕"/>
                <a:ea typeface="맑은 고딕"/>
              </a:rPr>
              <a:t>배준서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60000" y="10512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84A68F"/>
                </a:solidFill>
                <a:latin typeface="맑은 고딕"/>
                <a:ea typeface="맑은 고딕"/>
              </a:rPr>
              <a:t>번역가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2000" y="1245600"/>
            <a:ext cx="216000" cy="10800"/>
          </a:xfrm>
          <a:prstGeom prst="rect">
            <a:avLst/>
          </a:prstGeom>
          <a:solidFill>
            <a:srgbClr val="6590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339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AEBAB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00" cy="1800000"/>
          </a:xfrm>
          <a:prstGeom prst="rect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432000"/>
            <a:ext cx="201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sz="1700" b="1">
                <a:solidFill>
                  <a:srgbClr val="183A23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8400"/>
            <a:ext cx="2016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0">
                <a:solidFill>
                  <a:srgbClr val="5F7767"/>
                </a:solidFill>
                <a:latin typeface="바탕"/>
                <a:ea typeface="바탕"/>
              </a:rPr>
              <a:t>깊이 이해하고 쉽게 전달합니다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  <a:ln w="9000">
            <a:solidFill>
              <a:srgbClr val="29653D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5F7767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" y="763200"/>
            <a:ext cx="201600" cy="14400"/>
          </a:xfrm>
          <a:prstGeom prst="rect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55360" y="451440"/>
            <a:ext cx="64800" cy="116640"/>
          </a:xfrm>
          <a:prstGeom prst="roundRect">
            <a:avLst>
              <a:gd name="adj" fmla="val 10000"/>
            </a:avLst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39600" y="386640"/>
            <a:ext cx="64800" cy="181440"/>
          </a:xfrm>
          <a:prstGeom prst="roundRect">
            <a:avLst>
              <a:gd name="adj" fmla="val 10000"/>
            </a:avLst>
          </a:prstGeom>
          <a:solidFill>
            <a:srgbClr val="E0F4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23840" y="308880"/>
            <a:ext cx="64800" cy="259200"/>
          </a:xfrm>
          <a:prstGeom prst="roundRect">
            <a:avLst>
              <a:gd name="adj" fmla="val 10000"/>
            </a:avLst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2629440" y="581040"/>
            <a:ext cx="285120" cy="0"/>
          </a:xfrm>
          <a:prstGeom prst="line">
            <a:avLst/>
          </a:prstGeom>
          <a:ln w="12960">
            <a:solidFill>
              <a:srgbClr val="E0F4E6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번역가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