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D000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깊이 이해하고 쉽게 전달합니다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