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DCDF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방지민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통역사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72000" y="943200"/>
            <a:ext cx="0" cy="6048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016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318400" y="1022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18400" y="1166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18400" y="1310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E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FFF8B8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FFF8B8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FFF8B8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FFF8B8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FFF8B8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FFF8B8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FFF8B8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FFF8B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C6411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데이터 분석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강의 · 특강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FFF8B8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자문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FFF8B8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외주 문의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FFF8B8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FFF8B8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평일 10:00 – 18:00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INSTAGRAM  @아이디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C6411"/>
                </a:solidFill>
                <a:latin typeface="맑은 고딕"/>
                <a:ea typeface="맑은 고딕"/>
              </a:rPr>
              <a:t>소속 · 브랜드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통역사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