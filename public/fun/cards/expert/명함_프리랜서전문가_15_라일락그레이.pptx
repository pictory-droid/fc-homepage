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13D4F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7A6D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카피라이터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413D4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62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5CDD3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AEB8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C5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9333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C5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99333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번역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77400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C5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177400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5CDD3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5CDD3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C5CDD3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