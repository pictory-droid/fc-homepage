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13D4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13D4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5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5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774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C5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1774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5CDD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