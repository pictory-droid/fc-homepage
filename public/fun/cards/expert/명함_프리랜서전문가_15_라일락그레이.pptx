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13D4F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권OO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7A6D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FFFFFF"/>
                </a:solidFill>
                <a:latin typeface="맑은 고딕"/>
                <a:ea typeface="맑은 고딕"/>
              </a:rPr>
              <a:t>카피라이터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413D4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627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5CDD3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AEB8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4969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C5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4969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9333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C5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799333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번역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7400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C5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177400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768896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5CDD3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5CDD3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C5CDD3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카피라이터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