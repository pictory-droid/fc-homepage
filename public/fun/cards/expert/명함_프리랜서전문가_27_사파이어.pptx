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DC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917225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BAC4D5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백OO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16978"/>
                </a:solidFill>
                <a:latin typeface="맑은 고딕"/>
                <a:ea typeface="맑은 고딕"/>
              </a:rPr>
              <a:t>통역사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BAC4D5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97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97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97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EBDA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EBDA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교육 설계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10728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자문</a:t>
            </a:r>
          </a:p>
        </p:txBody>
      </p:sp>
      <p:sp>
        <p:nvSpPr>
          <p:cNvPr id="9" name="Oval 8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BE95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B2230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2615C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통역사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