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FB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77A6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28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677"/>
                </a:solidFill>
                <a:latin typeface="맑은 고딕"/>
                <a:ea typeface="맑은 고딕"/>
              </a:rPr>
              <a:t>사전 예약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