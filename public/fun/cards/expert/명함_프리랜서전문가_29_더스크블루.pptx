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7E9C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7E7BC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유OO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작가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D6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7471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BFBF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BFBF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7471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6287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BFBF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7471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BFBF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6287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BFBF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BFBF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7471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BFBF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BFBF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7471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6287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BFBF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7471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6287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7471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BFBF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BFBF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7471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BFBF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BFBF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7471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6287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7471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BFBF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6287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7471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BFBF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BFBF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7471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BFBF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BFBF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6287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BFBF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7471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BFBF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6287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7471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BFBF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BFBF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7471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BFBF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7471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6287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BFBF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7471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BFBF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6287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7471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BFBF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077A6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7471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통역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6287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7471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원고 집필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BFBFD3"/>
            </a:solidFill>
          </a:ln>
        </p:spPr>
      </p:cxnSp>
      <p:sp>
        <p:nvSpPr>
          <p:cNvPr id="64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26677"/>
                </a:solidFill>
                <a:latin typeface="맑은 고딕"/>
                <a:ea typeface="맑은 고딕"/>
              </a:rPr>
              <a:t>사전 예약 상담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