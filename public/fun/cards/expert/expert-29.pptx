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05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CCB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77680" y="488160"/>
            <a:ext cx="80640" cy="463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2677680" y="488160"/>
            <a:ext cx="80640" cy="463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5400000">
            <a:off x="2677680" y="488160"/>
            <a:ext cx="80640" cy="463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8100000">
            <a:off x="2677680" y="488160"/>
            <a:ext cx="80640" cy="463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6880" y="578880"/>
            <a:ext cx="282240" cy="2822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7520" y="659520"/>
            <a:ext cx="120960" cy="120960"/>
          </a:xfrm>
          <a:prstGeom prst="ellipse">
            <a:avLst/>
          </a:pr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40404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심소담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D9CE85"/>
                </a:solidFill>
                <a:latin typeface="맑은 고딕"/>
                <a:ea typeface="맑은 고딕"/>
              </a:rPr>
              <a:t>작가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CCB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9CE85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9CE85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9CE85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702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DEEFD2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4970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함께 고민하는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동료가 되겠습니다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DFE6DB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