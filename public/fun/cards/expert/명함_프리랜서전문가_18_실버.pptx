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4FA3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69293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송OO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교육 컨설턴트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6EBE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5C7FB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458E9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5C7FB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B2230"/>
                </a:solidFill>
                <a:latin typeface="맑은 고딕"/>
                <a:ea typeface="맑은 고딕"/>
              </a:rPr>
              <a:t>앱 개발  ·  카피라이팅  ·  교육 설계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예약 상담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BED1D3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교육 컨설턴트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