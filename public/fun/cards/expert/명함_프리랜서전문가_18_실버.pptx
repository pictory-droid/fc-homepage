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78800" y="154800"/>
            <a:ext cx="50400" cy="50400"/>
          </a:xfrm>
          <a:prstGeom prst="ellipse">
            <a:avLst/>
          </a:prstGeom>
          <a:solidFill>
            <a:srgbClr val="7E9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7800" y="3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87800" y="5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78800" y="694800"/>
            <a:ext cx="50400" cy="50400"/>
          </a:xfrm>
          <a:prstGeom prst="ellipse">
            <a:avLst/>
          </a:prstGeom>
          <a:solidFill>
            <a:srgbClr val="7E9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78800" y="874800"/>
            <a:ext cx="50400" cy="50400"/>
          </a:xfrm>
          <a:prstGeom prst="ellipse">
            <a:avLst/>
          </a:prstGeom>
          <a:solidFill>
            <a:srgbClr val="4FA3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7800" y="10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78800" y="1234800"/>
            <a:ext cx="50400" cy="50400"/>
          </a:xfrm>
          <a:prstGeom prst="ellipse">
            <a:avLst/>
          </a:prstGeom>
          <a:solidFill>
            <a:srgbClr val="7E9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7800" y="14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78800" y="1594800"/>
            <a:ext cx="50400" cy="50400"/>
          </a:xfrm>
          <a:prstGeom prst="ellipse">
            <a:avLst/>
          </a:prstGeom>
          <a:solidFill>
            <a:srgbClr val="4FA3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46200" y="1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46200" y="3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37200" y="514800"/>
            <a:ext cx="50400" cy="50400"/>
          </a:xfrm>
          <a:prstGeom prst="ellipse">
            <a:avLst/>
          </a:prstGeom>
          <a:solidFill>
            <a:srgbClr val="7E9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46200" y="7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46200" y="88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37200" y="1054800"/>
            <a:ext cx="50400" cy="50400"/>
          </a:xfrm>
          <a:prstGeom prst="ellipse">
            <a:avLst/>
          </a:prstGeom>
          <a:solidFill>
            <a:srgbClr val="7E9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437200" y="1234800"/>
            <a:ext cx="50400" cy="50400"/>
          </a:xfrm>
          <a:prstGeom prst="ellipse">
            <a:avLst/>
          </a:prstGeom>
          <a:solidFill>
            <a:srgbClr val="4FA3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46200" y="14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37200" y="1594800"/>
            <a:ext cx="50400" cy="50400"/>
          </a:xfrm>
          <a:prstGeom prst="ellipse">
            <a:avLst/>
          </a:prstGeom>
          <a:solidFill>
            <a:srgbClr val="7E9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95600" y="154800"/>
            <a:ext cx="50400" cy="50400"/>
          </a:xfrm>
          <a:prstGeom prst="ellipse">
            <a:avLst/>
          </a:prstGeom>
          <a:solidFill>
            <a:srgbClr val="4FA3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95600" y="334800"/>
            <a:ext cx="50400" cy="50400"/>
          </a:xfrm>
          <a:prstGeom prst="ellipse">
            <a:avLst/>
          </a:prstGeom>
          <a:solidFill>
            <a:srgbClr val="7E9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04600" y="5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04600" y="7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95600" y="874800"/>
            <a:ext cx="50400" cy="50400"/>
          </a:xfrm>
          <a:prstGeom prst="ellipse">
            <a:avLst/>
          </a:prstGeom>
          <a:solidFill>
            <a:srgbClr val="7E9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604600" y="10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04600" y="12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95600" y="1414800"/>
            <a:ext cx="50400" cy="50400"/>
          </a:xfrm>
          <a:prstGeom prst="ellipse">
            <a:avLst/>
          </a:prstGeom>
          <a:solidFill>
            <a:srgbClr val="7E9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95600" y="1594800"/>
            <a:ext cx="50400" cy="50400"/>
          </a:xfrm>
          <a:prstGeom prst="ellipse">
            <a:avLst/>
          </a:prstGeom>
          <a:solidFill>
            <a:srgbClr val="4FA3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754000" y="154800"/>
            <a:ext cx="50400" cy="50400"/>
          </a:xfrm>
          <a:prstGeom prst="ellipse">
            <a:avLst/>
          </a:prstGeom>
          <a:solidFill>
            <a:srgbClr val="7E9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3000" y="3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54000" y="514800"/>
            <a:ext cx="50400" cy="50400"/>
          </a:xfrm>
          <a:prstGeom prst="ellipse">
            <a:avLst/>
          </a:prstGeom>
          <a:solidFill>
            <a:srgbClr val="4FA3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54000" y="694800"/>
            <a:ext cx="50400" cy="50400"/>
          </a:xfrm>
          <a:prstGeom prst="ellipse">
            <a:avLst/>
          </a:prstGeom>
          <a:solidFill>
            <a:srgbClr val="7E9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3000" y="88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63000" y="10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754000" y="1234800"/>
            <a:ext cx="50400" cy="50400"/>
          </a:xfrm>
          <a:prstGeom prst="ellipse">
            <a:avLst/>
          </a:prstGeom>
          <a:solidFill>
            <a:srgbClr val="7E9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3000" y="14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63000" y="16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912400" y="154800"/>
            <a:ext cx="50400" cy="50400"/>
          </a:xfrm>
          <a:prstGeom prst="ellipse">
            <a:avLst/>
          </a:prstGeom>
          <a:solidFill>
            <a:srgbClr val="4FA3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921400" y="3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12400" y="514800"/>
            <a:ext cx="50400" cy="50400"/>
          </a:xfrm>
          <a:prstGeom prst="ellipse">
            <a:avLst/>
          </a:prstGeom>
          <a:solidFill>
            <a:srgbClr val="7E9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21400" y="7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12400" y="874800"/>
            <a:ext cx="50400" cy="50400"/>
          </a:xfrm>
          <a:prstGeom prst="ellipse">
            <a:avLst/>
          </a:prstGeom>
          <a:solidFill>
            <a:srgbClr val="4FA3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912400" y="1054800"/>
            <a:ext cx="50400" cy="50400"/>
          </a:xfrm>
          <a:prstGeom prst="ellipse">
            <a:avLst/>
          </a:prstGeom>
          <a:solidFill>
            <a:srgbClr val="7E9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21400" y="12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21400" y="14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912400" y="1594800"/>
            <a:ext cx="50400" cy="50400"/>
          </a:xfrm>
          <a:prstGeom prst="ellipse">
            <a:avLst/>
          </a:prstGeom>
          <a:solidFill>
            <a:srgbClr val="7E9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79800" y="1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70800" y="334800"/>
            <a:ext cx="50400" cy="50400"/>
          </a:xfrm>
          <a:prstGeom prst="ellipse">
            <a:avLst/>
          </a:prstGeom>
          <a:solidFill>
            <a:srgbClr val="7E9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70800" y="514800"/>
            <a:ext cx="50400" cy="50400"/>
          </a:xfrm>
          <a:prstGeom prst="ellipse">
            <a:avLst/>
          </a:prstGeom>
          <a:solidFill>
            <a:srgbClr val="4FA3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79800" y="7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70800" y="874800"/>
            <a:ext cx="50400" cy="50400"/>
          </a:xfrm>
          <a:prstGeom prst="ellipse">
            <a:avLst/>
          </a:prstGeom>
          <a:solidFill>
            <a:srgbClr val="7E9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79800" y="10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70800" y="1234800"/>
            <a:ext cx="50400" cy="50400"/>
          </a:xfrm>
          <a:prstGeom prst="ellipse">
            <a:avLst/>
          </a:prstGeom>
          <a:solidFill>
            <a:srgbClr val="4FA3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70800" y="1414800"/>
            <a:ext cx="50400" cy="50400"/>
          </a:xfrm>
          <a:prstGeom prst="ellipse">
            <a:avLst/>
          </a:prstGeom>
          <a:solidFill>
            <a:srgbClr val="7E9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79800" y="16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69293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7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송OO</a:t>
            </a:r>
          </a:p>
        </p:txBody>
      </p:sp>
      <p:sp>
        <p:nvSpPr>
          <p:cNvPr id="58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교육 컨설턴트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52000" y="1123200"/>
            <a:ext cx="1620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60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61" name="텍스트"/>
          <p:cNvSpPr txBox="1"/>
          <p:nvPr/>
        </p:nvSpPr>
        <p:spPr>
          <a:xfrm>
            <a:off x="554400" y="11952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62" name="텍스트"/>
          <p:cNvSpPr txBox="1"/>
          <p:nvPr/>
        </p:nvSpPr>
        <p:spPr>
          <a:xfrm>
            <a:off x="252000" y="1328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63" name="텍스트"/>
          <p:cNvSpPr txBox="1"/>
          <p:nvPr/>
        </p:nvSpPr>
        <p:spPr>
          <a:xfrm>
            <a:off x="5544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64" name="텍스트"/>
          <p:cNvSpPr txBox="1"/>
          <p:nvPr/>
        </p:nvSpPr>
        <p:spPr>
          <a:xfrm>
            <a:off x="252000" y="1450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65" name="텍스트"/>
          <p:cNvSpPr txBox="1"/>
          <p:nvPr/>
        </p:nvSpPr>
        <p:spPr>
          <a:xfrm>
            <a:off x="554400" y="14400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6EBE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BED1D3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BED1D3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BED1D3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BED1D3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BED1D3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BED1D3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BED1D3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BED1D3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5C7FB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458E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5C7FB0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B2230"/>
                </a:solidFill>
                <a:latin typeface="맑은 고딕"/>
                <a:ea typeface="맑은 고딕"/>
              </a:rPr>
              <a:t>앱 개발  ·  카피라이팅  ·  교육 설계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BED1D3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사전 예약 상담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BED1D3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 컨설턴트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