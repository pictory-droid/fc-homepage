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FF6F8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FF6F8E"/>
                </a:solidFill>
                <a:latin typeface="맑은 고딕"/>
                <a:ea typeface="맑은 고딕"/>
              </a:rPr>
              <a:t>소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권다은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카피라이터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FF6F8E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A3A9B5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1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FF6F8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C3747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6F8E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앱 개발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6F8E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번역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FF6F8E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강의 · 특강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FFD7D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3747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3747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www.example.com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1440000"/>
            <a:ext cx="6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C3747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카피라이터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