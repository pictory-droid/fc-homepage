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7084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86459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BFA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4171D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453600" y="941040"/>
            <a:ext cx="102960" cy="102960"/>
          </a:xfrm>
          <a:prstGeom prst="line">
            <a:avLst/>
          </a:prstGeom>
          <a:ln w="31680">
            <a:solidFill>
              <a:srgbClr val="14171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453600" y="1044000"/>
            <a:ext cx="102960" cy="102960"/>
          </a:xfrm>
          <a:prstGeom prst="line">
            <a:avLst/>
          </a:prstGeom>
          <a:ln w="31680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7440" y="941040"/>
            <a:ext cx="102960" cy="102960"/>
          </a:xfrm>
          <a:prstGeom prst="line">
            <a:avLst/>
          </a:prstGeom>
          <a:ln w="31680">
            <a:solidFill>
              <a:srgbClr val="14171D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667440" y="1044000"/>
            <a:ext cx="102960" cy="102960"/>
          </a:xfrm>
          <a:prstGeom prst="line">
            <a:avLst/>
          </a:prstGeom>
          <a:ln w="31680">
            <a:solidFill>
              <a:srgbClr val="14171D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80320" y="909360"/>
            <a:ext cx="63360" cy="269280"/>
          </a:xfrm>
          <a:prstGeom prst="line">
            <a:avLst/>
          </a:prstGeom>
          <a:ln w="27720">
            <a:solidFill>
              <a:srgbClr val="6A5C4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4171D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메일 · 메시지 문의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