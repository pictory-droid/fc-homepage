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0077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배움이 일이 되고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일이 배움이 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