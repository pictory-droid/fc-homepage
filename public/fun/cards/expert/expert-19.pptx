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A784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536560" y="750240"/>
            <a:ext cx="100800" cy="181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667600" y="649440"/>
            <a:ext cx="100800" cy="282240"/>
          </a:xfrm>
          <a:prstGeom prst="roundRect">
            <a:avLst>
              <a:gd name="adj" fmla="val 10000"/>
            </a:avLst>
          </a:pr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98640" y="528480"/>
            <a:ext cx="100800" cy="403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2496240" y="951840"/>
            <a:ext cx="443520" cy="0"/>
          </a:xfrm>
          <a:prstGeom prst="line">
            <a:avLst/>
          </a:prstGeom>
          <a:ln w="20160">
            <a:solidFill>
              <a:srgbClr val="808080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FFFFFF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544212"/>
                </a:solidFill>
                <a:latin typeface="맑은 고딕"/>
                <a:ea typeface="맑은 고딕"/>
              </a:rPr>
              <a:t>전보라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866A1E"/>
                </a:solidFill>
                <a:latin typeface="맑은 고딕"/>
                <a:ea typeface="맑은 고딕"/>
              </a:rPr>
              <a:t>작가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A784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66A1E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44212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66A1E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44212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66A1E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4421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49760" y="995040"/>
            <a:ext cx="316800" cy="570240"/>
          </a:xfrm>
          <a:prstGeom prst="roundRect">
            <a:avLst>
              <a:gd name="adj" fmla="val 10000"/>
            </a:avLst>
          </a:prstGeom>
          <a:solidFill>
            <a:srgbClr val="A784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461600" y="678240"/>
            <a:ext cx="316800" cy="887040"/>
          </a:xfrm>
          <a:prstGeom prst="roundRect">
            <a:avLst>
              <a:gd name="adj" fmla="val 10000"/>
            </a:avLst>
          </a:prstGeom>
          <a:solidFill>
            <a:srgbClr val="F9F0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73440" y="298080"/>
            <a:ext cx="316800" cy="1267200"/>
          </a:xfrm>
          <a:prstGeom prst="roundRect">
            <a:avLst>
              <a:gd name="adj" fmla="val 10000"/>
            </a:avLst>
          </a:prstGeom>
          <a:solidFill>
            <a:srgbClr val="A784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923040" y="1628640"/>
            <a:ext cx="1393920" cy="0"/>
          </a:xfrm>
          <a:prstGeom prst="line">
            <a:avLst/>
          </a:prstGeom>
          <a:ln w="63360">
            <a:solidFill>
              <a:srgbClr val="F9F0DB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BF8E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544212"/>
                </a:solidFill>
                <a:latin typeface="맑은 고딕"/>
                <a:ea typeface="맑은 고딕"/>
              </a:rPr>
              <a:t>배움이 일이 되고</a:t>
            </a:r>
          </a:p>
          <a:p>
            <a:pPr algn="ctr">
              <a:lnSpc>
                <a:spcPts val="1739"/>
              </a:lnSpc>
            </a:pPr>
            <a:r>
              <a:rPr sz="1200" b="1">
                <a:solidFill>
                  <a:srgbClr val="544212"/>
                </a:solidFill>
                <a:latin typeface="맑은 고딕"/>
                <a:ea typeface="맑은 고딕"/>
              </a:rPr>
              <a:t>일이 배움이 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A784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796E51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