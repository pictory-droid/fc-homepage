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8887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B554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8887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4171D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445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445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445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445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445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445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445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445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445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445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445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445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