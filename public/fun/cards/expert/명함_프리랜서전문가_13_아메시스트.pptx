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359A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8770B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EC1C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AE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AE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0DAE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9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D52A8"/>
                </a:solidFill>
                <a:latin typeface="맑은 고딕"/>
                <a:ea typeface="맑은 고딕"/>
              </a:rPr>
              <a:t>전문 분야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CEC1C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6E4A72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CEC1C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6E4A72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CEC1C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6E4A72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CEC1C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373046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373046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