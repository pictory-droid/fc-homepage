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59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8770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EC1C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AE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AE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AE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D52A8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CEC1C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E4A7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CEC1C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E4A7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CEC1C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6E4A7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CEC1C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373046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373046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