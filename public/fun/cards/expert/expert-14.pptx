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1944000" y="540000"/>
            <a:ext cx="1296000" cy="1260000"/>
          </a:xfrm>
          <a:custGeom>
            <a:avLst/>
            <a:gdLst/>
            <a:ahLst/>
            <a:cxnLst/>
            <a:rect l="l" t="t" r="r" b="b"/>
            <a:pathLst>
              <a:path w="1296000" h="1260000">
                <a:moveTo>
                  <a:pt x="1296000" y="1260000"/>
                </a:moveTo>
                <a:lnTo>
                  <a:pt x="1296000" y="0"/>
                </a:lnTo>
                <a:lnTo>
                  <a:pt x="0" y="1260000"/>
                </a:lnTo>
                <a:close/>
              </a:path>
            </a:pathLst>
          </a:custGeom>
          <a:solidFill>
            <a:srgbClr val="6991B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2520000" y="1080000"/>
            <a:ext cx="720000" cy="720000"/>
          </a:xfrm>
          <a:custGeom>
            <a:avLst/>
            <a:gdLst/>
            <a:ahLst/>
            <a:cxnLst/>
            <a:rect l="l" t="t" r="r" b="b"/>
            <a:pathLst>
              <a:path w="720000" h="720000">
                <a:moveTo>
                  <a:pt x="720000" y="720000"/>
                </a:moveTo>
                <a:lnTo>
                  <a:pt x="720000" y="0"/>
                </a:lnTo>
                <a:lnTo>
                  <a:pt x="0" y="720000"/>
                </a:lnTo>
                <a:close/>
              </a:path>
            </a:pathLst>
          </a:custGeom>
          <a:solidFill>
            <a:srgbClr val="E0E9F3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856096" y="1491984"/>
            <a:ext cx="53280" cy="9590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2925360" y="1438704"/>
            <a:ext cx="53280" cy="149184"/>
          </a:xfrm>
          <a:prstGeom prst="roundRect">
            <a:avLst>
              <a:gd name="adj" fmla="val 10000"/>
            </a:avLst>
          </a:prstGeom>
          <a:solidFill>
            <a:srgbClr val="80808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994624" y="1374768"/>
            <a:ext cx="53280" cy="213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2834784" y="1598544"/>
            <a:ext cx="234432" cy="0"/>
          </a:xfrm>
          <a:prstGeom prst="line">
            <a:avLst/>
          </a:prstGeom>
          <a:ln w="10656">
            <a:solidFill>
              <a:srgbClr val="808080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252000" y="201600"/>
            <a:ext cx="1800000" cy="10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50">
                <a:solidFill>
                  <a:srgbClr val="5C6E84"/>
                </a:solidFill>
                <a:latin typeface="맑은 고딕"/>
                <a:ea typeface="맑은 고딕"/>
              </a:rPr>
              <a:t>소속 · 브랜드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360000"/>
            <a:ext cx="2016000" cy="3136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755"/>
              </a:lnSpc>
            </a:pPr>
            <a:r>
              <a:rPr sz="1900" b="1" spc="50">
                <a:solidFill>
                  <a:srgbClr val="3A5E88"/>
                </a:solidFill>
                <a:latin typeface="맑은 고딕"/>
                <a:ea typeface="맑은 고딕"/>
              </a:rPr>
              <a:t>신태민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655200"/>
            <a:ext cx="1872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1">
                <a:solidFill>
                  <a:srgbClr val="4F6D8F"/>
                </a:solidFill>
                <a:latin typeface="맑은 고딕"/>
                <a:ea typeface="맑은 고딕"/>
              </a:rPr>
              <a:t>경영 컨설턴트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52000" y="864000"/>
            <a:ext cx="230400" cy="14400"/>
          </a:xfrm>
          <a:prstGeom prst="rect">
            <a:avLst/>
          </a:prstGeom>
          <a:solidFill>
            <a:srgbClr val="6991B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252000" y="1044000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4F6D8F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96000" y="1044000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3A5E88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52000" y="1212911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4F6D8F"/>
                </a:solidFill>
                <a:latin typeface="맑은 고딕"/>
                <a:ea typeface="맑은 고딕"/>
              </a:rPr>
              <a:t>E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396000" y="1212911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3A5E88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52000" y="1381822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4F6D8F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396000" y="1381822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3A5E88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800" cy="1800000"/>
          </a:xfrm>
          <a:prstGeom prst="rect">
            <a:avLst/>
          </a:prstGeom>
          <a:solidFill>
            <a:srgbClr val="8F403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432000"/>
            <a:ext cx="2016000" cy="25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465"/>
              </a:lnSpc>
            </a:pPr>
            <a:r>
              <a:rPr sz="1700" b="1">
                <a:solidFill>
                  <a:srgbClr val="3A5E88"/>
                </a:solidFill>
                <a:latin typeface="맑은 고딕"/>
                <a:ea typeface="맑은 고딕"/>
              </a:rPr>
              <a:t>소속 · 브랜드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878400"/>
            <a:ext cx="2016000" cy="5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0">
                <a:solidFill>
                  <a:srgbClr val="5E6F82"/>
                </a:solidFill>
                <a:latin typeface="맑은 고딕"/>
                <a:ea typeface="맑은 고딕"/>
              </a:rPr>
              <a:t>일은 간결하게, 소통은 충분하게</a:t>
            </a:r>
          </a:p>
        </p:txBody>
      </p:sp>
      <p:sp>
        <p:nvSpPr>
          <p:cNvPr id="5" name="Rectangle 4"/>
          <p:cNvSpPr/>
          <p:nvPr/>
        </p:nvSpPr>
        <p:spPr>
          <a:xfrm>
            <a:off x="2520000" y="1080000"/>
            <a:ext cx="504000" cy="504000"/>
          </a:xfrm>
          <a:prstGeom prst="rect">
            <a:avLst/>
          </a:prstGeom>
          <a:noFill/>
          <a:ln w="9000">
            <a:solidFill>
              <a:srgbClr val="8F403D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2520000" y="1080000"/>
            <a:ext cx="504000" cy="50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5E6F82"/>
                </a:solidFill>
                <a:latin typeface="맑은 고딕"/>
                <a:ea typeface="맑은 고딕"/>
              </a:rPr>
              <a:t>QR</a:t>
            </a:r>
          </a:p>
        </p:txBody>
      </p:sp>
      <p:sp>
        <p:nvSpPr>
          <p:cNvPr id="7" name="Rectangle 6"/>
          <p:cNvSpPr/>
          <p:nvPr/>
        </p:nvSpPr>
        <p:spPr>
          <a:xfrm>
            <a:off x="252000" y="763200"/>
            <a:ext cx="201600" cy="14400"/>
          </a:xfrm>
          <a:prstGeom prst="rect">
            <a:avLst/>
          </a:prstGeom>
          <a:solidFill>
            <a:srgbClr val="8F403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655360" y="451440"/>
            <a:ext cx="64800" cy="116640"/>
          </a:xfrm>
          <a:prstGeom prst="roundRect">
            <a:avLst>
              <a:gd name="adj" fmla="val 10000"/>
            </a:avLst>
          </a:prstGeom>
          <a:solidFill>
            <a:srgbClr val="8F403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739600" y="386640"/>
            <a:ext cx="64800" cy="181440"/>
          </a:xfrm>
          <a:prstGeom prst="roundRect">
            <a:avLst>
              <a:gd name="adj" fmla="val 10000"/>
            </a:avLst>
          </a:prstGeom>
          <a:solidFill>
            <a:srgbClr val="E0CAC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823840" y="308880"/>
            <a:ext cx="64800" cy="259200"/>
          </a:xfrm>
          <a:prstGeom prst="roundRect">
            <a:avLst>
              <a:gd name="adj" fmla="val 10000"/>
            </a:avLst>
          </a:prstGeom>
          <a:solidFill>
            <a:srgbClr val="8F403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2629440" y="581040"/>
            <a:ext cx="285120" cy="0"/>
          </a:xfrm>
          <a:prstGeom prst="line">
            <a:avLst/>
          </a:prstGeom>
          <a:ln w="12960">
            <a:solidFill>
              <a:srgbClr val="E0CAC9"/>
            </a:solidFill>
          </a:ln>
        </p:spPr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경영 컨설턴트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