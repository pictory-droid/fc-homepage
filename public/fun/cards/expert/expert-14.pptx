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52000" cy="1800000"/>
          </a:xfrm>
          <a:prstGeom prst="rect">
            <a:avLst/>
          </a:prstGeom>
          <a:solidFill>
            <a:srgbClr val="C647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5200" y="619200"/>
            <a:ext cx="561600" cy="561600"/>
          </a:xfrm>
          <a:prstGeom prst="ellipse">
            <a:avLst/>
          </a:prstGeom>
          <a:noFill/>
          <a:ln w="108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16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930"/>
              </a:lnSpc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</a:rPr>
              <a:t>신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404000" y="223200"/>
            <a:ext cx="1584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A3A9B5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404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신태민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경영 컨설턴트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1404000" y="1195200"/>
            <a:ext cx="144000" cy="18000"/>
          </a:xfrm>
          <a:prstGeom prst="rect">
            <a:avLst/>
          </a:prstGeom>
          <a:solidFill>
            <a:srgbClr val="C647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04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735200" y="13176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04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735200" y="1447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404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735200" y="15768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E7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324000"/>
            <a:ext cx="2520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2151C"/>
                </a:solidFill>
                <a:latin typeface="맑은 고딕"/>
                <a:ea typeface="맑은 고딕"/>
              </a:rPr>
              <a:t>일은 간결하게, 소통은 충분하게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76000"/>
            <a:ext cx="3240000" cy="324000"/>
          </a:xfrm>
          <a:prstGeom prst="rect">
            <a:avLst/>
          </a:prstGeom>
          <a:solidFill>
            <a:srgbClr val="B512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569600"/>
            <a:ext cx="1872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FFFFFF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5" name="Oval 4"/>
          <p:cNvSpPr/>
          <p:nvPr/>
        </p:nvSpPr>
        <p:spPr>
          <a:xfrm>
            <a:off x="2714400" y="1616400"/>
            <a:ext cx="43200" cy="43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822400" y="1616400"/>
            <a:ext cx="43200" cy="43200"/>
          </a:xfrm>
          <a:prstGeom prst="ellipse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30400" y="1616400"/>
            <a:ext cx="43200" cy="43200"/>
          </a:xfrm>
          <a:prstGeom prst="ellipse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경영 컨설턴트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