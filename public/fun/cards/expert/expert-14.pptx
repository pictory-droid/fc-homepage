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C647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1429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5014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01429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01429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