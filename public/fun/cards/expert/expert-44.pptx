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당신의 목표에 맞춰 설계합니다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