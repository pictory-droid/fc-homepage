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E0C8D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2845440" y="1406736"/>
            <a:ext cx="69264" cy="69264"/>
          </a:xfrm>
          <a:prstGeom prst="line">
            <a:avLst/>
          </a:prstGeom>
          <a:ln w="21312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845440" y="1476000"/>
            <a:ext cx="69264" cy="69264"/>
          </a:xfrm>
          <a:prstGeom prst="line">
            <a:avLst/>
          </a:prstGeom>
          <a:ln w="21312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89296" y="1406736"/>
            <a:ext cx="69264" cy="69264"/>
          </a:xfrm>
          <a:prstGeom prst="line">
            <a:avLst/>
          </a:prstGeom>
          <a:ln w="21312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2989296" y="1476000"/>
            <a:ext cx="69264" cy="69264"/>
          </a:xfrm>
          <a:prstGeom prst="line">
            <a:avLst/>
          </a:prstGeom>
          <a:ln w="21312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688" y="1385424"/>
            <a:ext cx="42624" cy="181152"/>
          </a:xfrm>
          <a:prstGeom prst="line">
            <a:avLst/>
          </a:prstGeom>
          <a:ln w="18648">
            <a:solidFill>
              <a:srgbClr val="737373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5B7168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143D30"/>
                </a:solidFill>
                <a:latin typeface="맑은 고딕"/>
                <a:ea typeface="맑은 고딕"/>
              </a:rPr>
              <a:t>연주혁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913B83"/>
                </a:solidFill>
                <a:latin typeface="맑은 고딕"/>
                <a:ea typeface="맑은 고딕"/>
              </a:rPr>
              <a:t>경영 컨설턴트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913B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13B83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3D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13B83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3D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13B83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3D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396000" y="759600"/>
            <a:ext cx="140400" cy="140400"/>
          </a:xfrm>
          <a:prstGeom prst="line">
            <a:avLst/>
          </a:prstGeom>
          <a:ln w="432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96000" y="900000"/>
            <a:ext cx="140400" cy="140400"/>
          </a:xfrm>
          <a:prstGeom prst="line">
            <a:avLst/>
          </a:prstGeom>
          <a:ln w="432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687600" y="759600"/>
            <a:ext cx="140400" cy="140400"/>
          </a:xfrm>
          <a:prstGeom prst="line">
            <a:avLst/>
          </a:prstGeom>
          <a:ln w="432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>
            <a:off x="687600" y="900000"/>
            <a:ext cx="140400" cy="140400"/>
          </a:xfrm>
          <a:prstGeom prst="line">
            <a:avLst/>
          </a:prstGeom>
          <a:ln w="432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568800" y="716400"/>
            <a:ext cx="86400" cy="367200"/>
          </a:xfrm>
          <a:prstGeom prst="line">
            <a:avLst/>
          </a:prstGeom>
          <a:ln w="37800">
            <a:solidFill>
              <a:srgbClr val="80808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143D30"/>
                </a:solidFill>
                <a:latin typeface="맑은 고딕"/>
                <a:ea typeface="맑은 고딕"/>
              </a:rPr>
              <a:t>당신의 목표에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143D30"/>
                </a:solidFill>
                <a:latin typeface="맑은 고딕"/>
                <a:ea typeface="맑은 고딕"/>
              </a:rPr>
              <a:t>맞춰 설계합니다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577269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