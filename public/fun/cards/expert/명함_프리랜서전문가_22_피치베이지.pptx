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DCD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E8B7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E8B7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3544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0" y="0"/>
                </a:moveTo>
                <a:lnTo>
                  <a:pt x="158400" y="28800"/>
                </a:lnTo>
                <a:lnTo>
                  <a:pt x="158400" y="230400"/>
                </a:lnTo>
                <a:lnTo>
                  <a:pt x="0" y="201600"/>
                </a:lnTo>
                <a:close/>
              </a:path>
            </a:pathLst>
          </a:cu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527200" y="943200"/>
            <a:ext cx="158400" cy="230400"/>
          </a:xfrm>
          <a:custGeom>
            <a:avLst/>
            <a:gdLst/>
            <a:ahLst/>
            <a:cxnLst/>
            <a:rect l="l" t="t" r="r" b="b"/>
            <a:pathLst>
              <a:path w="158400" h="230400">
                <a:moveTo>
                  <a:pt x="158400" y="0"/>
                </a:moveTo>
                <a:lnTo>
                  <a:pt x="0" y="28800"/>
                </a:lnTo>
                <a:lnTo>
                  <a:pt x="0" y="230400"/>
                </a:lnTo>
                <a:lnTo>
                  <a:pt x="158400" y="201600"/>
                </a:lnTo>
                <a:close/>
              </a:path>
            </a:pathLst>
          </a:custGeom>
          <a:solidFill>
            <a:srgbClr val="826C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B4A82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C696D"/>
                </a:solidFill>
                <a:latin typeface="맑은 고딕"/>
                <a:ea typeface="맑은 고딕"/>
              </a:rPr>
              <a:t>번역가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D4C4BC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96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96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696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" y="540000"/>
            <a:ext cx="684000" cy="1260000"/>
          </a:xfrm>
          <a:prstGeom prst="rect">
            <a:avLst/>
          </a:pr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" y="198000"/>
            <a:ext cx="684000" cy="342000"/>
          </a:xfrm>
          <a:custGeom>
            <a:avLst/>
            <a:gdLst/>
            <a:ahLst/>
            <a:cxnLst/>
            <a:rect l="l" t="t" r="r" b="b"/>
            <a:pathLst>
              <a:path w="684000" h="342000">
                <a:moveTo>
                  <a:pt x="0" y="342000"/>
                </a:moveTo>
                <a:lnTo>
                  <a:pt x="2926" y="297360"/>
                </a:lnTo>
                <a:lnTo>
                  <a:pt x="11653" y="253484"/>
                </a:lnTo>
                <a:lnTo>
                  <a:pt x="26033" y="211122"/>
                </a:lnTo>
                <a:lnTo>
                  <a:pt x="45819" y="171000"/>
                </a:lnTo>
                <a:lnTo>
                  <a:pt x="70673" y="133804"/>
                </a:lnTo>
                <a:lnTo>
                  <a:pt x="100169" y="100169"/>
                </a:lnTo>
                <a:lnTo>
                  <a:pt x="133804" y="70673"/>
                </a:lnTo>
                <a:lnTo>
                  <a:pt x="171000" y="45819"/>
                </a:lnTo>
                <a:lnTo>
                  <a:pt x="211122" y="26033"/>
                </a:lnTo>
                <a:lnTo>
                  <a:pt x="253484" y="11653"/>
                </a:lnTo>
                <a:lnTo>
                  <a:pt x="297360" y="2926"/>
                </a:lnTo>
                <a:lnTo>
                  <a:pt x="342000" y="0"/>
                </a:lnTo>
                <a:lnTo>
                  <a:pt x="386640" y="2926"/>
                </a:lnTo>
                <a:lnTo>
                  <a:pt x="430516" y="11653"/>
                </a:lnTo>
                <a:lnTo>
                  <a:pt x="472878" y="26033"/>
                </a:lnTo>
                <a:lnTo>
                  <a:pt x="513000" y="45819"/>
                </a:lnTo>
                <a:lnTo>
                  <a:pt x="550196" y="70673"/>
                </a:lnTo>
                <a:lnTo>
                  <a:pt x="583831" y="100169"/>
                </a:lnTo>
                <a:lnTo>
                  <a:pt x="613327" y="133804"/>
                </a:lnTo>
                <a:lnTo>
                  <a:pt x="638181" y="171000"/>
                </a:lnTo>
                <a:lnTo>
                  <a:pt x="657967" y="211122"/>
                </a:lnTo>
                <a:lnTo>
                  <a:pt x="672347" y="253484"/>
                </a:lnTo>
                <a:lnTo>
                  <a:pt x="681074" y="297360"/>
                </a:lnTo>
                <a:lnTo>
                  <a:pt x="684000" y="342000"/>
                </a:lnTo>
                <a:close/>
              </a:path>
            </a:pathLst>
          </a:custGeom>
          <a:solidFill>
            <a:srgbClr val="4B659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99024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0" y="0"/>
                </a:moveTo>
                <a:lnTo>
                  <a:pt x="152064" y="27648"/>
                </a:lnTo>
                <a:lnTo>
                  <a:pt x="152064" y="221184"/>
                </a:lnTo>
                <a:lnTo>
                  <a:pt x="0" y="193536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64912" y="947232"/>
            <a:ext cx="152064" cy="221184"/>
          </a:xfrm>
          <a:custGeom>
            <a:avLst/>
            <a:gdLst/>
            <a:ahLst/>
            <a:cxnLst/>
            <a:rect l="l" t="t" r="r" b="b"/>
            <a:pathLst>
              <a:path w="152064" h="221184">
                <a:moveTo>
                  <a:pt x="152064" y="0"/>
                </a:moveTo>
                <a:lnTo>
                  <a:pt x="0" y="27648"/>
                </a:lnTo>
                <a:lnTo>
                  <a:pt x="0" y="221184"/>
                </a:lnTo>
                <a:lnTo>
                  <a:pt x="152064" y="193536"/>
                </a:lnTo>
                <a:close/>
              </a:path>
            </a:pathLst>
          </a:custGeom>
          <a:solidFill>
            <a:srgbClr val="A5B2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118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D3763F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7" name="Oval 6"/>
          <p:cNvSpPr/>
          <p:nvPr/>
        </p:nvSpPr>
        <p:spPr>
          <a:xfrm>
            <a:off x="1191600" y="4896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29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9" name="Oval 8"/>
          <p:cNvSpPr/>
          <p:nvPr/>
        </p:nvSpPr>
        <p:spPr>
          <a:xfrm>
            <a:off x="1191600" y="712800"/>
            <a:ext cx="43200" cy="43200"/>
          </a:xfrm>
          <a:prstGeom prst="ellipse">
            <a:avLst/>
          </a:prstGeom>
          <a:solidFill>
            <a:srgbClr val="DB8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129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번역</a:t>
            </a:r>
          </a:p>
        </p:txBody>
      </p:sp>
      <p:sp>
        <p:nvSpPr>
          <p:cNvPr id="11" name="Oval 10"/>
          <p:cNvSpPr/>
          <p:nvPr/>
        </p:nvSpPr>
        <p:spPr>
          <a:xfrm>
            <a:off x="1191600" y="936000"/>
            <a:ext cx="43200" cy="43200"/>
          </a:xfrm>
          <a:prstGeom prst="ellipse">
            <a:avLst/>
          </a:prstGeom>
          <a:solidFill>
            <a:srgbClr val="2B4A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129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강의 · 특강</a:t>
            </a:r>
          </a:p>
        </p:txBody>
      </p:sp>
      <p:sp>
        <p:nvSpPr>
          <p:cNvPr id="13" name="Oval 12"/>
          <p:cNvSpPr/>
          <p:nvPr/>
        </p:nvSpPr>
        <p:spPr>
          <a:xfrm>
            <a:off x="1191600" y="1159200"/>
            <a:ext cx="43200" cy="43200"/>
          </a:xfrm>
          <a:prstGeom prst="ellipse">
            <a:avLst/>
          </a:prstGeom>
          <a:solidFill>
            <a:srgbClr val="DB8E6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296000" y="1101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B2230"/>
                </a:solidFill>
                <a:latin typeface="맑은 고딕"/>
                <a:ea typeface="맑은 고딕"/>
              </a:rPr>
              <a:t>자문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000" y="1440000"/>
            <a:ext cx="18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1188000" y="1512000"/>
            <a:ext cx="1872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온라인 상담 가능  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번역가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