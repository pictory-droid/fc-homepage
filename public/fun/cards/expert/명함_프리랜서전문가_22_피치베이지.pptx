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C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E8B7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E8B7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544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0" y="0"/>
                </a:moveTo>
                <a:lnTo>
                  <a:pt x="158400" y="28800"/>
                </a:lnTo>
                <a:lnTo>
                  <a:pt x="158400" y="230400"/>
                </a:lnTo>
                <a:lnTo>
                  <a:pt x="0" y="20160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5272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158400" y="0"/>
                </a:moveTo>
                <a:lnTo>
                  <a:pt x="0" y="28800"/>
                </a:lnTo>
                <a:lnTo>
                  <a:pt x="0" y="230400"/>
                </a:lnTo>
                <a:lnTo>
                  <a:pt x="158400" y="201600"/>
                </a:lnTo>
                <a:close/>
              </a:path>
            </a:pathLst>
          </a:custGeom>
          <a:solidFill>
            <a:srgbClr val="826C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696D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96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96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96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99024" y="947232"/>
            <a:ext cx="152064" cy="221184"/>
          </a:xfrm>
          <a:custGeom>
            <a:avLst/>
            <a:gdLst/>
            <a:ahLst/>
            <a:cxnLst/>
            <a:rect l="l" t="t" r="r" b="b"/>
            <a:pathLst>
              <a:path w="152064" h="221184">
                <a:moveTo>
                  <a:pt x="0" y="0"/>
                </a:moveTo>
                <a:lnTo>
                  <a:pt x="152064" y="27648"/>
                </a:lnTo>
                <a:lnTo>
                  <a:pt x="152064" y="221184"/>
                </a:lnTo>
                <a:lnTo>
                  <a:pt x="0" y="193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64912" y="947232"/>
            <a:ext cx="152064" cy="221184"/>
          </a:xfrm>
          <a:custGeom>
            <a:avLst/>
            <a:gdLst/>
            <a:ahLst/>
            <a:cxnLst/>
            <a:rect l="l" t="t" r="r" b="b"/>
            <a:pathLst>
              <a:path w="152064" h="221184">
                <a:moveTo>
                  <a:pt x="152064" y="0"/>
                </a:moveTo>
                <a:lnTo>
                  <a:pt x="0" y="27648"/>
                </a:lnTo>
                <a:lnTo>
                  <a:pt x="0" y="221184"/>
                </a:lnTo>
                <a:lnTo>
                  <a:pt x="152064" y="193536"/>
                </a:lnTo>
                <a:close/>
              </a:path>
            </a:pathLst>
          </a:custGeom>
          <a:solidFill>
            <a:srgbClr val="A5B2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3763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7" name="Oval 6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DB8E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DB8E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온라인 상담 가능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