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144000"/>
            <a:ext cx="201600" cy="216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736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윤시우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16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교육 컨설턴트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304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0512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1232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00000" y="11016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2744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3464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00000" y="13248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4976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00000" y="15480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7208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540000"/>
            <a:ext cx="28800" cy="7200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424800" y="612000"/>
            <a:ext cx="21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배움을 나누는 즐거움으로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4248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