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7D706B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76992" y="430704"/>
            <a:ext cx="38016" cy="218592"/>
          </a:xfrm>
          <a:prstGeom prst="rect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376992" y="430704"/>
            <a:ext cx="38016" cy="218592"/>
          </a:xfrm>
          <a:prstGeom prst="rect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376992" y="430704"/>
            <a:ext cx="38016" cy="218592"/>
          </a:xfrm>
          <a:prstGeom prst="rect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376992" y="430704"/>
            <a:ext cx="38016" cy="218592"/>
          </a:xfrm>
          <a:prstGeom prst="rect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9472" y="473472"/>
            <a:ext cx="133056" cy="133056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7488" y="511488"/>
            <a:ext cx="57024" cy="5702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55A47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422D24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5A47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22D24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5A47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22D24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5A4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22D2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2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A788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604F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59840" y="1360080"/>
            <a:ext cx="40320" cy="23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2859840" y="1360080"/>
            <a:ext cx="40320" cy="23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2859840" y="1360080"/>
            <a:ext cx="40320" cy="23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2859840" y="1360080"/>
            <a:ext cx="40320" cy="23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09440" y="1405440"/>
            <a:ext cx="141120" cy="141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49760" y="1445760"/>
            <a:ext cx="60480" cy="60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배움을 나누는 즐거움으로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BDB6B2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