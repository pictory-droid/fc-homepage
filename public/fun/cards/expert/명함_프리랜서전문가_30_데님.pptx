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C9D1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C9D1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C9D1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3E5C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3E5C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3E5C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4313F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남OO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4313F"/>
                </a:solidFill>
                <a:latin typeface="맑은 고딕"/>
                <a:ea typeface="맑은 고딕"/>
              </a:rPr>
              <a:t>프로젝트 매니저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3E5C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4313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4313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4313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555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D8C9B5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FFFFF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C8B297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웹 개발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A27E4F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C8B297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앱 개발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A27E4F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C8B297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컨설팅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A27E4F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C8B297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기술 문서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A27E4F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D8C9B5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D8C9B5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