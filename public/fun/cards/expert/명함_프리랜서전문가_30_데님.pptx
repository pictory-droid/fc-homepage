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F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C9D1D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C9D1D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C9D1D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3E5C7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3E5C7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3E5C7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24313F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남OO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24313F"/>
                </a:solidFill>
                <a:latin typeface="맑은 고딕"/>
                <a:ea typeface="맑은 고딕"/>
              </a:rPr>
              <a:t>프로젝트 매니저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3E5C7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4313F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4313F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4313F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555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D8C9B5"/>
                </a:solidFill>
                <a:latin typeface="맑은 고딕"/>
                <a:ea typeface="맑은 고딕"/>
              </a:rPr>
              <a:t>전문 분야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60000"/>
            <a:ext cx="2736000" cy="0"/>
          </a:xfrm>
          <a:prstGeom prst="line">
            <a:avLst/>
          </a:prstGeom>
          <a:ln w="4320">
            <a:solidFill>
              <a:srgbClr val="FFFFFF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464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C8B297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576000" y="4320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웹 개발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00" y="640800"/>
            <a:ext cx="2412000" cy="0"/>
          </a:xfrm>
          <a:prstGeom prst="line">
            <a:avLst/>
          </a:prstGeom>
          <a:ln w="3600">
            <a:solidFill>
              <a:srgbClr val="A27E4F"/>
            </a:solidFill>
            <a:prstDash val="dash"/>
          </a:ln>
        </p:spPr>
      </p:cxnSp>
      <p:sp>
        <p:nvSpPr>
          <p:cNvPr id="7" name="텍스트"/>
          <p:cNvSpPr txBox="1"/>
          <p:nvPr/>
        </p:nvSpPr>
        <p:spPr>
          <a:xfrm>
            <a:off x="252000" y="6840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C8B297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76000" y="6696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앱 개발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76000" y="878400"/>
            <a:ext cx="2412000" cy="0"/>
          </a:xfrm>
          <a:prstGeom prst="line">
            <a:avLst/>
          </a:prstGeom>
          <a:ln w="3600">
            <a:solidFill>
              <a:srgbClr val="A27E4F"/>
            </a:solidFill>
            <a:prstDash val="dash"/>
          </a:ln>
        </p:spPr>
      </p:cxnSp>
      <p:sp>
        <p:nvSpPr>
          <p:cNvPr id="10" name="텍스트"/>
          <p:cNvSpPr txBox="1"/>
          <p:nvPr/>
        </p:nvSpPr>
        <p:spPr>
          <a:xfrm>
            <a:off x="252000" y="9216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C8B297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76000" y="9072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컨설팅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6000" y="1116000"/>
            <a:ext cx="2412000" cy="0"/>
          </a:xfrm>
          <a:prstGeom prst="line">
            <a:avLst/>
          </a:prstGeom>
          <a:ln w="3600">
            <a:solidFill>
              <a:srgbClr val="A27E4F"/>
            </a:solidFill>
            <a:prstDash val="dash"/>
          </a:ln>
        </p:spPr>
      </p:cxnSp>
      <p:sp>
        <p:nvSpPr>
          <p:cNvPr id="13" name="텍스트"/>
          <p:cNvSpPr txBox="1"/>
          <p:nvPr/>
        </p:nvSpPr>
        <p:spPr>
          <a:xfrm>
            <a:off x="252000" y="11592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C8B297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1448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기술 문서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000" y="1353600"/>
            <a:ext cx="2412000" cy="0"/>
          </a:xfrm>
          <a:prstGeom prst="line">
            <a:avLst/>
          </a:prstGeom>
          <a:ln w="3600">
            <a:solidFill>
              <a:srgbClr val="A27E4F"/>
            </a:solidFill>
            <a:prstDash val="dash"/>
          </a:ln>
        </p:spPr>
      </p:cxnSp>
      <p:sp>
        <p:nvSpPr>
          <p:cNvPr id="16" name="텍스트"/>
          <p:cNvSpPr txBox="1"/>
          <p:nvPr/>
        </p:nvSpPr>
        <p:spPr>
          <a:xfrm>
            <a:off x="252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0">
                <a:solidFill>
                  <a:srgbClr val="D8C9B5"/>
                </a:solidFill>
                <a:latin typeface="맑은 고딕"/>
                <a:ea typeface="맑은 고딕"/>
              </a:rPr>
              <a:t>온라인 상담 가능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D8C9B5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프로젝트 매니저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