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0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C8D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C8D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C982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C8D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C8D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C982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C8D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C8D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C8D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C8D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C982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C8D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C982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C8D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C8D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C8D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C8D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C982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C8D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C982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C8D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C8D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C8D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C8D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C982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C8D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C8D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C982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C8D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C8D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C8D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C982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C8D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C8D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C982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C8D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06E5D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방OO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24363"/>
                </a:solidFill>
                <a:latin typeface="맑은 고딕"/>
                <a:ea typeface="맑은 고딕"/>
              </a:rPr>
              <a:t>교육 컨설턴트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C8D4EC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2436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2436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2436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D0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6A64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770BE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550090" cy="208800"/>
          </a:xfrm>
          <a:prstGeom prst="roundRect">
            <a:avLst>
              <a:gd name="adj" fmla="val 50000"/>
            </a:avLst>
          </a:prstGeom>
          <a:solidFill>
            <a:srgbClr val="6A64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550090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6890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866890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카피라이팅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68903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6A64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568903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교육 설계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70916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270916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9565E"/>
                </a:solidFill>
                <a:latin typeface="맑은 고딕"/>
                <a:ea typeface="맑은 고딕"/>
              </a:rPr>
              <a:t>사전 예약 상담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 컨설턴트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