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C8D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06E5D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24363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C8D4EC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436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0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6A64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770BE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6A64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68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8668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68903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6A64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568903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0916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5E8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270916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9565E"/>
                </a:solidFill>
                <a:latin typeface="맑은 고딕"/>
                <a:ea typeface="맑은 고딕"/>
              </a:rPr>
              <a:t>사전 예약 상담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