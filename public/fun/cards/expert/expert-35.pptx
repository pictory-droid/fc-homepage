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D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1F402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402C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F402C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402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402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402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4CD96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4CD96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4CD96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4CD964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