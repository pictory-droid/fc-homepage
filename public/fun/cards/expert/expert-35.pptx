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72A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7200" y="403200"/>
            <a:ext cx="993600" cy="993600"/>
          </a:xfrm>
          <a:prstGeom prst="ellipse">
            <a:avLst/>
          </a:prstGeom>
          <a:noFill/>
          <a:ln w="14400">
            <a:solidFill>
              <a:srgbClr val="B54C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9200" y="475200"/>
            <a:ext cx="849600" cy="849600"/>
          </a:xfrm>
          <a:prstGeom prst="ellipse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9200" y="612000"/>
            <a:ext cx="8496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959"/>
              </a:lnSpc>
            </a:pPr>
            <a:r>
              <a:rPr sz="4800" b="1">
                <a:solidFill>
                  <a:srgbClr val="595959"/>
                </a:solidFill>
                <a:latin typeface="맑은 고딕"/>
                <a:ea typeface="맑은 고딕"/>
              </a:rPr>
              <a:t>탁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332000" y="223200"/>
            <a:ext cx="172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E9CBD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332000" y="424800"/>
            <a:ext cx="1728000" cy="297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 spc="50">
                <a:solidFill>
                  <a:srgbClr val="FFFFFF"/>
                </a:solidFill>
                <a:latin typeface="맑은 고딕"/>
                <a:ea typeface="맑은 고딕"/>
              </a:rPr>
              <a:t>탁서아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332000" y="7056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F4CDD3"/>
                </a:solidFill>
                <a:latin typeface="맑은 고딕"/>
                <a:ea typeface="맑은 고딕"/>
              </a:rPr>
              <a:t>카피라이터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2000" y="907200"/>
            <a:ext cx="201600" cy="14400"/>
          </a:xfrm>
          <a:prstGeom prst="rec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32000" y="1051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4CDD3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76000" y="10512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332000" y="1220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4CDD3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76000" y="12201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332000" y="1389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4CDD3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76000" y="13890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49760" y="995040"/>
            <a:ext cx="316800" cy="570240"/>
          </a:xfrm>
          <a:prstGeom prst="roundRect">
            <a:avLst>
              <a:gd name="adj" fmla="val 10000"/>
            </a:avLst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61600" y="678240"/>
            <a:ext cx="316800" cy="887040"/>
          </a:xfrm>
          <a:prstGeom prst="roundRect">
            <a:avLst>
              <a:gd name="adj" fmla="val 10000"/>
            </a:avLst>
          </a:prstGeom>
          <a:solidFill>
            <a:srgbClr val="C8E0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73440" y="298080"/>
            <a:ext cx="316800" cy="1267200"/>
          </a:xfrm>
          <a:prstGeom prst="roundRect">
            <a:avLst>
              <a:gd name="adj" fmla="val 10000"/>
            </a:avLst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23040" y="1628640"/>
            <a:ext cx="1393920" cy="0"/>
          </a:xfrm>
          <a:prstGeom prst="line">
            <a:avLst/>
          </a:prstGeom>
          <a:ln w="63360">
            <a:solidFill>
              <a:srgbClr val="C8E0D0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BF8F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396000" y="612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7A1F2E"/>
                </a:solidFill>
                <a:latin typeface="바탕"/>
                <a:ea typeface="바탕"/>
              </a:rPr>
              <a:t>마감 하루 전에 도착하는 사람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2000" y="1173600"/>
            <a:ext cx="216000" cy="1080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360000" y="128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966068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카피라이터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