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0E1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F402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F402C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40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40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F40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마감 하루 전에 도착하는 사람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