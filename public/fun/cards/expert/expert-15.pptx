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F8EB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7D6B5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5B3D15"/>
                </a:solidFill>
                <a:latin typeface="바탕"/>
                <a:ea typeface="바탕"/>
              </a:rPr>
              <a:t>권다은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46323"/>
                </a:solidFill>
                <a:latin typeface="맑은 고딕"/>
                <a:ea typeface="맑은 고딕"/>
              </a:rPr>
              <a:t>카피라이터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4632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4632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4632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3D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3B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5B3D15"/>
                </a:solidFill>
                <a:latin typeface="맑은 고딕"/>
                <a:ea typeface="맑은 고딕"/>
              </a:rPr>
              <a:t>문제의 본질부터 찾겠습니다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3B8B91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7D6B5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Freeform 6"/>
          <p:cNvSpPr/>
          <p:nvPr/>
        </p:nvSpPr>
        <p:spPr>
          <a:xfrm>
            <a:off x="15372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0" y="0"/>
                </a:moveTo>
                <a:lnTo>
                  <a:pt x="79200" y="14400"/>
                </a:lnTo>
                <a:lnTo>
                  <a:pt x="79200" y="115200"/>
                </a:lnTo>
                <a:lnTo>
                  <a:pt x="0" y="100800"/>
                </a:lnTo>
                <a:close/>
              </a:path>
            </a:pathLst>
          </a:custGeom>
          <a:solidFill>
            <a:srgbClr val="3B8B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1623600" y="273600"/>
            <a:ext cx="79200" cy="115200"/>
          </a:xfrm>
          <a:custGeom>
            <a:avLst/>
            <a:gdLst/>
            <a:ahLst/>
            <a:cxnLst/>
            <a:rect l="l" t="t" r="r" b="b"/>
            <a:pathLst>
              <a:path w="79200" h="115200">
                <a:moveTo>
                  <a:pt x="79200" y="0"/>
                </a:moveTo>
                <a:lnTo>
                  <a:pt x="0" y="14400"/>
                </a:lnTo>
                <a:lnTo>
                  <a:pt x="0" y="115200"/>
                </a:lnTo>
                <a:lnTo>
                  <a:pt x="79200" y="100800"/>
                </a:lnTo>
                <a:close/>
              </a:path>
            </a:pathLst>
          </a:custGeom>
          <a:solidFill>
            <a:srgbClr val="C8DF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