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FF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문제의 본질부터 찾겠습니다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C3747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