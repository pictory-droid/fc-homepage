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82A2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3CCC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82A23"/>
                </a:solidFill>
                <a:latin typeface="맑은 고딕"/>
                <a:ea typeface="맑은 고딕"/>
              </a:rPr>
              <a:t>카피라이터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3CCC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82A2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82A2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82A2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5F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ECCC9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60000"/>
            <a:ext cx="2736000" cy="0"/>
          </a:xfrm>
          <a:prstGeom prst="line">
            <a:avLst/>
          </a:prstGeom>
          <a:ln w="4320">
            <a:solidFill>
              <a:srgbClr val="FFFFF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464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AB7B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576000" y="4320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번역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640800"/>
            <a:ext cx="2412000" cy="0"/>
          </a:xfrm>
          <a:prstGeom prst="line">
            <a:avLst/>
          </a:prstGeom>
          <a:ln w="3600">
            <a:solidFill>
              <a:srgbClr val="8B857F"/>
            </a:solidFill>
            <a:prstDash val="dash"/>
          </a:ln>
        </p:spPr>
      </p:cxnSp>
      <p:sp>
        <p:nvSpPr>
          <p:cNvPr id="7" name="텍스트"/>
          <p:cNvSpPr txBox="1"/>
          <p:nvPr/>
        </p:nvSpPr>
        <p:spPr>
          <a:xfrm>
            <a:off x="252000" y="6840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AB7B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76000" y="6696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6000" y="878400"/>
            <a:ext cx="2412000" cy="0"/>
          </a:xfrm>
          <a:prstGeom prst="line">
            <a:avLst/>
          </a:prstGeom>
          <a:ln w="3600">
            <a:solidFill>
              <a:srgbClr val="8B857F"/>
            </a:solidFill>
            <a:prstDash val="dash"/>
          </a:ln>
        </p:spPr>
      </p:cxnSp>
      <p:sp>
        <p:nvSpPr>
          <p:cNvPr id="10" name="텍스트"/>
          <p:cNvSpPr txBox="1"/>
          <p:nvPr/>
        </p:nvSpPr>
        <p:spPr>
          <a:xfrm>
            <a:off x="252000" y="9216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AB7B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76000" y="9072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컨설팅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1116000"/>
            <a:ext cx="2412000" cy="0"/>
          </a:xfrm>
          <a:prstGeom prst="line">
            <a:avLst/>
          </a:prstGeom>
          <a:ln w="3600">
            <a:solidFill>
              <a:srgbClr val="8B857F"/>
            </a:solidFill>
            <a:prstDash val="dash"/>
          </a:ln>
        </p:spPr>
      </p:cxnSp>
      <p:sp>
        <p:nvSpPr>
          <p:cNvPr id="13" name="텍스트"/>
          <p:cNvSpPr txBox="1"/>
          <p:nvPr/>
        </p:nvSpPr>
        <p:spPr>
          <a:xfrm>
            <a:off x="252000" y="1159200"/>
            <a:ext cx="36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1">
                <a:solidFill>
                  <a:srgbClr val="BAB7B3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144800"/>
            <a:ext cx="1800000" cy="18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1353600"/>
            <a:ext cx="2412000" cy="0"/>
          </a:xfrm>
          <a:prstGeom prst="line">
            <a:avLst/>
          </a:prstGeom>
          <a:ln w="3600">
            <a:solidFill>
              <a:srgbClr val="8B857F"/>
            </a:solidFill>
            <a:prstDash val="dash"/>
          </a:ln>
        </p:spPr>
      </p:cxnSp>
      <p:sp>
        <p:nvSpPr>
          <p:cNvPr id="16" name="텍스트"/>
          <p:cNvSpPr txBox="1"/>
          <p:nvPr/>
        </p:nvSpPr>
        <p:spPr>
          <a:xfrm>
            <a:off x="252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0">
                <a:solidFill>
                  <a:srgbClr val="CECCC9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26400"/>
            <a:ext cx="136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CECCC9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카피라이터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