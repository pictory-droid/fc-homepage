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82A2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CCC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82A23"/>
                </a:solidFill>
                <a:latin typeface="맑은 고딕"/>
                <a:ea typeface="맑은 고딕"/>
              </a:rPr>
              <a:t>카피라이터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CCC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82A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82A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82A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5F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ECCC9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B7B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8B857F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B7B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8B857F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B7B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8B857F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B7B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8B857F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CECCC9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ECCC9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