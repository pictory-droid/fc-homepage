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82A2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82A23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F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ECCC9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7B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8B857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7B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8B857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7B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8B857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7B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8B857F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ECCC9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ECCC9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