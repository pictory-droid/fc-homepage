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FFEF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오지호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번역가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기술 문서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