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1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BC2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E826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6470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7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7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7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52AB8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52AB8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52AB8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52AB8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52AB8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52AB86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52AB8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52AB8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F6C87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52AB86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4B5F62"/>
                </a:solidFill>
                <a:latin typeface="맑은 고딕"/>
                <a:ea typeface="맑은 고딕"/>
              </a:rPr>
              <a:t>메일 · 메시지 문의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