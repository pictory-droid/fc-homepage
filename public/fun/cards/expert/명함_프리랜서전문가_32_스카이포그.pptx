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C5CDD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EB8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5CDD3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77B2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A77B2E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18:00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