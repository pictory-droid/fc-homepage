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557E6F">
                    <a:alpha val="95000"/>
                  </a:srgbClr>
                </a:solidFill>
                <a:latin typeface="맑은 고딕"/>
                <a:ea typeface="맑은 고딕"/>
              </a:rPr>
              <a:t>손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DDAD6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47BA4"/>
          </a:solidFill>
          <a:ln w="3600">
            <a:solidFill>
              <a:srgbClr val="7A8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47BA4"/>
          </a:solidFill>
          <a:ln w="3600">
            <a:solidFill>
              <a:srgbClr val="7A8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B3C8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47BA4"/>
          </a:solidFill>
          <a:ln w="3600">
            <a:solidFill>
              <a:srgbClr val="7A8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B3C8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47BA4"/>
          </a:solidFill>
          <a:ln w="3600">
            <a:solidFill>
              <a:srgbClr val="7A8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7DDE8"/>
                </a:solidFill>
                <a:latin typeface="맑은 고딕"/>
                <a:ea typeface="맑은 고딕"/>
              </a:rPr>
              <a:t>메일 · 메시지 문의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