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87D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통역사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24536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