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8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4F804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29456" y="1401408"/>
            <a:ext cx="117216" cy="170496"/>
          </a:xfrm>
          <a:custGeom>
            <a:avLst/>
            <a:gdLst/>
            <a:ahLst/>
            <a:cxnLst/>
            <a:rect l="l" t="t" r="r" b="b"/>
            <a:pathLst>
              <a:path w="117216" h="170496">
                <a:moveTo>
                  <a:pt x="0" y="0"/>
                </a:moveTo>
                <a:lnTo>
                  <a:pt x="117216" y="21312"/>
                </a:lnTo>
                <a:lnTo>
                  <a:pt x="117216" y="170496"/>
                </a:lnTo>
                <a:lnTo>
                  <a:pt x="0" y="149184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957328" y="1401408"/>
            <a:ext cx="117216" cy="170496"/>
          </a:xfrm>
          <a:custGeom>
            <a:avLst/>
            <a:gdLst/>
            <a:ahLst/>
            <a:cxnLst/>
            <a:rect l="l" t="t" r="r" b="b"/>
            <a:pathLst>
              <a:path w="117216" h="170496">
                <a:moveTo>
                  <a:pt x="117216" y="0"/>
                </a:moveTo>
                <a:lnTo>
                  <a:pt x="0" y="21312"/>
                </a:lnTo>
                <a:lnTo>
                  <a:pt x="0" y="170496"/>
                </a:lnTo>
                <a:lnTo>
                  <a:pt x="117216" y="149184"/>
                </a:lnTo>
                <a:close/>
              </a:path>
            </a:pathLst>
          </a:custGeom>
          <a:solidFill>
            <a:srgbClr val="D1D1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CDAC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맹우빈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3EED3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ED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ED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EED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627200" y="439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경험을 나누며 함께 자랍니다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