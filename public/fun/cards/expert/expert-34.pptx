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41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맹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392D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12392D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39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39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39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경험을 나누며 함께 자랍니다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