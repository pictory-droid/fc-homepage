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87200" y="403200"/>
            <a:ext cx="993600" cy="993600"/>
          </a:xfrm>
          <a:prstGeom prst="ellipse">
            <a:avLst/>
          </a:prstGeom>
          <a:noFill/>
          <a:ln w="14400">
            <a:solidFill>
              <a:srgbClr val="F5D4C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259200" y="475200"/>
            <a:ext cx="849600" cy="849600"/>
          </a:xfrm>
          <a:prstGeom prst="ellipse">
            <a:avLst/>
          </a:prstGeom>
          <a:solidFill>
            <a:srgbClr val="AE432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59200" y="612000"/>
            <a:ext cx="849600" cy="57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6959"/>
              </a:lnSpc>
            </a:pPr>
            <a:r>
              <a:rPr sz="4800" b="1">
                <a:solidFill>
                  <a:srgbClr val="FFFFFF"/>
                </a:solidFill>
                <a:latin typeface="맑은 고딕"/>
                <a:ea typeface="맑은 고딕"/>
              </a:rPr>
              <a:t>정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1332000" y="223200"/>
            <a:ext cx="1728000" cy="100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87"/>
              </a:lnSpc>
            </a:pPr>
            <a:r>
              <a:rPr sz="750" b="1" spc="150">
                <a:solidFill>
                  <a:srgbClr val="8D6A62"/>
                </a:solidFill>
                <a:latin typeface="맑은 고딕"/>
                <a:ea typeface="맑은 고딕"/>
              </a:rPr>
              <a:t>소속 · 브랜드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1332000" y="424800"/>
            <a:ext cx="1728000" cy="29718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610"/>
              </a:lnSpc>
            </a:pPr>
            <a:r>
              <a:rPr sz="1800" b="1" spc="50">
                <a:solidFill>
                  <a:srgbClr val="5B2315"/>
                </a:solidFill>
                <a:latin typeface="맑은 고딕"/>
                <a:ea typeface="맑은 고딕"/>
              </a:rPr>
              <a:t>정유진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1332000" y="705600"/>
            <a:ext cx="1728000" cy="12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32"/>
              </a:lnSpc>
            </a:pPr>
            <a:r>
              <a:rPr sz="850" b="1">
                <a:solidFill>
                  <a:srgbClr val="AE4329"/>
                </a:solidFill>
                <a:latin typeface="맑은 고딕"/>
                <a:ea typeface="맑은 고딕"/>
              </a:rPr>
              <a:t>카피라이터</a:t>
            </a:r>
          </a:p>
        </p:txBody>
      </p:sp>
      <p:sp>
        <p:nvSpPr>
          <p:cNvPr id="8" name="Rectangle 7"/>
          <p:cNvSpPr/>
          <p:nvPr/>
        </p:nvSpPr>
        <p:spPr>
          <a:xfrm>
            <a:off x="1332000" y="907200"/>
            <a:ext cx="201600" cy="14400"/>
          </a:xfrm>
          <a:prstGeom prst="rect">
            <a:avLst/>
          </a:prstGeom>
          <a:solidFill>
            <a:srgbClr val="AE432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텍스트"/>
          <p:cNvSpPr txBox="1"/>
          <p:nvPr/>
        </p:nvSpPr>
        <p:spPr>
          <a:xfrm>
            <a:off x="1332000" y="1051200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AE4329"/>
                </a:solidFill>
                <a:latin typeface="맑은 고딕"/>
                <a:ea typeface="맑은 고딕"/>
              </a:rPr>
              <a:t>T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1476000" y="1051200"/>
            <a:ext cx="1584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5B2315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1332000" y="1220111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AE4329"/>
                </a:solidFill>
                <a:latin typeface="맑은 고딕"/>
                <a:ea typeface="맑은 고딕"/>
              </a:rPr>
              <a:t>E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1476000" y="1220111"/>
            <a:ext cx="1584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5B2315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1332000" y="1389022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AE4329"/>
                </a:solidFill>
                <a:latin typeface="맑은 고딕"/>
                <a:ea typeface="맑은 고딕"/>
              </a:rPr>
              <a:t>A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1476000" y="1389022"/>
            <a:ext cx="1584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5B2315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5B2315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0" y="93600"/>
            <a:ext cx="3240000" cy="0"/>
          </a:xfrm>
          <a:prstGeom prst="line">
            <a:avLst/>
          </a:prstGeom>
          <a:ln w="7200">
            <a:solidFill>
              <a:srgbClr val="C57865">
                <a:alpha val="30000"/>
              </a:srgbClr>
            </a:solidFill>
          </a:ln>
        </p:spPr>
      </p:cxnSp>
      <p:cxnSp>
        <p:nvCxnSpPr>
          <p:cNvPr id="3" name="Connector 2"/>
          <p:cNvCxnSpPr/>
          <p:nvPr/>
        </p:nvCxnSpPr>
        <p:spPr>
          <a:xfrm>
            <a:off x="0" y="201600"/>
            <a:ext cx="3240000" cy="0"/>
          </a:xfrm>
          <a:prstGeom prst="line">
            <a:avLst/>
          </a:prstGeom>
          <a:ln w="7200">
            <a:solidFill>
              <a:srgbClr val="C57865">
                <a:alpha val="30000"/>
              </a:srgbClr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0" y="309600"/>
            <a:ext cx="3240000" cy="0"/>
          </a:xfrm>
          <a:prstGeom prst="line">
            <a:avLst/>
          </a:prstGeom>
          <a:ln w="7200">
            <a:solidFill>
              <a:srgbClr val="C57865">
                <a:alpha val="30000"/>
              </a:srgbClr>
            </a:solidFill>
          </a:ln>
        </p:spPr>
      </p:cxnSp>
      <p:cxnSp>
        <p:nvCxnSpPr>
          <p:cNvPr id="5" name="Connector 4"/>
          <p:cNvCxnSpPr/>
          <p:nvPr/>
        </p:nvCxnSpPr>
        <p:spPr>
          <a:xfrm>
            <a:off x="0" y="417600"/>
            <a:ext cx="3240000" cy="0"/>
          </a:xfrm>
          <a:prstGeom prst="line">
            <a:avLst/>
          </a:prstGeom>
          <a:ln w="7200">
            <a:solidFill>
              <a:srgbClr val="C57865">
                <a:alpha val="30000"/>
              </a:srgbClr>
            </a:solidFill>
          </a:ln>
        </p:spPr>
      </p:cxnSp>
      <p:cxnSp>
        <p:nvCxnSpPr>
          <p:cNvPr id="6" name="Connector 5"/>
          <p:cNvCxnSpPr/>
          <p:nvPr/>
        </p:nvCxnSpPr>
        <p:spPr>
          <a:xfrm>
            <a:off x="0" y="525600"/>
            <a:ext cx="3240000" cy="0"/>
          </a:xfrm>
          <a:prstGeom prst="line">
            <a:avLst/>
          </a:prstGeom>
          <a:ln w="7200">
            <a:solidFill>
              <a:srgbClr val="C57865">
                <a:alpha val="30000"/>
              </a:srgbClr>
            </a:solidFill>
          </a:ln>
        </p:spPr>
      </p:cxnSp>
      <p:cxnSp>
        <p:nvCxnSpPr>
          <p:cNvPr id="7" name="Connector 6"/>
          <p:cNvCxnSpPr/>
          <p:nvPr/>
        </p:nvCxnSpPr>
        <p:spPr>
          <a:xfrm>
            <a:off x="0" y="633600"/>
            <a:ext cx="3240000" cy="0"/>
          </a:xfrm>
          <a:prstGeom prst="line">
            <a:avLst/>
          </a:prstGeom>
          <a:ln w="7200">
            <a:solidFill>
              <a:srgbClr val="C57865">
                <a:alpha val="30000"/>
              </a:srgbClr>
            </a:solidFill>
          </a:ln>
        </p:spPr>
      </p:cxnSp>
      <p:cxnSp>
        <p:nvCxnSpPr>
          <p:cNvPr id="8" name="Connector 7"/>
          <p:cNvCxnSpPr/>
          <p:nvPr/>
        </p:nvCxnSpPr>
        <p:spPr>
          <a:xfrm>
            <a:off x="0" y="741600"/>
            <a:ext cx="3240000" cy="0"/>
          </a:xfrm>
          <a:prstGeom prst="line">
            <a:avLst/>
          </a:prstGeom>
          <a:ln w="7200">
            <a:solidFill>
              <a:srgbClr val="C57865">
                <a:alpha val="30000"/>
              </a:srgbClr>
            </a:solidFill>
          </a:ln>
        </p:spPr>
      </p:cxnSp>
      <p:cxnSp>
        <p:nvCxnSpPr>
          <p:cNvPr id="9" name="Connector 8"/>
          <p:cNvCxnSpPr/>
          <p:nvPr/>
        </p:nvCxnSpPr>
        <p:spPr>
          <a:xfrm>
            <a:off x="0" y="849600"/>
            <a:ext cx="3240000" cy="0"/>
          </a:xfrm>
          <a:prstGeom prst="line">
            <a:avLst/>
          </a:prstGeom>
          <a:ln w="7200">
            <a:solidFill>
              <a:srgbClr val="C57865">
                <a:alpha val="30000"/>
              </a:srgbClr>
            </a:solidFill>
          </a:ln>
        </p:spPr>
      </p:cxnSp>
      <p:cxnSp>
        <p:nvCxnSpPr>
          <p:cNvPr id="10" name="Connector 9"/>
          <p:cNvCxnSpPr/>
          <p:nvPr/>
        </p:nvCxnSpPr>
        <p:spPr>
          <a:xfrm>
            <a:off x="0" y="957600"/>
            <a:ext cx="3240000" cy="0"/>
          </a:xfrm>
          <a:prstGeom prst="line">
            <a:avLst/>
          </a:prstGeom>
          <a:ln w="7200">
            <a:solidFill>
              <a:srgbClr val="C57865">
                <a:alpha val="30000"/>
              </a:srgbClr>
            </a:solidFill>
          </a:ln>
        </p:spPr>
      </p:cxnSp>
      <p:cxnSp>
        <p:nvCxnSpPr>
          <p:cNvPr id="11" name="Connector 10"/>
          <p:cNvCxnSpPr/>
          <p:nvPr/>
        </p:nvCxnSpPr>
        <p:spPr>
          <a:xfrm>
            <a:off x="0" y="1065600"/>
            <a:ext cx="3240000" cy="0"/>
          </a:xfrm>
          <a:prstGeom prst="line">
            <a:avLst/>
          </a:prstGeom>
          <a:ln w="7200">
            <a:solidFill>
              <a:srgbClr val="C57865">
                <a:alpha val="30000"/>
              </a:srgbClr>
            </a:solidFill>
          </a:ln>
        </p:spPr>
      </p:cxnSp>
      <p:cxnSp>
        <p:nvCxnSpPr>
          <p:cNvPr id="12" name="Connector 11"/>
          <p:cNvCxnSpPr/>
          <p:nvPr/>
        </p:nvCxnSpPr>
        <p:spPr>
          <a:xfrm>
            <a:off x="0" y="1173600"/>
            <a:ext cx="3240000" cy="0"/>
          </a:xfrm>
          <a:prstGeom prst="line">
            <a:avLst/>
          </a:prstGeom>
          <a:ln w="7200">
            <a:solidFill>
              <a:srgbClr val="C57865">
                <a:alpha val="30000"/>
              </a:srgbClr>
            </a:solidFill>
          </a:ln>
        </p:spPr>
      </p:cxnSp>
      <p:cxnSp>
        <p:nvCxnSpPr>
          <p:cNvPr id="13" name="Connector 12"/>
          <p:cNvCxnSpPr/>
          <p:nvPr/>
        </p:nvCxnSpPr>
        <p:spPr>
          <a:xfrm>
            <a:off x="0" y="1281600"/>
            <a:ext cx="3240000" cy="0"/>
          </a:xfrm>
          <a:prstGeom prst="line">
            <a:avLst/>
          </a:prstGeom>
          <a:ln w="7200">
            <a:solidFill>
              <a:srgbClr val="C57865">
                <a:alpha val="30000"/>
              </a:srgbClr>
            </a:solidFill>
          </a:ln>
        </p:spPr>
      </p:cxnSp>
      <p:cxnSp>
        <p:nvCxnSpPr>
          <p:cNvPr id="14" name="Connector 13"/>
          <p:cNvCxnSpPr/>
          <p:nvPr/>
        </p:nvCxnSpPr>
        <p:spPr>
          <a:xfrm>
            <a:off x="0" y="1389600"/>
            <a:ext cx="3240000" cy="0"/>
          </a:xfrm>
          <a:prstGeom prst="line">
            <a:avLst/>
          </a:prstGeom>
          <a:ln w="7200">
            <a:solidFill>
              <a:srgbClr val="C57865">
                <a:alpha val="30000"/>
              </a:srgbClr>
            </a:solidFill>
          </a:ln>
        </p:spPr>
      </p:cxnSp>
      <p:cxnSp>
        <p:nvCxnSpPr>
          <p:cNvPr id="15" name="Connector 14"/>
          <p:cNvCxnSpPr/>
          <p:nvPr/>
        </p:nvCxnSpPr>
        <p:spPr>
          <a:xfrm>
            <a:off x="0" y="1497600"/>
            <a:ext cx="3240000" cy="0"/>
          </a:xfrm>
          <a:prstGeom prst="line">
            <a:avLst/>
          </a:prstGeom>
          <a:ln w="7200">
            <a:solidFill>
              <a:srgbClr val="C57865">
                <a:alpha val="30000"/>
              </a:srgbClr>
            </a:solidFill>
          </a:ln>
        </p:spPr>
      </p:cxnSp>
      <p:cxnSp>
        <p:nvCxnSpPr>
          <p:cNvPr id="16" name="Connector 15"/>
          <p:cNvCxnSpPr/>
          <p:nvPr/>
        </p:nvCxnSpPr>
        <p:spPr>
          <a:xfrm>
            <a:off x="0" y="1605600"/>
            <a:ext cx="3240000" cy="0"/>
          </a:xfrm>
          <a:prstGeom prst="line">
            <a:avLst/>
          </a:prstGeom>
          <a:ln w="7200">
            <a:solidFill>
              <a:srgbClr val="C57865">
                <a:alpha val="30000"/>
              </a:srgbClr>
            </a:solidFill>
          </a:ln>
        </p:spPr>
      </p:cxnSp>
      <p:cxnSp>
        <p:nvCxnSpPr>
          <p:cNvPr id="17" name="Connector 16"/>
          <p:cNvCxnSpPr/>
          <p:nvPr/>
        </p:nvCxnSpPr>
        <p:spPr>
          <a:xfrm>
            <a:off x="0" y="1713600"/>
            <a:ext cx="3240000" cy="0"/>
          </a:xfrm>
          <a:prstGeom prst="line">
            <a:avLst/>
          </a:prstGeom>
          <a:ln w="7200">
            <a:solidFill>
              <a:srgbClr val="C57865">
                <a:alpha val="30000"/>
              </a:srgbClr>
            </a:solidFill>
          </a:ln>
        </p:spPr>
      </p:cxnSp>
      <p:cxnSp>
        <p:nvCxnSpPr>
          <p:cNvPr id="18" name="Connector 17"/>
          <p:cNvCxnSpPr/>
          <p:nvPr/>
        </p:nvCxnSpPr>
        <p:spPr>
          <a:xfrm>
            <a:off x="0" y="1821600"/>
            <a:ext cx="3240000" cy="0"/>
          </a:xfrm>
          <a:prstGeom prst="line">
            <a:avLst/>
          </a:prstGeom>
          <a:ln w="7200">
            <a:solidFill>
              <a:srgbClr val="C57865">
                <a:alpha val="30000"/>
              </a:srgbClr>
            </a:solidFill>
          </a:ln>
        </p:spPr>
      </p:cxnSp>
      <p:sp>
        <p:nvSpPr>
          <p:cNvPr id="19" name="Rectangle 18"/>
          <p:cNvSpPr/>
          <p:nvPr/>
        </p:nvSpPr>
        <p:spPr>
          <a:xfrm>
            <a:off x="468000" y="468000"/>
            <a:ext cx="2304000" cy="864000"/>
          </a:xfrm>
          <a:prstGeom prst="rect">
            <a:avLst/>
          </a:prstGeom>
          <a:solidFill>
            <a:srgbClr val="5B231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68000" y="468000"/>
            <a:ext cx="2304000" cy="864000"/>
          </a:xfrm>
          <a:prstGeom prst="rect">
            <a:avLst/>
          </a:prstGeom>
          <a:noFill/>
          <a:ln w="9000">
            <a:solidFill>
              <a:srgbClr val="C5786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텍스트"/>
          <p:cNvSpPr txBox="1"/>
          <p:nvPr/>
        </p:nvSpPr>
        <p:spPr>
          <a:xfrm>
            <a:off x="576000" y="540000"/>
            <a:ext cx="2088000" cy="72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667"/>
              </a:lnSpc>
            </a:pPr>
            <a:r>
              <a:rPr sz="1150" b="1">
                <a:solidFill>
                  <a:srgbClr val="FFFFFF"/>
                </a:solidFill>
                <a:latin typeface="바탕"/>
                <a:ea typeface="바탕"/>
              </a:rPr>
              <a:t>코드 한 줄에도</a:t>
            </a:r>
          </a:p>
          <a:p>
            <a:pPr algn="ctr">
              <a:lnSpc>
                <a:spcPts val="1667"/>
              </a:lnSpc>
            </a:pPr>
            <a:r>
              <a:rPr sz="1150" b="1">
                <a:solidFill>
                  <a:srgbClr val="FFFFFF"/>
                </a:solidFill>
                <a:latin typeface="바탕"/>
                <a:ea typeface="바탕"/>
              </a:rPr>
              <a:t>책임을 담습니다</a:t>
            </a:r>
          </a:p>
        </p:txBody>
      </p:sp>
      <p:sp>
        <p:nvSpPr>
          <p:cNvPr id="22" name="텍스트"/>
          <p:cNvSpPr txBox="1"/>
          <p:nvPr/>
        </p:nvSpPr>
        <p:spPr>
          <a:xfrm>
            <a:off x="360000" y="1468800"/>
            <a:ext cx="25200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 spc="300">
                <a:solidFill>
                  <a:srgbClr val="C6B2AD"/>
                </a:solidFill>
                <a:latin typeface="맑은 고딕"/>
                <a:ea typeface="맑은 고딕"/>
              </a:rPr>
              <a:t>소속 · 브랜드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카피라이터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