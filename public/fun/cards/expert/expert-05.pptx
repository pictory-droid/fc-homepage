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0A2F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카피라이터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F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9D1E2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번역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6C82A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D1E2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D1E2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9D1E2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