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DDE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코드 한 줄에도 책임을 담습니다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C9D1E2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