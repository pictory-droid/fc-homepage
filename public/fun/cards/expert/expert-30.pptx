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E394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E3948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0E394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33C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새로운 시도를 두려워하지 않습니다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