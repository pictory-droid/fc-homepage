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8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8CB07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8CB07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8CB07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8CB07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8CB07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8CB07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8CB07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8CB07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8CB07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8CB07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8CB07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8CB07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8CB07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8CB07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8CB07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8CB07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8CB07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8CB072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8CB072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8CB072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5065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6BFB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8B88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76320" y="1205280"/>
            <a:ext cx="57600" cy="103680"/>
          </a:xfrm>
          <a:prstGeom prst="roundRect">
            <a:avLst>
              <a:gd name="adj" fmla="val 10000"/>
            </a:avLst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51200" y="1147680"/>
            <a:ext cx="57600" cy="161280"/>
          </a:xfrm>
          <a:prstGeom prst="roundRect">
            <a:avLst>
              <a:gd name="adj" fmla="val 10000"/>
            </a:avLst>
          </a:prstGeom>
          <a:solidFill>
            <a:srgbClr val="5065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26080" y="1078560"/>
            <a:ext cx="57600" cy="230400"/>
          </a:xfrm>
          <a:prstGeom prst="roundRect">
            <a:avLst>
              <a:gd name="adj" fmla="val 10000"/>
            </a:avLst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753280" y="1320480"/>
            <a:ext cx="253440" cy="0"/>
          </a:xfrm>
          <a:prstGeom prst="line">
            <a:avLst/>
          </a:prstGeom>
          <a:ln w="11520">
            <a:solidFill>
              <a:srgbClr val="50654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D2DCE2"/>
                </a:solidFill>
                <a:latin typeface="바탕"/>
                <a:ea typeface="바탕"/>
              </a:rPr>
              <a:t>새로운 시도를 두려워하지 않습니다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3E3E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2DCE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5360" y="451440"/>
            <a:ext cx="64800" cy="116640"/>
          </a:xfrm>
          <a:prstGeom prst="roundRect">
            <a:avLst>
              <a:gd name="adj" fmla="val 10000"/>
            </a:avLst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39600" y="386640"/>
            <a:ext cx="64800" cy="181440"/>
          </a:xfrm>
          <a:prstGeom prst="roundRect">
            <a:avLst>
              <a:gd name="adj" fmla="val 10000"/>
            </a:avLst>
          </a:prstGeom>
          <a:solidFill>
            <a:srgbClr val="5A7D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3840" y="308880"/>
            <a:ext cx="64800" cy="259200"/>
          </a:xfrm>
          <a:prstGeom prst="roundRect">
            <a:avLst>
              <a:gd name="adj" fmla="val 10000"/>
            </a:avLst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629440" y="581040"/>
            <a:ext cx="285120" cy="0"/>
          </a:xfrm>
          <a:prstGeom prst="line">
            <a:avLst/>
          </a:prstGeom>
          <a:ln w="12960">
            <a:solidFill>
              <a:srgbClr val="5A7D96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