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809AC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22345E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809AC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22345E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809AC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22345E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809AC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22345E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809AC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22345E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201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2345E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828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전OO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828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프리랜서 개발자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8000" y="1123200"/>
            <a:ext cx="216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828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130400" y="11952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828000" y="1335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130400" y="13248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828000" y="1465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130400" y="14544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DB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377AC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3600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B2230"/>
                </a:solidFill>
                <a:latin typeface="맑은 고딕"/>
                <a:ea typeface="맑은 고딕"/>
              </a:rPr>
              <a:t>앱 개발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552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22345E"/>
                </a:solidFill>
                <a:latin typeface="맑은 고딕"/>
                <a:ea typeface="맑은 고딕"/>
              </a:rPr>
              <a:t>카피라이팅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504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B2230"/>
                </a:solidFill>
                <a:latin typeface="맑은 고딕"/>
                <a:ea typeface="맑은 고딕"/>
              </a:rPr>
              <a:t>원고 집필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456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22345E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7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616879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4976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616879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개발자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