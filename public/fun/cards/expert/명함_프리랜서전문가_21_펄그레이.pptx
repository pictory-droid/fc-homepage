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09AC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09AC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09AC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09AC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09AC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22345E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377AC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2345E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2345E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879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16879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