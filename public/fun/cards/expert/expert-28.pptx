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6DB9FF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8324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8324E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정확함이 저의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든든한 무기입니다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