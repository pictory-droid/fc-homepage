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E6C8D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300960" y="478224"/>
            <a:ext cx="61776" cy="61776"/>
          </a:xfrm>
          <a:prstGeom prst="line">
            <a:avLst/>
          </a:prstGeom>
          <a:ln w="19008">
            <a:solidFill>
              <a:srgbClr val="DE8DA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0960" y="540000"/>
            <a:ext cx="61776" cy="61776"/>
          </a:xfrm>
          <a:prstGeom prst="line">
            <a:avLst/>
          </a:prstGeom>
          <a:ln w="19008">
            <a:solidFill>
              <a:srgbClr val="DE8DA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29264" y="478224"/>
            <a:ext cx="61776" cy="61776"/>
          </a:xfrm>
          <a:prstGeom prst="line">
            <a:avLst/>
          </a:prstGeom>
          <a:ln w="19008">
            <a:solidFill>
              <a:srgbClr val="DE8DA1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429264" y="540000"/>
            <a:ext cx="61776" cy="61776"/>
          </a:xfrm>
          <a:prstGeom prst="line">
            <a:avLst/>
          </a:prstGeom>
          <a:ln w="19008">
            <a:solidFill>
              <a:srgbClr val="DE8DA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376992" y="459216"/>
            <a:ext cx="38016" cy="161568"/>
          </a:xfrm>
          <a:prstGeom prst="line">
            <a:avLst/>
          </a:prstGeom>
          <a:ln w="16632">
            <a:solidFill>
              <a:srgbClr val="AE4F6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EC6D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396000" y="7596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96000" y="9000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87600" y="7596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687600" y="9000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568800" y="716400"/>
            <a:ext cx="86400" cy="367200"/>
          </a:xfrm>
          <a:prstGeom prst="line">
            <a:avLst/>
          </a:prstGeom>
          <a:ln w="3780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정확함이 저의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든든한 무기입니다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