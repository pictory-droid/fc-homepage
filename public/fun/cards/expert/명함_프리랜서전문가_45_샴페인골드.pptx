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F8796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D8BE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1B2230"/>
                </a:solidFill>
                <a:latin typeface="맑은 고딕"/>
                <a:ea typeface="맑은 고딕"/>
              </a:rPr>
              <a:t>카피라이터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87831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968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4F8796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752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7632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4F879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576000" y="7416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0296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4F879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76000" y="10080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BFC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C77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C77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26C77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