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D8B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87831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F879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F879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4F879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FC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C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26C77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