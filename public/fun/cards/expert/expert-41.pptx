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A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EC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669760" y="288144"/>
            <a:ext cx="89856" cy="89856"/>
          </a:xfrm>
          <a:prstGeom prst="line">
            <a:avLst/>
          </a:prstGeom>
          <a:ln w="27648">
            <a:solidFill>
              <a:srgbClr val="8A3B9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669760" y="378000"/>
            <a:ext cx="89856" cy="89856"/>
          </a:xfrm>
          <a:prstGeom prst="line">
            <a:avLst/>
          </a:prstGeom>
          <a:ln w="27648">
            <a:solidFill>
              <a:srgbClr val="8A3B9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56384" y="288144"/>
            <a:ext cx="89856" cy="89856"/>
          </a:xfrm>
          <a:prstGeom prst="line">
            <a:avLst/>
          </a:prstGeom>
          <a:ln w="27648">
            <a:solidFill>
              <a:srgbClr val="8A3B91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56384" y="378000"/>
            <a:ext cx="89856" cy="89856"/>
          </a:xfrm>
          <a:prstGeom prst="line">
            <a:avLst/>
          </a:prstGeom>
          <a:ln w="27648">
            <a:solidFill>
              <a:srgbClr val="8A3B9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780352" y="260496"/>
            <a:ext cx="55296" cy="235008"/>
          </a:xfrm>
          <a:prstGeom prst="line">
            <a:avLst/>
          </a:prstGeom>
          <a:ln w="24192">
            <a:solidFill>
              <a:srgbClr val="DEC8E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1786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53C26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A3B91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A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A3B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A3B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A3B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바탕"/>
                <a:ea typeface="바탕"/>
              </a:rPr>
              <a:t>소통이 빠른 파트너입니다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D786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0885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D786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