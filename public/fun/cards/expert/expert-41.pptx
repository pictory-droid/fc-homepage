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소통이 빠른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파트너입니다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