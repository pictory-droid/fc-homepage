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FF7A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프리랜서 개발자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FF7A00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FF7A00"/>
          </a:solidFill>
          <a:ln w="5760">
            <a:solidFill>
              <a:srgbClr val="FF7A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7A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7A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FF7A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개발자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