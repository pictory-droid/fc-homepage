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4171D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874304" cy="172800"/>
          </a:xfrm>
          <a:prstGeom prst="roundRect">
            <a:avLst>
              <a:gd name="adj" fmla="val 50000"/>
            </a:avLst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874304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927B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9440" y="1067760"/>
            <a:ext cx="79200" cy="142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2400" y="988560"/>
            <a:ext cx="79200" cy="221760"/>
          </a:xfrm>
          <a:prstGeom prst="roundRect">
            <a:avLst>
              <a:gd name="adj" fmla="val 10000"/>
            </a:avLst>
          </a:prstGeom>
          <a:solidFill>
            <a:srgbClr val="C8B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5360" y="893520"/>
            <a:ext cx="79200" cy="31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37760" y="1226160"/>
            <a:ext cx="348480" cy="0"/>
          </a:xfrm>
          <a:prstGeom prst="line">
            <a:avLst/>
          </a:prstGeom>
          <a:ln w="15840">
            <a:solidFill>
              <a:srgbClr val="C8BDB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10:00 – 18:00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