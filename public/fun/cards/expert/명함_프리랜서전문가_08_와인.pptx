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952000" y="0"/>
            <a:ext cx="288000" cy="1800000"/>
          </a:xfrm>
          <a:prstGeom prst="rect">
            <a:avLst/>
          </a:prstGeom>
          <a:solidFill>
            <a:srgbClr val="7A22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952000" y="0"/>
            <a:ext cx="288000" cy="540000"/>
          </a:xfrm>
          <a:prstGeom prst="rect">
            <a:avLst/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39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625"/>
              </a:lnSpc>
            </a:pPr>
            <a:r>
              <a:rPr sz="2500" b="1" spc="100">
                <a:solidFill>
                  <a:srgbClr val="14171D"/>
                </a:solidFill>
                <a:latin typeface="맑은 고딕"/>
                <a:ea typeface="맑은 고딕"/>
              </a:rPr>
              <a:t>윤OO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2000" y="943200"/>
            <a:ext cx="874304" cy="172800"/>
          </a:xfrm>
          <a:prstGeom prst="roundRect">
            <a:avLst>
              <a:gd name="adj" fmla="val 50000"/>
            </a:avLst>
          </a:prstGeom>
          <a:solidFill>
            <a:srgbClr val="7A22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943200"/>
            <a:ext cx="874304" cy="172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FFFFFF"/>
                </a:solidFill>
                <a:latin typeface="맑은 고딕"/>
                <a:ea typeface="맑은 고딕"/>
              </a:rPr>
              <a:t>교육 컨설턴트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1267200"/>
            <a:ext cx="2484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13536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44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16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116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52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52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927B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52000"/>
            <a:ext cx="86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40">
                <a:solidFill>
                  <a:srgbClr val="FFFFFF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69440" y="1067760"/>
            <a:ext cx="79200" cy="142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72400" y="988560"/>
            <a:ext cx="79200" cy="221760"/>
          </a:xfrm>
          <a:prstGeom prst="roundRect">
            <a:avLst>
              <a:gd name="adj" fmla="val 10000"/>
            </a:avLst>
          </a:prstGeom>
          <a:solidFill>
            <a:srgbClr val="C8BD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75360" y="893520"/>
            <a:ext cx="79200" cy="316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437760" y="1226160"/>
            <a:ext cx="348480" cy="0"/>
          </a:xfrm>
          <a:prstGeom prst="line">
            <a:avLst/>
          </a:prstGeom>
          <a:ln w="15840">
            <a:solidFill>
              <a:srgbClr val="C8BDB8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16000" y="1512000"/>
            <a:ext cx="864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6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440000" y="324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440000" y="547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440000" y="576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원고 집필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440000" y="799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440000" y="828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자문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51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440000" y="1080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외주 문의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440000" y="1303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440000" y="1512000"/>
            <a:ext cx="1584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평일 10:00 – 18:00   ·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교육 컨설턴트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