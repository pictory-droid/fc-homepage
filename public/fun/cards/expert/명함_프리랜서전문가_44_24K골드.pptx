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05C5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E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8F1E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9CF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D7E3E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D7E3E6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D7E3E6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