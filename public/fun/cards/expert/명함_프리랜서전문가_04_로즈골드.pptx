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B76E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929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BED1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7697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E77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