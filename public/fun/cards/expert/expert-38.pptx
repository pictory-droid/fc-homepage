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6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C1D3C6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464" y="554256"/>
            <a:ext cx="47520" cy="85536"/>
          </a:xfrm>
          <a:prstGeom prst="roundRect">
            <a:avLst>
              <a:gd name="adj" fmla="val 10000"/>
            </a:avLst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2240" y="506736"/>
            <a:ext cx="47520" cy="133056"/>
          </a:xfrm>
          <a:prstGeom prst="roundRect">
            <a:avLst>
              <a:gd name="adj" fmla="val 10000"/>
            </a:avLst>
          </a:prstGeom>
          <a:solidFill>
            <a:srgbClr val="457C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016" y="449712"/>
            <a:ext cx="47520" cy="190080"/>
          </a:xfrm>
          <a:prstGeom prst="roundRect">
            <a:avLst>
              <a:gd name="adj" fmla="val 10000"/>
            </a:avLst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91456" y="649296"/>
            <a:ext cx="209088" cy="0"/>
          </a:xfrm>
          <a:prstGeom prst="line">
            <a:avLst/>
          </a:prstGeom>
          <a:ln w="9504">
            <a:solidFill>
              <a:srgbClr val="457C5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D0F1DA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FFFFFF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0F1DA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0F1DA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0F1D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143D21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617B69"/>
                </a:solidFill>
                <a:latin typeface="맑은 고딕"/>
                <a:ea typeface="맑은 고딕"/>
              </a:rPr>
              <a:t>생각을 실현으로 바꿉니다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17B69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5360" y="451440"/>
            <a:ext cx="64800" cy="116640"/>
          </a:xfrm>
          <a:prstGeom prst="roundRect">
            <a:avLst>
              <a:gd name="adj" fmla="val 10000"/>
            </a:avLst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39600" y="386640"/>
            <a:ext cx="64800" cy="181440"/>
          </a:xfrm>
          <a:prstGeom prst="roundRect">
            <a:avLst>
              <a:gd name="adj" fmla="val 10000"/>
            </a:avLst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23840" y="308880"/>
            <a:ext cx="64800" cy="259200"/>
          </a:xfrm>
          <a:prstGeom prst="roundRect">
            <a:avLst>
              <a:gd name="adj" fmla="val 10000"/>
            </a:avLst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629440" y="581040"/>
            <a:ext cx="285120" cy="0"/>
          </a:xfrm>
          <a:prstGeom prst="line">
            <a:avLst/>
          </a:prstGeom>
          <a:ln w="12960">
            <a:solidFill>
              <a:srgbClr val="D0F1DA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