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생각을 실현으로 바꿉니다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