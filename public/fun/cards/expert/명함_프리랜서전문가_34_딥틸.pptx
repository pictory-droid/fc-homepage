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B3D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1F7A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A682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C404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B3D2D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B7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C6E74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95B5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2000" y="554400"/>
            <a:ext cx="144000" cy="14400"/>
          </a:xfrm>
          <a:prstGeom prst="rect">
            <a:avLst/>
          </a:prstGeom>
          <a:solidFill>
            <a:srgbClr val="695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38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F7A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6000" y="554400"/>
            <a:ext cx="144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56000" y="62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F7A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94400"/>
            <a:ext cx="144000" cy="14400"/>
          </a:xfrm>
          <a:prstGeom prst="rect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56000" y="928800"/>
            <a:ext cx="576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695B5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6000" y="1094400"/>
            <a:ext cx="144000" cy="14400"/>
          </a:xfrm>
          <a:prstGeom prst="rect">
            <a:avLst/>
          </a:prstGeom>
          <a:solidFill>
            <a:srgbClr val="695B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656000" y="11664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84F50"/>
                </a:solidFill>
                <a:latin typeface="맑은 고딕"/>
                <a:ea typeface="맑은 고딕"/>
              </a:rPr>
              <a:t>온라인 상담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