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4EF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1F7A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B3D2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888704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1F7A8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888704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경영 컨설턴트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곽OO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CA682E"/>
                </a:solidFill>
                <a:latin typeface="맑은 고딕"/>
                <a:ea typeface="맑은 고딕"/>
              </a:rPr>
              <a:t>소속 · 브랜드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B3D2D4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C404B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C404B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C404B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B3D2D4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B3D2D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B7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C6E74"/>
                </a:solidFill>
                <a:latin typeface="맑은 고딕"/>
                <a:ea typeface="맑은 고딕"/>
              </a:rPr>
              <a:t>전문 분야</a:t>
            </a:r>
          </a:p>
        </p:txBody>
      </p:sp>
      <p:sp>
        <p:nvSpPr>
          <p:cNvPr id="3" name="텍스트"/>
          <p:cNvSpPr txBox="1"/>
          <p:nvPr/>
        </p:nvSpPr>
        <p:spPr>
          <a:xfrm>
            <a:off x="252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95B58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웹 개발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656000" y="38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F7A8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656000" y="71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교육 설계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1F7A8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원고 집필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656000" y="928800"/>
            <a:ext cx="576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>
                <a:solidFill>
                  <a:srgbClr val="695B58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656000" y="1252800"/>
            <a:ext cx="1296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프로젝트 관리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264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584F50"/>
                </a:solidFill>
                <a:latin typeface="맑은 고딕"/>
                <a:ea typeface="맑은 고딕"/>
              </a:rPr>
              <a:t>온라인 상담 가능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경영 컨설턴트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