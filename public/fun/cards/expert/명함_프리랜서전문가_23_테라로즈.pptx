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0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F2E3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9565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9565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9565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C5B1AE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82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67B6C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82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6890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866890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6025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82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656025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2283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32283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사전 예약 상담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