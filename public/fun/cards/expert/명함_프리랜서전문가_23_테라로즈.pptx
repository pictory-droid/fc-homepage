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0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F2E3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65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65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65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C5B1A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67B6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283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32283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사전 예약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