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DC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D9E1EA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DCCD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EEEEF7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D9E1E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B7FA8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7E7BC0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384" y="943200"/>
            <a:ext cx="39736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018384" y="943200"/>
            <a:ext cx="39736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3224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F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073224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