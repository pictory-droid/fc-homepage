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779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9E1E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9E1E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9E1E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9E1E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9E1E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9E1E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9E1EA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9E1EA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BDC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D9E1EA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BDCCDC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EEEEF7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D9E1E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B7FA8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7E7BC0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F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384" y="943200"/>
            <a:ext cx="39736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F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018384" y="943200"/>
            <a:ext cx="39736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F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3224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F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073224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F6672"/>
                </a:solidFill>
                <a:latin typeface="맑은 고딕"/>
                <a:ea typeface="맑은 고딕"/>
              </a:rPr>
              <a:t>KAKAO   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