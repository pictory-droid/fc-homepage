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016000" y="0"/>
            <a:ext cx="1224000" cy="7560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2016000" y="0"/>
            <a:ext cx="64800" cy="6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2016000" y="0"/>
            <a:ext cx="129600" cy="12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2016000" y="0"/>
            <a:ext cx="194400" cy="19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2016000" y="0"/>
            <a:ext cx="259200" cy="25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2016000" y="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2016000" y="0"/>
            <a:ext cx="388800" cy="38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2016000" y="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2016000" y="0"/>
            <a:ext cx="518400" cy="518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2016000" y="0"/>
            <a:ext cx="583200" cy="58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2016000" y="0"/>
            <a:ext cx="648000" cy="648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2016000" y="0"/>
            <a:ext cx="712800" cy="71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037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2102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21672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22320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2968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3616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2426400" y="0"/>
            <a:ext cx="756000" cy="75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2491200" y="7200"/>
            <a:ext cx="748800" cy="748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2556000" y="72000"/>
            <a:ext cx="684000" cy="68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2620800" y="136800"/>
            <a:ext cx="619200" cy="619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2685600" y="2016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2750400" y="266400"/>
            <a:ext cx="489600" cy="489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2815200" y="331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2880000" y="396000"/>
            <a:ext cx="360000" cy="360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2944800" y="460800"/>
            <a:ext cx="295200" cy="29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9" name="Connector 28"/>
          <p:cNvCxnSpPr/>
          <p:nvPr/>
        </p:nvCxnSpPr>
        <p:spPr>
          <a:xfrm flipV="1">
            <a:off x="3009600" y="525600"/>
            <a:ext cx="230400" cy="23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0" name="Connector 29"/>
          <p:cNvCxnSpPr/>
          <p:nvPr/>
        </p:nvCxnSpPr>
        <p:spPr>
          <a:xfrm flipV="1">
            <a:off x="3074400" y="590400"/>
            <a:ext cx="165600" cy="16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1" name="Connector 30"/>
          <p:cNvCxnSpPr/>
          <p:nvPr/>
        </p:nvCxnSpPr>
        <p:spPr>
          <a:xfrm flipV="1">
            <a:off x="3139200" y="6552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32" name="Connector 31"/>
          <p:cNvCxnSpPr/>
          <p:nvPr/>
        </p:nvCxnSpPr>
        <p:spPr>
          <a:xfrm flipV="1">
            <a:off x="3204000" y="720000"/>
            <a:ext cx="36000" cy="3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252000" y="374400"/>
            <a:ext cx="1548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35" name="텍스트"/>
          <p:cNvSpPr txBox="1"/>
          <p:nvPr/>
        </p:nvSpPr>
        <p:spPr>
          <a:xfrm>
            <a:off x="252000" y="6768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마시현</a:t>
            </a:r>
          </a:p>
        </p:txBody>
      </p:sp>
      <p:sp>
        <p:nvSpPr>
          <p:cNvPr id="36" name="텍스트"/>
          <p:cNvSpPr txBox="1"/>
          <p:nvPr/>
        </p:nvSpPr>
        <p:spPr>
          <a:xfrm>
            <a:off x="252000" y="9288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프로젝트 매니저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252000" y="1339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252000" y="1440000"/>
            <a:ext cx="9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1072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0" name="텍스트"/>
          <p:cNvSpPr txBox="1"/>
          <p:nvPr/>
        </p:nvSpPr>
        <p:spPr>
          <a:xfrm>
            <a:off x="1152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152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2044800" y="1339200"/>
            <a:ext cx="0" cy="2016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43" name="텍스트"/>
          <p:cNvSpPr txBox="1"/>
          <p:nvPr/>
        </p:nvSpPr>
        <p:spPr>
          <a:xfrm>
            <a:off x="2124000" y="1339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4" name="텍스트"/>
          <p:cNvSpPr txBox="1"/>
          <p:nvPr/>
        </p:nvSpPr>
        <p:spPr>
          <a:xfrm>
            <a:off x="2124000" y="1440000"/>
            <a:ext cx="9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전문 분야</a:t>
            </a:r>
          </a:p>
        </p:txBody>
      </p:sp>
      <p:sp>
        <p:nvSpPr>
          <p:cNvPr id="3" name="Rectangle 2"/>
          <p:cNvSpPr/>
          <p:nvPr/>
        </p:nvSpPr>
        <p:spPr>
          <a:xfrm>
            <a:off x="252000" y="367200"/>
            <a:ext cx="108000" cy="14400"/>
          </a:xfrm>
          <a:prstGeom prst="rect">
            <a:avLst/>
          </a:prstGeom>
          <a:solidFill>
            <a:srgbClr val="FF9F0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520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통역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067" y="540000"/>
            <a:ext cx="750833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630067" y="540000"/>
            <a:ext cx="750833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31300" y="540000"/>
            <a:ext cx="327667" cy="194361"/>
          </a:xfrm>
          <a:prstGeom prst="roundRect">
            <a:avLst>
              <a:gd name="adj" fmla="val 50000"/>
            </a:avLst>
          </a:prstGeom>
          <a:noFill/>
          <a:ln w="3600">
            <a:solidFill>
              <a:srgbClr val="6B728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431300" y="540000"/>
            <a:ext cx="327667" cy="19436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12151C"/>
                </a:solidFill>
                <a:latin typeface="맑은 고딕"/>
                <a:ea typeface="맑은 고딕"/>
              </a:rPr>
              <a:t>자문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52000" y="1339200"/>
            <a:ext cx="2736000" cy="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52000" y="14220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648000" y="14112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메일 · 메시지 문의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52000" y="1580400"/>
            <a:ext cx="39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648000" y="1569600"/>
            <a:ext cx="2340000" cy="1219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27"/>
              </a:lnSpc>
            </a:pPr>
            <a:r>
              <a:rPr sz="64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548000" y="1411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프로젝트 매니저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