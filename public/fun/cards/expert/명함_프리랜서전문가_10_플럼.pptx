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A9788F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6E4A72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6E4A72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6E4A72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373046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948804" cy="158400"/>
          </a:xfrm>
          <a:prstGeom prst="roundRect">
            <a:avLst>
              <a:gd name="adj" fmla="val 50000"/>
            </a:avLst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948804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9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9D65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CDC1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77280" y="779040"/>
            <a:ext cx="190080" cy="276480"/>
          </a:xfrm>
          <a:custGeom>
            <a:avLst/>
            <a:gdLst/>
            <a:ahLst/>
            <a:cxnLst/>
            <a:rect l="l" t="t" r="r" b="b"/>
            <a:pathLst>
              <a:path w="190080" h="276480">
                <a:moveTo>
                  <a:pt x="0" y="0"/>
                </a:moveTo>
                <a:lnTo>
                  <a:pt x="190080" y="34560"/>
                </a:lnTo>
                <a:lnTo>
                  <a:pt x="190080" y="276480"/>
                </a:lnTo>
                <a:lnTo>
                  <a:pt x="0" y="2419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84640" y="779040"/>
            <a:ext cx="190080" cy="276480"/>
          </a:xfrm>
          <a:custGeom>
            <a:avLst/>
            <a:gdLst/>
            <a:ahLst/>
            <a:cxnLst/>
            <a:rect l="l" t="t" r="r" b="b"/>
            <a:pathLst>
              <a:path w="190080" h="276480">
                <a:moveTo>
                  <a:pt x="190080" y="0"/>
                </a:moveTo>
                <a:lnTo>
                  <a:pt x="0" y="34560"/>
                </a:lnTo>
                <a:lnTo>
                  <a:pt x="0" y="276480"/>
                </a:lnTo>
                <a:lnTo>
                  <a:pt x="190080" y="241920"/>
                </a:lnTo>
                <a:close/>
              </a:path>
            </a:pathLst>
          </a:custGeom>
          <a:solidFill>
            <a:srgbClr val="CEB2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E4A72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B46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B46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96873"/>
                </a:solidFill>
                <a:latin typeface="맑은 고딕"/>
                <a:ea typeface="맑은 고딕"/>
              </a:rPr>
              <a:t>온라인 상담 가능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