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D9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F402C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358B47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탁서아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1F402C"/>
                </a:solidFill>
                <a:latin typeface="맑은 고딕"/>
                <a:ea typeface="맑은 고딕"/>
              </a:rPr>
              <a:t>카피라이터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F402C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F402C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F402C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4CD9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4CD964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앱 개발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4CD964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교육 설계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4CD964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기술 문서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4CD964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카피라이터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