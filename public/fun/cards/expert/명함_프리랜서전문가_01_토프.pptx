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C8CC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376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8A79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376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8A79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376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8A79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376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8A79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376B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8A79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66F48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878"/>
                </a:solidFill>
                <a:latin typeface="맑은 고딕"/>
                <a:ea typeface="맑은 고딕"/>
              </a:rPr>
              <a:t>메일 · 메시지 문의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