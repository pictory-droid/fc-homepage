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7BA5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7BA5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1B2230"/>
                </a:solidFill>
                <a:latin typeface="맑은 고딕"/>
                <a:ea typeface="맑은 고딕"/>
              </a:rPr>
              <a:t>한 줄 소개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7C8C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7BA5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7BA5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B2230"/>
                </a:solidFill>
                <a:latin typeface="맑은 고딕"/>
                <a:ea typeface="맑은 고딕"/>
              </a:rPr>
              <a:t>민OO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605C55"/>
                </a:solidFill>
                <a:latin typeface="맑은 고딕"/>
                <a:ea typeface="맑은 고딕"/>
              </a:rPr>
              <a:t>프리랜서 개발자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05C55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D9E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6376BD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F7F3D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6376BD"/>
          </a:solidFill>
          <a:ln w="5760">
            <a:solidFill>
              <a:srgbClr val="6376B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통역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D4D9ED"/>
          </a:solidFill>
          <a:ln w="5760">
            <a:solidFill>
              <a:srgbClr val="6376B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강의 · 특강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D4D9ED"/>
          </a:solidFill>
          <a:ln w="5760">
            <a:solidFill>
              <a:srgbClr val="6376B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컨설팅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D4D9ED"/>
          </a:solidFill>
          <a:ln w="5760">
            <a:solidFill>
              <a:srgbClr val="6376B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BCC1D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878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사전 예약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878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1687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16878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개발자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