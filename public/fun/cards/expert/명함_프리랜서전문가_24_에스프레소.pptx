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D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3600" y="93600"/>
            <a:ext cx="3052800" cy="1612800"/>
          </a:xfrm>
          <a:prstGeom prst="rect">
            <a:avLst/>
          </a:prstGeom>
          <a:noFill/>
          <a:ln w="25200">
            <a:solidFill>
              <a:srgbClr val="4A3B3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73600" y="2736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86459"/>
                </a:solidFill>
                <a:latin typeface="맑은 고딕"/>
                <a:ea typeface="맑은 고딕"/>
              </a:rPr>
              <a:t>소속 · 브랜드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73600" y="612000"/>
            <a:ext cx="216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 spc="100">
                <a:solidFill>
                  <a:srgbClr val="14171D"/>
                </a:solidFill>
                <a:latin typeface="맑은 고딕"/>
                <a:ea typeface="맑은 고딕"/>
              </a:rPr>
              <a:t>양OO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73600" y="864000"/>
            <a:ext cx="2160000" cy="129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86"/>
              </a:lnSpc>
            </a:pPr>
            <a:r>
              <a:rPr sz="680" b="0">
                <a:solidFill>
                  <a:srgbClr val="686459"/>
                </a:solidFill>
                <a:latin typeface="맑은 고딕"/>
                <a:ea typeface="맑은 고딕"/>
              </a:rPr>
              <a:t>경영 컨설턴트</a:t>
            </a:r>
          </a:p>
        </p:txBody>
      </p:sp>
      <p:sp>
        <p:nvSpPr>
          <p:cNvPr id="6" name="Rectangle 5"/>
          <p:cNvSpPr/>
          <p:nvPr/>
        </p:nvSpPr>
        <p:spPr>
          <a:xfrm>
            <a:off x="273600" y="1137600"/>
            <a:ext cx="144000" cy="18000"/>
          </a:xfrm>
          <a:prstGeom prst="rect">
            <a:avLst/>
          </a:prstGeom>
          <a:solidFill>
            <a:srgbClr val="3E5C7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273600" y="1260000"/>
            <a:ext cx="90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86459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73600" y="1360800"/>
            <a:ext cx="90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14171D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1173600" y="1260000"/>
            <a:ext cx="100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86459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1173600" y="1360800"/>
            <a:ext cx="100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14171D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181600" y="1260000"/>
            <a:ext cx="90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86459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181600" y="1360800"/>
            <a:ext cx="90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14171D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8000" y="108000"/>
            <a:ext cx="3024000" cy="1584000"/>
          </a:xfrm>
          <a:prstGeom prst="rect">
            <a:avLst/>
          </a:prstGeom>
          <a:noFill/>
          <a:ln w="5040">
            <a:solidFill>
              <a:srgbClr val="607A7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51200" y="151200"/>
            <a:ext cx="2937600" cy="1497600"/>
          </a:xfrm>
          <a:prstGeom prst="rect">
            <a:avLst/>
          </a:prstGeom>
          <a:noFill/>
          <a:ln w="3600">
            <a:solidFill>
              <a:srgbClr val="2A2D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360000" y="280800"/>
            <a:ext cx="2520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11"/>
              </a:lnSpc>
            </a:pPr>
            <a:r>
              <a:rPr sz="560" b="1" spc="400">
                <a:solidFill>
                  <a:srgbClr val="607A70"/>
                </a:solidFill>
                <a:latin typeface="바탕"/>
                <a:ea typeface="바탕"/>
              </a:rPr>
              <a:t>전문 분야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512000" y="432000"/>
            <a:ext cx="216000" cy="0"/>
          </a:xfrm>
          <a:prstGeom prst="line">
            <a:avLst/>
          </a:prstGeom>
          <a:ln w="5040">
            <a:solidFill>
              <a:srgbClr val="607A70"/>
            </a:solidFill>
          </a:ln>
        </p:spPr>
      </p:cxnSp>
      <p:sp>
        <p:nvSpPr>
          <p:cNvPr id="6" name="텍스트"/>
          <p:cNvSpPr txBox="1"/>
          <p:nvPr/>
        </p:nvSpPr>
        <p:spPr>
          <a:xfrm>
            <a:off x="360000" y="576000"/>
            <a:ext cx="2520000" cy="43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47"/>
              </a:lnSpc>
            </a:pPr>
            <a:r>
              <a:rPr sz="860" b="1" spc="100">
                <a:solidFill>
                  <a:srgbClr val="FFFFFF"/>
                </a:solidFill>
                <a:latin typeface="바탕"/>
                <a:ea typeface="바탕"/>
              </a:rPr>
              <a:t>데이터 분석  ·  강의 · 특강  ·  교육 설계  ·  외주 문의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512000" y="1173600"/>
            <a:ext cx="216000" cy="0"/>
          </a:xfrm>
          <a:prstGeom prst="line">
            <a:avLst/>
          </a:prstGeom>
          <a:ln w="5040">
            <a:solidFill>
              <a:srgbClr val="607A70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360000" y="1260000"/>
            <a:ext cx="252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41"/>
              </a:lnSpc>
            </a:pPr>
            <a:r>
              <a:rPr sz="580" b="0" spc="100">
                <a:solidFill>
                  <a:srgbClr val="A7ABB4"/>
                </a:solidFill>
                <a:latin typeface="바탕"/>
                <a:ea typeface="바탕"/>
              </a:rPr>
              <a:t>온라인 상담 가능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360000" y="1396800"/>
            <a:ext cx="252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41"/>
              </a:lnSpc>
            </a:pPr>
            <a:r>
              <a:rPr sz="580" b="0" spc="100">
                <a:solidFill>
                  <a:srgbClr val="A7ABB4"/>
                </a:solidFill>
                <a:latin typeface="바탕"/>
                <a:ea typeface="바탕"/>
              </a:rPr>
              <a:t>@채널아이디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경영 컨설턴트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