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4A3B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86459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607A7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607A70"/>
                </a:solidFill>
                <a:latin typeface="바탕"/>
                <a:ea typeface="바탕"/>
              </a:rPr>
              <a:t>전문 분야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607A7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데이터 분석  ·  강의 · 특강  ·  교육 설계  ·  외주 문의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607A7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A7ABB4"/>
                </a:solidFill>
                <a:latin typeface="바탕"/>
                <a:ea typeface="바탕"/>
              </a:rPr>
              <a:t>온라인 상담 가능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A7ABB4"/>
                </a:solidFill>
                <a:latin typeface="바탕"/>
                <a:ea typeface="바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