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9B7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황주원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데이터 분석가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9B7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번역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카피라이팅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데이터 분석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자문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9B7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2151C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2151C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12151C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데이터 분석가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