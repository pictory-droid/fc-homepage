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E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BBD6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D1E1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59992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6B7C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B2230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현OO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3282C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B7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B7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B7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18CC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EAE8"/>
          </a:solidFill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6D9F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EAE8"/>
          </a:solidFill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5D9D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EAE8"/>
          </a:solidFill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5D9D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EAE8"/>
          </a:solidFill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6D9F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메일 · 메시지 문의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