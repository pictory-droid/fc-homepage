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D1E1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6B7C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3282C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18CC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AE8"/>
          </a:solidFill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AE8"/>
          </a:solidFill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AE8"/>
          </a:solidFill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AE8"/>
          </a:solidFill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메일 · 메시지 문의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