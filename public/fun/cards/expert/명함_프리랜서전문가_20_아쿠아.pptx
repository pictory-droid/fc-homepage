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A3A9B5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3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993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94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894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