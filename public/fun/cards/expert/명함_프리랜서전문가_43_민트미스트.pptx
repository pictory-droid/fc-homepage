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A8D5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7C8CC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D9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3E826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6376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3E8265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카피라이팅  ·  강의 · 특강  ·  컨설팅  ·  교육 설계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BCC1D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