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2F7E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0708A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성OO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카피라이터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1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F1D3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D4BA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1440" y="701280"/>
            <a:ext cx="69120" cy="397440"/>
          </a:xfrm>
          <a:prstGeom prst="rect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541440" y="701280"/>
            <a:ext cx="69120" cy="397440"/>
          </a:xfrm>
          <a:prstGeom prst="rect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5400000">
            <a:off x="541440" y="701280"/>
            <a:ext cx="69120" cy="397440"/>
          </a:xfrm>
          <a:prstGeom prst="rect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8100000">
            <a:off x="541440" y="701280"/>
            <a:ext cx="69120" cy="397440"/>
          </a:xfrm>
          <a:prstGeom prst="rect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5040" y="779040"/>
            <a:ext cx="241920" cy="24192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24160" y="848160"/>
            <a:ext cx="103680" cy="103680"/>
          </a:xfrm>
          <a:prstGeom prst="ellipse">
            <a:avLst/>
          </a:prstGeom>
          <a:solidFill>
            <a:srgbClr val="867A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F7E82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C65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3690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교육 설계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C65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기술 문서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1152000"/>
            <a:ext cx="43200" cy="43200"/>
          </a:xfrm>
          <a:prstGeom prst="ellipse">
            <a:avLst/>
          </a:prstGeom>
          <a:solidFill>
            <a:srgbClr val="3690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1476000" y="1094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D4BAC3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C6470"/>
                </a:solidFill>
                <a:latin typeface="맑은 고딕"/>
                <a:ea typeface="맑은 고딕"/>
              </a:rPr>
              <a:t>사전 예약 상담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카피라이터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