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4A3B33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통역사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3E75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