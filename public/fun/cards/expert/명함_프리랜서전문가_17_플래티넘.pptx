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1260161"/>
            <a:ext cx="3240000" cy="539839"/>
          </a:xfrm>
          <a:custGeom>
            <a:avLst/>
            <a:gdLst/>
            <a:ahLst/>
            <a:cxnLst/>
            <a:rect l="l" t="t" r="r" b="b"/>
            <a:pathLst>
              <a:path w="3240000" h="539839">
                <a:moveTo>
                  <a:pt x="0" y="57439"/>
                </a:moveTo>
                <a:lnTo>
                  <a:pt x="36000" y="66024"/>
                </a:lnTo>
                <a:lnTo>
                  <a:pt x="72000" y="74417"/>
                </a:lnTo>
                <a:lnTo>
                  <a:pt x="108000" y="82431"/>
                </a:lnTo>
                <a:lnTo>
                  <a:pt x="144000" y="89886"/>
                </a:lnTo>
                <a:lnTo>
                  <a:pt x="180000" y="96617"/>
                </a:lnTo>
                <a:lnTo>
                  <a:pt x="216000" y="102472"/>
                </a:lnTo>
                <a:lnTo>
                  <a:pt x="252000" y="107322"/>
                </a:lnTo>
                <a:lnTo>
                  <a:pt x="288000" y="111057"/>
                </a:lnTo>
                <a:lnTo>
                  <a:pt x="324000" y="113595"/>
                </a:lnTo>
                <a:lnTo>
                  <a:pt x="360000" y="114878"/>
                </a:lnTo>
                <a:lnTo>
                  <a:pt x="396000" y="114878"/>
                </a:lnTo>
                <a:lnTo>
                  <a:pt x="432000" y="113595"/>
                </a:lnTo>
                <a:lnTo>
                  <a:pt x="468000" y="111057"/>
                </a:lnTo>
                <a:lnTo>
                  <a:pt x="504000" y="107322"/>
                </a:lnTo>
                <a:lnTo>
                  <a:pt x="540000" y="102472"/>
                </a:lnTo>
                <a:lnTo>
                  <a:pt x="576000" y="96617"/>
                </a:lnTo>
                <a:lnTo>
                  <a:pt x="612000" y="89886"/>
                </a:lnTo>
                <a:lnTo>
                  <a:pt x="648000" y="82431"/>
                </a:lnTo>
                <a:lnTo>
                  <a:pt x="684000" y="74417"/>
                </a:lnTo>
                <a:lnTo>
                  <a:pt x="720000" y="66024"/>
                </a:lnTo>
                <a:lnTo>
                  <a:pt x="756000" y="57439"/>
                </a:lnTo>
                <a:lnTo>
                  <a:pt x="792000" y="48854"/>
                </a:lnTo>
                <a:lnTo>
                  <a:pt x="828000" y="40461"/>
                </a:lnTo>
                <a:lnTo>
                  <a:pt x="864000" y="32447"/>
                </a:lnTo>
                <a:lnTo>
                  <a:pt x="900000" y="24992"/>
                </a:lnTo>
                <a:lnTo>
                  <a:pt x="936000" y="18261"/>
                </a:lnTo>
                <a:lnTo>
                  <a:pt x="972000" y="12406"/>
                </a:lnTo>
                <a:lnTo>
                  <a:pt x="1008000" y="7556"/>
                </a:lnTo>
                <a:lnTo>
                  <a:pt x="1044000" y="3821"/>
                </a:lnTo>
                <a:lnTo>
                  <a:pt x="1080000" y="1283"/>
                </a:lnTo>
                <a:lnTo>
                  <a:pt x="1116000" y="0"/>
                </a:lnTo>
                <a:lnTo>
                  <a:pt x="1152000" y="0"/>
                </a:lnTo>
                <a:lnTo>
                  <a:pt x="1188000" y="1283"/>
                </a:lnTo>
                <a:lnTo>
                  <a:pt x="1224000" y="3821"/>
                </a:lnTo>
                <a:lnTo>
                  <a:pt x="1260000" y="7556"/>
                </a:lnTo>
                <a:lnTo>
                  <a:pt x="1296000" y="12406"/>
                </a:lnTo>
                <a:lnTo>
                  <a:pt x="1332000" y="18261"/>
                </a:lnTo>
                <a:lnTo>
                  <a:pt x="1368000" y="24992"/>
                </a:lnTo>
                <a:lnTo>
                  <a:pt x="1404000" y="32447"/>
                </a:lnTo>
                <a:lnTo>
                  <a:pt x="1440000" y="40461"/>
                </a:lnTo>
                <a:lnTo>
                  <a:pt x="1476000" y="48854"/>
                </a:lnTo>
                <a:lnTo>
                  <a:pt x="1512000" y="57439"/>
                </a:lnTo>
                <a:lnTo>
                  <a:pt x="1548000" y="66024"/>
                </a:lnTo>
                <a:lnTo>
                  <a:pt x="1584000" y="74417"/>
                </a:lnTo>
                <a:lnTo>
                  <a:pt x="1620000" y="82431"/>
                </a:lnTo>
                <a:lnTo>
                  <a:pt x="1656000" y="89886"/>
                </a:lnTo>
                <a:lnTo>
                  <a:pt x="1692000" y="96617"/>
                </a:lnTo>
                <a:lnTo>
                  <a:pt x="1728000" y="102472"/>
                </a:lnTo>
                <a:lnTo>
                  <a:pt x="1764000" y="107322"/>
                </a:lnTo>
                <a:lnTo>
                  <a:pt x="1800000" y="111057"/>
                </a:lnTo>
                <a:lnTo>
                  <a:pt x="1836000" y="113595"/>
                </a:lnTo>
                <a:lnTo>
                  <a:pt x="1872000" y="114878"/>
                </a:lnTo>
                <a:lnTo>
                  <a:pt x="1908000" y="114878"/>
                </a:lnTo>
                <a:lnTo>
                  <a:pt x="1944000" y="113595"/>
                </a:lnTo>
                <a:lnTo>
                  <a:pt x="1980000" y="111057"/>
                </a:lnTo>
                <a:lnTo>
                  <a:pt x="2016000" y="107322"/>
                </a:lnTo>
                <a:lnTo>
                  <a:pt x="2052000" y="102472"/>
                </a:lnTo>
                <a:lnTo>
                  <a:pt x="2088000" y="96617"/>
                </a:lnTo>
                <a:lnTo>
                  <a:pt x="2124000" y="89886"/>
                </a:lnTo>
                <a:lnTo>
                  <a:pt x="2160000" y="82431"/>
                </a:lnTo>
                <a:lnTo>
                  <a:pt x="2196000" y="74417"/>
                </a:lnTo>
                <a:lnTo>
                  <a:pt x="2232000" y="66024"/>
                </a:lnTo>
                <a:lnTo>
                  <a:pt x="2268000" y="57439"/>
                </a:lnTo>
                <a:lnTo>
                  <a:pt x="2304000" y="48854"/>
                </a:lnTo>
                <a:lnTo>
                  <a:pt x="2340000" y="40461"/>
                </a:lnTo>
                <a:lnTo>
                  <a:pt x="2376000" y="32447"/>
                </a:lnTo>
                <a:lnTo>
                  <a:pt x="2412000" y="24992"/>
                </a:lnTo>
                <a:lnTo>
                  <a:pt x="2448000" y="18261"/>
                </a:lnTo>
                <a:lnTo>
                  <a:pt x="2484000" y="12406"/>
                </a:lnTo>
                <a:lnTo>
                  <a:pt x="2520000" y="7556"/>
                </a:lnTo>
                <a:lnTo>
                  <a:pt x="2556000" y="3821"/>
                </a:lnTo>
                <a:lnTo>
                  <a:pt x="2592000" y="1283"/>
                </a:lnTo>
                <a:lnTo>
                  <a:pt x="2628000" y="0"/>
                </a:lnTo>
                <a:lnTo>
                  <a:pt x="2664000" y="0"/>
                </a:lnTo>
                <a:lnTo>
                  <a:pt x="2700000" y="1283"/>
                </a:lnTo>
                <a:lnTo>
                  <a:pt x="2736000" y="3821"/>
                </a:lnTo>
                <a:lnTo>
                  <a:pt x="2772000" y="7556"/>
                </a:lnTo>
                <a:lnTo>
                  <a:pt x="2808000" y="12406"/>
                </a:lnTo>
                <a:lnTo>
                  <a:pt x="2844000" y="18261"/>
                </a:lnTo>
                <a:lnTo>
                  <a:pt x="2880000" y="24992"/>
                </a:lnTo>
                <a:lnTo>
                  <a:pt x="2916000" y="32447"/>
                </a:lnTo>
                <a:lnTo>
                  <a:pt x="2952000" y="40461"/>
                </a:lnTo>
                <a:lnTo>
                  <a:pt x="2988000" y="48854"/>
                </a:lnTo>
                <a:lnTo>
                  <a:pt x="3024000" y="57439"/>
                </a:lnTo>
                <a:lnTo>
                  <a:pt x="3060000" y="66024"/>
                </a:lnTo>
                <a:lnTo>
                  <a:pt x="3096000" y="74417"/>
                </a:lnTo>
                <a:lnTo>
                  <a:pt x="3132000" y="82431"/>
                </a:lnTo>
                <a:lnTo>
                  <a:pt x="3168000" y="89886"/>
                </a:lnTo>
                <a:lnTo>
                  <a:pt x="3204000" y="96617"/>
                </a:lnTo>
                <a:lnTo>
                  <a:pt x="3240000" y="102472"/>
                </a:lnTo>
                <a:lnTo>
                  <a:pt x="3240000" y="539839"/>
                </a:lnTo>
                <a:lnTo>
                  <a:pt x="0" y="539839"/>
                </a:lnTo>
                <a:close/>
              </a:path>
            </a:pathLst>
          </a:custGeom>
          <a:solidFill>
            <a:srgbClr val="55ACAE">
              <a:alpha val="5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1332000"/>
            <a:ext cx="3240000" cy="468000"/>
          </a:xfrm>
          <a:custGeom>
            <a:avLst/>
            <a:gdLst/>
            <a:ahLst/>
            <a:cxnLst/>
            <a:rect l="l" t="t" r="r" b="b"/>
            <a:pathLst>
              <a:path w="3240000" h="468000">
                <a:moveTo>
                  <a:pt x="0" y="94048"/>
                </a:moveTo>
                <a:lnTo>
                  <a:pt x="36000" y="89009"/>
                </a:lnTo>
                <a:lnTo>
                  <a:pt x="72000" y="82796"/>
                </a:lnTo>
                <a:lnTo>
                  <a:pt x="108000" y="75600"/>
                </a:lnTo>
                <a:lnTo>
                  <a:pt x="144000" y="67638"/>
                </a:lnTo>
                <a:lnTo>
                  <a:pt x="180000" y="59152"/>
                </a:lnTo>
                <a:lnTo>
                  <a:pt x="216000" y="50400"/>
                </a:lnTo>
                <a:lnTo>
                  <a:pt x="252000" y="41648"/>
                </a:lnTo>
                <a:lnTo>
                  <a:pt x="288000" y="33162"/>
                </a:lnTo>
                <a:lnTo>
                  <a:pt x="324000" y="25200"/>
                </a:lnTo>
                <a:lnTo>
                  <a:pt x="360000" y="18004"/>
                </a:lnTo>
                <a:lnTo>
                  <a:pt x="396000" y="11791"/>
                </a:lnTo>
                <a:lnTo>
                  <a:pt x="432000" y="6752"/>
                </a:lnTo>
                <a:lnTo>
                  <a:pt x="468000" y="3039"/>
                </a:lnTo>
                <a:lnTo>
                  <a:pt x="504000" y="766"/>
                </a:lnTo>
                <a:lnTo>
                  <a:pt x="540000" y="0"/>
                </a:lnTo>
                <a:lnTo>
                  <a:pt x="576000" y="766"/>
                </a:lnTo>
                <a:lnTo>
                  <a:pt x="612000" y="3039"/>
                </a:lnTo>
                <a:lnTo>
                  <a:pt x="648000" y="6752"/>
                </a:lnTo>
                <a:lnTo>
                  <a:pt x="684000" y="11791"/>
                </a:lnTo>
                <a:lnTo>
                  <a:pt x="720000" y="18004"/>
                </a:lnTo>
                <a:lnTo>
                  <a:pt x="756000" y="25200"/>
                </a:lnTo>
                <a:lnTo>
                  <a:pt x="792000" y="33162"/>
                </a:lnTo>
                <a:lnTo>
                  <a:pt x="828000" y="41648"/>
                </a:lnTo>
                <a:lnTo>
                  <a:pt x="864000" y="50400"/>
                </a:lnTo>
                <a:lnTo>
                  <a:pt x="900000" y="59152"/>
                </a:lnTo>
                <a:lnTo>
                  <a:pt x="936000" y="67638"/>
                </a:lnTo>
                <a:lnTo>
                  <a:pt x="972000" y="75600"/>
                </a:lnTo>
                <a:lnTo>
                  <a:pt x="1008000" y="82796"/>
                </a:lnTo>
                <a:lnTo>
                  <a:pt x="1044000" y="89009"/>
                </a:lnTo>
                <a:lnTo>
                  <a:pt x="1080000" y="94048"/>
                </a:lnTo>
                <a:lnTo>
                  <a:pt x="1116000" y="97761"/>
                </a:lnTo>
                <a:lnTo>
                  <a:pt x="1152000" y="100034"/>
                </a:lnTo>
                <a:lnTo>
                  <a:pt x="1188000" y="100800"/>
                </a:lnTo>
                <a:lnTo>
                  <a:pt x="1224000" y="100034"/>
                </a:lnTo>
                <a:lnTo>
                  <a:pt x="1260000" y="97761"/>
                </a:lnTo>
                <a:lnTo>
                  <a:pt x="1296000" y="94048"/>
                </a:lnTo>
                <a:lnTo>
                  <a:pt x="1332000" y="89009"/>
                </a:lnTo>
                <a:lnTo>
                  <a:pt x="1368000" y="82796"/>
                </a:lnTo>
                <a:lnTo>
                  <a:pt x="1404000" y="75600"/>
                </a:lnTo>
                <a:lnTo>
                  <a:pt x="1440000" y="67638"/>
                </a:lnTo>
                <a:lnTo>
                  <a:pt x="1476000" y="59152"/>
                </a:lnTo>
                <a:lnTo>
                  <a:pt x="1512000" y="50400"/>
                </a:lnTo>
                <a:lnTo>
                  <a:pt x="1548000" y="41648"/>
                </a:lnTo>
                <a:lnTo>
                  <a:pt x="1584000" y="33162"/>
                </a:lnTo>
                <a:lnTo>
                  <a:pt x="1620000" y="25200"/>
                </a:lnTo>
                <a:lnTo>
                  <a:pt x="1656000" y="18004"/>
                </a:lnTo>
                <a:lnTo>
                  <a:pt x="1692000" y="11791"/>
                </a:lnTo>
                <a:lnTo>
                  <a:pt x="1728000" y="6752"/>
                </a:lnTo>
                <a:lnTo>
                  <a:pt x="1764000" y="3039"/>
                </a:lnTo>
                <a:lnTo>
                  <a:pt x="1800000" y="766"/>
                </a:lnTo>
                <a:lnTo>
                  <a:pt x="1836000" y="0"/>
                </a:lnTo>
                <a:lnTo>
                  <a:pt x="1872000" y="766"/>
                </a:lnTo>
                <a:lnTo>
                  <a:pt x="1908000" y="3039"/>
                </a:lnTo>
                <a:lnTo>
                  <a:pt x="1944000" y="6752"/>
                </a:lnTo>
                <a:lnTo>
                  <a:pt x="1980000" y="11791"/>
                </a:lnTo>
                <a:lnTo>
                  <a:pt x="2016000" y="18004"/>
                </a:lnTo>
                <a:lnTo>
                  <a:pt x="2052000" y="25200"/>
                </a:lnTo>
                <a:lnTo>
                  <a:pt x="2088000" y="33162"/>
                </a:lnTo>
                <a:lnTo>
                  <a:pt x="2124000" y="41648"/>
                </a:lnTo>
                <a:lnTo>
                  <a:pt x="2160000" y="50400"/>
                </a:lnTo>
                <a:lnTo>
                  <a:pt x="2196000" y="59152"/>
                </a:lnTo>
                <a:lnTo>
                  <a:pt x="2232000" y="67638"/>
                </a:lnTo>
                <a:lnTo>
                  <a:pt x="2268000" y="75600"/>
                </a:lnTo>
                <a:lnTo>
                  <a:pt x="2304000" y="82796"/>
                </a:lnTo>
                <a:lnTo>
                  <a:pt x="2340000" y="89009"/>
                </a:lnTo>
                <a:lnTo>
                  <a:pt x="2376000" y="94048"/>
                </a:lnTo>
                <a:lnTo>
                  <a:pt x="2412000" y="97761"/>
                </a:lnTo>
                <a:lnTo>
                  <a:pt x="2448000" y="100034"/>
                </a:lnTo>
                <a:lnTo>
                  <a:pt x="2484000" y="100800"/>
                </a:lnTo>
                <a:lnTo>
                  <a:pt x="2520000" y="100034"/>
                </a:lnTo>
                <a:lnTo>
                  <a:pt x="2556000" y="97761"/>
                </a:lnTo>
                <a:lnTo>
                  <a:pt x="2592000" y="94048"/>
                </a:lnTo>
                <a:lnTo>
                  <a:pt x="2628000" y="89009"/>
                </a:lnTo>
                <a:lnTo>
                  <a:pt x="2664000" y="82796"/>
                </a:lnTo>
                <a:lnTo>
                  <a:pt x="2700000" y="75600"/>
                </a:lnTo>
                <a:lnTo>
                  <a:pt x="2736000" y="67638"/>
                </a:lnTo>
                <a:lnTo>
                  <a:pt x="2772000" y="59152"/>
                </a:lnTo>
                <a:lnTo>
                  <a:pt x="2808000" y="50400"/>
                </a:lnTo>
                <a:lnTo>
                  <a:pt x="2844000" y="41648"/>
                </a:lnTo>
                <a:lnTo>
                  <a:pt x="2880000" y="33162"/>
                </a:lnTo>
                <a:lnTo>
                  <a:pt x="2916000" y="25200"/>
                </a:lnTo>
                <a:lnTo>
                  <a:pt x="2952000" y="18004"/>
                </a:lnTo>
                <a:lnTo>
                  <a:pt x="2988000" y="11791"/>
                </a:lnTo>
                <a:lnTo>
                  <a:pt x="3024000" y="6752"/>
                </a:lnTo>
                <a:lnTo>
                  <a:pt x="3060000" y="3039"/>
                </a:lnTo>
                <a:lnTo>
                  <a:pt x="3096000" y="766"/>
                </a:lnTo>
                <a:lnTo>
                  <a:pt x="3132000" y="0"/>
                </a:lnTo>
                <a:lnTo>
                  <a:pt x="3168000" y="766"/>
                </a:lnTo>
                <a:lnTo>
                  <a:pt x="3204000" y="3039"/>
                </a:lnTo>
                <a:lnTo>
                  <a:pt x="3240000" y="6752"/>
                </a:lnTo>
                <a:lnTo>
                  <a:pt x="3240000" y="468000"/>
                </a:lnTo>
                <a:lnTo>
                  <a:pt x="0" y="468000"/>
                </a:lnTo>
                <a:close/>
              </a:path>
            </a:pathLst>
          </a:custGeom>
          <a:solidFill>
            <a:srgbClr val="BFC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16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4B9C9E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안OO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5F6672"/>
                </a:solidFill>
                <a:latin typeface="맑은 고딕"/>
                <a:ea typeface="맑은 고딕"/>
              </a:rPr>
              <a:t>통역사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5120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188000" y="1512000"/>
            <a:ext cx="118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376000" y="1512000"/>
            <a:ext cx="612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CC7C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BADD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1B2230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B2230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B2230"/>
                </a:solidFill>
                <a:latin typeface="맑은 고딕"/>
                <a:ea typeface="맑은 고딕"/>
              </a:rPr>
              <a:t>통역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B2230"/>
                </a:solidFill>
                <a:latin typeface="맑은 고딕"/>
                <a:ea typeface="맑은 고딕"/>
              </a:rPr>
              <a:t>강의 · 특강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B2230"/>
                </a:solidFill>
                <a:latin typeface="맑은 고딕"/>
                <a:ea typeface="맑은 고딕"/>
              </a:rPr>
              <a:t>교육 설계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88000" y="11376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B2230"/>
                </a:solidFill>
                <a:latin typeface="맑은 고딕"/>
                <a:ea typeface="맑은 고딕"/>
              </a:rPr>
              <a:t>원고 집필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8000" y="1339200"/>
            <a:ext cx="1728000" cy="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B2230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B2230"/>
                </a:solidFill>
                <a:latin typeface="맑은 고딕"/>
                <a:ea typeface="맑은 고딕"/>
              </a:rPr>
              <a:t>사전 예약 상담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B2230">
                    <a:alpha val="75000"/>
                  </a:srgbClr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B2230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B2230"/>
                </a:solidFill>
                <a:latin typeface="맑은 고딕"/>
                <a:ea typeface="맑은 고딕"/>
              </a:rPr>
              <a:t>소속 · 브랜드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통역사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