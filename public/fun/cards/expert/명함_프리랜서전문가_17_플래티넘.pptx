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55ACAE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BFC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9C9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ADD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