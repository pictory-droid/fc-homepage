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0A47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0A47C7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조하린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통역사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기술 문서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