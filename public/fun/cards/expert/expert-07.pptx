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7650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7D726A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37261A"/>
                </a:solidFill>
                <a:latin typeface="바탕"/>
                <a:ea typeface="바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765037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37261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37261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D726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57072" y="1509696"/>
            <a:ext cx="60192" cy="87552"/>
          </a:xfrm>
          <a:custGeom>
            <a:avLst/>
            <a:gdLst/>
            <a:ahLst/>
            <a:cxnLst/>
            <a:rect l="l" t="t" r="r" b="b"/>
            <a:pathLst>
              <a:path w="60192" h="87552">
                <a:moveTo>
                  <a:pt x="0" y="0"/>
                </a:moveTo>
                <a:lnTo>
                  <a:pt x="60192" y="10944"/>
                </a:lnTo>
                <a:lnTo>
                  <a:pt x="60192" y="87552"/>
                </a:lnTo>
                <a:lnTo>
                  <a:pt x="0" y="76608"/>
                </a:lnTo>
                <a:close/>
              </a:path>
            </a:pathLst>
          </a:cu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622736" y="1509696"/>
            <a:ext cx="60192" cy="87552"/>
          </a:xfrm>
          <a:custGeom>
            <a:avLst/>
            <a:gdLst/>
            <a:ahLst/>
            <a:cxnLst/>
            <a:rect l="l" t="t" r="r" b="b"/>
            <a:pathLst>
              <a:path w="60192" h="87552">
                <a:moveTo>
                  <a:pt x="60192" y="0"/>
                </a:moveTo>
                <a:lnTo>
                  <a:pt x="0" y="10944"/>
                </a:lnTo>
                <a:lnTo>
                  <a:pt x="0" y="87552"/>
                </a:lnTo>
                <a:lnTo>
                  <a:pt x="60192" y="76608"/>
                </a:lnTo>
                <a:close/>
              </a:path>
            </a:pathLst>
          </a:cu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2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9C816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당신의 의도를 정확히 옮깁니다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9C816F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9C81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B9B3A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0" y="0"/>
                </a:moveTo>
                <a:lnTo>
                  <a:pt x="79200" y="14400"/>
                </a:lnTo>
                <a:lnTo>
                  <a:pt x="79200" y="115200"/>
                </a:lnTo>
                <a:lnTo>
                  <a:pt x="0" y="100800"/>
                </a:lnTo>
                <a:close/>
              </a:path>
            </a:pathLst>
          </a:custGeom>
          <a:solidFill>
            <a:srgbClr val="9C81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6236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79200" y="0"/>
                </a:moveTo>
                <a:lnTo>
                  <a:pt x="0" y="14400"/>
                </a:lnTo>
                <a:lnTo>
                  <a:pt x="0" y="115200"/>
                </a:lnTo>
                <a:lnTo>
                  <a:pt x="79200" y="100800"/>
                </a:lnTo>
                <a:close/>
              </a:path>
            </a:pathLst>
          </a:custGeom>
          <a:solidFill>
            <a:srgbClr val="5749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