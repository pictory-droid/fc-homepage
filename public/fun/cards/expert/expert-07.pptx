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DDE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0A47C7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당신의 의도를 정확히 옮깁니다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