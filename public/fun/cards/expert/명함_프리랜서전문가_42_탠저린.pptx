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봉기태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번역가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6A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번역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카피라이팅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컨설팅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온라인 상담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