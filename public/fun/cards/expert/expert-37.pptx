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87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808F6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FAFAF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방지민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FAFBF7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AFAF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9056" y="1485072"/>
            <a:ext cx="21888" cy="125856"/>
          </a:xfrm>
          <a:prstGeom prst="rect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1609056" y="1485072"/>
            <a:ext cx="21888" cy="125856"/>
          </a:xfrm>
          <a:prstGeom prst="rect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5400000">
            <a:off x="1609056" y="1485072"/>
            <a:ext cx="21888" cy="125856"/>
          </a:xfrm>
          <a:prstGeom prst="rect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8100000">
            <a:off x="1609056" y="1485072"/>
            <a:ext cx="21888" cy="125856"/>
          </a:xfrm>
          <a:prstGeom prst="rect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81696" y="1509696"/>
            <a:ext cx="76608" cy="76608"/>
          </a:xfrm>
          <a:prstGeom prst="ellips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03584" y="1531584"/>
            <a:ext cx="32832" cy="32832"/>
          </a:xfrm>
          <a:prstGeom prst="ellipse">
            <a:avLst/>
          </a:prstGeom>
          <a:solidFill>
            <a:srgbClr val="808F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819852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8198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49562E"/>
                </a:solidFill>
                <a:latin typeface="맑은 고딕"/>
                <a:ea typeface="맑은 고딕"/>
              </a:rPr>
              <a:t>낯선 분야도 끝까지 파고듭니다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E745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