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3" name="Oval 2"/>
          <p:cNvSpPr/>
          <p:nvPr/>
        </p:nvSpPr>
        <p:spPr>
          <a:xfrm>
            <a:off x="2955600" y="241200"/>
            <a:ext cx="64800" cy="64800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6768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방지민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800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통역사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576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411200"/>
            <a:ext cx="79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080000" y="1411200"/>
            <a:ext cx="90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52000" y="1411200"/>
            <a:ext cx="97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080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511200"/>
            <a:ext cx="57600" cy="57600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684000"/>
            <a:ext cx="2448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낯선 분야도 끝까지 파고듭니다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6C6411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통역사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