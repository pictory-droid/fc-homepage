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36000"/>
          </a:xfrm>
          <a:prstGeom prst="rect">
            <a:avLst/>
          </a:prstGeom>
          <a:solidFill>
            <a:srgbClr val="00D0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296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홍석진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75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A3A9B5"/>
                </a:solidFill>
                <a:latin typeface="맑은 고딕"/>
                <a:ea typeface="맑은 고딕"/>
              </a:rPr>
              <a:t>프로젝트 매니저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59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907200"/>
            <a:ext cx="273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9864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36000" y="9684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37600"/>
            <a:ext cx="273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168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36000" y="11988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68000"/>
            <a:ext cx="273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472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36000" y="14292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598400"/>
            <a:ext cx="273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00D0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496933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B728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496933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웹 개발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9333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B728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799333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카피라이팅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31300" y="540000"/>
            <a:ext cx="412300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B728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431300" y="540000"/>
            <a:ext cx="412300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컨설팅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940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B728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8940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외주 문의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2151C"/>
                </a:solidFill>
                <a:latin typeface="맑은 고딕"/>
                <a:ea typeface="맑은 고딕"/>
              </a:rPr>
              <a:t>평일 10:00 – 18:00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2151C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프로젝트 매니저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