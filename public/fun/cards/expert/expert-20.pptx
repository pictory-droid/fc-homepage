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내일의 도구를 오늘 익힙니다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