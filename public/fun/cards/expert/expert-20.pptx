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C4964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C49645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C49645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C49645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6ED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E5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C5D27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9693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9693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9693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969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764800" y="1113120"/>
            <a:ext cx="74880" cy="74880"/>
          </a:xfrm>
          <a:prstGeom prst="line">
            <a:avLst/>
          </a:prstGeom>
          <a:ln w="23040">
            <a:solidFill>
              <a:srgbClr val="C4964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764800" y="1188000"/>
            <a:ext cx="74880" cy="74880"/>
          </a:xfrm>
          <a:prstGeom prst="line">
            <a:avLst/>
          </a:prstGeom>
          <a:ln w="23040">
            <a:solidFill>
              <a:srgbClr val="C4964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920320" y="1113120"/>
            <a:ext cx="74880" cy="74880"/>
          </a:xfrm>
          <a:prstGeom prst="line">
            <a:avLst/>
          </a:prstGeom>
          <a:ln w="23040">
            <a:solidFill>
              <a:srgbClr val="C49645"/>
            </a:solidFill>
          </a:ln>
        </p:spPr>
      </p:cxnSp>
      <p:cxnSp>
        <p:nvCxnSpPr>
          <p:cNvPr id="36" name="Connector 35"/>
          <p:cNvCxnSpPr/>
          <p:nvPr/>
        </p:nvCxnSpPr>
        <p:spPr>
          <a:xfrm flipH="1">
            <a:off x="2920320" y="1188000"/>
            <a:ext cx="74880" cy="74880"/>
          </a:xfrm>
          <a:prstGeom prst="line">
            <a:avLst/>
          </a:prstGeom>
          <a:ln w="23040">
            <a:solidFill>
              <a:srgbClr val="C49645"/>
            </a:solidFill>
          </a:ln>
        </p:spPr>
      </p:cxnSp>
      <p:cxnSp>
        <p:nvCxnSpPr>
          <p:cNvPr id="37" name="Connector 36"/>
          <p:cNvCxnSpPr/>
          <p:nvPr/>
        </p:nvCxnSpPr>
        <p:spPr>
          <a:xfrm flipH="1">
            <a:off x="2856960" y="1090080"/>
            <a:ext cx="46080" cy="195840"/>
          </a:xfrm>
          <a:prstGeom prst="line">
            <a:avLst/>
          </a:prstGeom>
          <a:ln w="20160">
            <a:solidFill>
              <a:srgbClr val="F6EDD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3960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960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876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6876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568800" y="716400"/>
            <a:ext cx="86400" cy="3672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맑은 고딕"/>
                <a:ea typeface="맑은 고딕"/>
              </a:rPr>
              <a:t>내일의 도구를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맑은 고딕"/>
                <a:ea typeface="맑은 고딕"/>
              </a:rPr>
              <a:t>오늘 익힙니다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E6E52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