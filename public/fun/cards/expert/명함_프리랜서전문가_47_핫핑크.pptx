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FF2E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F5D8E8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F5D8E8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F5D8E8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범채원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통역사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AF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FFC4E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FFC4E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FFC4E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FFC4E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FFC4E1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FFC4E1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FFC4E1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FFC4E1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C1E49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카피라이팅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FFC4E1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기술 문서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FFC4E1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FFC4E1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FFC4E1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WEB  www.example.com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C1E49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통역사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