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41440" y="701280"/>
            <a:ext cx="69120" cy="39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5040" y="779040"/>
            <a:ext cx="241920" cy="241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160" y="848160"/>
            <a:ext cx="103680" cy="103680"/>
          </a:xfrm>
          <a:prstGeom prst="ellipse">
            <a:avLst/>
          </a:prstGeom>
          <a:solidFill>
            <a:srgbClr val="D3B9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057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7" name="Oval 16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9057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온라인 상담 가능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