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1D6F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성OO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카피라이터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A873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1440" y="701280"/>
            <a:ext cx="69120" cy="39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541440" y="701280"/>
            <a:ext cx="69120" cy="39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5400000">
            <a:off x="541440" y="701280"/>
            <a:ext cx="69120" cy="39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8100000">
            <a:off x="541440" y="701280"/>
            <a:ext cx="69120" cy="39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5040" y="779040"/>
            <a:ext cx="241920" cy="241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24160" y="848160"/>
            <a:ext cx="103680" cy="103680"/>
          </a:xfrm>
          <a:prstGeom prst="ellipse">
            <a:avLst/>
          </a:prstGeom>
          <a:solidFill>
            <a:srgbClr val="D3B9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A873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9057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교육 설계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A873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기술 문서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9057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온라인 상담 가능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카피라이터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