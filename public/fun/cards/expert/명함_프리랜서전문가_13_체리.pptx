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3600" y="93600"/>
            <a:ext cx="3052800" cy="1612800"/>
          </a:xfrm>
          <a:prstGeom prst="rect">
            <a:avLst/>
          </a:prstGeom>
          <a:noFill/>
          <a:ln w="3600">
            <a:solidFill>
              <a:srgbClr val="2A2F3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2000" y="252000"/>
            <a:ext cx="79200" cy="79200"/>
          </a:xfrm>
          <a:prstGeom prst="rect">
            <a:avLst/>
          </a:prstGeom>
          <a:solidFill>
            <a:srgbClr val="E828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96000" y="259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A3A9B5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2000" y="446400"/>
            <a:ext cx="2736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252000" y="9648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서나연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2168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A3A9B5"/>
                </a:solidFill>
                <a:latin typeface="맑은 고딕"/>
                <a:ea typeface="맑은 고딕"/>
              </a:rPr>
              <a:t>프리랜서 강사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72000" y="943200"/>
            <a:ext cx="0" cy="6048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016000" y="1033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318400" y="10224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016000" y="1177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318400" y="11664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016000" y="1321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18400" y="13104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EAED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9200" y="108000"/>
            <a:ext cx="57600" cy="0"/>
          </a:xfrm>
          <a:prstGeom prst="line">
            <a:avLst/>
          </a:prstGeom>
          <a:ln w="3600">
            <a:solidFill>
              <a:srgbClr val="F9C3CE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08000" y="79200"/>
            <a:ext cx="0" cy="57600"/>
          </a:xfrm>
          <a:prstGeom prst="line">
            <a:avLst/>
          </a:prstGeom>
          <a:ln w="3600">
            <a:solidFill>
              <a:srgbClr val="F9C3CE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103200" y="108000"/>
            <a:ext cx="57600" cy="0"/>
          </a:xfrm>
          <a:prstGeom prst="line">
            <a:avLst/>
          </a:prstGeom>
          <a:ln w="3600">
            <a:solidFill>
              <a:srgbClr val="F9C3CE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32000" y="79200"/>
            <a:ext cx="0" cy="57600"/>
          </a:xfrm>
          <a:prstGeom prst="line">
            <a:avLst/>
          </a:prstGeom>
          <a:ln w="3600">
            <a:solidFill>
              <a:srgbClr val="F9C3CE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79200" y="1692000"/>
            <a:ext cx="57600" cy="0"/>
          </a:xfrm>
          <a:prstGeom prst="line">
            <a:avLst/>
          </a:prstGeom>
          <a:ln w="3600">
            <a:solidFill>
              <a:srgbClr val="F9C3CE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08000" y="1663200"/>
            <a:ext cx="0" cy="57600"/>
          </a:xfrm>
          <a:prstGeom prst="line">
            <a:avLst/>
          </a:prstGeom>
          <a:ln w="3600">
            <a:solidFill>
              <a:srgbClr val="F9C3CE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103200" y="1692000"/>
            <a:ext cx="57600" cy="0"/>
          </a:xfrm>
          <a:prstGeom prst="line">
            <a:avLst/>
          </a:prstGeom>
          <a:ln w="3600">
            <a:solidFill>
              <a:srgbClr val="F9C3CE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32000" y="1663200"/>
            <a:ext cx="0" cy="57600"/>
          </a:xfrm>
          <a:prstGeom prst="line">
            <a:avLst/>
          </a:prstGeom>
          <a:ln w="3600">
            <a:solidFill>
              <a:srgbClr val="F9C3CE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2880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631C2F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E828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19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631C2F"/>
                </a:solidFill>
                <a:latin typeface="맑은 고딕"/>
                <a:ea typeface="맑은 고딕"/>
              </a:rPr>
              <a:t>전문 분야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41600"/>
            <a:ext cx="25200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88"/>
              </a:lnSpc>
            </a:pPr>
            <a:r>
              <a:rPr sz="819" b="1">
                <a:solidFill>
                  <a:srgbClr val="12151C"/>
                </a:solidFill>
                <a:latin typeface="맑은 고딕"/>
                <a:ea typeface="맑은 고딕"/>
              </a:rPr>
              <a:t>데이터 분석  ·  강의 · 특강  ·  외주 문의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0000" y="1224000"/>
            <a:ext cx="2520000" cy="0"/>
          </a:xfrm>
          <a:prstGeom prst="line">
            <a:avLst/>
          </a:prstGeom>
          <a:ln w="3600">
            <a:solidFill>
              <a:srgbClr val="F9C3CE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360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평일 10:00 – 18:00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0000" y="1296000"/>
            <a:ext cx="0" cy="180000"/>
          </a:xfrm>
          <a:prstGeom prst="line">
            <a:avLst/>
          </a:prstGeom>
          <a:ln w="3600">
            <a:solidFill>
              <a:srgbClr val="F9C3CE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1656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프리랜서 강사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