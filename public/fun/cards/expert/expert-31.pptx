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2C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077D7E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E3B4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2151C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차예준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E3B40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077D7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B4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B4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B4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00C2C0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00C2C0"/>
          </a:solidFill>
          <a:ln w="5760">
            <a:solidFill>
              <a:srgbClr val="00C2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00C2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번역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00C2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