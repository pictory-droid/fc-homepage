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648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5600" cy="1800000"/>
          </a:xfrm>
          <a:prstGeom prst="rect">
            <a:avLst/>
          </a:prstGeom>
          <a:solidFill>
            <a:srgbClr val="D3E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5600" y="0"/>
            <a:ext cx="36000" cy="1800000"/>
          </a:xfrm>
          <a:prstGeom prst="rect">
            <a:avLst/>
          </a:prstGeom>
          <a:solidFill>
            <a:srgbClr val="5A7D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649024" y="281232"/>
            <a:ext cx="152064" cy="221184"/>
          </a:xfrm>
          <a:custGeom>
            <a:avLst/>
            <a:gdLst/>
            <a:ahLst/>
            <a:cxnLst/>
            <a:rect l="l" t="t" r="r" b="b"/>
            <a:pathLst>
              <a:path w="152064" h="221184">
                <a:moveTo>
                  <a:pt x="0" y="0"/>
                </a:moveTo>
                <a:lnTo>
                  <a:pt x="152064" y="27648"/>
                </a:lnTo>
                <a:lnTo>
                  <a:pt x="152064" y="221184"/>
                </a:lnTo>
                <a:lnTo>
                  <a:pt x="0" y="193536"/>
                </a:lnTo>
                <a:close/>
              </a:path>
            </a:pathLst>
          </a:custGeom>
          <a:solidFill>
            <a:srgbClr val="D3E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814912" y="281232"/>
            <a:ext cx="152064" cy="221184"/>
          </a:xfrm>
          <a:custGeom>
            <a:avLst/>
            <a:gdLst/>
            <a:ahLst/>
            <a:cxnLst/>
            <a:rect l="l" t="t" r="r" b="b"/>
            <a:pathLst>
              <a:path w="152064" h="221184">
                <a:moveTo>
                  <a:pt x="152064" y="0"/>
                </a:moveTo>
                <a:lnTo>
                  <a:pt x="0" y="27648"/>
                </a:lnTo>
                <a:lnTo>
                  <a:pt x="0" y="221184"/>
                </a:lnTo>
                <a:lnTo>
                  <a:pt x="152064" y="193536"/>
                </a:lnTo>
                <a:close/>
              </a:path>
            </a:pathLst>
          </a:custGeom>
          <a:solidFill>
            <a:srgbClr val="5A7D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96000" y="223200"/>
            <a:ext cx="2016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D2DCE2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5400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바탕"/>
                <a:ea typeface="바탕"/>
              </a:rPr>
              <a:t>차예준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96000" y="835200"/>
            <a:ext cx="2160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D3E3EE"/>
                </a:solidFill>
                <a:latin typeface="맑은 고딕"/>
                <a:ea typeface="맑은 고딕"/>
              </a:rPr>
              <a:t>프리랜서 개발자</a:t>
            </a:r>
          </a:p>
        </p:txBody>
      </p:sp>
      <p:sp>
        <p:nvSpPr>
          <p:cNvPr id="9" name="Rectangle 8"/>
          <p:cNvSpPr/>
          <p:nvPr/>
        </p:nvSpPr>
        <p:spPr>
          <a:xfrm>
            <a:off x="396000" y="1051200"/>
            <a:ext cx="230400" cy="14400"/>
          </a:xfrm>
          <a:prstGeom prst="rect">
            <a:avLst/>
          </a:prstGeom>
          <a:solidFill>
            <a:srgbClr val="D3E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96000" y="118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3E3EE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40000" y="11880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96000" y="135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3E3EE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40000" y="13569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96000" y="152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3E3EE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40000" y="15258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648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10800">
            <a:solidFill>
              <a:srgbClr val="D3E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504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기록하고 공유하고 성장합니다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260000" y="1080000"/>
            <a:ext cx="684000" cy="0"/>
          </a:xfrm>
          <a:prstGeom prst="line">
            <a:avLst/>
          </a:prstGeom>
          <a:ln w="7200">
            <a:solidFill>
              <a:srgbClr val="D3E3EE"/>
            </a:solidFill>
          </a:ln>
        </p:spPr>
      </p:cxnSp>
      <p:sp>
        <p:nvSpPr>
          <p:cNvPr id="5" name="Oval 4"/>
          <p:cNvSpPr/>
          <p:nvPr/>
        </p:nvSpPr>
        <p:spPr>
          <a:xfrm>
            <a:off x="1594800" y="1054800"/>
            <a:ext cx="50400" cy="50400"/>
          </a:xfrm>
          <a:prstGeom prst="ellipse">
            <a:avLst/>
          </a:prstGeom>
          <a:solidFill>
            <a:srgbClr val="D3E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24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D2DCE2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7" name="Freeform 6"/>
          <p:cNvSpPr/>
          <p:nvPr/>
        </p:nvSpPr>
        <p:spPr>
          <a:xfrm>
            <a:off x="1537200" y="273600"/>
            <a:ext cx="79200" cy="115200"/>
          </a:xfrm>
          <a:custGeom>
            <a:avLst/>
            <a:gdLst/>
            <a:ahLst/>
            <a:cxnLst/>
            <a:rect l="l" t="t" r="r" b="b"/>
            <a:pathLst>
              <a:path w="79200" h="115200">
                <a:moveTo>
                  <a:pt x="0" y="0"/>
                </a:moveTo>
                <a:lnTo>
                  <a:pt x="79200" y="14400"/>
                </a:lnTo>
                <a:lnTo>
                  <a:pt x="79200" y="115200"/>
                </a:lnTo>
                <a:lnTo>
                  <a:pt x="0" y="100800"/>
                </a:lnTo>
                <a:close/>
              </a:path>
            </a:pathLst>
          </a:custGeom>
          <a:solidFill>
            <a:srgbClr val="D3E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1623600" y="273600"/>
            <a:ext cx="79200" cy="115200"/>
          </a:xfrm>
          <a:custGeom>
            <a:avLst/>
            <a:gdLst/>
            <a:ahLst/>
            <a:cxnLst/>
            <a:rect l="l" t="t" r="r" b="b"/>
            <a:pathLst>
              <a:path w="79200" h="115200">
                <a:moveTo>
                  <a:pt x="79200" y="0"/>
                </a:moveTo>
                <a:lnTo>
                  <a:pt x="0" y="14400"/>
                </a:lnTo>
                <a:lnTo>
                  <a:pt x="0" y="115200"/>
                </a:lnTo>
                <a:lnTo>
                  <a:pt x="79200" y="100800"/>
                </a:lnTo>
                <a:close/>
              </a:path>
            </a:pathLst>
          </a:custGeom>
          <a:solidFill>
            <a:srgbClr val="5A7D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개발자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