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C2C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7200" y="475200"/>
            <a:ext cx="849600" cy="849600"/>
          </a:xfrm>
          <a:prstGeom prst="ellipse">
            <a:avLst/>
          </a:prstGeom>
          <a:solidFill>
            <a:srgbClr val="33CE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87200" y="475200"/>
            <a:ext cx="849600" cy="849600"/>
          </a:xfrm>
          <a:prstGeom prst="ellipse">
            <a:avLst/>
          </a:prstGeom>
          <a:solidFill>
            <a:srgbClr val="12151C">
              <a:alpha val="9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1692000" y="22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0E3B40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692000" y="540000"/>
            <a:ext cx="1368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차예준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692000" y="943200"/>
            <a:ext cx="1368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0E3B40"/>
                </a:solidFill>
                <a:latin typeface="맑은 고딕"/>
                <a:ea typeface="맑은 고딕"/>
              </a:rPr>
              <a:t>프리랜서 개발자</a:t>
            </a:r>
          </a:p>
        </p:txBody>
      </p:sp>
      <p:sp>
        <p:nvSpPr>
          <p:cNvPr id="7" name="Rectangle 6"/>
          <p:cNvSpPr/>
          <p:nvPr/>
        </p:nvSpPr>
        <p:spPr>
          <a:xfrm>
            <a:off x="1692000" y="1195200"/>
            <a:ext cx="144000" cy="180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692000" y="1328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0E3B4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23200" y="1317600"/>
            <a:ext cx="1188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692000" y="14580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0E3B4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23200" y="1447200"/>
            <a:ext cx="1188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692000" y="1587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0E3B4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23200" y="1576800"/>
            <a:ext cx="1188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04000" y="504000"/>
            <a:ext cx="684000" cy="684000"/>
          </a:xfrm>
          <a:prstGeom prst="rect">
            <a:avLst/>
          </a:prstGeom>
          <a:noFill/>
          <a:ln w="7200">
            <a:solidFill>
              <a:srgbClr val="6B728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304000" y="504000"/>
            <a:ext cx="684000" cy="68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95"/>
              </a:lnSpc>
            </a:pPr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504000"/>
            <a:ext cx="1728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>
                <a:solidFill>
                  <a:srgbClr val="12151C"/>
                </a:solidFill>
                <a:latin typeface="맑은 고딕"/>
                <a:ea typeface="맑은 고딕"/>
              </a:rPr>
              <a:t>기록하고 공유하고</a:t>
            </a:r>
          </a:p>
          <a:p>
            <a:pPr algn="l">
              <a:lnSpc>
                <a:spcPts val="1739"/>
              </a:lnSpc>
            </a:pPr>
            <a:r>
              <a:rPr sz="1200" b="1">
                <a:solidFill>
                  <a:srgbClr val="12151C"/>
                </a:solidFill>
                <a:latin typeface="맑은 고딕"/>
                <a:ea typeface="맑은 고딕"/>
              </a:rPr>
              <a:t>성장합니다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000" y="1296000"/>
            <a:ext cx="144000" cy="18000"/>
          </a:xfrm>
          <a:prstGeom prst="rect">
            <a:avLst/>
          </a:prstGeom>
          <a:solidFill>
            <a:srgbClr val="00C2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1404000"/>
            <a:ext cx="165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6B7280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프리랜서 개발자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