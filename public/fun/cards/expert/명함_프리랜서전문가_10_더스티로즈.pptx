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3F3F82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B26B7A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B26B7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B26B7A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0374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0" y="0"/>
                </a:moveTo>
                <a:lnTo>
                  <a:pt x="190080" y="34560"/>
                </a:lnTo>
                <a:lnTo>
                  <a:pt x="190080" y="276480"/>
                </a:lnTo>
                <a:lnTo>
                  <a:pt x="0" y="2419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8464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190080" y="0"/>
                </a:moveTo>
                <a:lnTo>
                  <a:pt x="0" y="34560"/>
                </a:lnTo>
                <a:lnTo>
                  <a:pt x="0" y="276480"/>
                </a:lnTo>
                <a:lnTo>
                  <a:pt x="190080" y="241920"/>
                </a:lnTo>
                <a:close/>
              </a:path>
            </a:pathLst>
          </a:custGeom>
          <a:solidFill>
            <a:srgbClr val="B7BE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356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356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메일 · 메시지 문의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