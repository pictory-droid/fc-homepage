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3F3F82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B26B7A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B26B7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B26B7A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0374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B7BE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356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356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