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58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AF1F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AF1F3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AF1F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B9C9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D58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CC75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