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7F94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C8CC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3DB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183C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943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3DBC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5F7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