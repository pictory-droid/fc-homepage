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2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764000" y="252000"/>
            <a:ext cx="1224000" cy="1224000"/>
          </a:xfrm>
          <a:prstGeom prst="ellipse">
            <a:avLst/>
          </a:prstGeom>
          <a:solidFill>
            <a:srgbClr val="7F946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368800" y="115200"/>
            <a:ext cx="849600" cy="849600"/>
          </a:xfrm>
          <a:prstGeom prst="ellipse">
            <a:avLst/>
          </a:prstGeom>
          <a:solidFill>
            <a:srgbClr val="7C8CC8">
              <a:alpha val="8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98400" y="921600"/>
            <a:ext cx="691200" cy="691200"/>
          </a:xfrm>
          <a:prstGeom prst="ellipse">
            <a:avLst/>
          </a:prstGeom>
          <a:solidFill>
            <a:srgbClr val="1B2230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02000" y="90000"/>
            <a:ext cx="1548000" cy="1548000"/>
          </a:xfrm>
          <a:prstGeom prst="ellipse">
            <a:avLst/>
          </a:prstGeom>
          <a:noFill/>
          <a:ln w="5040">
            <a:solidFill>
              <a:srgbClr val="D3DB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80000" y="1476000"/>
            <a:ext cx="72000" cy="72000"/>
          </a:xfrm>
          <a:prstGeom prst="ellipse">
            <a:avLst/>
          </a:prstGeom>
          <a:solidFill>
            <a:srgbClr val="7C8C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7183C3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진OO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3D4943"/>
                </a:solidFill>
                <a:latin typeface="맑은 고딕"/>
                <a:ea typeface="맑은 고딕"/>
              </a:rPr>
              <a:t>번역가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80000"/>
            <a:ext cx="1260000" cy="0"/>
          </a:xfrm>
          <a:prstGeom prst="line">
            <a:avLst/>
          </a:prstGeom>
          <a:ln w="3600">
            <a:solidFill>
              <a:srgbClr val="D3DBCC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17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D494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115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299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D494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288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29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D494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4184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4D9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5F73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FFFFFF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번역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카피라이팅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컨설팅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88000" y="11376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외주 문의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00" y="13392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사전 예약 상담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FFFFFF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번역가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