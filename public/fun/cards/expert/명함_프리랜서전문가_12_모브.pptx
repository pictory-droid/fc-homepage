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764000" y="252000"/>
            <a:ext cx="1224000" cy="1224000"/>
          </a:xfrm>
          <a:prstGeom prst="ellipse">
            <a:avLst/>
          </a:prstGeom>
          <a:solidFill>
            <a:srgbClr val="9A6B83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368800" y="115200"/>
            <a:ext cx="849600" cy="849600"/>
          </a:xfrm>
          <a:prstGeom prst="ellipse">
            <a:avLst/>
          </a:prstGeom>
          <a:solidFill>
            <a:srgbClr val="2B2E36">
              <a:alpha val="8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98400" y="921600"/>
            <a:ext cx="691200" cy="691200"/>
          </a:xfrm>
          <a:prstGeom prst="ellipse">
            <a:avLst/>
          </a:prstGeom>
          <a:solidFill>
            <a:srgbClr val="14171D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02000" y="90000"/>
            <a:ext cx="1548000" cy="1548000"/>
          </a:xfrm>
          <a:prstGeom prst="ellipse">
            <a:avLst/>
          </a:prstGeom>
          <a:noFill/>
          <a:ln w="5040">
            <a:solidFill>
              <a:srgbClr val="D9D5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80000" y="1476000"/>
            <a:ext cx="72000" cy="72000"/>
          </a:xfrm>
          <a:prstGeom prst="ellipse">
            <a:avLst/>
          </a:prstGeom>
          <a:solidFill>
            <a:srgbClr val="2B2E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오OO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번역가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80000"/>
            <a:ext cx="1260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17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54400" y="115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299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1288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29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54400" y="14184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31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5B78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84000"/>
            <a:ext cx="84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웹 개발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200000" y="684000"/>
            <a:ext cx="84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프로젝트 관리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200000" y="676800"/>
            <a:ext cx="0" cy="2304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2040000" y="684000"/>
            <a:ext cx="84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기술 문서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040000" y="676800"/>
            <a:ext cx="0" cy="2304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360000" y="1159200"/>
            <a:ext cx="2520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8" name="텍스트"/>
          <p:cNvSpPr txBox="1"/>
          <p:nvPr/>
        </p:nvSpPr>
        <p:spPr>
          <a:xfrm>
            <a:off x="360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온라인 상담 가능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1656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KAKAO  @채널아이디</a:t>
            </a:r>
          </a:p>
        </p:txBody>
      </p:sp>
      <p:sp>
        <p:nvSpPr>
          <p:cNvPr id="20" name="텍스트"/>
          <p:cNvSpPr txBox="1"/>
          <p:nvPr/>
        </p:nvSpPr>
        <p:spPr>
          <a:xfrm>
            <a:off x="360000" y="15264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번역가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