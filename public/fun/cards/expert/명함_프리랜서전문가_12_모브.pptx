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9A6B8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2B2E36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5B78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