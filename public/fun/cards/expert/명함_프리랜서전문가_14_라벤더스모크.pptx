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A49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5F6672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B2230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경영 컨설턴트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C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D69B7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BAC4D5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BAC4D5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통역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BAC4D5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교육 설계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BAC4D5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16978"/>
                </a:solidFill>
                <a:latin typeface="맑은 고딕"/>
                <a:ea typeface="맑은 고딕"/>
              </a:rPr>
              <a:t>메일 · 메시지 문의   |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