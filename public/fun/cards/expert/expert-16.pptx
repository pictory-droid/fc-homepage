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48320" y="249840"/>
            <a:ext cx="63360" cy="36432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2848320" y="249840"/>
            <a:ext cx="63360" cy="36432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2848320" y="249840"/>
            <a:ext cx="63360" cy="36432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2848320" y="249840"/>
            <a:ext cx="63360" cy="36432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69120" y="321120"/>
            <a:ext cx="221760" cy="22176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32480" y="384480"/>
            <a:ext cx="95040" cy="95040"/>
          </a:xfrm>
          <a:prstGeom prst="ellipse">
            <a:avLst/>
          </a:prstGeom>
          <a:solidFill>
            <a:srgbClr val="F4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B2017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D4531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A6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B9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8E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9440" y="1405440"/>
            <a:ext cx="141120" cy="141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49760" y="1445760"/>
            <a:ext cx="60480" cy="60480"/>
          </a:xfrm>
          <a:prstGeom prst="ellipse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B2017"/>
                </a:solidFill>
                <a:latin typeface="바탕"/>
                <a:ea typeface="바탕"/>
              </a:rPr>
              <a:t>자유롭게 일하되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3B2017"/>
                </a:solidFill>
                <a:latin typeface="바탕"/>
                <a:ea typeface="바탕"/>
              </a:rPr>
              <a:t>책임은 무겁게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E6C6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