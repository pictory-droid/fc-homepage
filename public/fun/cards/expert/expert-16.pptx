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26292D"/>
                </a:solidFill>
                <a:latin typeface="맑은 고딕"/>
                <a:ea typeface="맑은 고딕"/>
              </a:rPr>
              <a:t>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B198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자유롭게 일하되</a:t>
            </a:r>
          </a:p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책임은 무겁게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