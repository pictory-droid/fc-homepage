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12151C"/>
                </a:solidFill>
                <a:latin typeface="맑은 고딕"/>
                <a:ea typeface="맑은 고딕"/>
              </a:rPr>
              <a:t>소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피유나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교육 컨설턴트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전문 분야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C800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웹 개발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C800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카피라이팅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C800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원고 집필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656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C800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879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자문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56000" y="1036800"/>
            <a:ext cx="129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B7280"/>
                </a:solidFill>
                <a:latin typeface="맑은 고딕"/>
                <a:ea typeface="맑은 고딕"/>
              </a:rPr>
              <a:t>평일 10:00 – 18:00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6B7280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교육 컨설턴트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