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58246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82466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58246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신뢰는 작은 약속에서 시작됩니다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