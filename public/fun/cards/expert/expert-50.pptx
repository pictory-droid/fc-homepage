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8246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F0C8F6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82466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F0C8F6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32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0632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