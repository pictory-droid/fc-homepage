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F8D3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F8D3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F8D3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F8D3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F8D3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F8D3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F8D3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F8D3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F8D3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F8D3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F8D3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F8D3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F8D3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F8D3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F8D3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F8D3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F8D3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F8D3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F8D3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F8D3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9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6627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B3759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97F39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7F3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7F3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97F3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107360"/>
            <a:ext cx="126720" cy="184320"/>
          </a:xfrm>
          <a:custGeom>
            <a:avLst/>
            <a:gdLst/>
            <a:ahLst/>
            <a:cxnLst/>
            <a:rect l="l" t="t" r="r" b="b"/>
            <a:pathLst>
              <a:path w="126720" h="184320">
                <a:moveTo>
                  <a:pt x="0" y="0"/>
                </a:moveTo>
                <a:lnTo>
                  <a:pt x="126720" y="23040"/>
                </a:lnTo>
                <a:lnTo>
                  <a:pt x="126720" y="184320"/>
                </a:lnTo>
                <a:lnTo>
                  <a:pt x="0" y="161280"/>
                </a:lnTo>
                <a:close/>
              </a:path>
            </a:pathLst>
          </a:cu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885760" y="1107360"/>
            <a:ext cx="126720" cy="184320"/>
          </a:xfrm>
          <a:custGeom>
            <a:avLst/>
            <a:gdLst/>
            <a:ahLst/>
            <a:cxnLst/>
            <a:rect l="l" t="t" r="r" b="b"/>
            <a:pathLst>
              <a:path w="126720" h="184320">
                <a:moveTo>
                  <a:pt x="126720" y="0"/>
                </a:moveTo>
                <a:lnTo>
                  <a:pt x="0" y="23040"/>
                </a:lnTo>
                <a:lnTo>
                  <a:pt x="0" y="184320"/>
                </a:lnTo>
                <a:lnTo>
                  <a:pt x="126720" y="161280"/>
                </a:lnTo>
                <a:close/>
              </a:path>
            </a:pathLst>
          </a:custGeom>
          <a:solidFill>
            <a:srgbClr val="C9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4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72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95959"/>
                </a:solidFill>
                <a:latin typeface="맑은 고딕"/>
                <a:ea typeface="맑은 고딕"/>
              </a:rPr>
              <a:t>신뢰는 작은 약속에서 시작됩니다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959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