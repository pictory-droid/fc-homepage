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55A36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26A77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26A7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A9BF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F9EE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9EE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D98D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82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D98D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