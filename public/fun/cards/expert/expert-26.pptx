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7840" y="32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87920" y="32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BA7BD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EB6C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7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666666"/>
                </a:solidFill>
                <a:latin typeface="맑은 고딕"/>
                <a:ea typeface="맑은 고딕"/>
              </a:rPr>
              <a:t>솔직한 조언을 드리겠습니다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66666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