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337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C7DA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C7DA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C7DA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C7DA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C7DA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C7DA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C7DA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C7DA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C7DA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C7DA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C7DA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C7DA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C7DA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C7DA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C7DA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C7DA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C7DA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C7DA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C7DA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C7DA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C7DA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C7DA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C7DA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C7DA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C7DA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C7DAFF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소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7DAFF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669AFF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노승민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C7DAFF"/>
                </a:solidFill>
                <a:latin typeface="맑은 고딕"/>
                <a:ea typeface="맑은 고딕"/>
              </a:rPr>
              <a:t>데이터 분석가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669AFF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7DAFF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7DAFF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7DAFF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1F6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3A9B5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웹 개발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3A9B5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통역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3A9B5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4" name="Rectangle 13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1F6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평일 10:00 – 18:00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데이터 분석가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