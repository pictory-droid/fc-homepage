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F5E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F5E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F5E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F5E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F5E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F5E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F5E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F5E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F5E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F5E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F5E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F5E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F5E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한계를 넘는 즐거움을 압니다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C4357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