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F5E6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공나래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4357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FFE0EB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8FB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FFE0E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8FB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카피라이팅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FFE0E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8FB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교육 설계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FFE0E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8FB8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FFE0EB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C4357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C4357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