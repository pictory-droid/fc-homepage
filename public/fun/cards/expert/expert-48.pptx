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6755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376992" y="430704"/>
            <a:ext cx="38016" cy="218592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376992" y="430704"/>
            <a:ext cx="38016" cy="218592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376992" y="430704"/>
            <a:ext cx="38016" cy="218592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376992" y="430704"/>
            <a:ext cx="38016" cy="218592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9472" y="473472"/>
            <a:ext cx="133056" cy="133056"/>
          </a:xfrm>
          <a:prstGeom prst="ellipse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7488" y="511488"/>
            <a:ext cx="57024" cy="57024"/>
          </a:xfrm>
          <a:prstGeom prst="ellipse">
            <a:avLst/>
          </a:prstGeom>
          <a:solidFill>
            <a:srgbClr val="CDC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B3D8F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314F22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B3D8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B3D8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B3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14F2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6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4A6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9440" y="1405440"/>
            <a:ext cx="141120" cy="141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49760" y="1445760"/>
            <a:ext cx="60480" cy="60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한계를 넘는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즐거움을 압니다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3BEB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