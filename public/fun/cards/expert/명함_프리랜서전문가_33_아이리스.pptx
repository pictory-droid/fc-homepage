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05C55"/>
                </a:solidFill>
                <a:latin typeface="맑은 고딕"/>
                <a:ea typeface="맑은 고딕"/>
              </a:rPr>
              <a:t>프리랜서 강사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48134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6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D8B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1B2230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453600" y="941040"/>
            <a:ext cx="102960" cy="102960"/>
          </a:xfrm>
          <a:prstGeom prst="line">
            <a:avLst/>
          </a:prstGeom>
          <a:ln w="3168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453600" y="1044000"/>
            <a:ext cx="102960" cy="102960"/>
          </a:xfrm>
          <a:prstGeom prst="line">
            <a:avLst/>
          </a:prstGeom>
          <a:ln w="3168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67440" y="941040"/>
            <a:ext cx="102960" cy="102960"/>
          </a:xfrm>
          <a:prstGeom prst="line">
            <a:avLst/>
          </a:prstGeom>
          <a:ln w="3168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>
            <a:off x="667440" y="1044000"/>
            <a:ext cx="102960" cy="102960"/>
          </a:xfrm>
          <a:prstGeom prst="line">
            <a:avLst/>
          </a:prstGeom>
          <a:ln w="3168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580320" y="909360"/>
            <a:ext cx="63360" cy="269280"/>
          </a:xfrm>
          <a:prstGeom prst="line">
            <a:avLst/>
          </a:prstGeom>
          <a:ln w="27720">
            <a:solidFill>
              <a:srgbClr val="7A705A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통역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D4CDBC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D4CDBC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D4CDBC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D4CDBC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C6C6D"/>
                </a:solidFill>
                <a:latin typeface="맑은 고딕"/>
                <a:ea typeface="맑은 고딕"/>
              </a:rPr>
              <a:t>온라인 상담 가능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