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5E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357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FB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FB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FB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FB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FFE0EB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4357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C4357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