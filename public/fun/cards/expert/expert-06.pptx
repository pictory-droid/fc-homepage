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강도윤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데이터 분석가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6B728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0B1B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0B1B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앱 개발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기술 문서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4" name="Rectangle 13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0B1B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온라인 상담 가능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FFFFFF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데이터 분석가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