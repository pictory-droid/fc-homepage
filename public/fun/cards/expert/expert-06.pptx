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414D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약속한 일정은</a:t>
            </a:r>
          </a:p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반드시 지킵니다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