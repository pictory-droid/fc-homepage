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CEAB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37440" y="455760"/>
            <a:ext cx="79200" cy="142560"/>
          </a:xfrm>
          <a:prstGeom prst="roundRect">
            <a:avLst>
              <a:gd name="adj" fmla="val 10000"/>
            </a:avLst>
          </a:prstGeom>
          <a:solidFill>
            <a:srgbClr val="CEAB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40400" y="376560"/>
            <a:ext cx="79200" cy="221760"/>
          </a:xfrm>
          <a:prstGeom prst="roundRect">
            <a:avLst>
              <a:gd name="adj" fmla="val 10000"/>
            </a:avLst>
          </a:prstGeom>
          <a:solidFill>
            <a:srgbClr val="F9E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43360" y="281520"/>
            <a:ext cx="79200" cy="316800"/>
          </a:xfrm>
          <a:prstGeom prst="roundRect">
            <a:avLst>
              <a:gd name="adj" fmla="val 10000"/>
            </a:avLst>
          </a:prstGeom>
          <a:solidFill>
            <a:srgbClr val="CEAB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705760" y="614160"/>
            <a:ext cx="348480" cy="0"/>
          </a:xfrm>
          <a:prstGeom prst="line">
            <a:avLst/>
          </a:prstGeom>
          <a:ln w="15840">
            <a:solidFill>
              <a:srgbClr val="F9EFC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756110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66F12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C724B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C3F0A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C3F0A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C3F0A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C3F0A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C3F0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C3F0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561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DCC3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E5E1D1"/>
                </a:solidFill>
                <a:latin typeface="바탕"/>
                <a:ea typeface="바탕"/>
              </a:rPr>
              <a:t>약속한 일정은 반드시 지킵니다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DCC35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E5E1D1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DCC3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55360" y="451440"/>
            <a:ext cx="64800" cy="116640"/>
          </a:xfrm>
          <a:prstGeom prst="roundRect">
            <a:avLst>
              <a:gd name="adj" fmla="val 10000"/>
            </a:avLst>
          </a:prstGeom>
          <a:solidFill>
            <a:srgbClr val="DCC3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39600" y="386640"/>
            <a:ext cx="64800" cy="181440"/>
          </a:xfrm>
          <a:prstGeom prst="roundRect">
            <a:avLst>
              <a:gd name="adj" fmla="val 10000"/>
            </a:avLst>
          </a:prstGeom>
          <a:solidFill>
            <a:srgbClr val="8B7A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3840" y="308880"/>
            <a:ext cx="64800" cy="259200"/>
          </a:xfrm>
          <a:prstGeom prst="roundRect">
            <a:avLst>
              <a:gd name="adj" fmla="val 10000"/>
            </a:avLst>
          </a:prstGeom>
          <a:solidFill>
            <a:srgbClr val="DCC3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629440" y="581040"/>
            <a:ext cx="285120" cy="0"/>
          </a:xfrm>
          <a:prstGeom prst="line">
            <a:avLst/>
          </a:prstGeom>
          <a:ln w="12960">
            <a:solidFill>
              <a:srgbClr val="8B7A36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