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9E6B7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576800" y="252000"/>
            <a:ext cx="86400" cy="115200"/>
          </a:xfrm>
          <a:custGeom>
            <a:avLst/>
            <a:gdLst/>
            <a:ahLst/>
            <a:cxnLst/>
            <a:rect l="l" t="t" r="r" b="b"/>
            <a:pathLst>
              <a:path w="86400" h="115200">
                <a:moveTo>
                  <a:pt x="43200" y="0"/>
                </a:moveTo>
                <a:lnTo>
                  <a:pt x="86400" y="57600"/>
                </a:lnTo>
                <a:lnTo>
                  <a:pt x="43200" y="115200"/>
                </a:lnTo>
                <a:lnTo>
                  <a:pt x="0" y="57600"/>
                </a:lnTo>
                <a:close/>
              </a:path>
            </a:pathLst>
          </a:custGeom>
          <a:solidFill>
            <a:srgbClr val="9E6B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360000" y="460800"/>
            <a:ext cx="25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75"/>
              </a:lnSpc>
            </a:pPr>
            <a:r>
              <a:rPr sz="1500" b="1" spc="800">
                <a:solidFill>
                  <a:srgbClr val="FFFFFF"/>
                </a:solidFill>
                <a:latin typeface="바탕"/>
                <a:ea typeface="바탕"/>
              </a:rPr>
              <a:t>장OO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7704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300">
                <a:solidFill>
                  <a:srgbClr val="A7ABB4"/>
                </a:solidFill>
                <a:latin typeface="바탕"/>
                <a:ea typeface="바탕"/>
              </a:rPr>
              <a:t>작가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76000" y="993600"/>
            <a:ext cx="288000" cy="0"/>
          </a:xfrm>
          <a:prstGeom prst="line">
            <a:avLst/>
          </a:prstGeom>
          <a:ln w="5760">
            <a:solidFill>
              <a:srgbClr val="9E6B79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1016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1" spc="300">
                <a:solidFill>
                  <a:srgbClr val="9E6B79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39200"/>
            <a:ext cx="252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468800"/>
            <a:ext cx="252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69"/>
              </a:lnSpc>
            </a:pPr>
            <a:r>
              <a:rPr sz="600" b="0">
                <a:solidFill>
                  <a:srgbClr val="A7ABB4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86459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8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1B2A49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71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번역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656000" y="38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708495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656000" y="71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카피라이팅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92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708495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25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원고 집필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656000" y="92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1B2A49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656000" y="125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자문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86459"/>
                </a:solidFill>
                <a:latin typeface="맑은 고딕"/>
                <a:ea typeface="맑은 고딕"/>
              </a:rPr>
              <a:t>메일 · 메시지 문의   ·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작가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