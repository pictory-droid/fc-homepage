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9E6B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장OO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A7ABB4"/>
                </a:solidFill>
                <a:latin typeface="바탕"/>
                <a:ea typeface="바탕"/>
              </a:rPr>
              <a:t>작가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9E6B7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9E6B7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1B2A4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0849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0849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원고 집필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1B2A4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메일 · 메시지 문의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