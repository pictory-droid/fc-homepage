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9E6B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장OO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작가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9E6B7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9E6B7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B2A4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0849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0849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B2A4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메일 · 메시지 문의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