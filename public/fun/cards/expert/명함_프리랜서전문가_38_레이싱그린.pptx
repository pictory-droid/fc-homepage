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F0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952000" y="0"/>
            <a:ext cx="288000" cy="1800000"/>
          </a:xfrm>
          <a:prstGeom prst="rect">
            <a:avLst/>
          </a:prstGeom>
          <a:solidFill>
            <a:srgbClr val="2871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52000" y="0"/>
            <a:ext cx="288000" cy="540000"/>
          </a:xfrm>
          <a:prstGeom prst="rect">
            <a:avLst/>
          </a:prstGeom>
          <a:solidFill>
            <a:srgbClr val="D1748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A5D7A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25200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우OO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000" y="943200"/>
            <a:ext cx="874304" cy="172800"/>
          </a:xfrm>
          <a:prstGeom prst="roundRect">
            <a:avLst>
              <a:gd name="adj" fmla="val 50000"/>
            </a:avLst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943200"/>
            <a:ext cx="874304" cy="172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FFFFFF"/>
                </a:solidFill>
                <a:latin typeface="맑은 고딕"/>
                <a:ea typeface="맑은 고딕"/>
              </a:rPr>
              <a:t>교육 컨설턴트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1267200"/>
            <a:ext cx="2484000" cy="0"/>
          </a:xfrm>
          <a:prstGeom prst="line">
            <a:avLst/>
          </a:prstGeom>
          <a:ln w="3600">
            <a:solidFill>
              <a:srgbClr val="B9D5CE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13536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707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44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16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707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52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707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52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F6B54"/>
                </a:solidFill>
                <a:latin typeface="맑은 고딕"/>
                <a:ea typeface="맑은 고딕"/>
              </a:rPr>
              <a:t>전문 분야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D57F97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B2230"/>
                </a:solidFill>
                <a:latin typeface="맑은 고딕"/>
                <a:ea typeface="맑은 고딕"/>
              </a:rPr>
              <a:t>웹 개발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D57F97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B2230"/>
                </a:solidFill>
                <a:latin typeface="맑은 고딕"/>
                <a:ea typeface="맑은 고딕"/>
              </a:rPr>
              <a:t>카피라이팅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D57F97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B2230"/>
                </a:solidFill>
                <a:latin typeface="맑은 고딕"/>
                <a:ea typeface="맑은 고딕"/>
              </a:rPr>
              <a:t>원고 집필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D57F97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B2230"/>
                </a:solidFill>
                <a:latin typeface="맑은 고딕"/>
                <a:ea typeface="맑은 고딕"/>
              </a:rPr>
              <a:t>자문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05C55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605C55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교육 컨설턴트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