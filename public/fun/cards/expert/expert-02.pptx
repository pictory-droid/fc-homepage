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2000" cy="1800000"/>
          </a:xfrm>
          <a:prstGeom prst="rect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5200" y="619200"/>
            <a:ext cx="561600" cy="561600"/>
          </a:xfrm>
          <a:prstGeom prst="ellipse">
            <a:avLst/>
          </a:prstGeom>
          <a:noFill/>
          <a:ln w="108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16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930"/>
              </a:lnSpc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404000" y="223200"/>
            <a:ext cx="1584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04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번역가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4000" y="1195200"/>
            <a:ext cx="144000" cy="18000"/>
          </a:xfrm>
          <a:prstGeom prst="rect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04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735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04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735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04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735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C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16000" y="72000"/>
            <a:ext cx="10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0"/>
              </a:lnSpc>
            </a:pPr>
            <a:r>
              <a:rPr sz="11000" b="1">
                <a:solidFill>
                  <a:srgbClr val="FFFFFF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792000"/>
            <a:ext cx="2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말과 글의 다리를 놓습니다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1512000"/>
            <a:ext cx="2736000" cy="0"/>
          </a:xfrm>
          <a:prstGeom prst="line">
            <a:avLst/>
          </a:prstGeom>
          <a:ln w="5760">
            <a:solidFill>
              <a:srgbClr val="AF80F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15696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E2D1FD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