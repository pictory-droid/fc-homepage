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2725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Freeform 2"/>
          <p:cNvSpPr/>
          <p:nvPr/>
        </p:nvSpPr>
        <p:spPr>
          <a:xfrm>
            <a:off x="1520640" y="443520"/>
            <a:ext cx="95040" cy="138240"/>
          </a:xfrm>
          <a:custGeom>
            <a:avLst/>
            <a:gdLst/>
            <a:ahLst/>
            <a:cxnLst/>
            <a:rect l="l" t="t" r="r" b="b"/>
            <a:pathLst>
              <a:path w="95040" h="138240">
                <a:moveTo>
                  <a:pt x="0" y="0"/>
                </a:moveTo>
                <a:lnTo>
                  <a:pt x="95040" y="17280"/>
                </a:lnTo>
                <a:lnTo>
                  <a:pt x="95040" y="138240"/>
                </a:lnTo>
                <a:lnTo>
                  <a:pt x="0" y="120960"/>
                </a:lnTo>
                <a:close/>
              </a:path>
            </a:pathLst>
          </a:cu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4320" y="443520"/>
            <a:ext cx="95040" cy="138240"/>
          </a:xfrm>
          <a:custGeom>
            <a:avLst/>
            <a:gdLst/>
            <a:ahLst/>
            <a:cxnLst/>
            <a:rect l="l" t="t" r="r" b="b"/>
            <a:pathLst>
              <a:path w="95040" h="138240">
                <a:moveTo>
                  <a:pt x="95040" y="0"/>
                </a:moveTo>
                <a:lnTo>
                  <a:pt x="0" y="17280"/>
                </a:lnTo>
                <a:lnTo>
                  <a:pt x="0" y="138240"/>
                </a:lnTo>
                <a:lnTo>
                  <a:pt x="95040" y="120960"/>
                </a:lnTo>
                <a:close/>
              </a:path>
            </a:pathLst>
          </a:cu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5214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956D1A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C791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15214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2725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7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72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666666"/>
                </a:solidFill>
                <a:latin typeface="맑은 고딕"/>
                <a:ea typeface="맑은 고딕"/>
              </a:rPr>
              <a:t>말과 글의 다리를 놓습니다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66666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