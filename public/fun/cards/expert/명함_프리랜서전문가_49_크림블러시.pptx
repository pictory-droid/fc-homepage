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EE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F707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E5F6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5E5F68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6F707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E5F6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F94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7F9468"/>
                </a:solidFill>
                <a:latin typeface="바탕"/>
                <a:ea typeface="바탕"/>
              </a:rPr>
              <a:t>전문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7F946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앱 개발  ·  원고 집필  ·  자문  ·  외주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7F946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F6672"/>
                </a:solidFill>
                <a:latin typeface="바탕"/>
                <a:ea typeface="바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F6672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