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C0D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F5F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8323B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C0D2D6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C0D2D6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C0D2D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60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2CCC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0B7A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0B2B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0B2B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0B7A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2CCC4"/>
                </a:solidFill>
                <a:latin typeface="맑은 고딕"/>
                <a:ea typeface="맑은 고딕"/>
              </a:rPr>
              <a:t>메일 · 메시지 문의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