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F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C0D2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C0D2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C0D2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C0D2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C0D2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C0D2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C0D2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C0D2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C0D2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C0D2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C0D2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C0D2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C0D2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C0D2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C0D2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888704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1F5F6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888704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4171D"/>
                </a:solidFill>
                <a:latin typeface="맑은 고딕"/>
                <a:ea typeface="맑은 고딕"/>
              </a:rPr>
              <a:t>경영 컨설턴트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곽OO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8323B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C0D2D6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8323B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8323B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8323B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C0D2D6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C0D2D6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360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2CCC4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C0B7AC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웹 개발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56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D0B2B9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교육 설계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D0B2B9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원고 집필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656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C0B7AC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56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D2CCC4"/>
                </a:solidFill>
                <a:latin typeface="맑은 고딕"/>
                <a:ea typeface="맑은 고딕"/>
              </a:rPr>
              <a:t>메일 · 메시지 문의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