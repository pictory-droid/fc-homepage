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540000" cy="180000"/>
          </a:xfrm>
          <a:prstGeom prst="roundRect">
            <a:avLst>
              <a:gd name="adj" fmla="val 50000"/>
            </a:avLst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5400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데이터 너머의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사람을 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