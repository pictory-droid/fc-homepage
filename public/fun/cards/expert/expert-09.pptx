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516400" y="58896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516400" y="72000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2788560" y="58896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2788560" y="720000"/>
            <a:ext cx="131040" cy="131040"/>
          </a:xfrm>
          <a:prstGeom prst="line">
            <a:avLst/>
          </a:prstGeom>
          <a:ln w="4032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2677680" y="548640"/>
            <a:ext cx="80640" cy="342720"/>
          </a:xfrm>
          <a:prstGeom prst="line">
            <a:avLst/>
          </a:prstGeom>
          <a:ln w="35280">
            <a:solidFill>
              <a:srgbClr val="7373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4D2019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94133"/>
                </a:solidFill>
                <a:latin typeface="맑은 고딕"/>
                <a:ea typeface="맑은 고딕"/>
              </a:rPr>
              <a:t>작가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9413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D201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3B91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73440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440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58976" y="196416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>
            <a:off x="158976" y="237600"/>
            <a:ext cx="41184" cy="41184"/>
          </a:xfrm>
          <a:prstGeom prst="line">
            <a:avLst/>
          </a:prstGeom>
          <a:ln w="12672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>
            <a:off x="124128" y="183744"/>
            <a:ext cx="25344" cy="107712"/>
          </a:xfrm>
          <a:prstGeom prst="line">
            <a:avLst/>
          </a:prstGeom>
          <a:ln w="11088">
            <a:solidFill>
              <a:srgbClr val="73737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4D2019"/>
                </a:solidFill>
                <a:latin typeface="맑은 고딕"/>
                <a:ea typeface="맑은 고딕"/>
              </a:rPr>
              <a:t>데이터 너머의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4D2019"/>
                </a:solidFill>
                <a:latin typeface="맑은 고딕"/>
                <a:ea typeface="맑은 고딕"/>
              </a:rPr>
              <a:t>사람을 봅니다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3676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3B917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3676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