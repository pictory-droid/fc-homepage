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9A7F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89AC2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166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9166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