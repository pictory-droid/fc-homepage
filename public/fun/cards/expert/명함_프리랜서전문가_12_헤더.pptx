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9A7FB0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789AC2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B2230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5E0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166B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580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DC7D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9166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