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EAD5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B949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DD9D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정OO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64755"/>
                </a:solidFill>
                <a:latin typeface="맑은 고딕"/>
                <a:ea typeface="맑은 고딕"/>
              </a:rPr>
              <a:t>카피라이터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DD9D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47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47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647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CC4C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8F4555"/>
                </a:solidFill>
                <a:latin typeface="맑은 고딕"/>
                <a:ea typeface="맑은 고딕"/>
              </a:rPr>
              <a:t>전문 분야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3A6067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5DA7A6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3A6067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5DA7A6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3A6067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5DA7A6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3A6067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5DA7A6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33535B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33535B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