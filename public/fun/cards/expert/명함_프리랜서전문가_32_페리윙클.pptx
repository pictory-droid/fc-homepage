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F73B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8997CD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CBD1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DCE0F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CBD1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CE0F0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8997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0F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0F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0F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388B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388B8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388B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388B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388B8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388B8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388B8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388B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7586C5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388B8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메일 · 메시지 문의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