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73B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8997CD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CBD1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DCE0F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CBD1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CE0F0"/>
                </a:solidFill>
                <a:latin typeface="맑은 고딕"/>
                <a:ea typeface="맑은 고딕"/>
              </a:rPr>
              <a:t>번역가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8997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0F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0F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0F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388B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388B8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388B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388B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388B8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388B8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388B8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388B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7586C5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B388B8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메일 · 메시지 문의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