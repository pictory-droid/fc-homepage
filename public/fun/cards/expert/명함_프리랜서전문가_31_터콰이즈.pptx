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C2C0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080000" y="252000"/>
            <a:ext cx="0" cy="1296000"/>
          </a:xfrm>
          <a:prstGeom prst="line">
            <a:avLst/>
          </a:prstGeom>
          <a:ln w="3600">
            <a:solidFill>
              <a:srgbClr val="077D7E"/>
            </a:solidFill>
          </a:ln>
        </p:spPr>
      </p:cxnSp>
      <p:sp>
        <p:nvSpPr>
          <p:cNvPr id="3" name="Rectangle 2"/>
          <p:cNvSpPr/>
          <p:nvPr/>
        </p:nvSpPr>
        <p:spPr>
          <a:xfrm>
            <a:off x="1069200" y="252000"/>
            <a:ext cx="21600" cy="201600"/>
          </a:xfrm>
          <a:prstGeom prst="rect">
            <a:avLst/>
          </a:prstGeom>
          <a:solidFill>
            <a:srgbClr val="121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75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0E3B40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sp>
        <p:nvSpPr>
          <p:cNvPr id="5" name="Oval 4"/>
          <p:cNvSpPr/>
          <p:nvPr/>
        </p:nvSpPr>
        <p:spPr>
          <a:xfrm>
            <a:off x="273600" y="734400"/>
            <a:ext cx="244800" cy="244800"/>
          </a:xfrm>
          <a:prstGeom prst="ellipse">
            <a:avLst/>
          </a:prstGeom>
          <a:noFill/>
          <a:ln w="504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734400"/>
            <a:ext cx="288000" cy="25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12151C"/>
                </a:solidFill>
                <a:latin typeface="맑은 고딕"/>
                <a:ea typeface="맑은 고딕"/>
              </a:rPr>
              <a:t>소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260000" y="43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차예준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260000" y="68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0E3B40"/>
                </a:solidFill>
                <a:latin typeface="맑은 고딕"/>
                <a:ea typeface="맑은 고딕"/>
              </a:rPr>
              <a:t>프리랜서 개발자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260000" y="943200"/>
            <a:ext cx="1728000" cy="0"/>
          </a:xfrm>
          <a:prstGeom prst="line">
            <a:avLst/>
          </a:prstGeom>
          <a:ln w="3600">
            <a:solidFill>
              <a:srgbClr val="077D7E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260000" y="1054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0E3B4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591200" y="10440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260000" y="1184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0E3B4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591200" y="11736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260000" y="1314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0E3B4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591200" y="1303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96000" y="360000"/>
            <a:ext cx="0" cy="446400"/>
          </a:xfrm>
          <a:prstGeom prst="line">
            <a:avLst/>
          </a:prstGeom>
          <a:ln w="5760">
            <a:solidFill>
              <a:srgbClr val="00C2C0"/>
            </a:solidFill>
          </a:ln>
        </p:spPr>
      </p:cxnSp>
      <p:sp>
        <p:nvSpPr>
          <p:cNvPr id="3" name="텍스트"/>
          <p:cNvSpPr txBox="1"/>
          <p:nvPr/>
        </p:nvSpPr>
        <p:spPr>
          <a:xfrm>
            <a:off x="252000" y="1872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전문 분야</a:t>
            </a:r>
          </a:p>
        </p:txBody>
      </p:sp>
      <p:sp>
        <p:nvSpPr>
          <p:cNvPr id="4" name="Oval 3"/>
          <p:cNvSpPr/>
          <p:nvPr/>
        </p:nvSpPr>
        <p:spPr>
          <a:xfrm>
            <a:off x="367200" y="374400"/>
            <a:ext cx="57600" cy="57600"/>
          </a:xfrm>
          <a:prstGeom prst="ellipse">
            <a:avLst/>
          </a:prstGeom>
          <a:solidFill>
            <a:srgbClr val="00C2C0"/>
          </a:solidFill>
          <a:ln w="5760">
            <a:solidFill>
              <a:srgbClr val="00C2C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540000" y="3312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2151C"/>
                </a:solidFill>
                <a:latin typeface="맑은 고딕"/>
                <a:ea typeface="맑은 고딕"/>
              </a:rPr>
              <a:t>앱 개발</a:t>
            </a:r>
          </a:p>
        </p:txBody>
      </p:sp>
      <p:sp>
        <p:nvSpPr>
          <p:cNvPr id="6" name="Oval 5"/>
          <p:cNvSpPr/>
          <p:nvPr/>
        </p:nvSpPr>
        <p:spPr>
          <a:xfrm>
            <a:off x="367200" y="597600"/>
            <a:ext cx="57600" cy="57600"/>
          </a:xfrm>
          <a:prstGeom prst="ellipse">
            <a:avLst/>
          </a:prstGeom>
          <a:solidFill>
            <a:srgbClr val="F3F4F6"/>
          </a:solidFill>
          <a:ln w="5760">
            <a:solidFill>
              <a:srgbClr val="00C2C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540000" y="5544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2151C"/>
                </a:solidFill>
                <a:latin typeface="맑은 고딕"/>
                <a:ea typeface="맑은 고딕"/>
              </a:rPr>
              <a:t>번역</a:t>
            </a:r>
          </a:p>
        </p:txBody>
      </p:sp>
      <p:sp>
        <p:nvSpPr>
          <p:cNvPr id="8" name="Oval 7"/>
          <p:cNvSpPr/>
          <p:nvPr/>
        </p:nvSpPr>
        <p:spPr>
          <a:xfrm>
            <a:off x="367200" y="820800"/>
            <a:ext cx="57600" cy="57600"/>
          </a:xfrm>
          <a:prstGeom prst="ellipse">
            <a:avLst/>
          </a:prstGeom>
          <a:solidFill>
            <a:srgbClr val="F3F4F6"/>
          </a:solidFill>
          <a:ln w="5760">
            <a:solidFill>
              <a:srgbClr val="00C2C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540000" y="7776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2151C"/>
                </a:solidFill>
                <a:latin typeface="맑은 고딕"/>
                <a:ea typeface="맑은 고딕"/>
              </a:rPr>
              <a:t>자문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32000" y="345600"/>
            <a:ext cx="0" cy="11664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376000" y="396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376000" y="5112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평일 10:00 – 18:00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376000" y="8352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WEB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9504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www.example.com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  <a:ln w="4320">
            <a:solidFill>
              <a:srgbClr val="6B728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텍스트"/>
          <p:cNvSpPr txBox="1"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725"/>
              </a:lnSpc>
            </a:pPr>
            <a:r>
              <a:rPr sz="500" b="1">
                <a:solidFill>
                  <a:srgbClr val="6B7280"/>
                </a:solidFill>
                <a:latin typeface="맑은 고딕"/>
                <a:ea typeface="맑은 고딕"/>
              </a:rPr>
              <a:t>QR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프리랜서 개발자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