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76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3D8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A1C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ED8D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DE1DC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DE1D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CDE1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DE1D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CDE1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DE1D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