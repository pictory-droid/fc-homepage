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4469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721600" y="329040"/>
            <a:ext cx="102960" cy="102960"/>
          </a:xfrm>
          <a:prstGeom prst="line">
            <a:avLst/>
          </a:prstGeom>
          <a:ln w="31680">
            <a:solidFill>
              <a:srgbClr val="E3D3EE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721600" y="432000"/>
            <a:ext cx="102960" cy="102960"/>
          </a:xfrm>
          <a:prstGeom prst="line">
            <a:avLst/>
          </a:prstGeom>
          <a:ln w="31680">
            <a:solidFill>
              <a:srgbClr val="E3D3E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935440" y="329040"/>
            <a:ext cx="102960" cy="102960"/>
          </a:xfrm>
          <a:prstGeom prst="line">
            <a:avLst/>
          </a:prstGeom>
          <a:ln w="31680">
            <a:solidFill>
              <a:srgbClr val="E3D3EE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2935440" y="432000"/>
            <a:ext cx="102960" cy="102960"/>
          </a:xfrm>
          <a:prstGeom prst="line">
            <a:avLst/>
          </a:prstGeom>
          <a:ln w="31680">
            <a:solidFill>
              <a:srgbClr val="E3D3EE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848320" y="297360"/>
            <a:ext cx="63360" cy="269280"/>
          </a:xfrm>
          <a:prstGeom prst="line">
            <a:avLst/>
          </a:prstGeom>
          <a:ln w="27720">
            <a:solidFill>
              <a:srgbClr val="8A64A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E3D3EE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ACEE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9595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396000" y="759600"/>
            <a:ext cx="140400" cy="140400"/>
          </a:xfrm>
          <a:prstGeom prst="line">
            <a:avLst/>
          </a:prstGeom>
          <a:ln w="432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96000" y="900000"/>
            <a:ext cx="140400" cy="140400"/>
          </a:xfrm>
          <a:prstGeom prst="line">
            <a:avLst/>
          </a:prstGeom>
          <a:ln w="432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687600" y="759600"/>
            <a:ext cx="140400" cy="140400"/>
          </a:xfrm>
          <a:prstGeom prst="line">
            <a:avLst/>
          </a:prstGeom>
          <a:ln w="432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687600" y="900000"/>
            <a:ext cx="140400" cy="140400"/>
          </a:xfrm>
          <a:prstGeom prst="line">
            <a:avLst/>
          </a:prstGeom>
          <a:ln w="432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568800" y="716400"/>
            <a:ext cx="86400" cy="367200"/>
          </a:xfrm>
          <a:prstGeom prst="line">
            <a:avLst/>
          </a:prstGeom>
          <a:ln w="37800">
            <a:solidFill>
              <a:srgbClr val="73737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573371"/>
                </a:solidFill>
                <a:latin typeface="바탕"/>
                <a:ea typeface="바탕"/>
              </a:rPr>
              <a:t>수강생의 성장이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573371"/>
                </a:solidFill>
                <a:latin typeface="바탕"/>
                <a:ea typeface="바탕"/>
              </a:rPr>
              <a:t>저의 성과입니다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36E93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