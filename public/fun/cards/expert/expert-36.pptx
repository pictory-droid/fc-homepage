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C1EB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33422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3422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8E8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C8ED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수강생의 성장이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저의 성과입니다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