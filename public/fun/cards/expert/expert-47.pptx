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0"/>
            <a:ext cx="1224000" cy="1800000"/>
          </a:xfrm>
          <a:custGeom>
            <a:avLst/>
            <a:gdLst/>
            <a:ahLst/>
            <a:cxnLst/>
            <a:rect l="l" t="t" r="r" b="b"/>
            <a:pathLst>
              <a:path w="1224000" h="1800000">
                <a:moveTo>
                  <a:pt x="360000" y="0"/>
                </a:moveTo>
                <a:lnTo>
                  <a:pt x="1224000" y="0"/>
                </a:lnTo>
                <a:lnTo>
                  <a:pt x="1224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864800" y="0"/>
            <a:ext cx="460800" cy="1800000"/>
          </a:xfrm>
          <a:custGeom>
            <a:avLst/>
            <a:gdLst/>
            <a:ahLst/>
            <a:cxnLst/>
            <a:rect l="l" t="t" r="r" b="b"/>
            <a:pathLst>
              <a:path w="460800" h="1800000">
                <a:moveTo>
                  <a:pt x="360000" y="0"/>
                </a:moveTo>
                <a:lnTo>
                  <a:pt x="460800" y="0"/>
                </a:lnTo>
                <a:lnTo>
                  <a:pt x="1008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5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범채원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통역사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1195200"/>
            <a:ext cx="144000" cy="180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8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8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511200"/>
            <a:ext cx="57600" cy="57600"/>
          </a:xfrm>
          <a:prstGeom prst="ellipse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684000"/>
            <a:ext cx="24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어제보다 나은 결과물을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C1E49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