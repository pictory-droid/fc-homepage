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913B3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0C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4727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22A3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13B3E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22A3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22A3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4727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0" y="0"/>
                </a:moveTo>
                <a:lnTo>
                  <a:pt x="60192" y="10944"/>
                </a:lnTo>
                <a:lnTo>
                  <a:pt x="60192" y="87552"/>
                </a:lnTo>
                <a:lnTo>
                  <a:pt x="0" y="76608"/>
                </a:lnTo>
                <a:close/>
              </a:path>
            </a:pathLst>
          </a:cu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622736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60192" y="0"/>
                </a:moveTo>
                <a:lnTo>
                  <a:pt x="0" y="10944"/>
                </a:lnTo>
                <a:lnTo>
                  <a:pt x="0" y="87552"/>
                </a:lnTo>
                <a:lnTo>
                  <a:pt x="60192" y="76608"/>
                </a:lnTo>
                <a:close/>
              </a:path>
            </a:pathLst>
          </a:custGeom>
          <a:solidFill>
            <a:srgbClr val="E0C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8AB3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어제보다 나은 결과물을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8AB375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7C1B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526B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