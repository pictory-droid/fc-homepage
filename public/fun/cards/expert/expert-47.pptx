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5D8E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5D8E8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5D8E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A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1E4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1E49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