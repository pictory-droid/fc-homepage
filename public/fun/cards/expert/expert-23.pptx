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946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8B9B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85024" y="263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0" y="0"/>
                </a:moveTo>
                <a:lnTo>
                  <a:pt x="152064" y="27648"/>
                </a:lnTo>
                <a:lnTo>
                  <a:pt x="152064" y="221184"/>
                </a:lnTo>
                <a:lnTo>
                  <a:pt x="0" y="1935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50912" y="263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152064" y="0"/>
                </a:moveTo>
                <a:lnTo>
                  <a:pt x="0" y="27648"/>
                </a:lnTo>
                <a:lnTo>
                  <a:pt x="0" y="221184"/>
                </a:lnTo>
                <a:lnTo>
                  <a:pt x="152064" y="1935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바탕"/>
                <a:ea typeface="바탕"/>
              </a:rPr>
              <a:t>류하은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ABEC7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8B4C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8B4C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8B4C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5E74A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394660"/>
                </a:solidFill>
                <a:latin typeface="바탕"/>
                <a:ea typeface="바탕"/>
              </a:rPr>
              <a:t>필요한 순간 곁에 있겠습니다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5E74A1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686F7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7" name="Freeform 6"/>
          <p:cNvSpPr/>
          <p:nvPr/>
        </p:nvSpPr>
        <p:spPr>
          <a:xfrm>
            <a:off x="1537200" y="273600"/>
            <a:ext cx="79200" cy="115200"/>
          </a:xfrm>
          <a:custGeom>
            <a:avLst/>
            <a:gdLst/>
            <a:ahLst/>
            <a:cxnLst/>
            <a:rect l="l" t="t" r="r" b="b"/>
            <a:pathLst>
              <a:path w="79200" h="115200">
                <a:moveTo>
                  <a:pt x="0" y="0"/>
                </a:moveTo>
                <a:lnTo>
                  <a:pt x="79200" y="14400"/>
                </a:lnTo>
                <a:lnTo>
                  <a:pt x="79200" y="115200"/>
                </a:lnTo>
                <a:lnTo>
                  <a:pt x="0" y="100800"/>
                </a:lnTo>
                <a:close/>
              </a:path>
            </a:pathLst>
          </a:cu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623600" y="273600"/>
            <a:ext cx="79200" cy="115200"/>
          </a:xfrm>
          <a:custGeom>
            <a:avLst/>
            <a:gdLst/>
            <a:ahLst/>
            <a:cxnLst/>
            <a:rect l="l" t="t" r="r" b="b"/>
            <a:pathLst>
              <a:path w="79200" h="115200">
                <a:moveTo>
                  <a:pt x="79200" y="0"/>
                </a:moveTo>
                <a:lnTo>
                  <a:pt x="0" y="14400"/>
                </a:lnTo>
                <a:lnTo>
                  <a:pt x="0" y="115200"/>
                </a:lnTo>
                <a:lnTo>
                  <a:pt x="79200" y="100800"/>
                </a:lnTo>
                <a:close/>
              </a:path>
            </a:pathLst>
          </a:custGeom>
          <a:solidFill>
            <a:srgbClr val="E3E7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