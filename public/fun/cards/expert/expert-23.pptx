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앱 개발  ·  데이터 분석  ·  프로젝트 관리  ·  자문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