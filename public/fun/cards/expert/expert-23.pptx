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A0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F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필요한 순간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곁에 있겠습니다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