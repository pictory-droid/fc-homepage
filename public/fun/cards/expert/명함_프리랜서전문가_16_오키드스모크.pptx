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15520" y="928080"/>
            <a:ext cx="93600" cy="16848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37200" y="834480"/>
            <a:ext cx="93600" cy="262080"/>
          </a:xfrm>
          <a:prstGeom prst="roundRect">
            <a:avLst>
              <a:gd name="adj" fmla="val 10000"/>
            </a:avLst>
          </a:prstGeom>
          <a:solidFill>
            <a:srgbClr val="6755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58880" y="722160"/>
            <a:ext cx="93600" cy="37440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278080" y="1115280"/>
            <a:ext cx="411840" cy="0"/>
          </a:xfrm>
          <a:prstGeom prst="line">
            <a:avLst/>
          </a:prstGeom>
          <a:ln w="18720">
            <a:solidFill>
              <a:srgbClr val="67557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A84C6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D5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866CBB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455AD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866CBB"/>
          </a:solidFill>
          <a:ln w="5760">
            <a:solidFill>
              <a:srgbClr val="866C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DDD5EC"/>
          </a:solidFill>
          <a:ln w="5760">
            <a:solidFill>
              <a:srgbClr val="866C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카피라이팅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DDD5EC"/>
          </a:solidFill>
          <a:ln w="5760">
            <a:solidFill>
              <a:srgbClr val="866C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DDD5EC"/>
          </a:solidFill>
          <a:ln w="5760">
            <a:solidFill>
              <a:srgbClr val="866C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566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56677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56677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56677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