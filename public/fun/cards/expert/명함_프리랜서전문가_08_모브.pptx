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9D65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A67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67C4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874304" cy="172800"/>
          </a:xfrm>
          <a:prstGeom prst="roundRect">
            <a:avLst>
              <a:gd name="adj" fmla="val 50000"/>
            </a:avLst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874304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2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9440" y="1067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400" y="988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CAB7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5360" y="893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37760" y="1226160"/>
            <a:ext cx="348480" cy="0"/>
          </a:xfrm>
          <a:prstGeom prst="line">
            <a:avLst/>
          </a:prstGeom>
          <a:ln w="15840">
            <a:solidFill>
              <a:srgbClr val="CAB79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B6B6E"/>
                </a:solidFill>
                <a:latin typeface="맑은 고딕"/>
                <a:ea typeface="맑은 고딕"/>
              </a:rPr>
              <a:t>메일 · 메시지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