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BECAE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A4B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BECAE8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A4B4D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BECAE8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BECAE8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66B73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4171D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B8892B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66B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8384" y="943200"/>
            <a:ext cx="39736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66B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018384" y="943200"/>
            <a:ext cx="39736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컨설팅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66B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교육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3224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66B7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073224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66B73"/>
                </a:solidFill>
                <a:latin typeface="맑은 고딕"/>
                <a:ea typeface="맑은 고딕"/>
              </a:rPr>
              <a:t>KAKAO   @채널아이디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