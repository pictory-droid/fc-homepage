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58B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A4B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BECAE8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A4B4D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BECAE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BECAE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8892B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384" y="943200"/>
            <a:ext cx="39736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018384" y="943200"/>
            <a:ext cx="39736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3224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073224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