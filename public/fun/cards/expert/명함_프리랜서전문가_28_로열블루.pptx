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A4B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BECAE8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A4B4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ECAE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BECAE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8892B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384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018384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66B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