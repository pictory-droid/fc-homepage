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AEAC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AEACC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C93A6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C93A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