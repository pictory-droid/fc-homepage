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4A566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4A566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4A566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4A566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4A566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4A566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4A566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4A566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05C5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05C55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4A5663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A566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0707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07076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07076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