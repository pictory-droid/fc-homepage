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144000" y="144000"/>
            <a:ext cx="165600" cy="0"/>
          </a:xfrm>
          <a:prstGeom prst="line">
            <a:avLst/>
          </a:prstGeom>
          <a:ln w="7920">
            <a:solidFill>
              <a:srgbClr val="4A5663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144000" y="144000"/>
            <a:ext cx="0" cy="165600"/>
          </a:xfrm>
          <a:prstGeom prst="line">
            <a:avLst/>
          </a:prstGeom>
          <a:ln w="7920">
            <a:solidFill>
              <a:srgbClr val="4A5663"/>
            </a:solidFill>
          </a:ln>
        </p:spPr>
      </p:cxnSp>
      <p:cxnSp>
        <p:nvCxnSpPr>
          <p:cNvPr id="4" name="Connector 3"/>
          <p:cNvCxnSpPr/>
          <p:nvPr/>
        </p:nvCxnSpPr>
        <p:spPr>
          <a:xfrm flipH="1">
            <a:off x="2930400" y="144000"/>
            <a:ext cx="165600" cy="0"/>
          </a:xfrm>
          <a:prstGeom prst="line">
            <a:avLst/>
          </a:prstGeom>
          <a:ln w="7920">
            <a:solidFill>
              <a:srgbClr val="4A5663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3096000" y="144000"/>
            <a:ext cx="0" cy="165600"/>
          </a:xfrm>
          <a:prstGeom prst="line">
            <a:avLst/>
          </a:prstGeom>
          <a:ln w="7920">
            <a:solidFill>
              <a:srgbClr val="4A5663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144000" y="1656000"/>
            <a:ext cx="165600" cy="0"/>
          </a:xfrm>
          <a:prstGeom prst="line">
            <a:avLst/>
          </a:prstGeom>
          <a:ln w="7920">
            <a:solidFill>
              <a:srgbClr val="4A5663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144000" y="1490400"/>
            <a:ext cx="0" cy="165600"/>
          </a:xfrm>
          <a:prstGeom prst="line">
            <a:avLst/>
          </a:prstGeom>
          <a:ln w="7920">
            <a:solidFill>
              <a:srgbClr val="4A5663"/>
            </a:solidFill>
          </a:ln>
        </p:spPr>
      </p:cxnSp>
      <p:cxnSp>
        <p:nvCxnSpPr>
          <p:cNvPr id="8" name="Connector 7"/>
          <p:cNvCxnSpPr/>
          <p:nvPr/>
        </p:nvCxnSpPr>
        <p:spPr>
          <a:xfrm flipH="1">
            <a:off x="2930400" y="1656000"/>
            <a:ext cx="165600" cy="0"/>
          </a:xfrm>
          <a:prstGeom prst="line">
            <a:avLst/>
          </a:prstGeom>
          <a:ln w="7920">
            <a:solidFill>
              <a:srgbClr val="4A5663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3096000" y="1490400"/>
            <a:ext cx="0" cy="165600"/>
          </a:xfrm>
          <a:prstGeom prst="line">
            <a:avLst/>
          </a:prstGeom>
          <a:ln w="7920">
            <a:solidFill>
              <a:srgbClr val="4A5663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360000" y="302400"/>
            <a:ext cx="252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41"/>
              </a:lnSpc>
            </a:pPr>
            <a:r>
              <a:rPr sz="580" b="1" spc="300">
                <a:solidFill>
                  <a:srgbClr val="605C55"/>
                </a:solidFill>
                <a:latin typeface="맑은 고딕"/>
                <a:ea typeface="맑은 고딕"/>
              </a:rPr>
              <a:t>소속 · 브랜드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360000" y="504000"/>
            <a:ext cx="252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957"/>
              </a:lnSpc>
            </a:pPr>
            <a:r>
              <a:rPr sz="1350" b="1" spc="120">
                <a:solidFill>
                  <a:srgbClr val="1B2230"/>
                </a:solidFill>
                <a:latin typeface="맑은 고딕"/>
                <a:ea typeface="맑은 고딕"/>
              </a:rPr>
              <a:t>류OO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360000" y="756000"/>
            <a:ext cx="2520000" cy="129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86"/>
              </a:lnSpc>
            </a:pPr>
            <a:r>
              <a:rPr sz="680" b="0">
                <a:solidFill>
                  <a:srgbClr val="605C55"/>
                </a:solidFill>
                <a:latin typeface="맑은 고딕"/>
                <a:ea typeface="맑은 고딕"/>
              </a:rPr>
              <a:t>작가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512000" y="993600"/>
            <a:ext cx="216000" cy="0"/>
          </a:xfrm>
          <a:prstGeom prst="line">
            <a:avLst/>
          </a:prstGeom>
          <a:ln w="7200">
            <a:solidFill>
              <a:srgbClr val="4A5663"/>
            </a:solidFill>
          </a:ln>
        </p:spPr>
      </p:cxnSp>
      <p:sp>
        <p:nvSpPr>
          <p:cNvPr id="14" name="텍스트"/>
          <p:cNvSpPr txBox="1"/>
          <p:nvPr/>
        </p:nvSpPr>
        <p:spPr>
          <a:xfrm>
            <a:off x="360000" y="1144800"/>
            <a:ext cx="25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010-1234-5678   ·   name@example.com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360000" y="1274400"/>
            <a:ext cx="25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605C55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1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520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4A5663"/>
                </a:solidFill>
                <a:latin typeface="맑은 고딕"/>
                <a:ea typeface="맑은 고딕"/>
              </a:rPr>
              <a:t>전문 분야</a:t>
            </a:r>
          </a:p>
        </p:txBody>
      </p:sp>
      <p:sp>
        <p:nvSpPr>
          <p:cNvPr id="3" name="Rectangle 2"/>
          <p:cNvSpPr/>
          <p:nvPr/>
        </p:nvSpPr>
        <p:spPr>
          <a:xfrm>
            <a:off x="252000" y="352800"/>
            <a:ext cx="108000" cy="14400"/>
          </a:xfrm>
          <a:prstGeom prst="rect">
            <a:avLst/>
          </a:prstGeom>
          <a:solidFill>
            <a:srgbClr val="14705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252000" y="468000"/>
            <a:ext cx="1512000" cy="0"/>
          </a:xfrm>
          <a:prstGeom prst="line">
            <a:avLst/>
          </a:prstGeom>
          <a:ln w="3600">
            <a:solidFill>
              <a:srgbClr val="B9D5D0"/>
            </a:solidFill>
          </a:ln>
        </p:spPr>
      </p:cxnSp>
      <p:sp>
        <p:nvSpPr>
          <p:cNvPr id="5" name="텍스트"/>
          <p:cNvSpPr txBox="1"/>
          <p:nvPr/>
        </p:nvSpPr>
        <p:spPr>
          <a:xfrm>
            <a:off x="252000" y="5112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B2230"/>
                </a:solidFill>
                <a:latin typeface="맑은 고딕"/>
                <a:ea typeface="맑은 고딕"/>
              </a:rPr>
              <a:t>앱 개발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52000" y="655200"/>
            <a:ext cx="1512000" cy="0"/>
          </a:xfrm>
          <a:prstGeom prst="line">
            <a:avLst/>
          </a:prstGeom>
          <a:ln w="3600">
            <a:solidFill>
              <a:srgbClr val="B9D5D0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252000" y="6984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B2230"/>
                </a:solidFill>
                <a:latin typeface="맑은 고딕"/>
                <a:ea typeface="맑은 고딕"/>
              </a:rPr>
              <a:t>컨설팅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52000" y="842400"/>
            <a:ext cx="1512000" cy="0"/>
          </a:xfrm>
          <a:prstGeom prst="line">
            <a:avLst/>
          </a:prstGeom>
          <a:ln w="3600">
            <a:solidFill>
              <a:srgbClr val="B9D5D0"/>
            </a:solidFill>
          </a:ln>
        </p:spPr>
      </p:cxnSp>
      <p:sp>
        <p:nvSpPr>
          <p:cNvPr id="9" name="텍스트"/>
          <p:cNvSpPr txBox="1"/>
          <p:nvPr/>
        </p:nvSpPr>
        <p:spPr>
          <a:xfrm>
            <a:off x="252000" y="8856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B2230"/>
                </a:solidFill>
                <a:latin typeface="맑은 고딕"/>
                <a:ea typeface="맑은 고딕"/>
              </a:rPr>
              <a:t>프로젝트 관리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2000" y="1029600"/>
            <a:ext cx="1512000" cy="0"/>
          </a:xfrm>
          <a:prstGeom prst="line">
            <a:avLst/>
          </a:prstGeom>
          <a:ln w="3600">
            <a:solidFill>
              <a:srgbClr val="B9D5D0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252000" y="10728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B2230"/>
                </a:solidFill>
                <a:latin typeface="맑은 고딕"/>
                <a:ea typeface="맑은 고딕"/>
              </a:rPr>
              <a:t>자문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2000" y="1216800"/>
            <a:ext cx="1512000" cy="0"/>
          </a:xfrm>
          <a:prstGeom prst="line">
            <a:avLst/>
          </a:prstGeom>
          <a:ln w="3600">
            <a:solidFill>
              <a:srgbClr val="B9D5D0"/>
            </a:solidFill>
          </a:ln>
        </p:spPr>
      </p:cxnSp>
      <p:sp>
        <p:nvSpPr>
          <p:cNvPr id="13" name="Rectangle 12"/>
          <p:cNvSpPr/>
          <p:nvPr/>
        </p:nvSpPr>
        <p:spPr>
          <a:xfrm>
            <a:off x="2196000" y="396000"/>
            <a:ext cx="720000" cy="720000"/>
          </a:xfrm>
          <a:prstGeom prst="rect">
            <a:avLst/>
          </a:prstGeom>
          <a:noFill/>
          <a:ln w="4320">
            <a:solidFill>
              <a:srgbClr val="607076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텍스트"/>
          <p:cNvSpPr txBox="1"/>
          <p:nvPr/>
        </p:nvSpPr>
        <p:spPr>
          <a:xfrm>
            <a:off x="2196000" y="396000"/>
            <a:ext cx="720000" cy="7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305"/>
              </a:lnSpc>
            </a:pPr>
            <a:r>
              <a:rPr sz="900" b="1">
                <a:solidFill>
                  <a:srgbClr val="607076"/>
                </a:solidFill>
                <a:latin typeface="맑은 고딕"/>
                <a:ea typeface="맑은 고딕"/>
              </a:rPr>
              <a:t>QR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196000" y="1209600"/>
            <a:ext cx="7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www.example.com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196000" y="1353600"/>
            <a:ext cx="7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607076"/>
                </a:solidFill>
                <a:latin typeface="맑은 고딕"/>
                <a:ea typeface="맑은 고딕"/>
              </a:rPr>
              <a:t>메일 · 메시지 문의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작가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