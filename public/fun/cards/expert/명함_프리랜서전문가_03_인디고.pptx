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4A3A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4A3AFF"/>
                </a:solidFill>
                <a:latin typeface="맑은 고딕"/>
                <a:ea typeface="맑은 고딕"/>
              </a:rPr>
              <a:t>소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박지우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프리랜서 강사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4A3AF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3A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D7D4FF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D7D4FF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웹 개발  ·  통역  ·  프로젝트 관리  ·  기술 문서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9289F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9289FF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