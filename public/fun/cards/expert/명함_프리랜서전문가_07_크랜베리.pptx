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82A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92525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4A3B33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292525"/>
                </a:solidFill>
                <a:latin typeface="맑은 고딕"/>
                <a:ea typeface="맑은 고딕"/>
              </a:rPr>
              <a:t>평일 10:00 – 18:00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