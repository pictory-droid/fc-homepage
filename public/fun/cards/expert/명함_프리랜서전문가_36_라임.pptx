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6E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B8E8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34220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선은호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334220"/>
                </a:solidFill>
                <a:latin typeface="맑은 고딕"/>
                <a:ea typeface="맑은 고딕"/>
              </a:rPr>
              <a:t>데이터 분석가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3422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334220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3422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334220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3422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6E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334220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6B9027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33422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웹 개발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6B9027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33422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앱 개발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6B9027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33422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번역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6B9027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334220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6B9027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B8E8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12151C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데이터 분석가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