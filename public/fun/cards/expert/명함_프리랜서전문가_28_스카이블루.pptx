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9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58A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8324E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8324E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2365A4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유재희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8324E"/>
                </a:solidFill>
                <a:latin typeface="맑은 고딕"/>
                <a:ea typeface="맑은 고딕"/>
              </a:rPr>
              <a:t>교육 컨설턴트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8324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2365A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8324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2365A4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8324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2E9B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2E9B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컨설팅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2E9B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교육 설계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2E9B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