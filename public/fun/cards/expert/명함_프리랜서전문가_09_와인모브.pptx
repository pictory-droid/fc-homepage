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8E4A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FBF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장OO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A6772"/>
                </a:solidFill>
                <a:latin typeface="바탕"/>
                <a:ea typeface="바탕"/>
              </a:rPr>
              <a:t>작가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8E4A6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8E4A6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A67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E4A6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BC923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8E4A6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8E4A6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BC923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온라인 상담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