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8745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37440" y="455760"/>
            <a:ext cx="79200" cy="142560"/>
          </a:xfrm>
          <a:prstGeom prst="roundRect">
            <a:avLst>
              <a:gd name="adj" fmla="val 10000"/>
            </a:avLst>
          </a:prstGeom>
          <a:solidFill>
            <a:srgbClr val="8745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40400" y="376560"/>
            <a:ext cx="79200" cy="221760"/>
          </a:xfrm>
          <a:prstGeom prst="roundRect">
            <a:avLst>
              <a:gd name="adj" fmla="val 10000"/>
            </a:avLst>
          </a:prstGeom>
          <a:solidFill>
            <a:srgbClr val="DDCB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43360" y="281520"/>
            <a:ext cx="79200" cy="316800"/>
          </a:xfrm>
          <a:prstGeom prst="roundRect">
            <a:avLst>
              <a:gd name="adj" fmla="val 10000"/>
            </a:avLst>
          </a:prstGeom>
          <a:solidFill>
            <a:srgbClr val="8745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705760" y="614160"/>
            <a:ext cx="348480" cy="0"/>
          </a:xfrm>
          <a:prstGeom prst="line">
            <a:avLst/>
          </a:prstGeom>
          <a:ln w="15840">
            <a:solidFill>
              <a:srgbClr val="DDCBD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C3629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74587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5746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ACB4BC"/>
                </a:solidFill>
                <a:latin typeface="바탕"/>
                <a:ea typeface="바탕"/>
              </a:rPr>
              <a:t>보이지 않는 곳까지 꼼꼼하게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6388A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CB4BC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55360" y="451440"/>
            <a:ext cx="64800" cy="116640"/>
          </a:xfrm>
          <a:prstGeom prst="roundRect">
            <a:avLst>
              <a:gd name="adj" fmla="val 10000"/>
            </a:avLst>
          </a:pr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39600" y="386640"/>
            <a:ext cx="64800" cy="181440"/>
          </a:xfrm>
          <a:prstGeom prst="roundRect">
            <a:avLst>
              <a:gd name="adj" fmla="val 10000"/>
            </a:avLst>
          </a:prstGeom>
          <a:solidFill>
            <a:srgbClr val="384C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3840" y="308880"/>
            <a:ext cx="64800" cy="259200"/>
          </a:xfrm>
          <a:prstGeom prst="roundRect">
            <a:avLst>
              <a:gd name="adj" fmla="val 10000"/>
            </a:avLst>
          </a:pr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629440" y="581040"/>
            <a:ext cx="285120" cy="0"/>
          </a:xfrm>
          <a:prstGeom prst="line">
            <a:avLst/>
          </a:prstGeom>
          <a:ln w="12960">
            <a:solidFill>
              <a:srgbClr val="384C5E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