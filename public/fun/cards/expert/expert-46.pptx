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180000"/>
            <a:ext cx="720000" cy="1440000"/>
          </a:xfrm>
          <a:custGeom>
            <a:avLst/>
            <a:gdLst/>
            <a:ahLst/>
            <a:cxnLst/>
            <a:rect l="l" t="t" r="r" b="b"/>
            <a:pathLst>
              <a:path w="720000" h="1440000">
                <a:moveTo>
                  <a:pt x="0" y="0"/>
                </a:moveTo>
                <a:lnTo>
                  <a:pt x="75260" y="3944"/>
                </a:lnTo>
                <a:lnTo>
                  <a:pt x="149696" y="15734"/>
                </a:lnTo>
                <a:lnTo>
                  <a:pt x="222492" y="35239"/>
                </a:lnTo>
                <a:lnTo>
                  <a:pt x="292850" y="62247"/>
                </a:lnTo>
                <a:lnTo>
                  <a:pt x="360000" y="96462"/>
                </a:lnTo>
                <a:lnTo>
                  <a:pt x="423205" y="137508"/>
                </a:lnTo>
                <a:lnTo>
                  <a:pt x="481774" y="184936"/>
                </a:lnTo>
                <a:lnTo>
                  <a:pt x="535064" y="238226"/>
                </a:lnTo>
                <a:lnTo>
                  <a:pt x="582492" y="296795"/>
                </a:lnTo>
                <a:lnTo>
                  <a:pt x="623538" y="360000"/>
                </a:lnTo>
                <a:lnTo>
                  <a:pt x="657753" y="427150"/>
                </a:lnTo>
                <a:lnTo>
                  <a:pt x="684761" y="497508"/>
                </a:lnTo>
                <a:lnTo>
                  <a:pt x="704266" y="570304"/>
                </a:lnTo>
                <a:lnTo>
                  <a:pt x="716056" y="644740"/>
                </a:lnTo>
                <a:lnTo>
                  <a:pt x="720000" y="720000"/>
                </a:lnTo>
                <a:lnTo>
                  <a:pt x="716056" y="795260"/>
                </a:lnTo>
                <a:lnTo>
                  <a:pt x="704266" y="869696"/>
                </a:lnTo>
                <a:lnTo>
                  <a:pt x="684761" y="942492"/>
                </a:lnTo>
                <a:lnTo>
                  <a:pt x="657753" y="1012850"/>
                </a:lnTo>
                <a:lnTo>
                  <a:pt x="623538" y="1080000"/>
                </a:lnTo>
                <a:lnTo>
                  <a:pt x="582492" y="1143205"/>
                </a:lnTo>
                <a:lnTo>
                  <a:pt x="535064" y="1201774"/>
                </a:lnTo>
                <a:lnTo>
                  <a:pt x="481774" y="1255064"/>
                </a:lnTo>
                <a:lnTo>
                  <a:pt x="423205" y="1302492"/>
                </a:lnTo>
                <a:lnTo>
                  <a:pt x="360000" y="1343538"/>
                </a:lnTo>
                <a:lnTo>
                  <a:pt x="292850" y="1377753"/>
                </a:lnTo>
                <a:lnTo>
                  <a:pt x="222492" y="1404761"/>
                </a:lnTo>
                <a:lnTo>
                  <a:pt x="149696" y="1424266"/>
                </a:lnTo>
                <a:lnTo>
                  <a:pt x="75260" y="1436056"/>
                </a:lnTo>
                <a:lnTo>
                  <a:pt x="0" y="1440000"/>
                </a:lnTo>
                <a:close/>
              </a:path>
            </a:pathLst>
          </a:cu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36000" y="540000"/>
            <a:ext cx="5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4350"/>
              </a:lnSpc>
            </a:pPr>
            <a:r>
              <a:rPr sz="3000" b="1">
                <a:solidFill>
                  <a:srgbClr val="FFFFFF"/>
                </a:solidFill>
                <a:latin typeface="맑은 고딕"/>
                <a:ea typeface="맑은 고딕"/>
              </a:rPr>
              <a:t>예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1116000" y="223200"/>
            <a:ext cx="187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116000" y="540000"/>
            <a:ext cx="1872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예진우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943200"/>
            <a:ext cx="1872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데이터 분석가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6000" y="1195200"/>
            <a:ext cx="144000" cy="180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16000" y="132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447200" y="13176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16000" y="14580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447200" y="1447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116000" y="1587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447200" y="15768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412000" y="972000"/>
            <a:ext cx="828000" cy="828000"/>
          </a:xfrm>
          <a:custGeom>
            <a:avLst/>
            <a:gdLst/>
            <a:ahLst/>
            <a:cxnLst/>
            <a:rect l="l" t="t" r="r" b="b"/>
            <a:pathLst>
              <a:path w="828000" h="828000">
                <a:moveTo>
                  <a:pt x="828000" y="828000"/>
                </a:moveTo>
                <a:lnTo>
                  <a:pt x="0" y="828000"/>
                </a:lnTo>
                <a:lnTo>
                  <a:pt x="1773" y="773846"/>
                </a:lnTo>
                <a:lnTo>
                  <a:pt x="7084" y="719924"/>
                </a:lnTo>
                <a:lnTo>
                  <a:pt x="15910" y="666465"/>
                </a:lnTo>
                <a:lnTo>
                  <a:pt x="28213" y="613698"/>
                </a:lnTo>
                <a:lnTo>
                  <a:pt x="43942" y="561848"/>
                </a:lnTo>
                <a:lnTo>
                  <a:pt x="63028" y="511138"/>
                </a:lnTo>
                <a:lnTo>
                  <a:pt x="85389" y="461785"/>
                </a:lnTo>
                <a:lnTo>
                  <a:pt x="110931" y="414000"/>
                </a:lnTo>
                <a:lnTo>
                  <a:pt x="139543" y="367988"/>
                </a:lnTo>
                <a:lnTo>
                  <a:pt x="171103" y="323946"/>
                </a:lnTo>
                <a:lnTo>
                  <a:pt x="205477" y="282062"/>
                </a:lnTo>
                <a:lnTo>
                  <a:pt x="242516" y="242516"/>
                </a:lnTo>
                <a:lnTo>
                  <a:pt x="282062" y="205477"/>
                </a:lnTo>
                <a:lnTo>
                  <a:pt x="323946" y="171103"/>
                </a:lnTo>
                <a:lnTo>
                  <a:pt x="367988" y="139543"/>
                </a:lnTo>
                <a:lnTo>
                  <a:pt x="414000" y="110931"/>
                </a:lnTo>
                <a:lnTo>
                  <a:pt x="461785" y="85389"/>
                </a:lnTo>
                <a:lnTo>
                  <a:pt x="511138" y="63028"/>
                </a:lnTo>
                <a:lnTo>
                  <a:pt x="561848" y="43942"/>
                </a:lnTo>
                <a:lnTo>
                  <a:pt x="613698" y="28213"/>
                </a:lnTo>
                <a:lnTo>
                  <a:pt x="666465" y="15910"/>
                </a:lnTo>
                <a:lnTo>
                  <a:pt x="719924" y="7084"/>
                </a:lnTo>
                <a:lnTo>
                  <a:pt x="773846" y="1773"/>
                </a:lnTo>
                <a:lnTo>
                  <a:pt x="828000" y="0"/>
                </a:lnTo>
                <a:close/>
              </a:path>
            </a:pathLst>
          </a:custGeom>
          <a:solidFill>
            <a:srgbClr val="FF66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432000"/>
            <a:ext cx="230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4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보이지 않는 곳까지 꼼꼼하게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7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FFFFFF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 분석가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