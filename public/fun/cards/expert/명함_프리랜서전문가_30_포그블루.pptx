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E2E9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E2E9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E2E9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7B9DC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7B9D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7B9D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E7BC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B5769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7B9D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76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76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76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16D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ECF0F6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BCAE6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9693CB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BCAE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9693CB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BCAE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9693CB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BCAE6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기술 문서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9693CB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E0DFF0"/>
                </a:solidFill>
                <a:latin typeface="맑은 고딕"/>
                <a:ea typeface="맑은 고딕"/>
              </a:rPr>
              <a:t>사전 예약 상담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E0DFF0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