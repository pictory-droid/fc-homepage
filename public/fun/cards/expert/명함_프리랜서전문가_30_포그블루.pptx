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2E9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2E9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2E9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7B9D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7B9D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7B9D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B5769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7B9D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76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76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76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6D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ECF0F6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BCAE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9693CB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BCAE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9693CB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BCAE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9693CB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BCAE6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기술 문서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9693CB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E0DFF0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E0DFF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