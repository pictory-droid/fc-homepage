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CBCBCB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CBCBCB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70707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CBCB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CBCB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CBCBCB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정리된 생각이 좋은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결과를 만듭니다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