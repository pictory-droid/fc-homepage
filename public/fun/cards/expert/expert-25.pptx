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70707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BCBCB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70707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BCBCB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70707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B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B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B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1818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18181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18181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18181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