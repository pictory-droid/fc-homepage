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84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9B5F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EB9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DBC6B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3BF9D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EB9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3BF9D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3BF9D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3BF9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A5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73440" y="196416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440" y="237600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58976" y="196416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158976" y="237600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124128" y="183744"/>
            <a:ext cx="25344" cy="107712"/>
          </a:xfrm>
          <a:prstGeom prst="line">
            <a:avLst/>
          </a:prstGeom>
          <a:ln w="11088">
            <a:solidFill>
              <a:srgbClr val="EEEEE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정리된 생각이 좋은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결과를 만듭니다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EFCFB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FADBC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EFCFB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