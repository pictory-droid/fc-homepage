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60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81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CCC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CCC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CCC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8F867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6890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866890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6025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656025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2283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32283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온라인 상담 가능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