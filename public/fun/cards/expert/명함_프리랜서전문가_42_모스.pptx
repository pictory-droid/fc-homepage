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5D7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B28331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2DA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3D2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03D28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03E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