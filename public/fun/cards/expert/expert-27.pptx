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5B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CEDBF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CEDBF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CEDBF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CEDBFF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CEDBFF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CEDBFF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CEDBFF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CEDBFF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소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하지안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CEDBFF"/>
                </a:solidFill>
                <a:latin typeface="맑은 고딕"/>
                <a:ea typeface="맑은 고딕"/>
              </a:rPr>
              <a:t>통역사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FFFFFF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CEDBFF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CEDB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3A6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앱 개발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교육 설계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자문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WEB  www.example.com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통역사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