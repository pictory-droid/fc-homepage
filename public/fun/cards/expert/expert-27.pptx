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CEDBFF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CEDB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CEDB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당신의 프로젝트를 내 일처럼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