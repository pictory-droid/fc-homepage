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59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D6B66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8A743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DDD6C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8D7AC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DD6C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0752" y="1556208"/>
            <a:ext cx="27360" cy="49248"/>
          </a:xfrm>
          <a:prstGeom prst="roundRect">
            <a:avLst>
              <a:gd name="adj" fmla="val 10000"/>
            </a:avLst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6320" y="1528848"/>
            <a:ext cx="27360" cy="76608"/>
          </a:xfrm>
          <a:prstGeom prst="roundRect">
            <a:avLst>
              <a:gd name="adj" fmla="val 10000"/>
            </a:avLst>
          </a:prstGeom>
          <a:solidFill>
            <a:srgbClr val="8A7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41888" y="1496016"/>
            <a:ext cx="27360" cy="109440"/>
          </a:xfrm>
          <a:prstGeom prst="roundRect">
            <a:avLst>
              <a:gd name="adj" fmla="val 10000"/>
            </a:avLst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559808" y="1610928"/>
            <a:ext cx="120384" cy="0"/>
          </a:xfrm>
          <a:prstGeom prst="line">
            <a:avLst/>
          </a:prstGeom>
          <a:ln w="5472">
            <a:solidFill>
              <a:srgbClr val="8A743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9760" y="995040"/>
            <a:ext cx="316800" cy="570240"/>
          </a:xfrm>
          <a:prstGeom prst="roundRect">
            <a:avLst>
              <a:gd name="adj" fmla="val 10000"/>
            </a:avLst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1600" y="678240"/>
            <a:ext cx="316800" cy="887040"/>
          </a:xfrm>
          <a:prstGeom prst="roundRect">
            <a:avLst>
              <a:gd name="adj" fmla="val 10000"/>
            </a:avLst>
          </a:prstGeom>
          <a:solidFill>
            <a:srgbClr val="C567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73440" y="298080"/>
            <a:ext cx="316800" cy="1267200"/>
          </a:xfrm>
          <a:prstGeom prst="roundRect">
            <a:avLst>
              <a:gd name="adj" fmla="val 10000"/>
            </a:avLst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23040" y="1628640"/>
            <a:ext cx="1393920" cy="0"/>
          </a:xfrm>
          <a:prstGeom prst="line">
            <a:avLst/>
          </a:prstGeom>
          <a:ln w="63360">
            <a:solidFill>
              <a:srgbClr val="C5677E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A4A6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당신의 프로젝트를 내 일처럼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BF6F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