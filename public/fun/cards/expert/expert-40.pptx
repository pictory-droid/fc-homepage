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04A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D9D2E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D9D2E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D9D2E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D9D2E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D9D2E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D9D2E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D9D2E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D9D2E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D9D2E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D9D2E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D9D2E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D9D2E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D9D2E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D9D2E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D9D2E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D9D2E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D9D2E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D9D2E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D9D2E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D9D2E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7967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2CDE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마시현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9D2E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9D2E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9D2E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9D2E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56960" y="1055520"/>
            <a:ext cx="46080" cy="264960"/>
          </a:xfrm>
          <a:prstGeom prst="rect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2700000">
            <a:off x="2856960" y="1055520"/>
            <a:ext cx="46080" cy="264960"/>
          </a:xfrm>
          <a:prstGeom prst="rect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5400000">
            <a:off x="2856960" y="1055520"/>
            <a:ext cx="46080" cy="264960"/>
          </a:xfrm>
          <a:prstGeom prst="rect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8100000">
            <a:off x="2856960" y="1055520"/>
            <a:ext cx="46080" cy="264960"/>
          </a:xfrm>
          <a:prstGeom prst="rect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99360" y="1107360"/>
            <a:ext cx="161280" cy="161280"/>
          </a:xfrm>
          <a:prstGeom prst="ellips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45440" y="1153440"/>
            <a:ext cx="69120" cy="69120"/>
          </a:xfrm>
          <a:prstGeom prst="ellipse">
            <a:avLst/>
          </a:prstGeom>
          <a:solidFill>
            <a:srgbClr val="7967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09440" y="1405440"/>
            <a:ext cx="141120" cy="141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49760" y="1445760"/>
            <a:ext cx="60480" cy="60480"/>
          </a:xfrm>
          <a:prstGeom prst="ellipse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47347F"/>
                </a:solidFill>
                <a:latin typeface="바탕"/>
                <a:ea typeface="바탕"/>
              </a:rPr>
              <a:t>깔끔한 구조가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47347F"/>
                </a:solidFill>
                <a:latin typeface="바탕"/>
                <a:ea typeface="바탕"/>
              </a:rPr>
              <a:t>안정적인 서비스를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A6F9B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