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1584000" y="36000"/>
            <a:ext cx="1656000" cy="172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8560"/>
              </a:lnSpc>
            </a:pPr>
            <a:r>
              <a:rPr sz="12800" b="1">
                <a:solidFill>
                  <a:srgbClr val="F5E8D5"/>
                </a:solidFill>
                <a:latin typeface="맑은 고딕"/>
                <a:ea typeface="맑은 고딕"/>
              </a:rPr>
              <a:t>마</a:t>
            </a:r>
          </a:p>
        </p:txBody>
      </p:sp>
      <p:sp>
        <p:nvSpPr>
          <p:cNvPr id="3" name="텍스트"/>
          <p:cNvSpPr txBox="1"/>
          <p:nvPr/>
        </p:nvSpPr>
        <p:spPr>
          <a:xfrm>
            <a:off x="252000" y="223200"/>
            <a:ext cx="144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 spc="200">
                <a:solidFill>
                  <a:srgbClr val="6B7280"/>
                </a:solidFill>
                <a:latin typeface="맑은 고딕"/>
                <a:ea typeface="맑은 고딕"/>
              </a:rPr>
              <a:t>소속 · 브랜드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604800"/>
            <a:ext cx="1656000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190"/>
              </a:lnSpc>
            </a:pPr>
            <a:r>
              <a:rPr sz="2200" b="1">
                <a:solidFill>
                  <a:srgbClr val="12151C"/>
                </a:solidFill>
                <a:latin typeface="맑은 고딕"/>
                <a:ea typeface="맑은 고딕"/>
              </a:rPr>
              <a:t>마시현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1008000"/>
            <a:ext cx="1656000" cy="1714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sz="900" b="0">
                <a:solidFill>
                  <a:srgbClr val="6B7280"/>
                </a:solidFill>
                <a:latin typeface="맑은 고딕"/>
                <a:ea typeface="맑은 고딕"/>
              </a:rPr>
              <a:t>프로젝트 매니저</a:t>
            </a:r>
          </a:p>
        </p:txBody>
      </p:sp>
      <p:sp>
        <p:nvSpPr>
          <p:cNvPr id="6" name="Rectangle 5"/>
          <p:cNvSpPr/>
          <p:nvPr/>
        </p:nvSpPr>
        <p:spPr>
          <a:xfrm>
            <a:off x="252000" y="1231200"/>
            <a:ext cx="144000" cy="18000"/>
          </a:xfrm>
          <a:prstGeom prst="rect">
            <a:avLst/>
          </a:prstGeom>
          <a:solidFill>
            <a:srgbClr val="FF9F0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252000" y="1350000"/>
            <a:ext cx="3312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20">
                <a:solidFill>
                  <a:srgbClr val="6B7280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583200" y="1339200"/>
            <a:ext cx="1296000" cy="129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86"/>
              </a:lnSpc>
            </a:pPr>
            <a:r>
              <a:rPr sz="68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1472400"/>
            <a:ext cx="3312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20">
                <a:solidFill>
                  <a:srgbClr val="6B7280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583200" y="1461600"/>
            <a:ext cx="1296000" cy="129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86"/>
              </a:lnSpc>
            </a:pPr>
            <a:r>
              <a:rPr sz="68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252000" y="1594800"/>
            <a:ext cx="3312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20">
                <a:solidFill>
                  <a:srgbClr val="6B7280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583200" y="1584000"/>
            <a:ext cx="1296000" cy="129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86"/>
              </a:lnSpc>
            </a:pPr>
            <a:r>
              <a:rPr sz="68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411200" y="295200"/>
            <a:ext cx="417600" cy="417600"/>
          </a:xfrm>
          <a:prstGeom prst="ellipse">
            <a:avLst/>
          </a:prstGeom>
          <a:solidFill>
            <a:srgbClr val="FF9F0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1368000" y="324000"/>
            <a:ext cx="504000" cy="3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3769"/>
              </a:lnSpc>
            </a:pPr>
            <a:r>
              <a:rPr sz="2600" b="1">
                <a:solidFill>
                  <a:srgbClr val="12151C"/>
                </a:solidFill>
                <a:latin typeface="맑은 고딕"/>
                <a:ea typeface="맑은 고딕"/>
              </a:rPr>
              <a:t>소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360000" y="820800"/>
            <a:ext cx="2520000" cy="1619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32"/>
              </a:lnSpc>
            </a:pPr>
            <a:r>
              <a:rPr sz="850" b="1" spc="200">
                <a:solidFill>
                  <a:srgbClr val="12151C"/>
                </a:solidFill>
                <a:latin typeface="맑은 고딕"/>
                <a:ea typeface="맑은 고딕"/>
              </a:rPr>
              <a:t>소속 · 브랜드</a:t>
            </a:r>
          </a:p>
        </p:txBody>
      </p:sp>
      <p:sp>
        <p:nvSpPr>
          <p:cNvPr id="5" name="Rectangle 4"/>
          <p:cNvSpPr/>
          <p:nvPr/>
        </p:nvSpPr>
        <p:spPr>
          <a:xfrm>
            <a:off x="1530000" y="1051200"/>
            <a:ext cx="180000" cy="14400"/>
          </a:xfrm>
          <a:prstGeom prst="rect">
            <a:avLst/>
          </a:prstGeom>
          <a:solidFill>
            <a:srgbClr val="FF9F0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540000" y="1188000"/>
            <a:ext cx="2160000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305"/>
              </a:lnSpc>
            </a:pPr>
            <a:r>
              <a:rPr sz="900" b="1">
                <a:solidFill>
                  <a:srgbClr val="6B7280"/>
                </a:solidFill>
                <a:latin typeface="맑은 고딕"/>
                <a:ea typeface="맑은 고딕"/>
              </a:rPr>
              <a:t>깔끔한 구조가 안정적인 서비스를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프로젝트 매니저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