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A3A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A3A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A3A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7D4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7D4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웹 개발  ·  통역  ·  프로젝트 관리  ·  기술 문서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