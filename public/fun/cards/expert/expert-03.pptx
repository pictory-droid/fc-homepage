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19584" y="380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09440" y="311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99296" y="228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691936" y="518976"/>
            <a:ext cx="304128" cy="0"/>
          </a:xfrm>
          <a:prstGeom prst="line">
            <a:avLst/>
          </a:prstGeom>
          <a:ln w="13824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6E5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C5F1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C5F1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C5F1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25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9760" y="995040"/>
            <a:ext cx="316800" cy="570240"/>
          </a:xfrm>
          <a:prstGeom prst="roundRect">
            <a:avLst>
              <a:gd name="adj" fmla="val 10000"/>
            </a:avLst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1600" y="678240"/>
            <a:ext cx="316800" cy="887040"/>
          </a:xfrm>
          <a:prstGeom prst="roundRect">
            <a:avLst>
              <a:gd name="adj" fmla="val 10000"/>
            </a:avLst>
          </a:prstGeom>
          <a:solidFill>
            <a:srgbClr val="B17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73440" y="298080"/>
            <a:ext cx="316800" cy="1267200"/>
          </a:xfrm>
          <a:prstGeom prst="roundRect">
            <a:avLst>
              <a:gd name="adj" fmla="val 10000"/>
            </a:avLst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23040" y="1628640"/>
            <a:ext cx="1393920" cy="0"/>
          </a:xfrm>
          <a:prstGeom prst="line">
            <a:avLst/>
          </a:prstGeom>
          <a:ln w="63360">
            <a:solidFill>
              <a:srgbClr val="B1743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25A1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필요한 곳에 정확히 닿는 전문성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5EEE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