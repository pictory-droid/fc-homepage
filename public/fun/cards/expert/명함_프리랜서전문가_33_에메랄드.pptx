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0777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92D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통역  ·  데이터 분석  ·  원고 집필  ·  자문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