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6A13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필요한 만큼만, 정확하게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