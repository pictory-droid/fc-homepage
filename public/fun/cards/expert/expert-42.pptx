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776B4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Freeform 2"/>
          <p:cNvSpPr/>
          <p:nvPr/>
        </p:nvSpPr>
        <p:spPr>
          <a:xfrm>
            <a:off x="1520640" y="443520"/>
            <a:ext cx="95040" cy="138240"/>
          </a:xfrm>
          <a:custGeom>
            <a:avLst/>
            <a:gdLst/>
            <a:ahLst/>
            <a:cxnLst/>
            <a:rect l="l" t="t" r="r" b="b"/>
            <a:pathLst>
              <a:path w="95040" h="138240">
                <a:moveTo>
                  <a:pt x="0" y="0"/>
                </a:moveTo>
                <a:lnTo>
                  <a:pt x="95040" y="17280"/>
                </a:lnTo>
                <a:lnTo>
                  <a:pt x="95040" y="138240"/>
                </a:lnTo>
                <a:lnTo>
                  <a:pt x="0" y="120960"/>
                </a:lnTo>
                <a:close/>
              </a:path>
            </a:pathLst>
          </a:custGeom>
          <a:solidFill>
            <a:srgbClr val="3B7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624320" y="443520"/>
            <a:ext cx="95040" cy="138240"/>
          </a:xfrm>
          <a:custGeom>
            <a:avLst/>
            <a:gdLst/>
            <a:ahLst/>
            <a:cxnLst/>
            <a:rect l="l" t="t" r="r" b="b"/>
            <a:pathLst>
              <a:path w="95040" h="138240">
                <a:moveTo>
                  <a:pt x="95040" y="0"/>
                </a:moveTo>
                <a:lnTo>
                  <a:pt x="0" y="17280"/>
                </a:lnTo>
                <a:lnTo>
                  <a:pt x="0" y="138240"/>
                </a:lnTo>
                <a:lnTo>
                  <a:pt x="95040" y="120960"/>
                </a:lnTo>
                <a:close/>
              </a:path>
            </a:pathLst>
          </a:custGeom>
          <a:solidFill>
            <a:srgbClr val="C8DA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6E570C"/>
                </a:solidFill>
                <a:latin typeface="바탕"/>
                <a:ea typeface="바탕"/>
              </a:rPr>
              <a:t>봉기태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3B7A91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3B7A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E570C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76B4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54400" y="439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0" y="0"/>
                </a:moveTo>
                <a:lnTo>
                  <a:pt x="158400" y="28800"/>
                </a:lnTo>
                <a:lnTo>
                  <a:pt x="158400" y="230400"/>
                </a:lnTo>
                <a:lnTo>
                  <a:pt x="0" y="2016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627200" y="439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158400" y="0"/>
                </a:moveTo>
                <a:lnTo>
                  <a:pt x="0" y="28800"/>
                </a:lnTo>
                <a:lnTo>
                  <a:pt x="0" y="230400"/>
                </a:lnTo>
                <a:lnTo>
                  <a:pt x="158400" y="201600"/>
                </a:ln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필요한 만큼만, 정확하게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