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CC4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3A606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박OO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33535B"/>
                </a:solidFill>
                <a:latin typeface="맑은 고딕"/>
                <a:ea typeface="맑은 고딕"/>
              </a:rPr>
              <a:t>프리랜서 강사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8F4555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5DA7A6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33535B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5DA7A6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33535B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5DA7A6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33535B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5DA7A6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3B9490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60000"/>
            <a:ext cx="2736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1B2230"/>
                </a:solidFill>
                <a:latin typeface="맑은 고딕"/>
                <a:ea typeface="맑은 고딕"/>
              </a:rPr>
              <a:t>온라인 상담 가능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2000" y="770400"/>
            <a:ext cx="2736000" cy="0"/>
          </a:xfrm>
          <a:prstGeom prst="line">
            <a:avLst/>
          </a:prstGeom>
          <a:ln w="8640">
            <a:solidFill>
              <a:srgbClr val="C48593"/>
            </a:solidFill>
          </a:ln>
        </p:spPr>
      </p:cxnSp>
      <p:sp>
        <p:nvSpPr>
          <p:cNvPr id="5" name="Rounded Rectangle 4"/>
          <p:cNvSpPr/>
          <p:nvPr/>
        </p:nvSpPr>
        <p:spPr>
          <a:xfrm>
            <a:off x="252000" y="943200"/>
            <a:ext cx="477020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605C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943200"/>
            <a:ext cx="47702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웹 개발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9420" y="943200"/>
            <a:ext cx="317710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605C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779420" y="943200"/>
            <a:ext cx="31771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통역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7529" y="943200"/>
            <a:ext cx="715984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605C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147529" y="943200"/>
            <a:ext cx="715984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13914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605C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913914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기술 문서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68000"/>
            <a:ext cx="2736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05C55"/>
                </a:solidFill>
                <a:latin typeface="맑은 고딕"/>
                <a:ea typeface="맑은 고딕"/>
              </a:rPr>
              <a:t>WEB   www.example.com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27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3B9490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프리랜서 강사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