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6CC4C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36000"/>
          </a:xfrm>
          <a:prstGeom prst="rect">
            <a:avLst/>
          </a:prstGeom>
          <a:solidFill>
            <a:srgbClr val="3A606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52000" y="223200"/>
            <a:ext cx="1296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B2230"/>
                </a:solidFill>
                <a:latin typeface="맑은 고딕"/>
                <a:ea typeface="맑은 고딕"/>
              </a:rPr>
              <a:t>박OO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4752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33535B"/>
                </a:solidFill>
                <a:latin typeface="맑은 고딕"/>
                <a:ea typeface="맑은 고딕"/>
              </a:rPr>
              <a:t>프리랜서 강사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1548000" y="259200"/>
            <a:ext cx="144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20">
                <a:solidFill>
                  <a:srgbClr val="8F4555"/>
                </a:solidFill>
                <a:latin typeface="맑은 고딕"/>
                <a:ea typeface="맑은 고딕"/>
              </a:rPr>
              <a:t>소속 · 브랜드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907200"/>
            <a:ext cx="2736000" cy="0"/>
          </a:xfrm>
          <a:prstGeom prst="line">
            <a:avLst/>
          </a:prstGeom>
          <a:ln w="3600">
            <a:solidFill>
              <a:srgbClr val="5DA7A6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52000" y="986400"/>
            <a:ext cx="57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60">
                <a:solidFill>
                  <a:srgbClr val="33535B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936000" y="968400"/>
            <a:ext cx="205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52000" y="1137600"/>
            <a:ext cx="2736000" cy="0"/>
          </a:xfrm>
          <a:prstGeom prst="line">
            <a:avLst/>
          </a:prstGeom>
          <a:ln w="3600">
            <a:solidFill>
              <a:srgbClr val="5DA7A6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1216800"/>
            <a:ext cx="57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60">
                <a:solidFill>
                  <a:srgbClr val="33535B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936000" y="1198800"/>
            <a:ext cx="205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368000"/>
            <a:ext cx="2736000" cy="0"/>
          </a:xfrm>
          <a:prstGeom prst="line">
            <a:avLst/>
          </a:prstGeom>
          <a:ln w="3600">
            <a:solidFill>
              <a:srgbClr val="5DA7A6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52000" y="1447200"/>
            <a:ext cx="57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60">
                <a:solidFill>
                  <a:srgbClr val="33535B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936000" y="1429200"/>
            <a:ext cx="205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B223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52000" y="1598400"/>
            <a:ext cx="2736000" cy="0"/>
          </a:xfrm>
          <a:prstGeom prst="line">
            <a:avLst/>
          </a:prstGeom>
          <a:ln w="3600">
            <a:solidFill>
              <a:srgbClr val="5DA7A6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088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3B9490"/>
                </a:solidFill>
                <a:latin typeface="맑은 고딕"/>
                <a:ea typeface="맑은 고딕"/>
              </a:rPr>
              <a:t>전문 분야</a:t>
            </a:r>
          </a:p>
        </p:txBody>
      </p:sp>
      <p:sp>
        <p:nvSpPr>
          <p:cNvPr id="3" name="텍스트"/>
          <p:cNvSpPr txBox="1"/>
          <p:nvPr/>
        </p:nvSpPr>
        <p:spPr>
          <a:xfrm>
            <a:off x="252000" y="360000"/>
            <a:ext cx="2736000" cy="259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84"/>
              </a:lnSpc>
            </a:pPr>
            <a:r>
              <a:rPr sz="1300" b="1">
                <a:solidFill>
                  <a:srgbClr val="1B2230"/>
                </a:solidFill>
                <a:latin typeface="맑은 고딕"/>
                <a:ea typeface="맑은 고딕"/>
              </a:rPr>
              <a:t>온라인 상담 가능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252000" y="770400"/>
            <a:ext cx="2736000" cy="0"/>
          </a:xfrm>
          <a:prstGeom prst="line">
            <a:avLst/>
          </a:prstGeom>
          <a:ln w="8640">
            <a:solidFill>
              <a:srgbClr val="C48593"/>
            </a:solidFill>
          </a:ln>
        </p:spPr>
      </p:cxnSp>
      <p:sp>
        <p:nvSpPr>
          <p:cNvPr id="5" name="Rounded Rectangle 4"/>
          <p:cNvSpPr/>
          <p:nvPr/>
        </p:nvSpPr>
        <p:spPr>
          <a:xfrm>
            <a:off x="252000" y="943200"/>
            <a:ext cx="477020" cy="180000"/>
          </a:xfrm>
          <a:prstGeom prst="roundRect">
            <a:avLst>
              <a:gd name="adj" fmla="val 50000"/>
            </a:avLst>
          </a:prstGeom>
          <a:noFill/>
          <a:ln w="3960">
            <a:solidFill>
              <a:srgbClr val="605C5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252000" y="943200"/>
            <a:ext cx="477020" cy="1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27"/>
              </a:lnSpc>
            </a:pPr>
            <a:r>
              <a:rPr sz="640" b="0">
                <a:solidFill>
                  <a:srgbClr val="1B2230"/>
                </a:solidFill>
                <a:latin typeface="맑은 고딕"/>
                <a:ea typeface="맑은 고딕"/>
              </a:rPr>
              <a:t>웹 개발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9420" y="943200"/>
            <a:ext cx="317710" cy="180000"/>
          </a:xfrm>
          <a:prstGeom prst="roundRect">
            <a:avLst>
              <a:gd name="adj" fmla="val 50000"/>
            </a:avLst>
          </a:prstGeom>
          <a:noFill/>
          <a:ln w="3960">
            <a:solidFill>
              <a:srgbClr val="605C5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779420" y="943200"/>
            <a:ext cx="317710" cy="1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27"/>
              </a:lnSpc>
            </a:pPr>
            <a:r>
              <a:rPr sz="640" b="0">
                <a:solidFill>
                  <a:srgbClr val="1B2230"/>
                </a:solidFill>
                <a:latin typeface="맑은 고딕"/>
                <a:ea typeface="맑은 고딕"/>
              </a:rPr>
              <a:t>통역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7529" y="943200"/>
            <a:ext cx="715984" cy="180000"/>
          </a:xfrm>
          <a:prstGeom prst="roundRect">
            <a:avLst>
              <a:gd name="adj" fmla="val 50000"/>
            </a:avLst>
          </a:prstGeom>
          <a:noFill/>
          <a:ln w="3960">
            <a:solidFill>
              <a:srgbClr val="605C5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텍스트"/>
          <p:cNvSpPr txBox="1"/>
          <p:nvPr/>
        </p:nvSpPr>
        <p:spPr>
          <a:xfrm>
            <a:off x="1147529" y="943200"/>
            <a:ext cx="715984" cy="1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27"/>
              </a:lnSpc>
            </a:pPr>
            <a:r>
              <a:rPr sz="640" b="0">
                <a:solidFill>
                  <a:srgbClr val="1B2230"/>
                </a:solidFill>
                <a:latin typeface="맑은 고딕"/>
                <a:ea typeface="맑은 고딕"/>
              </a:rPr>
              <a:t>프로젝트 관리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913914" y="943200"/>
            <a:ext cx="556675" cy="180000"/>
          </a:xfrm>
          <a:prstGeom prst="roundRect">
            <a:avLst>
              <a:gd name="adj" fmla="val 50000"/>
            </a:avLst>
          </a:prstGeom>
          <a:noFill/>
          <a:ln w="3960">
            <a:solidFill>
              <a:srgbClr val="605C5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1913914" y="943200"/>
            <a:ext cx="556675" cy="1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27"/>
              </a:lnSpc>
            </a:pPr>
            <a:r>
              <a:rPr sz="640" b="0">
                <a:solidFill>
                  <a:srgbClr val="1B2230"/>
                </a:solidFill>
                <a:latin typeface="맑은 고딕"/>
                <a:ea typeface="맑은 고딕"/>
              </a:rPr>
              <a:t>기술 문서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52000" y="1368000"/>
            <a:ext cx="2736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605C55"/>
                </a:solidFill>
                <a:latin typeface="맑은 고딕"/>
                <a:ea typeface="맑은 고딕"/>
              </a:rPr>
              <a:t>WEB   www.example.com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52000" y="1512000"/>
            <a:ext cx="2736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3B9490"/>
                </a:solidFill>
                <a:latin typeface="맑은 고딕"/>
                <a:ea typeface="맑은 고딕"/>
              </a:rPr>
              <a:t>소속 · 브랜드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프리랜서 강사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