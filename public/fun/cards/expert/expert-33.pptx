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1007655" cy="180000"/>
          </a:xfrm>
          <a:prstGeom prst="roundRect">
            <a:avLst>
              <a:gd name="adj" fmla="val 50000"/>
            </a:avLst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100765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0E392D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07774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39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39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39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D1E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일의 과정을 투명하게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보여 드립니다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