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385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720000"/>
          </a:xfrm>
          <a:prstGeom prst="rect">
            <a:avLst/>
          </a:prstGeom>
          <a:solidFill>
            <a:srgbClr val="D1D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705760" y="270144"/>
            <a:ext cx="89856" cy="89856"/>
          </a:xfrm>
          <a:prstGeom prst="line">
            <a:avLst/>
          </a:prstGeom>
          <a:ln w="27648">
            <a:solidFill>
              <a:srgbClr val="595959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705760" y="360000"/>
            <a:ext cx="89856" cy="89856"/>
          </a:xfrm>
          <a:prstGeom prst="line">
            <a:avLst/>
          </a:prstGeom>
          <a:ln w="27648">
            <a:solidFill>
              <a:srgbClr val="595959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2892384" y="270144"/>
            <a:ext cx="89856" cy="89856"/>
          </a:xfrm>
          <a:prstGeom prst="line">
            <a:avLst/>
          </a:prstGeom>
          <a:ln w="27648">
            <a:solidFill>
              <a:srgbClr val="595959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>
            <a:off x="2892384" y="360000"/>
            <a:ext cx="89856" cy="89856"/>
          </a:xfrm>
          <a:prstGeom prst="line">
            <a:avLst/>
          </a:prstGeom>
          <a:ln w="27648">
            <a:solidFill>
              <a:srgbClr val="595959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2816352" y="242496"/>
            <a:ext cx="55296" cy="235008"/>
          </a:xfrm>
          <a:prstGeom prst="line">
            <a:avLst/>
          </a:prstGeom>
          <a:ln w="24192">
            <a:solidFill>
              <a:srgbClr val="ACACAC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30400" y="187200"/>
            <a:ext cx="2160000" cy="305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82"/>
              </a:lnSpc>
            </a:pPr>
            <a:r>
              <a:rPr sz="1850" b="1" spc="50">
                <a:solidFill>
                  <a:srgbClr val="595959"/>
                </a:solidFill>
                <a:latin typeface="맑은 고딕"/>
                <a:ea typeface="맑은 고딕"/>
              </a:rPr>
              <a:t>표세진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0400" y="4752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595959"/>
                </a:solidFill>
                <a:latin typeface="맑은 고딕"/>
                <a:ea typeface="맑은 고딕"/>
              </a:rPr>
              <a:t>프리랜서 강사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0400" y="8352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B1B9C5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30400" y="1015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1DEF0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74400" y="10152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0400" y="1184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1DEF0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74400" y="11841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0400" y="1353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1DEF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74400" y="13530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9142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73440" y="196416"/>
            <a:ext cx="41184" cy="41184"/>
          </a:xfrm>
          <a:prstGeom prst="line">
            <a:avLst/>
          </a:prstGeom>
          <a:ln w="12672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440" y="237600"/>
            <a:ext cx="41184" cy="41184"/>
          </a:xfrm>
          <a:prstGeom prst="line">
            <a:avLst/>
          </a:prstGeom>
          <a:ln w="12672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58976" y="196416"/>
            <a:ext cx="41184" cy="41184"/>
          </a:xfrm>
          <a:prstGeom prst="line">
            <a:avLst/>
          </a:prstGeom>
          <a:ln w="12672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>
            <a:off x="158976" y="237600"/>
            <a:ext cx="41184" cy="41184"/>
          </a:xfrm>
          <a:prstGeom prst="line">
            <a:avLst/>
          </a:prstGeom>
          <a:ln w="12672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124128" y="183744"/>
            <a:ext cx="25344" cy="107712"/>
          </a:xfrm>
          <a:prstGeom prst="line">
            <a:avLst/>
          </a:prstGeom>
          <a:ln w="11088">
            <a:solidFill>
              <a:srgbClr val="737373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16263B"/>
                </a:solidFill>
                <a:latin typeface="맑은 고딕"/>
                <a:ea typeface="맑은 고딕"/>
              </a:rPr>
              <a:t>일의 과정을 투명하게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16263B"/>
                </a:solidFill>
                <a:latin typeface="맑은 고딕"/>
                <a:ea typeface="맑은 고딕"/>
              </a:rPr>
              <a:t>보여 드립니다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66707B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91423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6707B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