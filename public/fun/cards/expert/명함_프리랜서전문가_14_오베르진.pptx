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4F2D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경영 컨설턴트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627B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평일 10:00 – 18:00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