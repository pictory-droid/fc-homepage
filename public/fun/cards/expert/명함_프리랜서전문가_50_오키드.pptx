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EC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82466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F0C8F6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진보미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82466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F0C8F6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8246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8246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8246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C93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969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969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9333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99333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원고 집필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기술 문서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632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0632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평일 10:00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