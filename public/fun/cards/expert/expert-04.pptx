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E8E8FF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믿고 맡길 수 있는 파트너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7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