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1944000" y="540000"/>
            <a:ext cx="1296000" cy="1260000"/>
          </a:xfrm>
          <a:custGeom>
            <a:avLst/>
            <a:gdLst/>
            <a:ahLst/>
            <a:cxnLst/>
            <a:rect l="l" t="t" r="r" b="b"/>
            <a:pathLst>
              <a:path w="1296000" h="1260000">
                <a:moveTo>
                  <a:pt x="1296000" y="1260000"/>
                </a:moveTo>
                <a:lnTo>
                  <a:pt x="1296000" y="0"/>
                </a:lnTo>
                <a:lnTo>
                  <a:pt x="0" y="1260000"/>
                </a:lnTo>
                <a:close/>
              </a:path>
            </a:pathLst>
          </a:cu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720000" y="0"/>
                </a:lnTo>
                <a:lnTo>
                  <a:pt x="0" y="720000"/>
                </a:lnTo>
                <a:close/>
              </a:path>
            </a:pathLst>
          </a:custGeom>
          <a:solidFill>
            <a:srgbClr val="ECE3D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2845440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845440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2989296" y="1406736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989296" y="1476000"/>
            <a:ext cx="69264" cy="69264"/>
          </a:xfrm>
          <a:prstGeom prst="line">
            <a:avLst/>
          </a:prstGeom>
          <a:ln w="21312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688" y="1385424"/>
            <a:ext cx="42624" cy="181152"/>
          </a:xfrm>
          <a:prstGeom prst="line">
            <a:avLst/>
          </a:prstGeom>
          <a:ln w="18648">
            <a:solidFill>
              <a:srgbClr val="80808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2016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7364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36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9472C"/>
                </a:solidFill>
                <a:latin typeface="바탕"/>
                <a:ea typeface="바탕"/>
              </a:rPr>
              <a:t>최민재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55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7045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2000" y="864000"/>
            <a:ext cx="230400" cy="144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1044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044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12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212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52000" y="1381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381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E65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396000" y="7596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96000" y="9000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687600" y="7596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687600" y="900000"/>
            <a:ext cx="140400" cy="140400"/>
          </a:xfrm>
          <a:prstGeom prst="line">
            <a:avLst/>
          </a:prstGeom>
          <a:ln w="43200">
            <a:solidFill>
              <a:srgbClr val="666666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568800" y="716400"/>
            <a:ext cx="86400" cy="367200"/>
          </a:xfrm>
          <a:prstGeom prst="line">
            <a:avLst/>
          </a:prstGeom>
          <a:ln w="37800">
            <a:solidFill>
              <a:srgbClr val="E8E8E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믿고 맡길 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있는 파트너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EDE9E4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