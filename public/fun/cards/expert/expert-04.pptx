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5B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최민재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BDB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9D9DFF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DBDBF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BDBFF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DBDB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