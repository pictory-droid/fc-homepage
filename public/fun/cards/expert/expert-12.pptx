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1F2F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텍스트"/>
          <p:cNvSpPr txBox="1"/>
          <p:nvPr/>
        </p:nvSpPr>
        <p:spPr>
          <a:xfrm>
            <a:off x="360000" y="201600"/>
            <a:ext cx="2520000" cy="1008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1" spc="300">
                <a:solidFill>
                  <a:srgbClr val="666A81"/>
                </a:solidFill>
                <a:latin typeface="맑은 고딕"/>
                <a:ea typeface="맑은 고딕"/>
              </a:rPr>
              <a:t>소속 · 브랜드</a:t>
            </a:r>
          </a:p>
        </p:txBody>
      </p:sp>
      <p:cxnSp>
        <p:nvCxnSpPr>
          <p:cNvPr id="3" name="Connector 2"/>
          <p:cNvCxnSpPr/>
          <p:nvPr/>
        </p:nvCxnSpPr>
        <p:spPr>
          <a:xfrm flipH="1">
            <a:off x="1533600" y="447840"/>
            <a:ext cx="56160" cy="56160"/>
          </a:xfrm>
          <a:prstGeom prst="line">
            <a:avLst/>
          </a:prstGeom>
          <a:ln w="17280">
            <a:solidFill>
              <a:srgbClr val="38438A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1533600" y="504000"/>
            <a:ext cx="56160" cy="56160"/>
          </a:xfrm>
          <a:prstGeom prst="line">
            <a:avLst/>
          </a:prstGeom>
          <a:ln w="17280">
            <a:solidFill>
              <a:srgbClr val="38438A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1650240" y="447840"/>
            <a:ext cx="56160" cy="56160"/>
          </a:xfrm>
          <a:prstGeom prst="line">
            <a:avLst/>
          </a:prstGeom>
          <a:ln w="17280">
            <a:solidFill>
              <a:srgbClr val="38438A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>
            <a:off x="1650240" y="504000"/>
            <a:ext cx="56160" cy="56160"/>
          </a:xfrm>
          <a:prstGeom prst="line">
            <a:avLst/>
          </a:prstGeom>
          <a:ln w="17280">
            <a:solidFill>
              <a:srgbClr val="38438A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>
            <a:off x="1602720" y="430560"/>
            <a:ext cx="34560" cy="146880"/>
          </a:xfrm>
          <a:prstGeom prst="line">
            <a:avLst/>
          </a:prstGeom>
          <a:ln w="15120">
            <a:solidFill>
              <a:srgbClr val="E0E2F4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360000" y="684000"/>
            <a:ext cx="2520000" cy="313692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2755"/>
              </a:lnSpc>
            </a:pPr>
            <a:r>
              <a:rPr sz="1900" b="1" spc="50">
                <a:solidFill>
                  <a:srgbClr val="1B2041"/>
                </a:solidFill>
                <a:latin typeface="바탕"/>
                <a:ea typeface="바탕"/>
              </a:rPr>
              <a:t>오지호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360000" y="1051200"/>
            <a:ext cx="2520000" cy="1224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232"/>
              </a:lnSpc>
            </a:pPr>
            <a:r>
              <a:rPr sz="850" b="1">
                <a:solidFill>
                  <a:srgbClr val="38438A"/>
                </a:solidFill>
                <a:latin typeface="맑은 고딕"/>
                <a:ea typeface="맑은 고딕"/>
              </a:rPr>
              <a:t>번역가</a:t>
            </a:r>
          </a:p>
        </p:txBody>
      </p:sp>
      <p:sp>
        <p:nvSpPr>
          <p:cNvPr id="10" name="Rectangle 9"/>
          <p:cNvSpPr/>
          <p:nvPr/>
        </p:nvSpPr>
        <p:spPr>
          <a:xfrm>
            <a:off x="1512000" y="1245600"/>
            <a:ext cx="216000" cy="1080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1" name="텍스트"/>
          <p:cNvSpPr txBox="1"/>
          <p:nvPr/>
        </p:nvSpPr>
        <p:spPr>
          <a:xfrm>
            <a:off x="360000" y="13392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1B2041"/>
                </a:solidFill>
                <a:latin typeface="맑은 고딕"/>
                <a:ea typeface="맑은 고딕"/>
              </a:rPr>
              <a:t>010-1234-5678   ·   name@example.com</a:t>
            </a:r>
          </a:p>
        </p:txBody>
      </p:sp>
      <p:sp>
        <p:nvSpPr>
          <p:cNvPr id="12" name="텍스트"/>
          <p:cNvSpPr txBox="1"/>
          <p:nvPr/>
        </p:nvSpPr>
        <p:spPr>
          <a:xfrm>
            <a:off x="360000" y="1468800"/>
            <a:ext cx="2520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ctr">
              <a:lnSpc>
                <a:spcPts val="1015"/>
              </a:lnSpc>
            </a:pPr>
            <a:r>
              <a:rPr sz="700" b="0">
                <a:solidFill>
                  <a:srgbClr val="666A81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24000" cy="180000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 flipH="1">
            <a:off x="396000" y="759600"/>
            <a:ext cx="140400" cy="140400"/>
          </a:xfrm>
          <a:prstGeom prst="line">
            <a:avLst/>
          </a:prstGeom>
          <a:ln w="43200">
            <a:solidFill>
              <a:srgbClr val="FFFFFF"/>
            </a:solidFill>
          </a:ln>
        </p:spPr>
      </p:cxnSp>
      <p:cxnSp>
        <p:nvCxnSpPr>
          <p:cNvPr id="4" name="Connector 3"/>
          <p:cNvCxnSpPr/>
          <p:nvPr/>
        </p:nvCxnSpPr>
        <p:spPr>
          <a:xfrm>
            <a:off x="396000" y="900000"/>
            <a:ext cx="140400" cy="140400"/>
          </a:xfrm>
          <a:prstGeom prst="line">
            <a:avLst/>
          </a:prstGeom>
          <a:ln w="43200">
            <a:solidFill>
              <a:srgbClr val="FFFFFF"/>
            </a:solidFill>
          </a:ln>
        </p:spPr>
      </p:cxnSp>
      <p:cxnSp>
        <p:nvCxnSpPr>
          <p:cNvPr id="5" name="Connector 4"/>
          <p:cNvCxnSpPr/>
          <p:nvPr/>
        </p:nvCxnSpPr>
        <p:spPr>
          <a:xfrm>
            <a:off x="687600" y="759600"/>
            <a:ext cx="140400" cy="140400"/>
          </a:xfrm>
          <a:prstGeom prst="line">
            <a:avLst/>
          </a:prstGeom>
          <a:ln w="43200">
            <a:solidFill>
              <a:srgbClr val="FFFFFF"/>
            </a:solidFill>
          </a:ln>
        </p:spPr>
      </p:cxnSp>
      <p:cxnSp>
        <p:nvCxnSpPr>
          <p:cNvPr id="6" name="Connector 5"/>
          <p:cNvCxnSpPr/>
          <p:nvPr/>
        </p:nvCxnSpPr>
        <p:spPr>
          <a:xfrm flipH="1">
            <a:off x="687600" y="900000"/>
            <a:ext cx="140400" cy="140400"/>
          </a:xfrm>
          <a:prstGeom prst="line">
            <a:avLst/>
          </a:prstGeom>
          <a:ln w="43200">
            <a:solidFill>
              <a:srgbClr val="FFFFFF"/>
            </a:solidFill>
          </a:ln>
        </p:spPr>
      </p:cxnSp>
      <p:cxnSp>
        <p:nvCxnSpPr>
          <p:cNvPr id="7" name="Connector 6"/>
          <p:cNvCxnSpPr/>
          <p:nvPr/>
        </p:nvCxnSpPr>
        <p:spPr>
          <a:xfrm flipH="1">
            <a:off x="568800" y="716400"/>
            <a:ext cx="86400" cy="367200"/>
          </a:xfrm>
          <a:prstGeom prst="line">
            <a:avLst/>
          </a:prstGeom>
          <a:ln w="37800">
            <a:solidFill>
              <a:srgbClr val="737373"/>
            </a:solidFill>
          </a:ln>
        </p:spPr>
      </p:cxnSp>
      <p:sp>
        <p:nvSpPr>
          <p:cNvPr id="8" name="텍스트"/>
          <p:cNvSpPr txBox="1"/>
          <p:nvPr/>
        </p:nvSpPr>
        <p:spPr>
          <a:xfrm>
            <a:off x="1440000" y="432000"/>
            <a:ext cx="1584000" cy="792000"/>
          </a:xfrm>
          <a:prstGeom prst="rect">
            <a:avLst/>
          </a:prstGeom>
          <a:noFill/>
        </p:spPr>
        <p:txBody>
          <a:bodyPr wrap="square" lIns="0" rIns="0" tIns="0" bIns="0" anchor="ctr">
            <a:spAutoFit/>
          </a:bodyPr>
          <a:lstStyle/>
          <a:p>
            <a:pPr algn="l">
              <a:lnSpc>
                <a:spcPts val="1667"/>
              </a:lnSpc>
            </a:pPr>
            <a:r>
              <a:rPr sz="1150" b="1">
                <a:solidFill>
                  <a:srgbClr val="1B2041"/>
                </a:solidFill>
                <a:latin typeface="바탕"/>
                <a:ea typeface="바탕"/>
              </a:rPr>
              <a:t>어려운 개념도</a:t>
            </a:r>
          </a:p>
          <a:p>
            <a:pPr algn="l">
              <a:lnSpc>
                <a:spcPts val="1667"/>
              </a:lnSpc>
            </a:pPr>
            <a:r>
              <a:rPr sz="1150" b="1">
                <a:solidFill>
                  <a:srgbClr val="1B2041"/>
                </a:solidFill>
                <a:latin typeface="바탕"/>
                <a:ea typeface="바탕"/>
              </a:rPr>
              <a:t>쉬운 말로</a:t>
            </a:r>
          </a:p>
        </p:txBody>
      </p:sp>
      <p:sp>
        <p:nvSpPr>
          <p:cNvPr id="9" name="Rectangle 8"/>
          <p:cNvSpPr/>
          <p:nvPr/>
        </p:nvSpPr>
        <p:spPr>
          <a:xfrm>
            <a:off x="1440000" y="1317600"/>
            <a:ext cx="180000" cy="10800"/>
          </a:xfrm>
          <a:prstGeom prst="rect">
            <a:avLst/>
          </a:prstGeom>
          <a:solidFill>
            <a:srgbClr val="38438A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0" name="텍스트"/>
          <p:cNvSpPr txBox="1"/>
          <p:nvPr/>
        </p:nvSpPr>
        <p:spPr>
          <a:xfrm>
            <a:off x="1440000" y="1418400"/>
            <a:ext cx="1584000" cy="108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87"/>
              </a:lnSpc>
            </a:pPr>
            <a:r>
              <a:rPr sz="750" b="1" spc="200">
                <a:solidFill>
                  <a:srgbClr val="6B6E84"/>
                </a:solidFill>
                <a:latin typeface="맑은 고딕"/>
                <a:ea typeface="맑은 고딕"/>
              </a:rPr>
              <a:t>소속 · 브랜드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번역가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