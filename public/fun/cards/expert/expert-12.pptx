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FFEF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FFEF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FFEF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FFEF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FFEF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FFEF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FFEF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FFEF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FFEF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FFEF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FFEF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FFEF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FFEF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오지호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번역가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FF8A7A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어려운 개념도 쉬운 말로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FFDEDA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C414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