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BC5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64948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ABC5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D1DFDC"/>
                </a:solidFill>
                <a:latin typeface="바탕"/>
                <a:ea typeface="바탕"/>
              </a:rPr>
              <a:t>작가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ABC5B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BC5B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D1DFD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C4656"/>
                </a:solidFill>
                <a:latin typeface="맑은 고딕"/>
                <a:ea typeface="맑은 고딕"/>
              </a:rPr>
              <a:t>온라인 상담 가능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