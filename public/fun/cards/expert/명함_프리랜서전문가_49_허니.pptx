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2B49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D3CAB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D3CAB8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2B49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3CAB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E5A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5E5A8C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5E5A8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앱 개발  ·  원고 집필  ·  자문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5E5A8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평일 10:00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