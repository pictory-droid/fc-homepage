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82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2B49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D3CAB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D3CAB8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C2B49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3CAB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5E5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5E5A8C"/>
                </a:solidFill>
                <a:latin typeface="바탕"/>
                <a:ea typeface="바탕"/>
              </a:rPr>
              <a:t>전문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5E5A8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앱 개발  ·  원고 집필  ·  자문  ·  외주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5E5A8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66B73"/>
                </a:solidFill>
                <a:latin typeface="바탕"/>
                <a:ea typeface="바탕"/>
              </a:rPr>
              <a:t>평일 10:00 – 18:00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66B73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