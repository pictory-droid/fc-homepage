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2B2E3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6D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D0D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CB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B9D0D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9D0D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B9D0D0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