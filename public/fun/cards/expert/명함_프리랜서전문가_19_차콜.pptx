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2B2E36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2B2E36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2B2E3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2B2E3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2B2E36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2B2E36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2B2E36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2B2E36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024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686459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504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류OO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7560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686459"/>
                </a:solidFill>
                <a:latin typeface="맑은 고딕"/>
                <a:ea typeface="맑은 고딕"/>
              </a:rPr>
              <a:t>작가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2000" y="993600"/>
            <a:ext cx="216000" cy="0"/>
          </a:xfrm>
          <a:prstGeom prst="line">
            <a:avLst/>
          </a:prstGeom>
          <a:ln w="7200">
            <a:solidFill>
              <a:srgbClr val="2B2E36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360000" y="11448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2744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8645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6D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9D0D0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9CB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599090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앱 개발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599090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컨설팅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599090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599090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599090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B9D0D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B9D0D0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B9D0D0"/>
                </a:solidFill>
                <a:latin typeface="맑은 고딕"/>
                <a:ea typeface="맑은 고딕"/>
              </a:rPr>
              <a:t>평일 10:00 – 18:00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