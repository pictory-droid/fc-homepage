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2B2E36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2B2E36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2B2E3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2B2E3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2B2E36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2B2E36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2B2E36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2B2E3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86459"/>
                </a:solidFill>
                <a:latin typeface="맑은 고딕"/>
                <a:ea typeface="맑은 고딕"/>
              </a:rPr>
              <a:t>작가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2B2E36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6D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9D0D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9CB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599090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59909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59909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59909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599090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B9D0D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9D0D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B9D0D0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