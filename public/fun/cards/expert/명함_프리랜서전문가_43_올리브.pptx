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B6B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9826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카피라이팅  ·  강의 · 특강  ·  컨설팅  ·  교육 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