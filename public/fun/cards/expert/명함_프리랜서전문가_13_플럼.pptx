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3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8256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9EA0A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0C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0C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0C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0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A3848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4F6D8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4F6D8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4F6D8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2A3848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2A3848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