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8256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EA0A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0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0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0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A3848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6D8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6D8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6D8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2A3848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2A3848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