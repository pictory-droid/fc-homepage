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FF5A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5A4F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프리랜서 강사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카피라이팅  ·  강의 · 특강  ·  컨설팅  ·  교육 설계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