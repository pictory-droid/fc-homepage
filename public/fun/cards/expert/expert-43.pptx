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5DE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5A4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FE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사람을 이해하는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기술을 만듭니다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