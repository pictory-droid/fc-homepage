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913B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719584" y="380736"/>
            <a:ext cx="69120" cy="1244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09440" y="311616"/>
            <a:ext cx="69120" cy="193536"/>
          </a:xfrm>
          <a:prstGeom prst="roundRect">
            <a:avLst>
              <a:gd name="adj" fmla="val 10000"/>
            </a:avLst>
          </a:pr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99296" y="228672"/>
            <a:ext cx="69120" cy="276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2691936" y="518976"/>
            <a:ext cx="304128" cy="0"/>
          </a:xfrm>
          <a:prstGeom prst="line">
            <a:avLst/>
          </a:prstGeom>
          <a:ln w="13824">
            <a:solidFill>
              <a:srgbClr val="73737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소하영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프리랜서 강사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E767E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13B4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13B4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13B4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1394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49760" y="995040"/>
            <a:ext cx="316800" cy="570240"/>
          </a:xfrm>
          <a:prstGeom prst="roundRect">
            <a:avLst>
              <a:gd name="adj" fmla="val 10000"/>
            </a:avLst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461600" y="678240"/>
            <a:ext cx="316800" cy="887040"/>
          </a:xfrm>
          <a:prstGeom prst="roundRect">
            <a:avLst>
              <a:gd name="adj" fmla="val 10000"/>
            </a:avLst>
          </a:prstGeom>
          <a:solidFill>
            <a:srgbClr val="DBF0F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873440" y="298080"/>
            <a:ext cx="316800" cy="1267200"/>
          </a:xfrm>
          <a:prstGeom prst="roundRect">
            <a:avLst>
              <a:gd name="adj" fmla="val 10000"/>
            </a:avLst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923040" y="1628640"/>
            <a:ext cx="1393920" cy="0"/>
          </a:xfrm>
          <a:prstGeom prst="line">
            <a:avLst/>
          </a:prstGeom>
          <a:ln w="63360">
            <a:solidFill>
              <a:srgbClr val="DBF0F8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EEF7FB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11394A"/>
                </a:solidFill>
                <a:latin typeface="맑은 고딕"/>
                <a:ea typeface="맑은 고딕"/>
              </a:rPr>
              <a:t>사람을 이해하는 기술을 만듭니다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25799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597581"/>
                </a:solidFill>
                <a:latin typeface="맑은 고딕"/>
                <a:ea typeface="맑은 고딕"/>
              </a:rPr>
              <a:t>소속 · 브랜드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