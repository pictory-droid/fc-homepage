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B5543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32" y="947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528" y="1002528"/>
            <a:ext cx="82944" cy="82944"/>
          </a:xfrm>
          <a:prstGeom prst="ellipse">
            <a:avLst/>
          </a:prstGeom>
          <a:solidFill>
            <a:srgbClr val="C6B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7" name="Oval 16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온라인 상담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