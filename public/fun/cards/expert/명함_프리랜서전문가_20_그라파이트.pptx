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9440" y="815760"/>
            <a:ext cx="79200" cy="142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2400" y="736560"/>
            <a:ext cx="79200" cy="221760"/>
          </a:xfrm>
          <a:prstGeom prst="roundRect">
            <a:avLst>
              <a:gd name="adj" fmla="val 10000"/>
            </a:avLst>
          </a:prstGeom>
          <a:solidFill>
            <a:srgbClr val="9EA0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5360" y="641520"/>
            <a:ext cx="79200" cy="316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417760" y="974160"/>
            <a:ext cx="348480" cy="0"/>
          </a:xfrm>
          <a:prstGeom prst="line">
            <a:avLst/>
          </a:prstGeom>
          <a:ln w="15840">
            <a:solidFill>
              <a:srgbClr val="9EA0A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3C404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A9A9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A9A9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A9A9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5A9A9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