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49440" y="815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2400" y="736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9EA0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55360" y="641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2417760" y="974160"/>
            <a:ext cx="348480" cy="0"/>
          </a:xfrm>
          <a:prstGeom prst="line">
            <a:avLst/>
          </a:prstGeom>
          <a:ln w="15840">
            <a:solidFill>
              <a:srgbClr val="9EA0A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홍OO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3C404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A9A9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A9A9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A9A9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A9A9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