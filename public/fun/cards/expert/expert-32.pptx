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E3C37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0E3C37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07806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0E3C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07806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0E3C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07806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0E3C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078065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00C896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좋은 질문이 좋은 해답을 만듭니다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