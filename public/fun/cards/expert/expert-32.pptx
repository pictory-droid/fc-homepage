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36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360000" y="2016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E8D2E2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1602720" y="404640"/>
            <a:ext cx="34560" cy="198720"/>
          </a:xfrm>
          <a:prstGeom prst="rect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602720" y="404640"/>
            <a:ext cx="34560" cy="198720"/>
          </a:xfrm>
          <a:prstGeom prst="rect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5400000">
            <a:off x="1602720" y="404640"/>
            <a:ext cx="34560" cy="198720"/>
          </a:xfrm>
          <a:prstGeom prst="rect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8100000">
            <a:off x="1602720" y="404640"/>
            <a:ext cx="34560" cy="198720"/>
          </a:xfrm>
          <a:prstGeom prst="rect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9520" y="443520"/>
            <a:ext cx="120960" cy="12096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94080" y="478080"/>
            <a:ext cx="51840" cy="51840"/>
          </a:xfrm>
          <a:prstGeom prst="ellipse">
            <a:avLst/>
          </a:prstGeom>
          <a:solidFill>
            <a:srgbClr val="AB56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360000" y="684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맑은 고딕"/>
                <a:ea typeface="맑은 고딕"/>
              </a:rPr>
              <a:t>구민아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0512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F1D0E7"/>
                </a:solidFill>
                <a:latin typeface="맑은 고딕"/>
                <a:ea typeface="맑은 고딕"/>
              </a:rPr>
              <a:t>번역가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12000" y="1245600"/>
            <a:ext cx="216000" cy="10800"/>
          </a:xfrm>
          <a:prstGeom prst="rect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339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E8D2E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36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576000"/>
            <a:ext cx="1224000" cy="1224000"/>
          </a:xfrm>
          <a:custGeom>
            <a:avLst/>
            <a:gdLst/>
            <a:ahLst/>
            <a:cxnLst/>
            <a:rect l="l" t="t" r="r" b="b"/>
            <a:pathLst>
              <a:path w="1224000" h="1224000">
                <a:moveTo>
                  <a:pt x="1224000" y="1224000"/>
                </a:moveTo>
                <a:lnTo>
                  <a:pt x="0" y="1224000"/>
                </a:lnTo>
                <a:lnTo>
                  <a:pt x="7696" y="1086955"/>
                </a:lnTo>
                <a:lnTo>
                  <a:pt x="30688" y="951634"/>
                </a:lnTo>
                <a:lnTo>
                  <a:pt x="68687" y="819738"/>
                </a:lnTo>
                <a:lnTo>
                  <a:pt x="121214" y="692926"/>
                </a:lnTo>
                <a:lnTo>
                  <a:pt x="187610" y="572793"/>
                </a:lnTo>
                <a:lnTo>
                  <a:pt x="267038" y="460848"/>
                </a:lnTo>
                <a:lnTo>
                  <a:pt x="358501" y="358501"/>
                </a:lnTo>
                <a:lnTo>
                  <a:pt x="460848" y="267038"/>
                </a:lnTo>
                <a:lnTo>
                  <a:pt x="572793" y="187610"/>
                </a:lnTo>
                <a:lnTo>
                  <a:pt x="692926" y="121214"/>
                </a:lnTo>
                <a:lnTo>
                  <a:pt x="819738" y="68687"/>
                </a:lnTo>
                <a:lnTo>
                  <a:pt x="951634" y="30688"/>
                </a:lnTo>
                <a:lnTo>
                  <a:pt x="1086955" y="7696"/>
                </a:lnTo>
                <a:lnTo>
                  <a:pt x="1224000" y="0"/>
                </a:lnTo>
                <a:close/>
              </a:path>
            </a:pathLst>
          </a:cu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0" y="720000"/>
                </a:lnTo>
                <a:lnTo>
                  <a:pt x="4527" y="639386"/>
                </a:lnTo>
                <a:lnTo>
                  <a:pt x="18052" y="559785"/>
                </a:lnTo>
                <a:lnTo>
                  <a:pt x="40404" y="482199"/>
                </a:lnTo>
                <a:lnTo>
                  <a:pt x="71302" y="407604"/>
                </a:lnTo>
                <a:lnTo>
                  <a:pt x="110359" y="336937"/>
                </a:lnTo>
                <a:lnTo>
                  <a:pt x="157081" y="271087"/>
                </a:lnTo>
                <a:lnTo>
                  <a:pt x="210883" y="210883"/>
                </a:lnTo>
                <a:lnTo>
                  <a:pt x="271087" y="157081"/>
                </a:lnTo>
                <a:lnTo>
                  <a:pt x="336937" y="110359"/>
                </a:lnTo>
                <a:lnTo>
                  <a:pt x="407604" y="71302"/>
                </a:lnTo>
                <a:lnTo>
                  <a:pt x="482199" y="40404"/>
                </a:lnTo>
                <a:lnTo>
                  <a:pt x="559785" y="18052"/>
                </a:lnTo>
                <a:lnTo>
                  <a:pt x="639386" y="4527"/>
                </a:lnTo>
                <a:lnTo>
                  <a:pt x="720000" y="0"/>
                </a:lnTo>
                <a:close/>
              </a:path>
            </a:pathLst>
          </a:custGeom>
          <a:solidFill>
            <a:srgbClr val="AB56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59840" y="1360080"/>
            <a:ext cx="40320" cy="23184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2859840" y="1360080"/>
            <a:ext cx="40320" cy="23184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2859840" y="1360080"/>
            <a:ext cx="40320" cy="23184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8100000">
            <a:off x="2859840" y="1360080"/>
            <a:ext cx="40320" cy="23184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809440" y="1405440"/>
            <a:ext cx="141120" cy="141120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49760" y="1445760"/>
            <a:ext cx="60480" cy="60480"/>
          </a:xfrm>
          <a:prstGeom prst="ellipse">
            <a:avLst/>
          </a:prstGeom>
          <a:solidFill>
            <a:srgbClr val="D6D6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52000" y="324000"/>
            <a:ext cx="194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좋은 질문이 좋은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해답을 만듭니다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476000"/>
            <a:ext cx="144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E8D2E2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번역가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