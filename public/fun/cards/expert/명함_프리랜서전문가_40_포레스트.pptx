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C08A2E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2F5D4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2F5D45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2F5D4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FBCC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D2A0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FB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FB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FB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FBCC3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