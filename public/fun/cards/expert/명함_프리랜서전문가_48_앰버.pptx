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ED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63D1F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63D1F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EDAC1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3D1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3D1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3D1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5A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BAB5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ECAD3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BAB5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689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6B1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86689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8903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AB5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568903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70916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6B1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270916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외주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ECAD3"/>
                </a:solidFill>
                <a:latin typeface="맑은 고딕"/>
                <a:ea typeface="맑은 고딕"/>
              </a:rPr>
              <a:t>온라인 상담 가능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