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EDA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63D1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63D1F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EDAC1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A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BA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AD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BA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6B1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6890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A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56890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0916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6B1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270916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ECAD3"/>
                </a:solidFill>
                <a:latin typeface="맑은 고딕"/>
                <a:ea typeface="맑은 고딕"/>
              </a:rPr>
              <a:t>온라인 상담 가능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