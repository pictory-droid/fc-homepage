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2151C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74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1774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94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894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