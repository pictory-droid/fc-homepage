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프리랜서 개발자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826C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5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B2B8C4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C3B7B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B2B8C4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C3B7B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B2B8C4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C3B7B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B2B8C4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C3B7B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B2B8C4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C3B7B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9CCD5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B2B8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C3B7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자문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B2B8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기술 문서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7E879C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9CCD5"/>
                </a:solidFill>
                <a:latin typeface="맑은 고딕"/>
                <a:ea typeface="맑은 고딕"/>
              </a:rPr>
              <a:t>평일 10:00 – 18:00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개발자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