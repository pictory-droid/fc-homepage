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66B73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E6E4D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김OO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66B73"/>
                </a:solidFill>
                <a:latin typeface="맑은 고딕"/>
                <a:ea typeface="맑은 고딕"/>
              </a:rPr>
              <a:t>프리랜서 개발자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826C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5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B2B8C4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C3B7B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B2B8C4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C3B7B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B2B8C4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C3B7B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B2B8C4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C3B7B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B2B8C4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C3B7B0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9CCD5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13" name="Oval 12"/>
          <p:cNvSpPr/>
          <p:nvPr/>
        </p:nvSpPr>
        <p:spPr>
          <a:xfrm>
            <a:off x="831600" y="489600"/>
            <a:ext cx="43200" cy="43200"/>
          </a:xfrm>
          <a:prstGeom prst="ellipse">
            <a:avLst/>
          </a:prstGeom>
          <a:solidFill>
            <a:srgbClr val="B2B8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936000" y="432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카피라이팅</a:t>
            </a:r>
          </a:p>
        </p:txBody>
      </p:sp>
      <p:sp>
        <p:nvSpPr>
          <p:cNvPr id="15" name="Oval 14"/>
          <p:cNvSpPr/>
          <p:nvPr/>
        </p:nvSpPr>
        <p:spPr>
          <a:xfrm>
            <a:off x="831600" y="712800"/>
            <a:ext cx="43200" cy="43200"/>
          </a:xfrm>
          <a:prstGeom prst="ellipse">
            <a:avLst/>
          </a:prstGeom>
          <a:solidFill>
            <a:srgbClr val="C3B7B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936000" y="655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자문</a:t>
            </a:r>
          </a:p>
        </p:txBody>
      </p:sp>
      <p:sp>
        <p:nvSpPr>
          <p:cNvPr id="17" name="Oval 16"/>
          <p:cNvSpPr/>
          <p:nvPr/>
        </p:nvSpPr>
        <p:spPr>
          <a:xfrm>
            <a:off x="831600" y="936000"/>
            <a:ext cx="43200" cy="43200"/>
          </a:xfrm>
          <a:prstGeom prst="ellipse">
            <a:avLst/>
          </a:prstGeom>
          <a:solidFill>
            <a:srgbClr val="B2B8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텍스트"/>
          <p:cNvSpPr txBox="1"/>
          <p:nvPr/>
        </p:nvSpPr>
        <p:spPr>
          <a:xfrm>
            <a:off x="936000" y="87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FFFFFF"/>
                </a:solidFill>
                <a:latin typeface="맑은 고딕"/>
                <a:ea typeface="맑은 고딕"/>
              </a:rPr>
              <a:t>기술 문서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28000" y="1440000"/>
            <a:ext cx="2160000" cy="0"/>
          </a:xfrm>
          <a:prstGeom prst="line">
            <a:avLst/>
          </a:prstGeom>
          <a:ln w="3600">
            <a:solidFill>
              <a:srgbClr val="7E879C"/>
            </a:solidFill>
          </a:ln>
        </p:spPr>
      </p:cxnSp>
      <p:sp>
        <p:nvSpPr>
          <p:cNvPr id="20" name="텍스트"/>
          <p:cNvSpPr txBox="1"/>
          <p:nvPr/>
        </p:nvSpPr>
        <p:spPr>
          <a:xfrm>
            <a:off x="828000" y="1512000"/>
            <a:ext cx="216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C9CCD5"/>
                </a:solidFill>
                <a:latin typeface="맑은 고딕"/>
                <a:ea typeface="맑은 고딕"/>
              </a:rPr>
              <a:t>평일 10:00 – 18:00  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프리랜서 개발자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