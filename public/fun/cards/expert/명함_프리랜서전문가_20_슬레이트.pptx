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49440" y="81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2400" y="73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AEB5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5360" y="64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2417760" y="974160"/>
            <a:ext cx="348480" cy="0"/>
          </a:xfrm>
          <a:prstGeom prst="line">
            <a:avLst/>
          </a:prstGeom>
          <a:ln w="15840">
            <a:solidFill>
              <a:srgbClr val="AEB5B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5E6B7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6B7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14705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14705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14705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960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14705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12744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7076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