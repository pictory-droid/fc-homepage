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49440" y="815760"/>
            <a:ext cx="79200" cy="142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52400" y="736560"/>
            <a:ext cx="79200" cy="221760"/>
          </a:xfrm>
          <a:prstGeom prst="roundRect">
            <a:avLst>
              <a:gd name="adj" fmla="val 10000"/>
            </a:avLst>
          </a:prstGeom>
          <a:solidFill>
            <a:srgbClr val="AEB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55360" y="641520"/>
            <a:ext cx="79200" cy="31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417760" y="974160"/>
            <a:ext cx="348480" cy="0"/>
          </a:xfrm>
          <a:prstGeom prst="line">
            <a:avLst/>
          </a:prstGeom>
          <a:ln w="15840">
            <a:solidFill>
              <a:srgbClr val="AEB5BE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프로젝트 매니저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홍OO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5E6B7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E6B7C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4705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4705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4705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4705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6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6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07076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