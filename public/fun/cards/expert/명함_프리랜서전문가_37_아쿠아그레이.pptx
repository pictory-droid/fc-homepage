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597F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A8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FD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1CFD0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F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F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F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