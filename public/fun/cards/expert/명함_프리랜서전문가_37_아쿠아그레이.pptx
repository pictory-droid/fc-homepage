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E6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597F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A8B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C1CFD0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주OO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C1CFD0"/>
                </a:solidFill>
                <a:latin typeface="맑은 고딕"/>
                <a:ea typeface="맑은 고딕"/>
              </a:rPr>
              <a:t>통역사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1CFD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C1CFD0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1CFD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C1CFD0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1CFD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66B73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B554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데이터 분석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강의 · 특강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자문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외주 문의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평일 10:00 – 18:00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INSTAGRAM  @아이디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소속 · 브랜드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통역사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