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6A4A3A">
                    <a:alpha val="95000"/>
                  </a:srgbClr>
                </a:solidFill>
                <a:latin typeface="맑은 고딕"/>
                <a:ea typeface="맑은 고딕"/>
              </a:rPr>
              <a:t>손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4171D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86459"/>
                </a:solidFill>
                <a:latin typeface="맑은 고딕"/>
                <a:ea typeface="맑은 고딕"/>
              </a:rPr>
              <a:t>카피라이터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6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6CEBD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667B4E"/>
          </a:solidFill>
          <a:ln w="3600">
            <a:solidFill>
              <a:srgbClr val="788B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AFBA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667B4E"/>
          </a:solidFill>
          <a:ln w="3600">
            <a:solidFill>
              <a:srgbClr val="788B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DAAE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667B4E"/>
          </a:solidFill>
          <a:ln w="3600">
            <a:solidFill>
              <a:srgbClr val="788B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DAAE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667B4E"/>
          </a:solidFill>
          <a:ln w="3600">
            <a:solidFill>
              <a:srgbClr val="788B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AFBA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6CEBD"/>
                </a:solidFill>
                <a:latin typeface="맑은 고딕"/>
                <a:ea typeface="맑은 고딕"/>
              </a:rPr>
              <a:t>평일 10:00 – 18:00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