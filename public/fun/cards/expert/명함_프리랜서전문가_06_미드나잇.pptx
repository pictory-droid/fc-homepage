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B7280"/>
                </a:solidFill>
                <a:latin typeface="맑은 고딕"/>
                <a:ea typeface="맑은 고딕"/>
              </a:rPr>
              <a:t>소속 · 브랜드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52000" y="388800"/>
            <a:ext cx="27360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4" name="텍스트"/>
          <p:cNvSpPr txBox="1"/>
          <p:nvPr/>
        </p:nvSpPr>
        <p:spPr>
          <a:xfrm>
            <a:off x="252000" y="576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강도윤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828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B7280"/>
                </a:solidFill>
                <a:latin typeface="맑은 고딕"/>
                <a:ea typeface="맑은 고딕"/>
              </a:rPr>
              <a:t>데이터 분석가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10368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6B728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339200"/>
            <a:ext cx="3240000" cy="460800"/>
          </a:xfrm>
          <a:prstGeom prst="rect">
            <a:avLst/>
          </a:prstGeom>
          <a:solidFill>
            <a:srgbClr val="0B1B4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252000" y="1476000"/>
            <a:ext cx="93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FFFFFF">
                    <a:alpha val="70000"/>
                  </a:srgbClr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1576800"/>
            <a:ext cx="936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1188000" y="1476000"/>
            <a:ext cx="1080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FFFFFF">
                    <a:alpha val="70000"/>
                  </a:srgbClr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188000" y="1576800"/>
            <a:ext cx="108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108800" y="1468800"/>
            <a:ext cx="0" cy="208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520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6B7280"/>
                </a:solidFill>
                <a:latin typeface="맑은 고딕"/>
                <a:ea typeface="맑은 고딕"/>
              </a:rPr>
              <a:t>전문 분야</a:t>
            </a:r>
          </a:p>
        </p:txBody>
      </p:sp>
      <p:sp>
        <p:nvSpPr>
          <p:cNvPr id="3" name="Rectangle 2"/>
          <p:cNvSpPr/>
          <p:nvPr/>
        </p:nvSpPr>
        <p:spPr>
          <a:xfrm>
            <a:off x="252000" y="352800"/>
            <a:ext cx="108000" cy="14400"/>
          </a:xfrm>
          <a:prstGeom prst="rect">
            <a:avLst/>
          </a:prstGeom>
          <a:solidFill>
            <a:srgbClr val="0B1B4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252000" y="453600"/>
            <a:ext cx="15120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5" name="텍스트"/>
          <p:cNvSpPr txBox="1"/>
          <p:nvPr/>
        </p:nvSpPr>
        <p:spPr>
          <a:xfrm>
            <a:off x="252000" y="5076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6B7280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489600" y="4968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앱 개발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52000" y="640800"/>
            <a:ext cx="15120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252000" y="6948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6B7280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489600" y="6840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데이터 분석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2000" y="828000"/>
            <a:ext cx="15120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52000" y="8820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6B7280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489600" y="8712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기술 문서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52000" y="1015200"/>
            <a:ext cx="15120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14" name="Rectangle 13"/>
          <p:cNvSpPr/>
          <p:nvPr/>
        </p:nvSpPr>
        <p:spPr>
          <a:xfrm>
            <a:off x="2088000" y="252000"/>
            <a:ext cx="900000" cy="1296000"/>
          </a:xfrm>
          <a:prstGeom prst="rect">
            <a:avLst/>
          </a:prstGeom>
          <a:solidFill>
            <a:srgbClr val="0B1B4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텍스트"/>
          <p:cNvSpPr txBox="1"/>
          <p:nvPr/>
        </p:nvSpPr>
        <p:spPr>
          <a:xfrm>
            <a:off x="2196000" y="360000"/>
            <a:ext cx="684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240">
                <a:solidFill>
                  <a:srgbClr val="FFFFFF">
                    <a:alpha val="75000"/>
                  </a:srgbClr>
                </a:solidFill>
                <a:latin typeface="맑은 고딕"/>
                <a:ea typeface="맑은 고딕"/>
              </a:rPr>
              <a:t>INFO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196000" y="504000"/>
            <a:ext cx="684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1">
                <a:solidFill>
                  <a:srgbClr val="FFFFFF"/>
                </a:solidFill>
                <a:latin typeface="맑은 고딕"/>
                <a:ea typeface="맑은 고딕"/>
              </a:rPr>
              <a:t>온라인 상담 가능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196000" y="770400"/>
            <a:ext cx="684000" cy="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sp>
        <p:nvSpPr>
          <p:cNvPr id="18" name="텍스트"/>
          <p:cNvSpPr txBox="1"/>
          <p:nvPr/>
        </p:nvSpPr>
        <p:spPr>
          <a:xfrm>
            <a:off x="2196000" y="849600"/>
            <a:ext cx="68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FFFFFF">
                    <a:alpha val="75000"/>
                  </a:srgbClr>
                </a:solidFill>
                <a:latin typeface="맑은 고딕"/>
                <a:ea typeface="맑은 고딕"/>
              </a:rPr>
              <a:t>BLOG</a:t>
            </a:r>
          </a:p>
        </p:txBody>
      </p:sp>
      <p:sp>
        <p:nvSpPr>
          <p:cNvPr id="19" name="텍스트"/>
          <p:cNvSpPr txBox="1"/>
          <p:nvPr/>
        </p:nvSpPr>
        <p:spPr>
          <a:xfrm>
            <a:off x="2196000" y="957600"/>
            <a:ext cx="684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1">
                <a:solidFill>
                  <a:srgbClr val="FFFFFF"/>
                </a:solidFill>
                <a:latin typeface="맑은 고딕"/>
                <a:ea typeface="맑은 고딕"/>
              </a:rPr>
              <a:t>blog.example.com</a:t>
            </a:r>
          </a:p>
        </p:txBody>
      </p:sp>
      <p:sp>
        <p:nvSpPr>
          <p:cNvPr id="20" name="텍스트"/>
          <p:cNvSpPr txBox="1"/>
          <p:nvPr/>
        </p:nvSpPr>
        <p:spPr>
          <a:xfrm>
            <a:off x="2196000" y="1368000"/>
            <a:ext cx="720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11"/>
              </a:lnSpc>
            </a:pPr>
            <a:r>
              <a:rPr sz="560" b="1" spc="80">
                <a:solidFill>
                  <a:srgbClr val="FFFFFF"/>
                </a:solidFill>
                <a:latin typeface="맑은 고딕"/>
                <a:ea typeface="맑은 고딕"/>
              </a:rPr>
              <a:t>소속 · 브랜드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데이터 분석가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