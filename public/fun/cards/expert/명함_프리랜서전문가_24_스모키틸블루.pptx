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67C4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A67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2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279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2C9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27944"/>
                </a:solidFill>
                <a:latin typeface="바탕"/>
                <a:ea typeface="바탕"/>
              </a:rPr>
              <a:t>전문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2794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데이터 분석  ·  강의 · 특강  ·  교육 설계  ·  외주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2794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B6B6E"/>
                </a:solidFill>
                <a:latin typeface="바탕"/>
                <a:ea typeface="바탕"/>
              </a:rPr>
              <a:t>사전 예약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B6B6E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