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7A2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7A2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59AF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7A2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7A2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B2230"/>
                </a:solidFill>
                <a:latin typeface="맑은 고딕"/>
                <a:ea typeface="맑은 고딕"/>
              </a:rPr>
              <a:t>한OO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5F6672"/>
                </a:solidFill>
                <a:latin typeface="맑은 고딕"/>
                <a:ea typeface="맑은 고딕"/>
              </a:rPr>
              <a:t>프리랜서 개발자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5F6672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8D5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7A2A3C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5166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8FB5A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45585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앱 개발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8FB5A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45585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번역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8FB5A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45585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컨설팅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8FB5A8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45585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8FB5A8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CBE6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사전 예약 상담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B223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개발자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