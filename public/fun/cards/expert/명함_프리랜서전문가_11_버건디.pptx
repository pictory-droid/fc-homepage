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166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5585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5585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5585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45585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8FB5A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CBE6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B223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