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29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502920" y="502920"/>
            <a:ext cx="11185855" cy="5852160"/>
          </a:xfrm>
          <a:prstGeom prst="rect">
            <a:avLst/>
          </a:prstGeom>
          <a:solidFill>
            <a:srgbClr val="FFFFFF"/>
          </a:solidFill>
          <a:ln w="38100">
            <a:solidFill>
              <a:srgbClr val="D3D3EE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02071" y="617220"/>
            <a:ext cx="987551" cy="1645919"/>
          </a:xfrm>
          <a:prstGeom prst="moon">
            <a:avLst/>
          </a:prstGeom>
          <a:solidFill>
            <a:srgbClr val="2929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6366773" y="961285"/>
            <a:ext cx="209857" cy="209857"/>
          </a:xfrm>
          <a:prstGeom prst="star5">
            <a:avLst/>
          </a:prstGeom>
          <a:solidFill>
            <a:srgbClr val="D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6478123" y="2154320"/>
            <a:ext cx="242569" cy="242569"/>
          </a:xfrm>
          <a:prstGeom prst="star5">
            <a:avLst/>
          </a:prstGeom>
          <a:solidFill>
            <a:srgbClr val="8D66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6448953" y="1137723"/>
            <a:ext cx="243127" cy="243127"/>
          </a:xfrm>
          <a:prstGeom prst="star5">
            <a:avLst/>
          </a:prstGeom>
          <a:solidFill>
            <a:srgbClr val="D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26314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191938"/>
                </a:solidFill>
              </a:rPr>
              <a:t>발표 제목을 입력하세요</a:t>
            </a:r>
          </a:p>
        </p:txBody>
      </p:sp>
      <p:sp>
        <p:nvSpPr>
          <p:cNvPr id="8" name="한 줄 문구"/>
          <p:cNvSpPr txBox="1"/>
          <p:nvPr/>
        </p:nvSpPr>
        <p:spPr>
          <a:xfrm>
            <a:off x="1463003" y="372618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191938"/>
                </a:solidFill>
              </a:rPr>
              <a:t>한 해의 마지막 이야기를 함께 나눠요</a:t>
            </a:r>
          </a:p>
        </p:txBody>
      </p:sp>
      <p:sp>
        <p:nvSpPr>
          <p:cNvPr id="9" name="안내 문구"/>
          <p:cNvSpPr txBox="1"/>
          <p:nvPr/>
        </p:nvSpPr>
        <p:spPr>
          <a:xfrm>
            <a:off x="1463003" y="459486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모임·동호회 소개 · 발표자 이름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2026. 00. 00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3D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29295B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728655" y="502920"/>
            <a:ext cx="548640" cy="914400"/>
          </a:xfrm>
          <a:prstGeom prst="moon">
            <a:avLst/>
          </a:prstGeom>
          <a:solidFill>
            <a:srgbClr val="2929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53489" y="694067"/>
            <a:ext cx="116587" cy="116587"/>
          </a:xfrm>
          <a:prstGeom prst="star5">
            <a:avLst/>
          </a:prstGeom>
          <a:solidFill>
            <a:srgbClr val="D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215350" y="1356864"/>
            <a:ext cx="134761" cy="134761"/>
          </a:xfrm>
          <a:prstGeom prst="star5">
            <a:avLst/>
          </a:prstGeom>
          <a:solidFill>
            <a:srgbClr val="8D66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199145" y="792088"/>
            <a:ext cx="135070" cy="135070"/>
          </a:xfrm>
          <a:prstGeom prst="star5">
            <a:avLst/>
          </a:prstGeom>
          <a:solidFill>
            <a:srgbClr val="D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91938"/>
                </a:solidFill>
              </a:rPr>
              <a:t>목차</a:t>
            </a:r>
          </a:p>
        </p:txBody>
      </p:sp>
      <p:sp>
        <p:nvSpPr>
          <p:cNvPr id="8" name="줄 1"/>
          <p:cNvSpPr/>
          <p:nvPr/>
        </p:nvSpPr>
        <p:spPr>
          <a:xfrm>
            <a:off x="777240" y="1554480"/>
            <a:ext cx="10637215" cy="914400"/>
          </a:xfrm>
          <a:prstGeom prst="roundRect">
            <a:avLst>
              <a:gd name="adj" fmla="val 8000"/>
            </a:avLst>
          </a:prstGeom>
          <a:solidFill>
            <a:srgbClr val="F1F1F9"/>
          </a:solidFill>
          <a:ln w="12700">
            <a:solidFill>
              <a:srgbClr val="D3D3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1"/>
          <p:cNvSpPr/>
          <p:nvPr/>
        </p:nvSpPr>
        <p:spPr>
          <a:xfrm>
            <a:off x="960120" y="1783080"/>
            <a:ext cx="457200" cy="457200"/>
          </a:xfrm>
          <a:prstGeom prst="ellipse">
            <a:avLst/>
          </a:prstGeom>
          <a:solidFill>
            <a:srgbClr val="29295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19" y="160020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91938"/>
                </a:solidFill>
              </a:rPr>
              <a:t>우리 모임 소개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1600200"/>
            <a:ext cx="679673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2" name="줄 2"/>
          <p:cNvSpPr/>
          <p:nvPr/>
        </p:nvSpPr>
        <p:spPr>
          <a:xfrm>
            <a:off x="777240" y="2606039"/>
            <a:ext cx="10637215" cy="914400"/>
          </a:xfrm>
          <a:prstGeom prst="roundRect">
            <a:avLst>
              <a:gd name="adj" fmla="val 8000"/>
            </a:avLst>
          </a:prstGeom>
          <a:solidFill>
            <a:srgbClr val="F1F1F9"/>
          </a:solidFill>
          <a:ln w="12700">
            <a:solidFill>
              <a:srgbClr val="D3D3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2"/>
          <p:cNvSpPr/>
          <p:nvPr/>
        </p:nvSpPr>
        <p:spPr>
          <a:xfrm>
            <a:off x="960120" y="2834639"/>
            <a:ext cx="457200" cy="457200"/>
          </a:xfrm>
          <a:prstGeom prst="ellipse">
            <a:avLst/>
          </a:prstGeom>
          <a:solidFill>
            <a:srgbClr val="29295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19" y="265175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91938"/>
                </a:solidFill>
              </a:rPr>
              <a:t>활동 이야기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651759"/>
            <a:ext cx="679673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16" name="줄 3"/>
          <p:cNvSpPr/>
          <p:nvPr/>
        </p:nvSpPr>
        <p:spPr>
          <a:xfrm>
            <a:off x="777240" y="3657600"/>
            <a:ext cx="10637215" cy="914400"/>
          </a:xfrm>
          <a:prstGeom prst="roundRect">
            <a:avLst>
              <a:gd name="adj" fmla="val 8000"/>
            </a:avLst>
          </a:prstGeom>
          <a:solidFill>
            <a:srgbClr val="F1F1F9"/>
          </a:solidFill>
          <a:ln w="12700">
            <a:solidFill>
              <a:srgbClr val="D3D3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3"/>
          <p:cNvSpPr/>
          <p:nvPr/>
        </p:nvSpPr>
        <p:spPr>
          <a:xfrm>
            <a:off x="960120" y="3886200"/>
            <a:ext cx="457200" cy="457200"/>
          </a:xfrm>
          <a:prstGeom prst="ellipse">
            <a:avLst/>
          </a:prstGeom>
          <a:solidFill>
            <a:srgbClr val="29295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19" y="37033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91938"/>
                </a:solidFill>
              </a:rPr>
              <a:t>함께하는 사람들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3703320"/>
            <a:ext cx="679673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  <p:sp>
        <p:nvSpPr>
          <p:cNvPr id="20" name="줄 4"/>
          <p:cNvSpPr/>
          <p:nvPr/>
        </p:nvSpPr>
        <p:spPr>
          <a:xfrm>
            <a:off x="777240" y="4709159"/>
            <a:ext cx="10637215" cy="914400"/>
          </a:xfrm>
          <a:prstGeom prst="roundRect">
            <a:avLst>
              <a:gd name="adj" fmla="val 8000"/>
            </a:avLst>
          </a:prstGeom>
          <a:solidFill>
            <a:srgbClr val="F1F1F9"/>
          </a:solidFill>
          <a:ln w="12700">
            <a:solidFill>
              <a:srgbClr val="D3D3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번호 4"/>
          <p:cNvSpPr/>
          <p:nvPr/>
        </p:nvSpPr>
        <p:spPr>
          <a:xfrm>
            <a:off x="960120" y="4937759"/>
            <a:ext cx="457200" cy="457200"/>
          </a:xfrm>
          <a:prstGeom prst="ellipse">
            <a:avLst/>
          </a:prstGeom>
          <a:solidFill>
            <a:srgbClr val="29295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19" y="475487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91938"/>
                </a:solidFill>
              </a:rPr>
              <a:t>참여 방법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4754879"/>
            <a:ext cx="679673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B2B2B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3D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29295B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728655" y="502920"/>
            <a:ext cx="548640" cy="914400"/>
          </a:xfrm>
          <a:prstGeom prst="moon">
            <a:avLst/>
          </a:prstGeom>
          <a:solidFill>
            <a:srgbClr val="2929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53489" y="694067"/>
            <a:ext cx="116587" cy="116587"/>
          </a:xfrm>
          <a:prstGeom prst="star5">
            <a:avLst/>
          </a:prstGeom>
          <a:solidFill>
            <a:srgbClr val="D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215350" y="1356864"/>
            <a:ext cx="134761" cy="134761"/>
          </a:xfrm>
          <a:prstGeom prst="star5">
            <a:avLst/>
          </a:prstGeom>
          <a:solidFill>
            <a:srgbClr val="8D66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199145" y="792088"/>
            <a:ext cx="135070" cy="135070"/>
          </a:xfrm>
          <a:prstGeom prst="star5">
            <a:avLst/>
          </a:prstGeom>
          <a:solidFill>
            <a:srgbClr val="D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91938"/>
                </a:solidFill>
              </a:rPr>
              <a:t>핵심 메시지</a:t>
            </a:r>
          </a:p>
        </p:txBody>
      </p:sp>
      <p:sp>
        <p:nvSpPr>
          <p:cNvPr id="8" name="핵심 문장"/>
          <p:cNvSpPr txBox="1"/>
          <p:nvPr/>
        </p:nvSpPr>
        <p:spPr>
          <a:xfrm>
            <a:off x="777240" y="1554480"/>
            <a:ext cx="1063721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191938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9" name="카드 1"/>
          <p:cNvSpPr/>
          <p:nvPr/>
        </p:nvSpPr>
        <p:spPr>
          <a:xfrm>
            <a:off x="777240" y="3017520"/>
            <a:ext cx="3393338" cy="3017520"/>
          </a:xfrm>
          <a:prstGeom prst="roundRect">
            <a:avLst>
              <a:gd name="adj" fmla="val 8000"/>
            </a:avLst>
          </a:prstGeom>
          <a:solidFill>
            <a:srgbClr val="F1F1F9"/>
          </a:solidFill>
          <a:ln w="15875">
            <a:solidFill>
              <a:srgbClr val="D3D3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1"/>
          <p:cNvSpPr/>
          <p:nvPr/>
        </p:nvSpPr>
        <p:spPr>
          <a:xfrm>
            <a:off x="960120" y="3200400"/>
            <a:ext cx="457200" cy="457200"/>
          </a:xfrm>
          <a:prstGeom prst="ellipse">
            <a:avLst/>
          </a:prstGeom>
          <a:solidFill>
            <a:srgbClr val="29295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9476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91938"/>
                </a:solidFill>
              </a:rPr>
              <a:t>모임의 취지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480560"/>
            <a:ext cx="311901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3" name="카드 2"/>
          <p:cNvSpPr/>
          <p:nvPr/>
        </p:nvSpPr>
        <p:spPr>
          <a:xfrm>
            <a:off x="4399178" y="3017520"/>
            <a:ext cx="3393338" cy="3017520"/>
          </a:xfrm>
          <a:prstGeom prst="roundRect">
            <a:avLst>
              <a:gd name="adj" fmla="val 8000"/>
            </a:avLst>
          </a:prstGeom>
          <a:solidFill>
            <a:srgbClr val="F1F1F9"/>
          </a:solidFill>
          <a:ln w="15875">
            <a:solidFill>
              <a:srgbClr val="D3D3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2"/>
          <p:cNvSpPr/>
          <p:nvPr/>
        </p:nvSpPr>
        <p:spPr>
          <a:xfrm>
            <a:off x="4582058" y="3200400"/>
            <a:ext cx="457200" cy="457200"/>
          </a:xfrm>
          <a:prstGeom prst="ellipse">
            <a:avLst/>
          </a:prstGeom>
          <a:solidFill>
            <a:srgbClr val="29295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6338" y="379476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91938"/>
                </a:solidFill>
              </a:rPr>
              <a:t>활동 내용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6338" y="4480560"/>
            <a:ext cx="311901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7" name="카드 3"/>
          <p:cNvSpPr/>
          <p:nvPr/>
        </p:nvSpPr>
        <p:spPr>
          <a:xfrm>
            <a:off x="8021116" y="3017520"/>
            <a:ext cx="3393338" cy="3017520"/>
          </a:xfrm>
          <a:prstGeom prst="roundRect">
            <a:avLst>
              <a:gd name="adj" fmla="val 8000"/>
            </a:avLst>
          </a:prstGeom>
          <a:solidFill>
            <a:srgbClr val="F1F1F9"/>
          </a:solidFill>
          <a:ln w="15875">
            <a:solidFill>
              <a:srgbClr val="D3D3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3"/>
          <p:cNvSpPr/>
          <p:nvPr/>
        </p:nvSpPr>
        <p:spPr>
          <a:xfrm>
            <a:off x="8203996" y="3200400"/>
            <a:ext cx="457200" cy="457200"/>
          </a:xfrm>
          <a:prstGeom prst="ellipse">
            <a:avLst/>
          </a:prstGeom>
          <a:solidFill>
            <a:srgbClr val="29295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8276" y="379476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91938"/>
                </a:solidFill>
              </a:rPr>
              <a:t>참여 혜택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58276" y="4480560"/>
            <a:ext cx="311901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3D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29295B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728655" y="502920"/>
            <a:ext cx="548640" cy="914400"/>
          </a:xfrm>
          <a:prstGeom prst="moon">
            <a:avLst/>
          </a:prstGeom>
          <a:solidFill>
            <a:srgbClr val="2929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53489" y="694067"/>
            <a:ext cx="116587" cy="116587"/>
          </a:xfrm>
          <a:prstGeom prst="star5">
            <a:avLst/>
          </a:prstGeom>
          <a:solidFill>
            <a:srgbClr val="D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215350" y="1356864"/>
            <a:ext cx="134761" cy="134761"/>
          </a:xfrm>
          <a:prstGeom prst="star5">
            <a:avLst/>
          </a:prstGeom>
          <a:solidFill>
            <a:srgbClr val="8D66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199145" y="792088"/>
            <a:ext cx="135070" cy="135070"/>
          </a:xfrm>
          <a:prstGeom prst="star5">
            <a:avLst/>
          </a:prstGeom>
          <a:solidFill>
            <a:srgbClr val="D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91938"/>
                </a:solidFill>
              </a:rPr>
              <a:t>한눈에 비교</a:t>
            </a:r>
          </a:p>
        </p:txBody>
      </p:sp>
      <p:sp>
        <p:nvSpPr>
          <p:cNvPr id="8" name="왼쪽 칸"/>
          <p:cNvSpPr/>
          <p:nvPr/>
        </p:nvSpPr>
        <p:spPr>
          <a:xfrm>
            <a:off x="777240" y="1554480"/>
            <a:ext cx="5135727" cy="4663440"/>
          </a:xfrm>
          <a:prstGeom prst="roundRect">
            <a:avLst>
              <a:gd name="adj" fmla="val 8000"/>
            </a:avLst>
          </a:prstGeom>
          <a:solidFill>
            <a:srgbClr val="F1F1F9"/>
          </a:solidFill>
          <a:ln w="12700">
            <a:solidFill>
              <a:srgbClr val="D3D3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칸 제목 바"/>
          <p:cNvSpPr/>
          <p:nvPr/>
        </p:nvSpPr>
        <p:spPr>
          <a:xfrm>
            <a:off x="777240" y="1554480"/>
            <a:ext cx="5135727" cy="640080"/>
          </a:xfrm>
          <a:prstGeom prst="roundRect">
            <a:avLst>
              <a:gd name="adj" fmla="val 25000"/>
            </a:avLst>
          </a:prstGeom>
          <a:solidFill>
            <a:srgbClr val="2929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554480"/>
            <a:ext cx="476996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처음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377440"/>
            <a:ext cx="4678527" cy="37490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2" name="오른쪽 칸"/>
          <p:cNvSpPr/>
          <p:nvPr/>
        </p:nvSpPr>
        <p:spPr>
          <a:xfrm>
            <a:off x="6278727" y="1554480"/>
            <a:ext cx="5135727" cy="4663440"/>
          </a:xfrm>
          <a:prstGeom prst="roundRect">
            <a:avLst>
              <a:gd name="adj" fmla="val 8000"/>
            </a:avLst>
          </a:prstGeom>
          <a:solidFill>
            <a:srgbClr val="D3D3EE"/>
          </a:solidFill>
          <a:ln w="12700">
            <a:solidFill>
              <a:srgbClr val="D3D3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칸 제목 바"/>
          <p:cNvSpPr/>
          <p:nvPr/>
        </p:nvSpPr>
        <p:spPr>
          <a:xfrm>
            <a:off x="6278727" y="1554480"/>
            <a:ext cx="5135727" cy="640080"/>
          </a:xfrm>
          <a:prstGeom prst="roundRect">
            <a:avLst>
              <a:gd name="adj" fmla="val 25000"/>
            </a:avLst>
          </a:prstGeom>
          <a:solidFill>
            <a:srgbClr val="19193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1607" y="1554480"/>
            <a:ext cx="476996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지금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7327" y="2377440"/>
            <a:ext cx="4678527" cy="37490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3D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29295B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728655" y="502920"/>
            <a:ext cx="548640" cy="914400"/>
          </a:xfrm>
          <a:prstGeom prst="moon">
            <a:avLst/>
          </a:prstGeom>
          <a:solidFill>
            <a:srgbClr val="2929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53489" y="694067"/>
            <a:ext cx="116587" cy="116587"/>
          </a:xfrm>
          <a:prstGeom prst="star5">
            <a:avLst/>
          </a:prstGeom>
          <a:solidFill>
            <a:srgbClr val="D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215350" y="1356864"/>
            <a:ext cx="134761" cy="134761"/>
          </a:xfrm>
          <a:prstGeom prst="star5">
            <a:avLst/>
          </a:prstGeom>
          <a:solidFill>
            <a:srgbClr val="8D66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199145" y="792088"/>
            <a:ext cx="135070" cy="135070"/>
          </a:xfrm>
          <a:prstGeom prst="star5">
            <a:avLst/>
          </a:prstGeom>
          <a:solidFill>
            <a:srgbClr val="D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91938"/>
                </a:solidFill>
              </a:rPr>
              <a:t>일정·현황</a:t>
            </a:r>
          </a:p>
        </p:txBody>
      </p:sp>
      <p:graphicFrame>
        <p:nvGraphicFramePr>
          <p:cNvPr id="8" name="표"/>
          <p:cNvGraphicFramePr>
            <a:graphicFrameLocks noGrp="1"/>
          </p:cNvGraphicFramePr>
          <p:nvPr/>
        </p:nvGraphicFramePr>
        <p:xfrm>
          <a:off x="777240" y="1554480"/>
          <a:ext cx="1063721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659303"/>
                <a:gridCol w="2659303"/>
                <a:gridCol w="2659303"/>
                <a:gridCol w="265930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날짜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9295B"/>
                      </a:solidFill>
                      <a:prstDash val="solid"/>
                    </a:lnL>
                    <a:lnR w="9525" cap="flat" cmpd="sng" algn="ctr">
                      <a:solidFill>
                        <a:srgbClr val="29295B"/>
                      </a:solidFill>
                      <a:prstDash val="solid"/>
                    </a:lnR>
                    <a:lnT w="9525" cap="flat" cmpd="sng" algn="ctr">
                      <a:solidFill>
                        <a:srgbClr val="29295B"/>
                      </a:solidFill>
                      <a:prstDash val="solid"/>
                    </a:lnT>
                    <a:lnB w="9525" cap="flat" cmpd="sng" algn="ctr">
                      <a:solidFill>
                        <a:srgbClr val="29295B"/>
                      </a:solidFill>
                      <a:prstDash val="solid"/>
                    </a:lnB>
                    <a:solidFill>
                      <a:srgbClr val="292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활동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9295B"/>
                      </a:solidFill>
                      <a:prstDash val="solid"/>
                    </a:lnL>
                    <a:lnR w="9525" cap="flat" cmpd="sng" algn="ctr">
                      <a:solidFill>
                        <a:srgbClr val="29295B"/>
                      </a:solidFill>
                      <a:prstDash val="solid"/>
                    </a:lnR>
                    <a:lnT w="9525" cap="flat" cmpd="sng" algn="ctr">
                      <a:solidFill>
                        <a:srgbClr val="29295B"/>
                      </a:solidFill>
                      <a:prstDash val="solid"/>
                    </a:lnT>
                    <a:lnB w="9525" cap="flat" cmpd="sng" algn="ctr">
                      <a:solidFill>
                        <a:srgbClr val="29295B"/>
                      </a:solidFill>
                      <a:prstDash val="solid"/>
                    </a:lnB>
                    <a:solidFill>
                      <a:srgbClr val="292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장소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9295B"/>
                      </a:solidFill>
                      <a:prstDash val="solid"/>
                    </a:lnL>
                    <a:lnR w="9525" cap="flat" cmpd="sng" algn="ctr">
                      <a:solidFill>
                        <a:srgbClr val="29295B"/>
                      </a:solidFill>
                      <a:prstDash val="solid"/>
                    </a:lnR>
                    <a:lnT w="9525" cap="flat" cmpd="sng" algn="ctr">
                      <a:solidFill>
                        <a:srgbClr val="29295B"/>
                      </a:solidFill>
                      <a:prstDash val="solid"/>
                    </a:lnT>
                    <a:lnB w="9525" cap="flat" cmpd="sng" algn="ctr">
                      <a:solidFill>
                        <a:srgbClr val="29295B"/>
                      </a:solidFill>
                      <a:prstDash val="solid"/>
                    </a:lnB>
                    <a:solidFill>
                      <a:srgbClr val="29295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</a:rPr>
                        <a:t>참석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29295B"/>
                      </a:solidFill>
                      <a:prstDash val="solid"/>
                    </a:lnL>
                    <a:lnR w="9525" cap="flat" cmpd="sng" algn="ctr">
                      <a:solidFill>
                        <a:srgbClr val="29295B"/>
                      </a:solidFill>
                      <a:prstDash val="solid"/>
                    </a:lnR>
                    <a:lnT w="9525" cap="flat" cmpd="sng" algn="ctr">
                      <a:solidFill>
                        <a:srgbClr val="29295B"/>
                      </a:solidFill>
                      <a:prstDash val="solid"/>
                    </a:lnT>
                    <a:lnB w="9525" cap="flat" cmpd="sng" algn="ctr">
                      <a:solidFill>
                        <a:srgbClr val="29295B"/>
                      </a:solidFill>
                      <a:prstDash val="solid"/>
                    </a:lnB>
                    <a:solidFill>
                      <a:srgbClr val="29295B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91938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D3D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91938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D3D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1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1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1F1F9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91938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D3D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91938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D3D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1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1F1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1F1F9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191938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D3D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295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502920" y="502920"/>
            <a:ext cx="11185855" cy="5852160"/>
          </a:xfrm>
          <a:prstGeom prst="rect">
            <a:avLst/>
          </a:prstGeom>
          <a:solidFill>
            <a:srgbClr val="FFFFFF"/>
          </a:solidFill>
          <a:ln w="38100">
            <a:solidFill>
              <a:srgbClr val="D3D3EE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5602071" y="617220"/>
            <a:ext cx="987551" cy="1645919"/>
          </a:xfrm>
          <a:prstGeom prst="moon">
            <a:avLst/>
          </a:prstGeom>
          <a:solidFill>
            <a:srgbClr val="2929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6366773" y="961285"/>
            <a:ext cx="209857" cy="209857"/>
          </a:xfrm>
          <a:prstGeom prst="star5">
            <a:avLst/>
          </a:prstGeom>
          <a:solidFill>
            <a:srgbClr val="D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6478123" y="2154320"/>
            <a:ext cx="242569" cy="242569"/>
          </a:xfrm>
          <a:prstGeom prst="star5">
            <a:avLst/>
          </a:prstGeom>
          <a:solidFill>
            <a:srgbClr val="8D66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6448953" y="1137723"/>
            <a:ext cx="243127" cy="243127"/>
          </a:xfrm>
          <a:prstGeom prst="star5">
            <a:avLst/>
          </a:prstGeom>
          <a:solidFill>
            <a:srgbClr val="D3D3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26314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191938"/>
                </a:solidFill>
              </a:rPr>
              <a:t>감사합니다</a:t>
            </a:r>
          </a:p>
        </p:txBody>
      </p:sp>
      <p:sp>
        <p:nvSpPr>
          <p:cNvPr id="8" name="한 줄 문구"/>
          <p:cNvSpPr txBox="1"/>
          <p:nvPr/>
        </p:nvSpPr>
        <p:spPr>
          <a:xfrm>
            <a:off x="1463003" y="372618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191938"/>
                </a:solidFill>
              </a:rPr>
              <a:t>들어 주셔서 고맙습니다</a:t>
            </a:r>
          </a:p>
        </p:txBody>
      </p:sp>
      <p:sp>
        <p:nvSpPr>
          <p:cNvPr id="9" name="안내 문구"/>
          <p:cNvSpPr txBox="1"/>
          <p:nvPr/>
        </p:nvSpPr>
        <p:spPr>
          <a:xfrm>
            <a:off x="1463003" y="459486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모임·동호회 소개 발표 템플릿">
  <a:themeElements>
    <a:clrScheme name="Office">
      <a:dk1>
        <a:sysClr val="windowText" lastClr="000000"/>
      </a:dk1>
      <a:lt1>
        <a:sysClr val="window" lastClr="FFFFFF"/>
      </a:lt1>
      <a:dk2>
        <a:srgbClr val="191938"/>
      </a:dk2>
      <a:lt2>
        <a:srgbClr val="F1F1F9"/>
      </a:lt2>
      <a:accent1>
        <a:srgbClr val="29295B"/>
      </a:accent1>
      <a:accent2>
        <a:srgbClr val="8D663F"/>
      </a:accent2>
      <a:accent3>
        <a:srgbClr val="191938"/>
      </a:accent3>
      <a:accent4>
        <a:srgbClr val="D3D3EE"/>
      </a:accent4>
      <a:accent5>
        <a:srgbClr val="5B484D"/>
      </a:accent5>
      <a:accent6>
        <a:srgbClr val="757588"/>
      </a:accent6>
      <a:hlink>
        <a:srgbClr val="29295B"/>
      </a:hlink>
      <a:folHlink>
        <a:srgbClr val="191938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모임·동호회 소개 발표 템플릿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