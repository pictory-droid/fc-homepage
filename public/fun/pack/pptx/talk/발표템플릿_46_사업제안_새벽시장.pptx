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53A41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53A41"/>
                </a:solidFill>
              </a:rPr>
              <a:t>새해 첫 분기에 시작할 안입니다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 제안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459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2700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9164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3A41"/>
                </a:solidFill>
              </a:rPr>
              <a:t>문제와 기회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69748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2700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2926080"/>
            <a:ext cx="457200" cy="4572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743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3A41"/>
                </a:solidFill>
              </a:rPr>
              <a:t>해결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432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74903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2700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3977639"/>
            <a:ext cx="457200" cy="4572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94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3A41"/>
                </a:solidFill>
              </a:rPr>
              <a:t>기대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7947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640080" y="48006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2700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822959" y="5029200"/>
            <a:ext cx="457200" cy="4572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46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3A41"/>
                </a:solidFill>
              </a:rPr>
              <a:t>진행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8463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640080" y="164592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253A41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310896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5875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3291840"/>
            <a:ext cx="457200" cy="4572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8620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3A41"/>
                </a:solidFill>
              </a:rPr>
              <a:t>현황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7200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310896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5875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3291840"/>
            <a:ext cx="457200" cy="4572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88620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3A41"/>
                </a:solidFill>
              </a:rPr>
              <a:t>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457200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310896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5875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3291840"/>
            <a:ext cx="457200" cy="4572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88620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3A41"/>
                </a:solidFill>
              </a:rPr>
              <a:t>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457200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640080" y="1645920"/>
            <a:ext cx="5272887" cy="475488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2700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640080" y="164592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4592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현재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15687" cy="3840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45920"/>
            <a:ext cx="5272887" cy="4754880"/>
          </a:xfrm>
          <a:prstGeom prst="roundRect">
            <a:avLst>
              <a:gd name="adj" fmla="val 8000"/>
            </a:avLst>
          </a:prstGeom>
          <a:solidFill>
            <a:srgbClr val="D6E5EA"/>
          </a:solidFill>
          <a:ln w="12700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4592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53A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4592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제안 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68880"/>
            <a:ext cx="4815687" cy="3840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기간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53A41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53A41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53A41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53A41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53A41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53A41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53A41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사업 제안 발표 템플릿">
  <a:themeElements>
    <a:clrScheme name="Office">
      <a:dk1>
        <a:sysClr val="windowText" lastClr="000000"/>
      </a:dk1>
      <a:lt1>
        <a:sysClr val="window" lastClr="FFFFFF"/>
      </a:lt1>
      <a:dk2>
        <a:srgbClr val="253A41"/>
      </a:dk2>
      <a:lt2>
        <a:srgbClr val="F2F6F8"/>
      </a:lt2>
      <a:accent1>
        <a:srgbClr val="497483"/>
      </a:accent1>
      <a:accent2>
        <a:srgbClr val="834958"/>
      </a:accent2>
      <a:accent3>
        <a:srgbClr val="253A41"/>
      </a:accent3>
      <a:accent4>
        <a:srgbClr val="D6E5EA"/>
      </a:accent4>
      <a:accent5>
        <a:srgbClr val="665E6E"/>
      </a:accent5>
      <a:accent6>
        <a:srgbClr val="7C898D"/>
      </a:accent6>
      <a:hlink>
        <a:srgbClr val="497483"/>
      </a:hlink>
      <a:folHlink>
        <a:srgbClr val="253A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