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3200400"/>
            <a:ext cx="6400800" cy="6400800"/>
          </a:xfrm>
          <a:prstGeom prst="ellipse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534186" y="-914400"/>
            <a:ext cx="3291840" cy="3291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가장 먼저 시작할 안입니다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donu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792224"/>
            <a:ext cx="10893247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B8C6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문제와 기회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2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649224" y="2843783"/>
            <a:ext cx="10893247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B8C6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해결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649224" y="3895344"/>
            <a:ext cx="10893247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B8C6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기대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위쪽 띠"/>
          <p:cNvSpPr/>
          <p:nvPr/>
        </p:nvSpPr>
        <p:spPr>
          <a:xfrm>
            <a:off x="649224" y="4946903"/>
            <a:ext cx="10893247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B8C6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진행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donu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7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41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쪽 띠"/>
          <p:cNvSpPr/>
          <p:nvPr/>
        </p:nvSpPr>
        <p:spPr>
          <a:xfrm>
            <a:off x="649224" y="3255263"/>
            <a:ext cx="3466490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B8C6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4362602" y="3255263"/>
            <a:ext cx="3466490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B8C6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제안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8075980" y="3255263"/>
            <a:ext cx="3466490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B8C6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효과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donu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792224"/>
            <a:ext cx="5254599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현재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6287871" y="1792224"/>
            <a:ext cx="5254599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donu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3200400"/>
            <a:ext cx="6400800" cy="6400800"/>
          </a:xfrm>
          <a:prstGeom prst="ellipse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534186" y="-914400"/>
            <a:ext cx="3291840" cy="3291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274149"/>
      </a:dk2>
      <a:lt2>
        <a:srgbClr val="ECF7FB"/>
      </a:lt2>
      <a:accent1>
        <a:srgbClr val="98CFE1"/>
      </a:accent1>
      <a:accent2>
        <a:srgbClr val="B8C6EA"/>
      </a:accent2>
      <a:accent3>
        <a:srgbClr val="274149"/>
      </a:accent3>
      <a:accent4>
        <a:srgbClr val="D5EEF6"/>
      </a:accent4>
      <a:accent5>
        <a:srgbClr val="A8CAE6"/>
      </a:accent5>
      <a:accent6>
        <a:srgbClr val="7D8D92"/>
      </a:accent6>
      <a:hlink>
        <a:srgbClr val="98CFE1"/>
      </a:hlink>
      <a:folHlink>
        <a:srgbClr val="27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