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해 숫자를 모아 보니 이렇습니다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올해의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잘한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아쉬운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내년의 다짐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D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잘한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배운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E1C6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다음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올해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6E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D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698"/>
                      </a:solidFill>
                      <a:prstDash val="solid"/>
                    </a:lnL>
                    <a:lnR w="9525" cap="flat" cmpd="sng" algn="ctr">
                      <a:solidFill>
                        <a:srgbClr val="E1C698"/>
                      </a:solidFill>
                      <a:prstDash val="solid"/>
                    </a:lnR>
                    <a:lnT w="9525" cap="flat" cmpd="sng" algn="ctr">
                      <a:solidFill>
                        <a:srgbClr val="E1C698"/>
                      </a:solidFill>
                      <a:prstDash val="solid"/>
                    </a:lnT>
                    <a:lnB w="9525" cap="flat" cmpd="sng" algn="ctr">
                      <a:solidFill>
                        <a:srgbClr val="E1C698"/>
                      </a:solidFill>
                      <a:prstDash val="solid"/>
                    </a:lnB>
                    <a:solidFill>
                      <a:srgbClr val="E1C6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698"/>
                      </a:solidFill>
                      <a:prstDash val="solid"/>
                    </a:lnL>
                    <a:lnR w="9525" cap="flat" cmpd="sng" algn="ctr">
                      <a:solidFill>
                        <a:srgbClr val="E1C698"/>
                      </a:solidFill>
                      <a:prstDash val="solid"/>
                    </a:lnR>
                    <a:lnT w="9525" cap="flat" cmpd="sng" algn="ctr">
                      <a:solidFill>
                        <a:srgbClr val="E1C698"/>
                      </a:solidFill>
                      <a:prstDash val="solid"/>
                    </a:lnT>
                    <a:lnB w="9525" cap="flat" cmpd="sng" algn="ctr">
                      <a:solidFill>
                        <a:srgbClr val="E1C698"/>
                      </a:solidFill>
                      <a:prstDash val="solid"/>
                    </a:lnB>
                    <a:solidFill>
                      <a:srgbClr val="E1C6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698"/>
                      </a:solidFill>
                      <a:prstDash val="solid"/>
                    </a:lnL>
                    <a:lnR w="9525" cap="flat" cmpd="sng" algn="ctr">
                      <a:solidFill>
                        <a:srgbClr val="E1C698"/>
                      </a:solidFill>
                      <a:prstDash val="solid"/>
                    </a:lnR>
                    <a:lnT w="9525" cap="flat" cmpd="sng" algn="ctr">
                      <a:solidFill>
                        <a:srgbClr val="E1C698"/>
                      </a:solidFill>
                      <a:prstDash val="solid"/>
                    </a:lnT>
                    <a:lnB w="9525" cap="flat" cmpd="sng" algn="ctr">
                      <a:solidFill>
                        <a:srgbClr val="E1C698"/>
                      </a:solidFill>
                      <a:prstDash val="solid"/>
                    </a:lnB>
                    <a:solidFill>
                      <a:srgbClr val="E1C6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698"/>
                      </a:solidFill>
                      <a:prstDash val="solid"/>
                    </a:lnL>
                    <a:lnR w="9525" cap="flat" cmpd="sng" algn="ctr">
                      <a:solidFill>
                        <a:srgbClr val="E1C698"/>
                      </a:solidFill>
                      <a:prstDash val="solid"/>
                    </a:lnR>
                    <a:lnT w="9525" cap="flat" cmpd="sng" algn="ctr">
                      <a:solidFill>
                        <a:srgbClr val="E1C698"/>
                      </a:solidFill>
                      <a:prstDash val="solid"/>
                    </a:lnT>
                    <a:lnB w="9525" cap="flat" cmpd="sng" algn="ctr">
                      <a:solidFill>
                        <a:srgbClr val="E1C698"/>
                      </a:solidFill>
                      <a:prstDash val="solid"/>
                    </a:lnB>
                    <a:solidFill>
                      <a:srgbClr val="E1C69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493D27"/>
      </a:dk2>
      <a:lt2>
        <a:srgbClr val="FBF6EC"/>
      </a:lt2>
      <a:accent1>
        <a:srgbClr val="E1C698"/>
      </a:accent1>
      <a:accent2>
        <a:srgbClr val="E5EAB8"/>
      </a:accent2>
      <a:accent3>
        <a:srgbClr val="493D27"/>
      </a:accent3>
      <a:accent4>
        <a:srgbClr val="F6EAD5"/>
      </a:accent4>
      <a:accent5>
        <a:srgbClr val="E3D8A8"/>
      </a:accent5>
      <a:accent6>
        <a:srgbClr val="928B7D"/>
      </a:accent6>
      <a:hlink>
        <a:srgbClr val="E1C698"/>
      </a:hlink>
      <a:folHlink>
        <a:srgbClr val="493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