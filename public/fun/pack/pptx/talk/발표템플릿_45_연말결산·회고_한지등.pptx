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C5D27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C5D27"/>
                </a:solidFill>
              </a:rPr>
              <a:t>한 해 숫자를 모아 보니 이렇습니다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2700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올해의 한 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2700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잘한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2700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아쉬운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2700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내년의 다짐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7C5D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잘한 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배운 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다음 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2700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2E5CF"/>
          </a:solidFill>
          <a:ln w="12700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C5D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C5D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C5D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C5D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C5D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C5D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C5D27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C5D27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7C5D27"/>
      </a:dk2>
      <a:lt2>
        <a:srgbClr val="FAF6EF"/>
      </a:lt2>
      <a:accent1>
        <a:srgbClr val="C49645"/>
      </a:accent1>
      <a:accent2>
        <a:srgbClr val="3B8591"/>
      </a:accent2>
      <a:accent3>
        <a:srgbClr val="7C5D27"/>
      </a:accent3>
      <a:accent4>
        <a:srgbClr val="F2E5CF"/>
      </a:accent4>
      <a:accent5>
        <a:srgbClr val="808E6B"/>
      </a:accent5>
      <a:accent6>
        <a:srgbClr val="B09E7D"/>
      </a:accent6>
      <a:hlink>
        <a:srgbClr val="C49645"/>
      </a:hlink>
      <a:folHlink>
        <a:srgbClr val="7C5D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