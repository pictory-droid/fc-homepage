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4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7AB2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지금까지의 실적과 남은 일정입니다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추진 경과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주요 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이슈와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향후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249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이슈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0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DFFA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249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4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7AB2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