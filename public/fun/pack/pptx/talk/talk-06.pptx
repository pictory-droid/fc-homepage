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9465B"/>
                </a:solidFill>
              </a:rPr>
              <a:t>발표 제목을 입력하세요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빗소리 너머로 또렷이 전해지는 한마디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목차</a:t>
            </a:r>
          </a:p>
        </p:txBody>
      </p:sp>
      <p:sp>
        <p:nvSpPr>
          <p:cNvPr id="12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문제와 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해결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기대 효과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진행 계획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핵심 메시지</a:t>
            </a:r>
          </a:p>
        </p:txBody>
      </p:sp>
      <p:sp>
        <p:nvSpPr>
          <p:cNvPr id="12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9465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3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현황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제안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한눈에 비교</a:t>
            </a:r>
          </a:p>
        </p:txBody>
      </p:sp>
      <p:sp>
        <p:nvSpPr>
          <p:cNvPr id="12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D3E3EE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946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일정·현황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9465B"/>
                </a:solidFill>
              </a:rPr>
              <a:t>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들어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29465B"/>
      </a:dk2>
      <a:lt2>
        <a:srgbClr val="F1F5F9"/>
      </a:lt2>
      <a:accent1>
        <a:srgbClr val="497DA2"/>
      </a:accent1>
      <a:accent2>
        <a:srgbClr val="8D3F46"/>
      </a:accent2>
      <a:accent3>
        <a:srgbClr val="29465B"/>
      </a:accent3>
      <a:accent4>
        <a:srgbClr val="D3E3EE"/>
      </a:accent4>
      <a:accent5>
        <a:srgbClr val="6B5E74"/>
      </a:accent5>
      <a:accent6>
        <a:srgbClr val="7F909D"/>
      </a:accent6>
      <a:hlink>
        <a:srgbClr val="497DA2"/>
      </a:hlink>
      <a:folHlink>
        <a:srgbClr val="2946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