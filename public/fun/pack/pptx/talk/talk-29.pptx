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934181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858908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958060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966192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955022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062139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9472C"/>
                </a:solidFill>
              </a:rPr>
              <a:t>발표 제목을 입력하세요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바람이 불어도 중심은 흔들리지 않게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목차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554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우리 모임 소개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606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2834639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활동 이야기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51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657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388620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함께하는 사람들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03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3" name="줄 4"/>
          <p:cNvSpPr/>
          <p:nvPr/>
        </p:nvSpPr>
        <p:spPr>
          <a:xfrm>
            <a:off x="640080" y="470915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822959" y="4937759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참여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핵심 메시지</a:t>
            </a:r>
          </a:p>
        </p:txBody>
      </p:sp>
      <p:sp>
        <p:nvSpPr>
          <p:cNvPr id="11" name="핵심 문장"/>
          <p:cNvSpPr txBox="1"/>
          <p:nvPr/>
        </p:nvSpPr>
        <p:spPr>
          <a:xfrm>
            <a:off x="640080" y="15544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9472C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2" name="카드 1"/>
          <p:cNvSpPr/>
          <p:nvPr/>
        </p:nvSpPr>
        <p:spPr>
          <a:xfrm>
            <a:off x="640080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모임의 취지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353458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536338" y="320040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활동 내용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066836" y="301752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249716" y="320040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7947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참여 혜택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44805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한눈에 비교</a:t>
            </a:r>
          </a:p>
        </p:txBody>
      </p:sp>
      <p:sp>
        <p:nvSpPr>
          <p:cNvPr id="11" name="왼쪽 칸"/>
          <p:cNvSpPr/>
          <p:nvPr/>
        </p:nvSpPr>
        <p:spPr>
          <a:xfrm>
            <a:off x="640080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40080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오른쪽 칸"/>
          <p:cNvSpPr/>
          <p:nvPr/>
        </p:nvSpPr>
        <p:spPr>
          <a:xfrm>
            <a:off x="6278727" y="1554480"/>
            <a:ext cx="5272887" cy="4389120"/>
          </a:xfrm>
          <a:prstGeom prst="roundRect">
            <a:avLst>
              <a:gd name="adj" fmla="val 8000"/>
            </a:avLst>
          </a:prstGeom>
          <a:solidFill>
            <a:srgbClr val="ECE3D4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278727" y="15544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94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15544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377440"/>
            <a:ext cx="4815687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일정·현황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5544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934181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858908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958060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966192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955022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062139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9472C"/>
                </a:solidFill>
              </a:rPr>
              <a:t>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들어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59472C"/>
      </a:dk2>
      <a:lt2>
        <a:srgbClr val="F8F5F1"/>
      </a:lt2>
      <a:accent1>
        <a:srgbClr val="9D7D4D"/>
      </a:accent1>
      <a:accent2>
        <a:srgbClr val="438289"/>
      </a:accent2>
      <a:accent3>
        <a:srgbClr val="59472C"/>
      </a:accent3>
      <a:accent4>
        <a:srgbClr val="ECE3D4"/>
      </a:accent4>
      <a:accent5>
        <a:srgbClr val="70806B"/>
      </a:accent5>
      <a:accent6>
        <a:srgbClr val="9B9180"/>
      </a:accent6>
      <a:hlink>
        <a:srgbClr val="9D7D4D"/>
      </a:hlink>
      <a:folHlink>
        <a:srgbClr val="59472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