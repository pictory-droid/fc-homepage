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470026">
            <a:off x="9266381" y="3632195"/>
            <a:ext cx="491349" cy="491349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64870">
            <a:off x="9827263" y="3407509"/>
            <a:ext cx="595486" cy="595486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54661">
            <a:off x="8140388" y="2407056"/>
            <a:ext cx="312885" cy="312885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590954">
            <a:off x="8402763" y="2589861"/>
            <a:ext cx="419497" cy="419497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596874">
            <a:off x="8313935" y="3875506"/>
            <a:ext cx="346461" cy="346461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94529">
            <a:off x="9036053" y="2614375"/>
            <a:ext cx="536379" cy="536379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149"/>
                </a:solidFill>
              </a:rPr>
              <a:t>발표 제목을 입력하세요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서리 내린 아침처럼 또렷하게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목차</a:t>
            </a:r>
          </a:p>
        </p:txBody>
      </p:sp>
      <p:sp>
        <p:nvSpPr>
          <p:cNvPr id="10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문제와 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4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해결 방법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8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기대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2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진행 계획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핵심 메시지</a:t>
            </a:r>
          </a:p>
        </p:txBody>
      </p:sp>
      <p:sp>
        <p:nvSpPr>
          <p:cNvPr id="10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1414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현황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제안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효과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한눈에 비교</a:t>
            </a:r>
          </a:p>
        </p:txBody>
      </p:sp>
      <p:sp>
        <p:nvSpPr>
          <p:cNvPr id="10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9E3E8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14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일정·현황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470026">
            <a:off x="9266381" y="3632195"/>
            <a:ext cx="491349" cy="491349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64870">
            <a:off x="9827263" y="3407509"/>
            <a:ext cx="595486" cy="595486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54661">
            <a:off x="8140388" y="2407056"/>
            <a:ext cx="312885" cy="312885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590954">
            <a:off x="8402763" y="2589861"/>
            <a:ext cx="419497" cy="419497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596874">
            <a:off x="8313935" y="3875506"/>
            <a:ext cx="346461" cy="346461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94529">
            <a:off x="9036053" y="2614375"/>
            <a:ext cx="536379" cy="536379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149"/>
                </a:solidFill>
              </a:rPr>
              <a:t>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들어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314149"/>
      </a:dk2>
      <a:lt2>
        <a:srgbClr val="F3F5F7"/>
      </a:lt2>
      <a:accent1>
        <a:srgbClr val="5A7887"/>
      </a:accent1>
      <a:accent2>
        <a:srgbClr val="7A5258"/>
      </a:accent2>
      <a:accent3>
        <a:srgbClr val="314149"/>
      </a:accent3>
      <a:accent4>
        <a:srgbClr val="D9E3E8"/>
      </a:accent4>
      <a:accent5>
        <a:srgbClr val="6A6570"/>
      </a:accent5>
      <a:accent6>
        <a:srgbClr val="838D92"/>
      </a:accent6>
      <a:hlink>
        <a:srgbClr val="5A7887"/>
      </a:hlink>
      <a:folHlink>
        <a:srgbClr val="31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