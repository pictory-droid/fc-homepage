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95F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95F"/>
                </a:solidFill>
              </a:rPr>
              <a:t>여름 모임 일정을 먼저 안내합니다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B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95F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822960" y="155448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EEFBFC"/>
          </a:solidFill>
          <a:ln w="12700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83080"/>
            <a:ext cx="457200" cy="457200"/>
          </a:xfrm>
          <a:prstGeom prst="ellipse">
            <a:avLst/>
          </a:prstGeom>
          <a:solidFill>
            <a:srgbClr val="26B8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95F"/>
                </a:solidFill>
              </a:rPr>
              <a:t>우리 모임 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822960" y="2606039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EEFBFC"/>
          </a:solidFill>
          <a:ln w="12700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05840" y="2834639"/>
            <a:ext cx="457200" cy="457200"/>
          </a:xfrm>
          <a:prstGeom prst="ellipse">
            <a:avLst/>
          </a:prstGeom>
          <a:solidFill>
            <a:srgbClr val="26B8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95F"/>
                </a:solidFill>
              </a:rPr>
              <a:t>활동 이야기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51759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822960" y="365760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EEFBFC"/>
          </a:solidFill>
          <a:ln w="12700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05840" y="3886200"/>
            <a:ext cx="457200" cy="457200"/>
          </a:xfrm>
          <a:prstGeom prst="ellipse">
            <a:avLst/>
          </a:prstGeom>
          <a:solidFill>
            <a:srgbClr val="26B8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95F"/>
                </a:solidFill>
              </a:rPr>
              <a:t>함께하는 사람들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703320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822960" y="4709159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EEFBFC"/>
          </a:solidFill>
          <a:ln w="12700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1005840" y="4937759"/>
            <a:ext cx="457200" cy="457200"/>
          </a:xfrm>
          <a:prstGeom prst="ellipse">
            <a:avLst/>
          </a:prstGeom>
          <a:solidFill>
            <a:srgbClr val="26B8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95F"/>
                </a:solidFill>
              </a:rPr>
              <a:t>참여 방법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754879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B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95F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822960" y="1554480"/>
            <a:ext cx="1054577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1595F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822960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EEFBFC"/>
          </a:solidFill>
          <a:ln w="15875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1005840" y="3200400"/>
            <a:ext cx="457200" cy="457200"/>
          </a:xfrm>
          <a:prstGeom prst="ellipse">
            <a:avLst/>
          </a:prstGeom>
          <a:solidFill>
            <a:srgbClr val="26B8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95F"/>
                </a:solidFill>
              </a:rPr>
              <a:t>모임의 취지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414418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EEFBFC"/>
          </a:solidFill>
          <a:ln w="15875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97298" y="3200400"/>
            <a:ext cx="457200" cy="457200"/>
          </a:xfrm>
          <a:prstGeom prst="ellipse">
            <a:avLst/>
          </a:prstGeom>
          <a:solidFill>
            <a:srgbClr val="26B8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95F"/>
                </a:solidFill>
              </a:rPr>
              <a:t>활동 내용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05876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EEFBFC"/>
          </a:solidFill>
          <a:ln w="15875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188756" y="3200400"/>
            <a:ext cx="457200" cy="457200"/>
          </a:xfrm>
          <a:prstGeom prst="ellipse">
            <a:avLst/>
          </a:prstGeom>
          <a:solidFill>
            <a:srgbClr val="26B8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95F"/>
                </a:solidFill>
              </a:rPr>
              <a:t>참여 혜택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3036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B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95F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822960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EEFBFC"/>
          </a:solidFill>
          <a:ln w="12700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822960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26B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처음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D1F7FA"/>
          </a:solidFill>
          <a:ln w="12700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115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B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7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95F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B8C5"/>
                      </a:solidFill>
                      <a:prstDash val="solid"/>
                    </a:lnL>
                    <a:lnR w="9525" cap="flat" cmpd="sng" algn="ctr">
                      <a:solidFill>
                        <a:srgbClr val="26B8C5"/>
                      </a:solidFill>
                      <a:prstDash val="solid"/>
                    </a:lnR>
                    <a:lnT w="9525" cap="flat" cmpd="sng" algn="ctr">
                      <a:solidFill>
                        <a:srgbClr val="26B8C5"/>
                      </a:solidFill>
                      <a:prstDash val="solid"/>
                    </a:lnT>
                    <a:lnB w="9525" cap="flat" cmpd="sng" algn="ctr">
                      <a:solidFill>
                        <a:srgbClr val="26B8C5"/>
                      </a:solidFill>
                      <a:prstDash val="solid"/>
                    </a:lnB>
                    <a:solidFill>
                      <a:srgbClr val="26B8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B8C5"/>
                      </a:solidFill>
                      <a:prstDash val="solid"/>
                    </a:lnL>
                    <a:lnR w="9525" cap="flat" cmpd="sng" algn="ctr">
                      <a:solidFill>
                        <a:srgbClr val="26B8C5"/>
                      </a:solidFill>
                      <a:prstDash val="solid"/>
                    </a:lnR>
                    <a:lnT w="9525" cap="flat" cmpd="sng" algn="ctr">
                      <a:solidFill>
                        <a:srgbClr val="26B8C5"/>
                      </a:solidFill>
                      <a:prstDash val="solid"/>
                    </a:lnT>
                    <a:lnB w="9525" cap="flat" cmpd="sng" algn="ctr">
                      <a:solidFill>
                        <a:srgbClr val="26B8C5"/>
                      </a:solidFill>
                      <a:prstDash val="solid"/>
                    </a:lnB>
                    <a:solidFill>
                      <a:srgbClr val="26B8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B8C5"/>
                      </a:solidFill>
                      <a:prstDash val="solid"/>
                    </a:lnL>
                    <a:lnR w="9525" cap="flat" cmpd="sng" algn="ctr">
                      <a:solidFill>
                        <a:srgbClr val="26B8C5"/>
                      </a:solidFill>
                      <a:prstDash val="solid"/>
                    </a:lnR>
                    <a:lnT w="9525" cap="flat" cmpd="sng" algn="ctr">
                      <a:solidFill>
                        <a:srgbClr val="26B8C5"/>
                      </a:solidFill>
                      <a:prstDash val="solid"/>
                    </a:lnT>
                    <a:lnB w="9525" cap="flat" cmpd="sng" algn="ctr">
                      <a:solidFill>
                        <a:srgbClr val="26B8C5"/>
                      </a:solidFill>
                      <a:prstDash val="solid"/>
                    </a:lnB>
                    <a:solidFill>
                      <a:srgbClr val="26B8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B8C5"/>
                      </a:solidFill>
                      <a:prstDash val="solid"/>
                    </a:lnL>
                    <a:lnR w="9525" cap="flat" cmpd="sng" algn="ctr">
                      <a:solidFill>
                        <a:srgbClr val="26B8C5"/>
                      </a:solidFill>
                      <a:prstDash val="solid"/>
                    </a:lnR>
                    <a:lnT w="9525" cap="flat" cmpd="sng" algn="ctr">
                      <a:solidFill>
                        <a:srgbClr val="26B8C5"/>
                      </a:solidFill>
                      <a:prstDash val="solid"/>
                    </a:lnT>
                    <a:lnB w="9525" cap="flat" cmpd="sng" algn="ctr">
                      <a:solidFill>
                        <a:srgbClr val="26B8C5"/>
                      </a:solidFill>
                      <a:prstDash val="solid"/>
                    </a:lnB>
                    <a:solidFill>
                      <a:srgbClr val="26B8C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95F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95F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E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E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EFB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95F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95F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E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E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EFB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95F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95F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95F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11595F"/>
      </a:dk2>
      <a:lt2>
        <a:srgbClr val="EEFBFC"/>
      </a:lt2>
      <a:accent1>
        <a:srgbClr val="26B8C5"/>
      </a:accent1>
      <a:accent2>
        <a:srgbClr val="209DB6"/>
      </a:accent2>
      <a:accent3>
        <a:srgbClr val="11595F"/>
      </a:accent3>
      <a:accent4>
        <a:srgbClr val="D1F7FA"/>
      </a:accent4>
      <a:accent5>
        <a:srgbClr val="23AABE"/>
      </a:accent5>
      <a:accent6>
        <a:srgbClr val="709B9F"/>
      </a:accent6>
      <a:hlink>
        <a:srgbClr val="26B8C5"/>
      </a:hlink>
      <a:folHlink>
        <a:srgbClr val="1159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