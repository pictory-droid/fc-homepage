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6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3154680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36234" y="1965960"/>
            <a:ext cx="2377440" cy="2377440"/>
          </a:xfrm>
          <a:prstGeom prst="ellipse">
            <a:avLst/>
          </a:prstGeom>
          <a:solidFill>
            <a:srgbClr val="5EAA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3657600"/>
            <a:ext cx="7315017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114800"/>
            <a:ext cx="7315017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5394960"/>
            <a:ext cx="731501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다음 모임 일정을 먼저 안내합니다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6263640"/>
            <a:ext cx="731501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un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ED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828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E0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우리 모임 소개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ED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822959" y="288036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E0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활동 이야기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ED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2959" y="39319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E0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함께하는 사람들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8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ED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/>
          <p:nvPr/>
        </p:nvSpPr>
        <p:spPr>
          <a:xfrm>
            <a:off x="822959" y="4983479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E0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참여 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un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74649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ED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E0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모임의 취지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ED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4536338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E0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활동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ED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49716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E0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참여 혜택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un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60020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ED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처음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60020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ED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746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42316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un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649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6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3154680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36234" y="1965960"/>
            <a:ext cx="2377440" cy="2377440"/>
          </a:xfrm>
          <a:prstGeom prst="ellipse">
            <a:avLst/>
          </a:prstGeom>
          <a:solidFill>
            <a:srgbClr val="5EAA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3657600"/>
            <a:ext cx="7315017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114800"/>
            <a:ext cx="7315017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5394960"/>
            <a:ext cx="731501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6263640"/>
            <a:ext cx="731501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274649"/>
      </a:dk2>
      <a:lt2>
        <a:srgbClr val="EAFBFD"/>
      </a:lt2>
      <a:accent1>
        <a:srgbClr val="7BE0EA"/>
      </a:accent1>
      <a:accent2>
        <a:srgbClr val="9FC3EF"/>
      </a:accent2>
      <a:accent3>
        <a:srgbClr val="274649"/>
      </a:accent3>
      <a:accent4>
        <a:srgbClr val="D1F7FA"/>
      </a:accent4>
      <a:accent5>
        <a:srgbClr val="8DD2EC"/>
      </a:accent5>
      <a:accent6>
        <a:srgbClr val="7D9092"/>
      </a:accent6>
      <a:hlink>
        <a:srgbClr val="7BE0EA"/>
      </a:hlink>
      <a:folHlink>
        <a:srgbClr val="2746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