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137956" y="2926096"/>
            <a:ext cx="1737316" cy="1005814"/>
          </a:xfrm>
          <a:prstGeom prst="cloud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960895" y="3383284"/>
            <a:ext cx="1097252" cy="694926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8595145" y="4151361"/>
            <a:ext cx="219450" cy="219450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9143771" y="4151361"/>
            <a:ext cx="219450" cy="219450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9692397" y="4151361"/>
            <a:ext cx="219450" cy="219450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6263B"/>
                </a:solidFill>
              </a:rPr>
              <a:t>발표 제목을 입력하세요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6263B"/>
                </a:solidFill>
              </a:rPr>
              <a:t>제비처럼 소식을 물고 와서 전해요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업무 보고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92079" y="521208"/>
            <a:ext cx="694944" cy="402336"/>
          </a:xfrm>
          <a:prstGeom prst="cloud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21263" y="704088"/>
            <a:ext cx="438912" cy="277977"/>
          </a:xfrm>
          <a:prstGeom prst="cloud">
            <a:avLst/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874959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94415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13871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목차</a:t>
            </a:r>
          </a:p>
        </p:txBody>
      </p:sp>
      <p:sp>
        <p:nvSpPr>
          <p:cNvPr id="9" name="줄 1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2A47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추진 경과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645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3" name="줄 2"/>
          <p:cNvSpPr/>
          <p:nvPr/>
        </p:nvSpPr>
        <p:spPr>
          <a:xfrm>
            <a:off x="640080" y="265176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822959" y="2880360"/>
            <a:ext cx="457200" cy="457200"/>
          </a:xfrm>
          <a:prstGeom prst="ellipse">
            <a:avLst/>
          </a:prstGeom>
          <a:solidFill>
            <a:srgbClr val="2A47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주요 성과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697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7" name="줄 3"/>
          <p:cNvSpPr/>
          <p:nvPr/>
        </p:nvSpPr>
        <p:spPr>
          <a:xfrm>
            <a:off x="640080" y="37033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2A47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이슈와 대응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74903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1" name="줄 4"/>
          <p:cNvSpPr/>
          <p:nvPr/>
        </p:nvSpPr>
        <p:spPr>
          <a:xfrm>
            <a:off x="640080" y="475487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번호 4"/>
          <p:cNvSpPr/>
          <p:nvPr/>
        </p:nvSpPr>
        <p:spPr>
          <a:xfrm>
            <a:off x="822959" y="4983479"/>
            <a:ext cx="457200" cy="457200"/>
          </a:xfrm>
          <a:prstGeom prst="ellipse">
            <a:avLst/>
          </a:prstGeom>
          <a:solidFill>
            <a:srgbClr val="2A47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향후 계획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80059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92079" y="521208"/>
            <a:ext cx="694944" cy="402336"/>
          </a:xfrm>
          <a:prstGeom prst="cloud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21263" y="704088"/>
            <a:ext cx="438912" cy="277977"/>
          </a:xfrm>
          <a:prstGeom prst="cloud">
            <a:avLst/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874959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94415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13871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핵심 메시지</a:t>
            </a:r>
          </a:p>
        </p:txBody>
      </p:sp>
      <p:sp>
        <p:nvSpPr>
          <p:cNvPr id="9" name="핵심 문장"/>
          <p:cNvSpPr txBox="1"/>
          <p:nvPr/>
        </p:nvSpPr>
        <p:spPr>
          <a:xfrm>
            <a:off x="640080" y="160020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6263B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10" name="카드 1"/>
          <p:cNvSpPr/>
          <p:nvPr/>
        </p:nvSpPr>
        <p:spPr>
          <a:xfrm>
            <a:off x="640080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5875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822959" y="3246120"/>
            <a:ext cx="457200" cy="457200"/>
          </a:xfrm>
          <a:prstGeom prst="ellipse">
            <a:avLst/>
          </a:prstGeom>
          <a:solidFill>
            <a:srgbClr val="2A47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진행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4" name="카드 2"/>
          <p:cNvSpPr/>
          <p:nvPr/>
        </p:nvSpPr>
        <p:spPr>
          <a:xfrm>
            <a:off x="4353458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5875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4536338" y="3246120"/>
            <a:ext cx="457200" cy="457200"/>
          </a:xfrm>
          <a:prstGeom prst="ellipse">
            <a:avLst/>
          </a:prstGeom>
          <a:solidFill>
            <a:srgbClr val="2A47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성과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8" name="카드 3"/>
          <p:cNvSpPr/>
          <p:nvPr/>
        </p:nvSpPr>
        <p:spPr>
          <a:xfrm>
            <a:off x="8066836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5875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49716" y="3246120"/>
            <a:ext cx="457200" cy="457200"/>
          </a:xfrm>
          <a:prstGeom prst="ellipse">
            <a:avLst/>
          </a:prstGeom>
          <a:solidFill>
            <a:srgbClr val="2A47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이슈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92079" y="521208"/>
            <a:ext cx="694944" cy="402336"/>
          </a:xfrm>
          <a:prstGeom prst="cloud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21263" y="704088"/>
            <a:ext cx="438912" cy="277977"/>
          </a:xfrm>
          <a:prstGeom prst="cloud">
            <a:avLst/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874959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94415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13871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한눈에 비교</a:t>
            </a:r>
          </a:p>
        </p:txBody>
      </p:sp>
      <p:sp>
        <p:nvSpPr>
          <p:cNvPr id="9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계획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D1DEF0"/>
          </a:solidFill>
          <a:ln w="12700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1626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실적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92079" y="521208"/>
            <a:ext cx="694944" cy="402336"/>
          </a:xfrm>
          <a:prstGeom prst="cloud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21263" y="704088"/>
            <a:ext cx="438912" cy="277977"/>
          </a:xfrm>
          <a:prstGeom prst="cloud">
            <a:avLst/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874959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94415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13871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일정·현황</a:t>
            </a:r>
          </a:p>
        </p:txBody>
      </p:sp>
      <p:graphicFrame>
        <p:nvGraphicFramePr>
          <p:cNvPr id="9" name="표"/>
          <p:cNvGraphicFramePr>
            <a:graphicFrameLocks noGrp="1"/>
          </p:cNvGraphicFramePr>
          <p:nvPr/>
        </p:nvGraphicFramePr>
        <p:xfrm>
          <a:off x="640080" y="160020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목표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실적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달성률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6263B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6263B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6263B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6263B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6263B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137956" y="2926096"/>
            <a:ext cx="1737316" cy="1005814"/>
          </a:xfrm>
          <a:prstGeom prst="cloud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960895" y="3383284"/>
            <a:ext cx="1097252" cy="694926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8595145" y="4151361"/>
            <a:ext cx="219450" cy="219450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9143771" y="4151361"/>
            <a:ext cx="219450" cy="219450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9692397" y="4151361"/>
            <a:ext cx="219450" cy="219450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6263B"/>
                </a:solidFill>
              </a:rPr>
              <a:t>감사합니다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6263B"/>
                </a:solidFill>
              </a:rPr>
              <a:t>들어 주셔서 고맙습니다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업무 보고 발표 템플릿">
  <a:themeElements>
    <a:clrScheme name="Office">
      <a:dk1>
        <a:sysClr val="windowText" lastClr="000000"/>
      </a:dk1>
      <a:lt1>
        <a:sysClr val="window" lastClr="FFFFFF"/>
      </a:lt1>
      <a:dk2>
        <a:srgbClr val="16263B"/>
      </a:dk2>
      <a:lt2>
        <a:srgbClr val="F0F4F9"/>
      </a:lt2>
      <a:accent1>
        <a:srgbClr val="2A476F"/>
      </a:accent1>
      <a:accent2>
        <a:srgbClr val="91423B"/>
      </a:accent2>
      <a:accent3>
        <a:srgbClr val="16263B"/>
      </a:accent3>
      <a:accent4>
        <a:srgbClr val="D1DEF0"/>
      </a:accent4>
      <a:accent5>
        <a:srgbClr val="5E4455"/>
      </a:accent5>
      <a:accent6>
        <a:srgbClr val="737D89"/>
      </a:accent6>
      <a:hlink>
        <a:srgbClr val="2A476F"/>
      </a:hlink>
      <a:folHlink>
        <a:srgbClr val="16263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