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56110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56110"/>
                </a:solidFill>
              </a:rPr>
              <a:t>비용과 일정부터 확인해 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731520" y="160020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문제와 기회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731520" y="265176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해결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9747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731520" y="370332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기대 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4903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731520" y="4754879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14400" y="4983479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진행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80059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731520" y="1600200"/>
            <a:ext cx="1072865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756110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731520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914400" y="324612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83938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66818" y="324612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제안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36356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19236" y="324612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효과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3516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731520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731520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9EFC8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7561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31520" y="1600200"/>
          <a:ext cx="1072865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56110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56110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56110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756110"/>
      </a:dk2>
      <a:lt2>
        <a:srgbClr val="FDF9ED"/>
      </a:lt2>
      <a:accent1>
        <a:srgbClr val="CEAB1C"/>
      </a:accent1>
      <a:accent2>
        <a:srgbClr val="3B7791"/>
      </a:accent2>
      <a:accent3>
        <a:srgbClr val="756110"/>
      </a:accent3>
      <a:accent4>
        <a:srgbClr val="F9EFC8"/>
      </a:accent4>
      <a:accent5>
        <a:srgbClr val="849156"/>
      </a:accent5>
      <a:accent6>
        <a:srgbClr val="ACA070"/>
      </a:accent6>
      <a:hlink>
        <a:srgbClr val="CEAB1C"/>
      </a:hlink>
      <a:folHlink>
        <a:srgbClr val="7561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