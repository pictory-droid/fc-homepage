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4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684367" y="1097280"/>
            <a:ext cx="822960" cy="822960"/>
          </a:xfrm>
          <a:prstGeom prst="ellipse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7207" y="4663440"/>
            <a:ext cx="109728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1828754" y="1874520"/>
            <a:ext cx="8534186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754" y="2331720"/>
            <a:ext cx="8534186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1828754" y="361188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비용과 일정부터 확인해 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1828754" y="448056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사업 제안 · 발표자 이름</a:t>
            </a:r>
          </a:p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C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2011680"/>
            <a:ext cx="457200" cy="457200"/>
          </a:xfrm>
          <a:prstGeom prst="ellipse">
            <a:avLst/>
          </a:prstGeom>
          <a:noFill/>
          <a:ln w="19050">
            <a:solidFill>
              <a:srgbClr val="D8C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4227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문제와 기회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C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noFill/>
          <a:ln w="19050">
            <a:solidFill>
              <a:srgbClr val="D8C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4227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해결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C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noFill/>
          <a:ln w="19050">
            <a:solidFill>
              <a:srgbClr val="D8C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4227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기대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8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C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/>
          <p:nvPr/>
        </p:nvSpPr>
        <p:spPr>
          <a:xfrm>
            <a:off x="822959" y="5166359"/>
            <a:ext cx="457200" cy="457200"/>
          </a:xfrm>
          <a:prstGeom prst="ellipse">
            <a:avLst/>
          </a:prstGeom>
          <a:noFill/>
          <a:ln w="19050">
            <a:solidFill>
              <a:srgbClr val="D8C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4227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진행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422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C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3429000"/>
            <a:ext cx="457200" cy="457200"/>
          </a:xfrm>
          <a:prstGeom prst="ellipse">
            <a:avLst/>
          </a:prstGeom>
          <a:noFill/>
          <a:ln w="19050">
            <a:solidFill>
              <a:srgbClr val="D8C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4227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C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4536338" y="3429000"/>
            <a:ext cx="457200" cy="457200"/>
          </a:xfrm>
          <a:prstGeom prst="ellipse">
            <a:avLst/>
          </a:prstGeom>
          <a:noFill/>
          <a:ln w="19050">
            <a:solidFill>
              <a:srgbClr val="D8C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4227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제안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C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49716" y="3429000"/>
            <a:ext cx="457200" cy="457200"/>
          </a:xfrm>
          <a:prstGeom prst="ellipse">
            <a:avLst/>
          </a:prstGeom>
          <a:noFill/>
          <a:ln w="19050">
            <a:solidFill>
              <a:srgbClr val="D8C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4227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227"/>
                </a:solidFill>
              </a:rPr>
              <a:t>효과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C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C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42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round2SameRect">
            <a:avLst/>
          </a:prstGeom>
          <a:solidFill>
            <a:srgbClr val="EBD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C579"/>
                      </a:solidFill>
                      <a:prstDash val="solid"/>
                    </a:lnL>
                    <a:lnR w="9525" cap="flat" cmpd="sng" algn="ctr">
                      <a:solidFill>
                        <a:srgbClr val="D8C579"/>
                      </a:solidFill>
                      <a:prstDash val="solid"/>
                    </a:lnR>
                    <a:lnT w="9525" cap="flat" cmpd="sng" algn="ctr">
                      <a:solidFill>
                        <a:srgbClr val="D8C579"/>
                      </a:solidFill>
                      <a:prstDash val="solid"/>
                    </a:lnT>
                    <a:lnB w="9525" cap="flat" cmpd="sng" algn="ctr">
                      <a:solidFill>
                        <a:srgbClr val="D8C579"/>
                      </a:solidFill>
                      <a:prstDash val="solid"/>
                    </a:lnB>
                    <a:solidFill>
                      <a:srgbClr val="D8C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C579"/>
                      </a:solidFill>
                      <a:prstDash val="solid"/>
                    </a:lnL>
                    <a:lnR w="9525" cap="flat" cmpd="sng" algn="ctr">
                      <a:solidFill>
                        <a:srgbClr val="D8C579"/>
                      </a:solidFill>
                      <a:prstDash val="solid"/>
                    </a:lnR>
                    <a:lnT w="9525" cap="flat" cmpd="sng" algn="ctr">
                      <a:solidFill>
                        <a:srgbClr val="D8C579"/>
                      </a:solidFill>
                      <a:prstDash val="solid"/>
                    </a:lnT>
                    <a:lnB w="9525" cap="flat" cmpd="sng" algn="ctr">
                      <a:solidFill>
                        <a:srgbClr val="D8C579"/>
                      </a:solidFill>
                      <a:prstDash val="solid"/>
                    </a:lnB>
                    <a:solidFill>
                      <a:srgbClr val="D8C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C579"/>
                      </a:solidFill>
                      <a:prstDash val="solid"/>
                    </a:lnL>
                    <a:lnR w="9525" cap="flat" cmpd="sng" algn="ctr">
                      <a:solidFill>
                        <a:srgbClr val="D8C579"/>
                      </a:solidFill>
                      <a:prstDash val="solid"/>
                    </a:lnR>
                    <a:lnT w="9525" cap="flat" cmpd="sng" algn="ctr">
                      <a:solidFill>
                        <a:srgbClr val="D8C579"/>
                      </a:solidFill>
                      <a:prstDash val="solid"/>
                    </a:lnT>
                    <a:lnB w="9525" cap="flat" cmpd="sng" algn="ctr">
                      <a:solidFill>
                        <a:srgbClr val="D8C579"/>
                      </a:solidFill>
                      <a:prstDash val="solid"/>
                    </a:lnB>
                    <a:solidFill>
                      <a:srgbClr val="D8C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C579"/>
                      </a:solidFill>
                      <a:prstDash val="solid"/>
                    </a:lnL>
                    <a:lnR w="9525" cap="flat" cmpd="sng" algn="ctr">
                      <a:solidFill>
                        <a:srgbClr val="D8C579"/>
                      </a:solidFill>
                      <a:prstDash val="solid"/>
                    </a:lnR>
                    <a:lnT w="9525" cap="flat" cmpd="sng" algn="ctr">
                      <a:solidFill>
                        <a:srgbClr val="D8C579"/>
                      </a:solidFill>
                      <a:prstDash val="solid"/>
                    </a:lnT>
                    <a:lnB w="9525" cap="flat" cmpd="sng" algn="ctr">
                      <a:solidFill>
                        <a:srgbClr val="D8C579"/>
                      </a:solidFill>
                      <a:prstDash val="solid"/>
                    </a:lnB>
                    <a:solidFill>
                      <a:srgbClr val="D8C57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22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22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22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22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22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4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684367" y="1097280"/>
            <a:ext cx="822960" cy="822960"/>
          </a:xfrm>
          <a:prstGeom prst="ellipse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7207" y="4663440"/>
            <a:ext cx="109728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1828754" y="1874520"/>
            <a:ext cx="8534186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754" y="2331720"/>
            <a:ext cx="8534186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1828754" y="361188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1828754" y="448056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494227"/>
      </a:dk2>
      <a:lt2>
        <a:srgbClr val="FBF8EC"/>
      </a:lt2>
      <a:accent1>
        <a:srgbClr val="D8C579"/>
      </a:accent1>
      <a:accent2>
        <a:srgbClr val="CEE198"/>
      </a:accent2>
      <a:accent3>
        <a:srgbClr val="494227"/>
      </a:accent3>
      <a:accent4>
        <a:srgbClr val="F6EFD5"/>
      </a:accent4>
      <a:accent5>
        <a:srgbClr val="D3D388"/>
      </a:accent5>
      <a:accent6>
        <a:srgbClr val="928E7D"/>
      </a:accent6>
      <a:hlink>
        <a:srgbClr val="D8C579"/>
      </a:hlink>
      <a:folHlink>
        <a:srgbClr val="4942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