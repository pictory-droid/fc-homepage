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한 번 들으면 써먹을 수 있게 구성했습니다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914400" y="16002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오늘의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914400" y="26517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핵심 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914400" y="370332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실습과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914400" y="475487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1097280" y="4983479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정리와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0059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914400" y="160020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B151B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914400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알아야 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536338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719218" y="32461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해 볼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158276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341156" y="32461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기억할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5CCCF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5B15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