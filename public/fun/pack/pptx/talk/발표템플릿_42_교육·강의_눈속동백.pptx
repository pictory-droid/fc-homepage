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151B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151B"/>
                </a:solidFill>
              </a:rPr>
              <a:t>한 번 들으면 써먹을 수 있게 구성했습니다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2880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오늘의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6517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288036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핵심 개념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974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70332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393192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실습과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914400" y="475487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97280" y="4983479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정리와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0059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914400" y="160020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5B151B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914400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97280" y="324612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알아야 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536338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719218" y="324612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해 볼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158276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5875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341156" y="3246120"/>
            <a:ext cx="457200" cy="457200"/>
          </a:xfrm>
          <a:prstGeom prst="ellipse">
            <a:avLst/>
          </a:prstGeom>
          <a:solidFill>
            <a:srgbClr val="AE2934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151B"/>
                </a:solidFill>
              </a:rPr>
              <a:t>기억할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914400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914400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415887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5CCCF"/>
          </a:solidFill>
          <a:ln w="12700">
            <a:solidFill>
              <a:srgbClr val="F5CC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415887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5B15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AE29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B151B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AE2934"/>
                      </a:solidFill>
                      <a:prstDash val="solid"/>
                    </a:lnL>
                    <a:lnR w="9525" cap="flat" cmpd="sng" algn="ctr">
                      <a:solidFill>
                        <a:srgbClr val="AE2934"/>
                      </a:solidFill>
                      <a:prstDash val="solid"/>
                    </a:lnR>
                    <a:lnT w="9525" cap="flat" cmpd="sng" algn="ctr">
                      <a:solidFill>
                        <a:srgbClr val="AE2934"/>
                      </a:solidFill>
                      <a:prstDash val="solid"/>
                    </a:lnT>
                    <a:lnB w="9525" cap="flat" cmpd="sng" algn="ctr">
                      <a:solidFill>
                        <a:srgbClr val="AE2934"/>
                      </a:solidFill>
                      <a:prstDash val="solid"/>
                    </a:lnB>
                    <a:solidFill>
                      <a:srgbClr val="AE293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BEEF0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151B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5CC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CCCF"/>
                      </a:solidFill>
                      <a:prstDash val="solid"/>
                    </a:lnL>
                    <a:lnR w="9525" cap="flat" cmpd="sng" algn="ctr">
                      <a:solidFill>
                        <a:srgbClr val="F5CCCF"/>
                      </a:solidFill>
                      <a:prstDash val="solid"/>
                    </a:lnR>
                    <a:lnT w="9525" cap="flat" cmpd="sng" algn="ctr">
                      <a:solidFill>
                        <a:srgbClr val="F5CCCF"/>
                      </a:solidFill>
                      <a:prstDash val="solid"/>
                    </a:lnT>
                    <a:lnB w="9525" cap="flat" cmpd="sng" algn="ctr">
                      <a:solidFill>
                        <a:srgbClr val="F5CC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B151B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151B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5B151B"/>
      </a:dk2>
      <a:lt2>
        <a:srgbClr val="FBEEF0"/>
      </a:lt2>
      <a:accent1>
        <a:srgbClr val="AE2934"/>
      </a:accent1>
      <a:accent2>
        <a:srgbClr val="3B915F"/>
      </a:accent2>
      <a:accent3>
        <a:srgbClr val="5B151B"/>
      </a:accent3>
      <a:accent4>
        <a:srgbClr val="F5CCCF"/>
      </a:accent4>
      <a:accent5>
        <a:srgbClr val="745D4A"/>
      </a:accent5>
      <a:accent6>
        <a:srgbClr val="9D7376"/>
      </a:accent6>
      <a:hlink>
        <a:srgbClr val="AE2934"/>
      </a:hlink>
      <a:folHlink>
        <a:srgbClr val="5B151B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