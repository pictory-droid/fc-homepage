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53C26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53C26"/>
                </a:solidFill>
              </a:rPr>
              <a:t>시작은 작게, 규모는 단계별로 말씀드립니다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3088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53C26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822960" y="155448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0FAF4"/>
          </a:solidFill>
          <a:ln w="12700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83080"/>
            <a:ext cx="457200" cy="45720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53C26"/>
                </a:solidFill>
              </a:rPr>
              <a:t>문제와 기회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822960" y="2606039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0FAF4"/>
          </a:solidFill>
          <a:ln w="12700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05840" y="2834639"/>
            <a:ext cx="457200" cy="45720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53C26"/>
                </a:solidFill>
              </a:rPr>
              <a:t>해결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51759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822960" y="365760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0FAF4"/>
          </a:solidFill>
          <a:ln w="12700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05840" y="3886200"/>
            <a:ext cx="457200" cy="45720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53C26"/>
                </a:solidFill>
              </a:rPr>
              <a:t>기대 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703320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822960" y="4709159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0FAF4"/>
          </a:solidFill>
          <a:ln w="12700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1005840" y="4937759"/>
            <a:ext cx="457200" cy="45720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53C26"/>
                </a:solidFill>
              </a:rPr>
              <a:t>진행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754879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3088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53C26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822960" y="1554480"/>
            <a:ext cx="1054577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53C26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822960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0FAF4"/>
          </a:solidFill>
          <a:ln w="1587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1005840" y="3200400"/>
            <a:ext cx="457200" cy="45720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53C26"/>
                </a:solidFill>
              </a:rPr>
              <a:t>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414418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0FAF4"/>
          </a:solidFill>
          <a:ln w="1587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97298" y="3200400"/>
            <a:ext cx="457200" cy="45720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53C26"/>
                </a:solidFill>
              </a:rPr>
              <a:t>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05876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0FAF4"/>
          </a:solidFill>
          <a:ln w="1587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188756" y="3200400"/>
            <a:ext cx="457200" cy="45720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53C26"/>
                </a:solidFill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3036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3088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53C26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822960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F0FAF4"/>
          </a:solidFill>
          <a:ln w="12700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822960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현재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D0F1DE"/>
          </a:solidFill>
          <a:ln w="12700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153C2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3088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53C26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08854"/>
                      </a:solidFill>
                      <a:prstDash val="solid"/>
                    </a:lnL>
                    <a:lnR w="9525" cap="flat" cmpd="sng" algn="ctr">
                      <a:solidFill>
                        <a:srgbClr val="308854"/>
                      </a:solidFill>
                      <a:prstDash val="solid"/>
                    </a:lnR>
                    <a:lnT w="9525" cap="flat" cmpd="sng" algn="ctr">
                      <a:solidFill>
                        <a:srgbClr val="308854"/>
                      </a:solidFill>
                      <a:prstDash val="solid"/>
                    </a:lnT>
                    <a:lnB w="9525" cap="flat" cmpd="sng" algn="ctr">
                      <a:solidFill>
                        <a:srgbClr val="308854"/>
                      </a:solidFill>
                      <a:prstDash val="solid"/>
                    </a:lnB>
                    <a:solidFill>
                      <a:srgbClr val="3088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08854"/>
                      </a:solidFill>
                      <a:prstDash val="solid"/>
                    </a:lnL>
                    <a:lnR w="9525" cap="flat" cmpd="sng" algn="ctr">
                      <a:solidFill>
                        <a:srgbClr val="308854"/>
                      </a:solidFill>
                      <a:prstDash val="solid"/>
                    </a:lnR>
                    <a:lnT w="9525" cap="flat" cmpd="sng" algn="ctr">
                      <a:solidFill>
                        <a:srgbClr val="308854"/>
                      </a:solidFill>
                      <a:prstDash val="solid"/>
                    </a:lnT>
                    <a:lnB w="9525" cap="flat" cmpd="sng" algn="ctr">
                      <a:solidFill>
                        <a:srgbClr val="308854"/>
                      </a:solidFill>
                      <a:prstDash val="solid"/>
                    </a:lnB>
                    <a:solidFill>
                      <a:srgbClr val="3088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08854"/>
                      </a:solidFill>
                      <a:prstDash val="solid"/>
                    </a:lnL>
                    <a:lnR w="9525" cap="flat" cmpd="sng" algn="ctr">
                      <a:solidFill>
                        <a:srgbClr val="308854"/>
                      </a:solidFill>
                      <a:prstDash val="solid"/>
                    </a:lnR>
                    <a:lnT w="9525" cap="flat" cmpd="sng" algn="ctr">
                      <a:solidFill>
                        <a:srgbClr val="308854"/>
                      </a:solidFill>
                      <a:prstDash val="solid"/>
                    </a:lnT>
                    <a:lnB w="9525" cap="flat" cmpd="sng" algn="ctr">
                      <a:solidFill>
                        <a:srgbClr val="308854"/>
                      </a:solidFill>
                      <a:prstDash val="solid"/>
                    </a:lnB>
                    <a:solidFill>
                      <a:srgbClr val="3088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08854"/>
                      </a:solidFill>
                      <a:prstDash val="solid"/>
                    </a:lnL>
                    <a:lnR w="9525" cap="flat" cmpd="sng" algn="ctr">
                      <a:solidFill>
                        <a:srgbClr val="308854"/>
                      </a:solidFill>
                      <a:prstDash val="solid"/>
                    </a:lnR>
                    <a:lnT w="9525" cap="flat" cmpd="sng" algn="ctr">
                      <a:solidFill>
                        <a:srgbClr val="308854"/>
                      </a:solidFill>
                      <a:prstDash val="solid"/>
                    </a:lnT>
                    <a:lnB w="9525" cap="flat" cmpd="sng" algn="ctr">
                      <a:solidFill>
                        <a:srgbClr val="308854"/>
                      </a:solidFill>
                      <a:prstDash val="solid"/>
                    </a:lnB>
                    <a:solidFill>
                      <a:srgbClr val="30885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53C26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D0F1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53C26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D0F1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0FAF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53C26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D0F1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53C26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D0F1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0FAF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53C26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D0F1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E"/>
                      </a:solidFill>
                      <a:prstDash val="solid"/>
                    </a:lnL>
                    <a:lnR w="9525" cap="flat" cmpd="sng" algn="ctr">
                      <a:solidFill>
                        <a:srgbClr val="D0F1DE"/>
                      </a:solidFill>
                      <a:prstDash val="solid"/>
                    </a:lnR>
                    <a:lnT w="9525" cap="flat" cmpd="sng" algn="ctr">
                      <a:solidFill>
                        <a:srgbClr val="D0F1DE"/>
                      </a:solidFill>
                      <a:prstDash val="solid"/>
                    </a:lnT>
                    <a:lnB w="9525" cap="flat" cmpd="sng" algn="ctr">
                      <a:solidFill>
                        <a:srgbClr val="D0F1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53C26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53C26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153C26"/>
      </a:dk2>
      <a:lt2>
        <a:srgbClr val="F0FAF4"/>
      </a:lt2>
      <a:accent1>
        <a:srgbClr val="308854"/>
      </a:accent1>
      <a:accent2>
        <a:srgbClr val="8A3B91"/>
      </a:accent2>
      <a:accent3>
        <a:srgbClr val="153C26"/>
      </a:accent3>
      <a:accent4>
        <a:srgbClr val="D0F1DE"/>
      </a:accent4>
      <a:accent5>
        <a:srgbClr val="5D6272"/>
      </a:accent5>
      <a:accent6>
        <a:srgbClr val="738A7D"/>
      </a:accent6>
      <a:hlink>
        <a:srgbClr val="308854"/>
      </a:hlink>
      <a:folHlink>
        <a:srgbClr val="153C26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