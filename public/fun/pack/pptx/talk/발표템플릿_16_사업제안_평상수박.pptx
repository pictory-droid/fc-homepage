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3154680"/>
          </a:xfrm>
          <a:prstGeom prst="rect">
            <a:avLst/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778020" y="1965960"/>
            <a:ext cx="2377440" cy="2377440"/>
          </a:xfrm>
          <a:prstGeom prst="ellipse">
            <a:avLst/>
          </a:prstGeom>
          <a:solidFill>
            <a:srgbClr val="5EB2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3657600"/>
            <a:ext cx="7315017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0"/>
            <a:ext cx="7315017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53949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시작은 작게, 규모는 단계별로 말씀드립니다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626364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828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문제와 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28803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해결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39319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기대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498347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진행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4935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60020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60020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49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2316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A9"/>
                      </a:solidFill>
                      <a:prstDash val="solid"/>
                    </a:lnL>
                    <a:lnR w="9525" cap="flat" cmpd="sng" algn="ctr">
                      <a:solidFill>
                        <a:srgbClr val="7BEAA9"/>
                      </a:solidFill>
                      <a:prstDash val="solid"/>
                    </a:lnR>
                    <a:lnT w="9525" cap="flat" cmpd="sng" algn="ctr">
                      <a:solidFill>
                        <a:srgbClr val="7BEAA9"/>
                      </a:solidFill>
                      <a:prstDash val="solid"/>
                    </a:lnT>
                    <a:lnB w="9525" cap="flat" cmpd="sng" algn="ctr">
                      <a:solidFill>
                        <a:srgbClr val="7BEAA9"/>
                      </a:solidFill>
                      <a:prstDash val="solid"/>
                    </a:lnB>
                    <a:solidFill>
                      <a:srgbClr val="7BEAA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A9"/>
                      </a:solidFill>
                      <a:prstDash val="solid"/>
                    </a:lnL>
                    <a:lnR w="9525" cap="flat" cmpd="sng" algn="ctr">
                      <a:solidFill>
                        <a:srgbClr val="7BEAA9"/>
                      </a:solidFill>
                      <a:prstDash val="solid"/>
                    </a:lnR>
                    <a:lnT w="9525" cap="flat" cmpd="sng" algn="ctr">
                      <a:solidFill>
                        <a:srgbClr val="7BEAA9"/>
                      </a:solidFill>
                      <a:prstDash val="solid"/>
                    </a:lnT>
                    <a:lnB w="9525" cap="flat" cmpd="sng" algn="ctr">
                      <a:solidFill>
                        <a:srgbClr val="7BEAA9"/>
                      </a:solidFill>
                      <a:prstDash val="solid"/>
                    </a:lnB>
                    <a:solidFill>
                      <a:srgbClr val="7BEAA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A9"/>
                      </a:solidFill>
                      <a:prstDash val="solid"/>
                    </a:lnL>
                    <a:lnR w="9525" cap="flat" cmpd="sng" algn="ctr">
                      <a:solidFill>
                        <a:srgbClr val="7BEAA9"/>
                      </a:solidFill>
                      <a:prstDash val="solid"/>
                    </a:lnR>
                    <a:lnT w="9525" cap="flat" cmpd="sng" algn="ctr">
                      <a:solidFill>
                        <a:srgbClr val="7BEAA9"/>
                      </a:solidFill>
                      <a:prstDash val="solid"/>
                    </a:lnT>
                    <a:lnB w="9525" cap="flat" cmpd="sng" algn="ctr">
                      <a:solidFill>
                        <a:srgbClr val="7BEAA9"/>
                      </a:solidFill>
                      <a:prstDash val="solid"/>
                    </a:lnB>
                    <a:solidFill>
                      <a:srgbClr val="7BEAA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A9"/>
                      </a:solidFill>
                      <a:prstDash val="solid"/>
                    </a:lnL>
                    <a:lnR w="9525" cap="flat" cmpd="sng" algn="ctr">
                      <a:solidFill>
                        <a:srgbClr val="7BEAA9"/>
                      </a:solidFill>
                      <a:prstDash val="solid"/>
                    </a:lnR>
                    <a:lnT w="9525" cap="flat" cmpd="sng" algn="ctr">
                      <a:solidFill>
                        <a:srgbClr val="7BEAA9"/>
                      </a:solidFill>
                      <a:prstDash val="solid"/>
                    </a:lnT>
                    <a:lnB w="9525" cap="flat" cmpd="sng" algn="ctr">
                      <a:solidFill>
                        <a:srgbClr val="7BEAA9"/>
                      </a:solidFill>
                      <a:prstDash val="solid"/>
                    </a:lnB>
                    <a:solidFill>
                      <a:srgbClr val="7BEAA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5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D1FA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5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D1FA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EAF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EAF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EAFD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5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D1FA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5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D1FA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EAF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EAF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EAFD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5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D1FA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2"/>
                      </a:solidFill>
                      <a:prstDash val="solid"/>
                    </a:lnL>
                    <a:lnR w="9525" cap="flat" cmpd="sng" algn="ctr">
                      <a:solidFill>
                        <a:srgbClr val="D1FAE2"/>
                      </a:solidFill>
                      <a:prstDash val="solid"/>
                    </a:lnR>
                    <a:lnT w="9525" cap="flat" cmpd="sng" algn="ctr">
                      <a:solidFill>
                        <a:srgbClr val="D1FAE2"/>
                      </a:solidFill>
                      <a:prstDash val="solid"/>
                    </a:lnT>
                    <a:lnB w="9525" cap="flat" cmpd="sng" algn="ctr">
                      <a:solidFill>
                        <a:srgbClr val="D1FA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3154680"/>
          </a:xfrm>
          <a:prstGeom prst="rect">
            <a:avLst/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778020" y="1965960"/>
            <a:ext cx="2377440" cy="2377440"/>
          </a:xfrm>
          <a:prstGeom prst="ellipse">
            <a:avLst/>
          </a:prstGeom>
          <a:solidFill>
            <a:srgbClr val="5EB2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3657600"/>
            <a:ext cx="7315017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0"/>
            <a:ext cx="7315017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53949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626364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274935"/>
      </a:dk2>
      <a:lt2>
        <a:srgbClr val="EAFDF2"/>
      </a:lt2>
      <a:accent1>
        <a:srgbClr val="7BEAA9"/>
      </a:accent1>
      <a:accent2>
        <a:srgbClr val="9FEFE6"/>
      </a:accent2>
      <a:accent3>
        <a:srgbClr val="274935"/>
      </a:accent3>
      <a:accent4>
        <a:srgbClr val="D1FAE2"/>
      </a:accent4>
      <a:accent5>
        <a:srgbClr val="8DECC8"/>
      </a:accent5>
      <a:accent6>
        <a:srgbClr val="7D9286"/>
      </a:accent6>
      <a:hlink>
        <a:srgbClr val="7BEAA9"/>
      </a:hlink>
      <a:folHlink>
        <a:srgbClr val="27493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