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발표 제목을 입력하세요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종소리처럼 모두의 시선을 모으며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목차</a:t>
            </a:r>
          </a:p>
        </p:txBody>
      </p:sp>
      <p:sp>
        <p:nvSpPr>
          <p:cNvPr id="14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오늘의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핵심 개념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실습과 예시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6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정리와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핵심 메시지</a:t>
            </a:r>
          </a:p>
        </p:txBody>
      </p:sp>
      <p:sp>
        <p:nvSpPr>
          <p:cNvPr id="14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B204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5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알아야 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해 볼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기억할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한눈에 비교</a:t>
            </a:r>
          </a:p>
        </p:txBody>
      </p:sp>
      <p:sp>
        <p:nvSpPr>
          <p:cNvPr id="14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알기 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2D6EF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B20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일정·현황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B204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들어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