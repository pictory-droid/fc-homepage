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달라진 숫자부터 보여 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추진 경과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주요 성과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이슈와 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6263B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이슈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1DEF0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626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