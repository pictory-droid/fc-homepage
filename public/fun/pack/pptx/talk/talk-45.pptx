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발표 제목을 입력하세요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한지 등불처럼 은은하게 밝히는 발표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목차</a:t>
            </a:r>
          </a:p>
        </p:txBody>
      </p:sp>
      <p:sp>
        <p:nvSpPr>
          <p:cNvPr id="14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올해의 한 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잘한 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아쉬운 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6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내년의 다짐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핵심 메시지</a:t>
            </a:r>
          </a:p>
        </p:txBody>
      </p:sp>
      <p:sp>
        <p:nvSpPr>
          <p:cNvPr id="14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C5D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잘한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배운 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다음 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한눈에 비교</a:t>
            </a:r>
          </a:p>
        </p:txBody>
      </p:sp>
      <p:sp>
        <p:nvSpPr>
          <p:cNvPr id="1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2E5C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C5D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일정·현황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들어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