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8534186" y="0"/>
            <a:ext cx="3657508" cy="685800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85546" y="2880360"/>
            <a:ext cx="1097280" cy="1097280"/>
          </a:xfrm>
          <a:prstGeom prst="ellipse">
            <a:avLst/>
          </a:prstGeom>
          <a:solidFill>
            <a:srgbClr val="5C8D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670543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6705432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6705432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개편에 맞춰 준비한 제안입니다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6705432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6596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B8D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문제와 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731519" y="301752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B8D8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해결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731519" y="40690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B8D8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 txBox="1"/>
          <p:nvPr/>
        </p:nvSpPr>
        <p:spPr>
          <a:xfrm>
            <a:off x="731519" y="51206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B8D8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진행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3E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 txBox="1"/>
          <p:nvPr/>
        </p:nvSpPr>
        <p:spPr>
          <a:xfrm>
            <a:off x="731519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B8D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 txBox="1"/>
          <p:nvPr/>
        </p:nvSpPr>
        <p:spPr>
          <a:xfrm>
            <a:off x="4444898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B8D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 txBox="1"/>
          <p:nvPr/>
        </p:nvSpPr>
        <p:spPr>
          <a:xfrm>
            <a:off x="8158276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9B8D8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E49"/>
                </a:solidFill>
              </a:rPr>
              <a:t>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E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8534186" y="0"/>
            <a:ext cx="3657508" cy="685800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85546" y="2880360"/>
            <a:ext cx="1097280" cy="1097280"/>
          </a:xfrm>
          <a:prstGeom prst="ellipse">
            <a:avLst/>
          </a:prstGeom>
          <a:solidFill>
            <a:srgbClr val="5C8D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670543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6705432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6705432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6705432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273E49"/>
      </a:dk2>
      <a:lt2>
        <a:srgbClr val="ECF6FB"/>
      </a:lt2>
      <a:accent1>
        <a:srgbClr val="79B8D8"/>
      </a:accent1>
      <a:accent2>
        <a:srgbClr val="98A7E1"/>
      </a:accent2>
      <a:accent3>
        <a:srgbClr val="273E49"/>
      </a:accent3>
      <a:accent4>
        <a:srgbClr val="D5EBF6"/>
      </a:accent4>
      <a:accent5>
        <a:srgbClr val="88B0DC"/>
      </a:accent5>
      <a:accent6>
        <a:srgbClr val="7D8B92"/>
      </a:accent6>
      <a:hlink>
        <a:srgbClr val="79B8D8"/>
      </a:hlink>
      <a:folHlink>
        <a:srgbClr val="273E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