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3154680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36234" y="1965960"/>
            <a:ext cx="2377440" cy="2377440"/>
          </a:xfrm>
          <a:prstGeom prst="ellipse">
            <a:avLst/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3657600"/>
            <a:ext cx="7315017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114800"/>
            <a:ext cx="7315017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539496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잘한 일과 못한 일을 솔직하게 적었습니다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626364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828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올해의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288036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잘한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39319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아쉬운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822959" y="498347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내년의 다짐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272D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잘한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배운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D97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2D"/>
                </a:solidFill>
              </a:rPr>
              <a:t>다음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60020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올해 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60020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2A6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7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A5"/>
                      </a:solidFill>
                      <a:prstDash val="solid"/>
                    </a:lnL>
                    <a:lnR w="9525" cap="flat" cmpd="sng" algn="ctr">
                      <a:solidFill>
                        <a:srgbClr val="ED97A5"/>
                      </a:solidFill>
                      <a:prstDash val="solid"/>
                    </a:lnR>
                    <a:lnT w="9525" cap="flat" cmpd="sng" algn="ctr">
                      <a:solidFill>
                        <a:srgbClr val="ED97A5"/>
                      </a:solidFill>
                      <a:prstDash val="solid"/>
                    </a:lnT>
                    <a:lnB w="9525" cap="flat" cmpd="sng" algn="ctr">
                      <a:solidFill>
                        <a:srgbClr val="ED97A5"/>
                      </a:solidFill>
                      <a:prstDash val="solid"/>
                    </a:lnB>
                    <a:solidFill>
                      <a:srgbClr val="ED97A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DEA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2D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AD1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D8"/>
                      </a:solidFill>
                      <a:prstDash val="solid"/>
                    </a:lnL>
                    <a:lnR w="9525" cap="flat" cmpd="sng" algn="ctr">
                      <a:solidFill>
                        <a:srgbClr val="FAD1D8"/>
                      </a:solidFill>
                      <a:prstDash val="solid"/>
                    </a:lnR>
                    <a:lnT w="9525" cap="flat" cmpd="sng" algn="ctr">
                      <a:solidFill>
                        <a:srgbClr val="FAD1D8"/>
                      </a:solidFill>
                      <a:prstDash val="solid"/>
                    </a:lnT>
                    <a:lnB w="9525" cap="flat" cmpd="sng" algn="ctr">
                      <a:solidFill>
                        <a:srgbClr val="FAD1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3154680"/>
          </a:xfrm>
          <a:prstGeom prst="rec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36234" y="1965960"/>
            <a:ext cx="2377440" cy="2377440"/>
          </a:xfrm>
          <a:prstGeom prst="ellipse">
            <a:avLst/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3657600"/>
            <a:ext cx="7315017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114800"/>
            <a:ext cx="7315017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539496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626364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49272D"/>
      </a:dk2>
      <a:lt2>
        <a:srgbClr val="FDEAED"/>
      </a:lt2>
      <a:accent1>
        <a:srgbClr val="ED97A5"/>
      </a:accent1>
      <a:accent2>
        <a:srgbClr val="F3CBBA"/>
      </a:accent2>
      <a:accent3>
        <a:srgbClr val="49272D"/>
      </a:accent3>
      <a:accent4>
        <a:srgbClr val="FAD1D8"/>
      </a:accent4>
      <a:accent5>
        <a:srgbClr val="F0B1B0"/>
      </a:accent5>
      <a:accent6>
        <a:srgbClr val="927D81"/>
      </a:accent6>
      <a:hlink>
        <a:srgbClr val="ED97A5"/>
      </a:hlink>
      <a:folHlink>
        <a:srgbClr val="49272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