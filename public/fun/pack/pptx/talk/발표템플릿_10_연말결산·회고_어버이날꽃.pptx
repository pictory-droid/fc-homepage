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21D2B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21D2B"/>
                </a:solidFill>
              </a:rPr>
              <a:t>잘한 일과 못한 일을 솔직하게 적었습니다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연말 결산·회고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3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DF3A5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7D4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2B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822960" y="1554480"/>
            <a:ext cx="10545775" cy="914400"/>
          </a:xfrm>
          <a:prstGeom prst="roundRect">
            <a:avLst>
              <a:gd name="adj" fmla="val 8000"/>
            </a:avLst>
          </a:prstGeom>
          <a:solidFill>
            <a:srgbClr val="FCF3F4"/>
          </a:solidFill>
          <a:ln w="12700">
            <a:solidFill>
              <a:srgbClr val="F7D4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05840" y="1783080"/>
            <a:ext cx="457200" cy="457200"/>
          </a:xfrm>
          <a:prstGeom prst="ellipse">
            <a:avLst/>
          </a:prstGeom>
          <a:solidFill>
            <a:srgbClr val="DF3A5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6002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1D2B"/>
                </a:solidFill>
              </a:rPr>
              <a:t>올해의 한 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600200"/>
            <a:ext cx="670529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822960" y="2606039"/>
            <a:ext cx="10545775" cy="914400"/>
          </a:xfrm>
          <a:prstGeom prst="roundRect">
            <a:avLst>
              <a:gd name="adj" fmla="val 8000"/>
            </a:avLst>
          </a:prstGeom>
          <a:solidFill>
            <a:srgbClr val="FCF3F4"/>
          </a:solidFill>
          <a:ln w="12700">
            <a:solidFill>
              <a:srgbClr val="F7D4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1005840" y="2834639"/>
            <a:ext cx="457200" cy="457200"/>
          </a:xfrm>
          <a:prstGeom prst="ellipse">
            <a:avLst/>
          </a:prstGeom>
          <a:solidFill>
            <a:srgbClr val="DF3A5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6517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1D2B"/>
                </a:solidFill>
              </a:rPr>
              <a:t>잘한 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651759"/>
            <a:ext cx="670529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822960" y="3657600"/>
            <a:ext cx="10545775" cy="914400"/>
          </a:xfrm>
          <a:prstGeom prst="roundRect">
            <a:avLst>
              <a:gd name="adj" fmla="val 8000"/>
            </a:avLst>
          </a:prstGeom>
          <a:solidFill>
            <a:srgbClr val="FCF3F4"/>
          </a:solidFill>
          <a:ln w="12700">
            <a:solidFill>
              <a:srgbClr val="F7D4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1005840" y="3886200"/>
            <a:ext cx="457200" cy="457200"/>
          </a:xfrm>
          <a:prstGeom prst="ellipse">
            <a:avLst/>
          </a:prstGeom>
          <a:solidFill>
            <a:srgbClr val="DF3A5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7033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1D2B"/>
                </a:solidFill>
              </a:rPr>
              <a:t>아쉬운 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703320"/>
            <a:ext cx="670529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822960" y="4709159"/>
            <a:ext cx="10545775" cy="914400"/>
          </a:xfrm>
          <a:prstGeom prst="roundRect">
            <a:avLst>
              <a:gd name="adj" fmla="val 8000"/>
            </a:avLst>
          </a:prstGeom>
          <a:solidFill>
            <a:srgbClr val="FCF3F4"/>
          </a:solidFill>
          <a:ln w="12700">
            <a:solidFill>
              <a:srgbClr val="F7D4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1005840" y="4937759"/>
            <a:ext cx="457200" cy="457200"/>
          </a:xfrm>
          <a:prstGeom prst="ellipse">
            <a:avLst/>
          </a:prstGeom>
          <a:solidFill>
            <a:srgbClr val="DF3A5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7548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1D2B"/>
                </a:solidFill>
              </a:rPr>
              <a:t>내년의 다짐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754879"/>
            <a:ext cx="670529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3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DF3A5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7D4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2B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822960" y="1554480"/>
            <a:ext cx="1054577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721D2B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822960" y="3017520"/>
            <a:ext cx="3362858" cy="3017520"/>
          </a:xfrm>
          <a:prstGeom prst="roundRect">
            <a:avLst>
              <a:gd name="adj" fmla="val 8000"/>
            </a:avLst>
          </a:prstGeom>
          <a:solidFill>
            <a:srgbClr val="FCF3F4"/>
          </a:solidFill>
          <a:ln w="15875">
            <a:solidFill>
              <a:srgbClr val="F7D4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1005840" y="3200400"/>
            <a:ext cx="457200" cy="457200"/>
          </a:xfrm>
          <a:prstGeom prst="ellipse">
            <a:avLst/>
          </a:prstGeom>
          <a:solidFill>
            <a:srgbClr val="DF3A5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79476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1D2B"/>
                </a:solidFill>
              </a:rPr>
              <a:t>잘한 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480560"/>
            <a:ext cx="308853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414418" y="3017520"/>
            <a:ext cx="3362858" cy="3017520"/>
          </a:xfrm>
          <a:prstGeom prst="roundRect">
            <a:avLst>
              <a:gd name="adj" fmla="val 8000"/>
            </a:avLst>
          </a:prstGeom>
          <a:solidFill>
            <a:srgbClr val="FCF3F4"/>
          </a:solidFill>
          <a:ln w="15875">
            <a:solidFill>
              <a:srgbClr val="F7D4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97298" y="3200400"/>
            <a:ext cx="457200" cy="457200"/>
          </a:xfrm>
          <a:prstGeom prst="ellipse">
            <a:avLst/>
          </a:prstGeom>
          <a:solidFill>
            <a:srgbClr val="DF3A5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578" y="379476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1D2B"/>
                </a:solidFill>
              </a:rPr>
              <a:t>배운 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4480560"/>
            <a:ext cx="308853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05876" y="3017520"/>
            <a:ext cx="3362858" cy="3017520"/>
          </a:xfrm>
          <a:prstGeom prst="roundRect">
            <a:avLst>
              <a:gd name="adj" fmla="val 8000"/>
            </a:avLst>
          </a:prstGeom>
          <a:solidFill>
            <a:srgbClr val="FCF3F4"/>
          </a:solidFill>
          <a:ln w="15875">
            <a:solidFill>
              <a:srgbClr val="F7D4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188756" y="3200400"/>
            <a:ext cx="457200" cy="457200"/>
          </a:xfrm>
          <a:prstGeom prst="ellipse">
            <a:avLst/>
          </a:prstGeom>
          <a:solidFill>
            <a:srgbClr val="DF3A5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3036" y="379476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1D2B"/>
                </a:solidFill>
              </a:rPr>
              <a:t>다음 목표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3036" y="4480560"/>
            <a:ext cx="308853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3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DF3A5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7D4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2B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822960" y="1554480"/>
            <a:ext cx="5090007" cy="4617720"/>
          </a:xfrm>
          <a:prstGeom prst="roundRect">
            <a:avLst>
              <a:gd name="adj" fmla="val 8000"/>
            </a:avLst>
          </a:prstGeom>
          <a:solidFill>
            <a:srgbClr val="FCF3F4"/>
          </a:solidFill>
          <a:ln w="12700">
            <a:solidFill>
              <a:srgbClr val="F7D4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822960" y="1554480"/>
            <a:ext cx="5090007" cy="640080"/>
          </a:xfrm>
          <a:prstGeom prst="roundRect">
            <a:avLst>
              <a:gd name="adj" fmla="val 25000"/>
            </a:avLst>
          </a:prstGeom>
          <a:solidFill>
            <a:srgbClr val="DF3A5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472424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올해 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377440"/>
            <a:ext cx="4632807" cy="3703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554480"/>
            <a:ext cx="5090007" cy="4617720"/>
          </a:xfrm>
          <a:prstGeom prst="roundRect">
            <a:avLst>
              <a:gd name="adj" fmla="val 8000"/>
            </a:avLst>
          </a:prstGeom>
          <a:solidFill>
            <a:srgbClr val="F7D4DA"/>
          </a:solidFill>
          <a:ln w="12700">
            <a:solidFill>
              <a:srgbClr val="F7D4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554480"/>
            <a:ext cx="5090007" cy="640080"/>
          </a:xfrm>
          <a:prstGeom prst="roundRect">
            <a:avLst>
              <a:gd name="adj" fmla="val 25000"/>
            </a:avLst>
          </a:prstGeom>
          <a:solidFill>
            <a:srgbClr val="721D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554480"/>
            <a:ext cx="472424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올해 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377440"/>
            <a:ext cx="4632807" cy="3703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3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DF3A5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7D4D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2B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822960" y="1554480"/>
          <a:ext cx="1054577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F3A55"/>
                      </a:solidFill>
                      <a:prstDash val="solid"/>
                    </a:lnL>
                    <a:lnR w="9525" cap="flat" cmpd="sng" algn="ctr">
                      <a:solidFill>
                        <a:srgbClr val="DF3A55"/>
                      </a:solidFill>
                      <a:prstDash val="solid"/>
                    </a:lnR>
                    <a:lnT w="9525" cap="flat" cmpd="sng" algn="ctr">
                      <a:solidFill>
                        <a:srgbClr val="DF3A55"/>
                      </a:solidFill>
                      <a:prstDash val="solid"/>
                    </a:lnT>
                    <a:lnB w="9525" cap="flat" cmpd="sng" algn="ctr">
                      <a:solidFill>
                        <a:srgbClr val="DF3A55"/>
                      </a:solidFill>
                      <a:prstDash val="solid"/>
                    </a:lnB>
                    <a:solidFill>
                      <a:srgbClr val="DF3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한 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F3A55"/>
                      </a:solidFill>
                      <a:prstDash val="solid"/>
                    </a:lnL>
                    <a:lnR w="9525" cap="flat" cmpd="sng" algn="ctr">
                      <a:solidFill>
                        <a:srgbClr val="DF3A55"/>
                      </a:solidFill>
                      <a:prstDash val="solid"/>
                    </a:lnR>
                    <a:lnT w="9525" cap="flat" cmpd="sng" algn="ctr">
                      <a:solidFill>
                        <a:srgbClr val="DF3A55"/>
                      </a:solidFill>
                      <a:prstDash val="solid"/>
                    </a:lnT>
                    <a:lnB w="9525" cap="flat" cmpd="sng" algn="ctr">
                      <a:solidFill>
                        <a:srgbClr val="DF3A55"/>
                      </a:solidFill>
                      <a:prstDash val="solid"/>
                    </a:lnB>
                    <a:solidFill>
                      <a:srgbClr val="DF3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배운 점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F3A55"/>
                      </a:solidFill>
                      <a:prstDash val="solid"/>
                    </a:lnL>
                    <a:lnR w="9525" cap="flat" cmpd="sng" algn="ctr">
                      <a:solidFill>
                        <a:srgbClr val="DF3A55"/>
                      </a:solidFill>
                      <a:prstDash val="solid"/>
                    </a:lnR>
                    <a:lnT w="9525" cap="flat" cmpd="sng" algn="ctr">
                      <a:solidFill>
                        <a:srgbClr val="DF3A55"/>
                      </a:solidFill>
                      <a:prstDash val="solid"/>
                    </a:lnT>
                    <a:lnB w="9525" cap="flat" cmpd="sng" algn="ctr">
                      <a:solidFill>
                        <a:srgbClr val="DF3A55"/>
                      </a:solidFill>
                      <a:prstDash val="solid"/>
                    </a:lnB>
                    <a:solidFill>
                      <a:srgbClr val="DF3A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F3A55"/>
                      </a:solidFill>
                      <a:prstDash val="solid"/>
                    </a:lnL>
                    <a:lnR w="9525" cap="flat" cmpd="sng" algn="ctr">
                      <a:solidFill>
                        <a:srgbClr val="DF3A55"/>
                      </a:solidFill>
                      <a:prstDash val="solid"/>
                    </a:lnR>
                    <a:lnT w="9525" cap="flat" cmpd="sng" algn="ctr">
                      <a:solidFill>
                        <a:srgbClr val="DF3A55"/>
                      </a:solidFill>
                      <a:prstDash val="solid"/>
                    </a:lnT>
                    <a:lnB w="9525" cap="flat" cmpd="sng" algn="ctr">
                      <a:solidFill>
                        <a:srgbClr val="DF3A55"/>
                      </a:solidFill>
                      <a:prstDash val="solid"/>
                    </a:lnB>
                    <a:solidFill>
                      <a:srgbClr val="DF3A55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1D2B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A"/>
                      </a:solidFill>
                      <a:prstDash val="solid"/>
                    </a:lnL>
                    <a:lnR w="9525" cap="flat" cmpd="sng" algn="ctr">
                      <a:solidFill>
                        <a:srgbClr val="F7D4DA"/>
                      </a:solidFill>
                      <a:prstDash val="solid"/>
                    </a:lnR>
                    <a:lnT w="9525" cap="flat" cmpd="sng" algn="ctr">
                      <a:solidFill>
                        <a:srgbClr val="F7D4DA"/>
                      </a:solidFill>
                      <a:prstDash val="solid"/>
                    </a:lnT>
                    <a:lnB w="9525" cap="flat" cmpd="sng" algn="ctr">
                      <a:solidFill>
                        <a:srgbClr val="F7D4DA"/>
                      </a:solidFill>
                      <a:prstDash val="solid"/>
                    </a:lnB>
                    <a:solidFill>
                      <a:srgbClr val="F7D4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A"/>
                      </a:solidFill>
                      <a:prstDash val="solid"/>
                    </a:lnL>
                    <a:lnR w="9525" cap="flat" cmpd="sng" algn="ctr">
                      <a:solidFill>
                        <a:srgbClr val="F7D4DA"/>
                      </a:solidFill>
                      <a:prstDash val="solid"/>
                    </a:lnR>
                    <a:lnT w="9525" cap="flat" cmpd="sng" algn="ctr">
                      <a:solidFill>
                        <a:srgbClr val="F7D4DA"/>
                      </a:solidFill>
                      <a:prstDash val="solid"/>
                    </a:lnT>
                    <a:lnB w="9525" cap="flat" cmpd="sng" algn="ctr">
                      <a:solidFill>
                        <a:srgbClr val="F7D4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A"/>
                      </a:solidFill>
                      <a:prstDash val="solid"/>
                    </a:lnL>
                    <a:lnR w="9525" cap="flat" cmpd="sng" algn="ctr">
                      <a:solidFill>
                        <a:srgbClr val="F7D4DA"/>
                      </a:solidFill>
                      <a:prstDash val="solid"/>
                    </a:lnR>
                    <a:lnT w="9525" cap="flat" cmpd="sng" algn="ctr">
                      <a:solidFill>
                        <a:srgbClr val="F7D4DA"/>
                      </a:solidFill>
                      <a:prstDash val="solid"/>
                    </a:lnT>
                    <a:lnB w="9525" cap="flat" cmpd="sng" algn="ctr">
                      <a:solidFill>
                        <a:srgbClr val="F7D4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A"/>
                      </a:solidFill>
                      <a:prstDash val="solid"/>
                    </a:lnL>
                    <a:lnR w="9525" cap="flat" cmpd="sng" algn="ctr">
                      <a:solidFill>
                        <a:srgbClr val="F7D4DA"/>
                      </a:solidFill>
                      <a:prstDash val="solid"/>
                    </a:lnR>
                    <a:lnT w="9525" cap="flat" cmpd="sng" algn="ctr">
                      <a:solidFill>
                        <a:srgbClr val="F7D4DA"/>
                      </a:solidFill>
                      <a:prstDash val="solid"/>
                    </a:lnT>
                    <a:lnB w="9525" cap="flat" cmpd="sng" algn="ctr">
                      <a:solidFill>
                        <a:srgbClr val="F7D4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1D2B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A"/>
                      </a:solidFill>
                      <a:prstDash val="solid"/>
                    </a:lnL>
                    <a:lnR w="9525" cap="flat" cmpd="sng" algn="ctr">
                      <a:solidFill>
                        <a:srgbClr val="F7D4DA"/>
                      </a:solidFill>
                      <a:prstDash val="solid"/>
                    </a:lnR>
                    <a:lnT w="9525" cap="flat" cmpd="sng" algn="ctr">
                      <a:solidFill>
                        <a:srgbClr val="F7D4DA"/>
                      </a:solidFill>
                      <a:prstDash val="solid"/>
                    </a:lnT>
                    <a:lnB w="9525" cap="flat" cmpd="sng" algn="ctr">
                      <a:solidFill>
                        <a:srgbClr val="F7D4DA"/>
                      </a:solidFill>
                      <a:prstDash val="solid"/>
                    </a:lnB>
                    <a:solidFill>
                      <a:srgbClr val="F7D4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A"/>
                      </a:solidFill>
                      <a:prstDash val="solid"/>
                    </a:lnL>
                    <a:lnR w="9525" cap="flat" cmpd="sng" algn="ctr">
                      <a:solidFill>
                        <a:srgbClr val="F7D4DA"/>
                      </a:solidFill>
                      <a:prstDash val="solid"/>
                    </a:lnR>
                    <a:lnT w="9525" cap="flat" cmpd="sng" algn="ctr">
                      <a:solidFill>
                        <a:srgbClr val="F7D4DA"/>
                      </a:solidFill>
                      <a:prstDash val="solid"/>
                    </a:lnT>
                    <a:lnB w="9525" cap="flat" cmpd="sng" algn="ctr">
                      <a:solidFill>
                        <a:srgbClr val="F7D4DA"/>
                      </a:solidFill>
                      <a:prstDash val="solid"/>
                    </a:lnB>
                    <a:solidFill>
                      <a:srgbClr val="FCF3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A"/>
                      </a:solidFill>
                      <a:prstDash val="solid"/>
                    </a:lnL>
                    <a:lnR w="9525" cap="flat" cmpd="sng" algn="ctr">
                      <a:solidFill>
                        <a:srgbClr val="F7D4DA"/>
                      </a:solidFill>
                      <a:prstDash val="solid"/>
                    </a:lnR>
                    <a:lnT w="9525" cap="flat" cmpd="sng" algn="ctr">
                      <a:solidFill>
                        <a:srgbClr val="F7D4DA"/>
                      </a:solidFill>
                      <a:prstDash val="solid"/>
                    </a:lnT>
                    <a:lnB w="9525" cap="flat" cmpd="sng" algn="ctr">
                      <a:solidFill>
                        <a:srgbClr val="F7D4DA"/>
                      </a:solidFill>
                      <a:prstDash val="solid"/>
                    </a:lnB>
                    <a:solidFill>
                      <a:srgbClr val="FCF3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A"/>
                      </a:solidFill>
                      <a:prstDash val="solid"/>
                    </a:lnL>
                    <a:lnR w="9525" cap="flat" cmpd="sng" algn="ctr">
                      <a:solidFill>
                        <a:srgbClr val="F7D4DA"/>
                      </a:solidFill>
                      <a:prstDash val="solid"/>
                    </a:lnR>
                    <a:lnT w="9525" cap="flat" cmpd="sng" algn="ctr">
                      <a:solidFill>
                        <a:srgbClr val="F7D4DA"/>
                      </a:solidFill>
                      <a:prstDash val="solid"/>
                    </a:lnT>
                    <a:lnB w="9525" cap="flat" cmpd="sng" algn="ctr">
                      <a:solidFill>
                        <a:srgbClr val="F7D4DA"/>
                      </a:solidFill>
                      <a:prstDash val="solid"/>
                    </a:lnB>
                    <a:solidFill>
                      <a:srgbClr val="FCF3F4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1D2B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A"/>
                      </a:solidFill>
                      <a:prstDash val="solid"/>
                    </a:lnL>
                    <a:lnR w="9525" cap="flat" cmpd="sng" algn="ctr">
                      <a:solidFill>
                        <a:srgbClr val="F7D4DA"/>
                      </a:solidFill>
                      <a:prstDash val="solid"/>
                    </a:lnR>
                    <a:lnT w="9525" cap="flat" cmpd="sng" algn="ctr">
                      <a:solidFill>
                        <a:srgbClr val="F7D4DA"/>
                      </a:solidFill>
                      <a:prstDash val="solid"/>
                    </a:lnT>
                    <a:lnB w="9525" cap="flat" cmpd="sng" algn="ctr">
                      <a:solidFill>
                        <a:srgbClr val="F7D4DA"/>
                      </a:solidFill>
                      <a:prstDash val="solid"/>
                    </a:lnB>
                    <a:solidFill>
                      <a:srgbClr val="F7D4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A"/>
                      </a:solidFill>
                      <a:prstDash val="solid"/>
                    </a:lnL>
                    <a:lnR w="9525" cap="flat" cmpd="sng" algn="ctr">
                      <a:solidFill>
                        <a:srgbClr val="F7D4DA"/>
                      </a:solidFill>
                      <a:prstDash val="solid"/>
                    </a:lnR>
                    <a:lnT w="9525" cap="flat" cmpd="sng" algn="ctr">
                      <a:solidFill>
                        <a:srgbClr val="F7D4DA"/>
                      </a:solidFill>
                      <a:prstDash val="solid"/>
                    </a:lnT>
                    <a:lnB w="9525" cap="flat" cmpd="sng" algn="ctr">
                      <a:solidFill>
                        <a:srgbClr val="F7D4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A"/>
                      </a:solidFill>
                      <a:prstDash val="solid"/>
                    </a:lnL>
                    <a:lnR w="9525" cap="flat" cmpd="sng" algn="ctr">
                      <a:solidFill>
                        <a:srgbClr val="F7D4DA"/>
                      </a:solidFill>
                      <a:prstDash val="solid"/>
                    </a:lnR>
                    <a:lnT w="9525" cap="flat" cmpd="sng" algn="ctr">
                      <a:solidFill>
                        <a:srgbClr val="F7D4DA"/>
                      </a:solidFill>
                      <a:prstDash val="solid"/>
                    </a:lnT>
                    <a:lnB w="9525" cap="flat" cmpd="sng" algn="ctr">
                      <a:solidFill>
                        <a:srgbClr val="F7D4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A"/>
                      </a:solidFill>
                      <a:prstDash val="solid"/>
                    </a:lnL>
                    <a:lnR w="9525" cap="flat" cmpd="sng" algn="ctr">
                      <a:solidFill>
                        <a:srgbClr val="F7D4DA"/>
                      </a:solidFill>
                      <a:prstDash val="solid"/>
                    </a:lnR>
                    <a:lnT w="9525" cap="flat" cmpd="sng" algn="ctr">
                      <a:solidFill>
                        <a:srgbClr val="F7D4DA"/>
                      </a:solidFill>
                      <a:prstDash val="solid"/>
                    </a:lnT>
                    <a:lnB w="9525" cap="flat" cmpd="sng" algn="ctr">
                      <a:solidFill>
                        <a:srgbClr val="F7D4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1D2B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A"/>
                      </a:solidFill>
                      <a:prstDash val="solid"/>
                    </a:lnL>
                    <a:lnR w="9525" cap="flat" cmpd="sng" algn="ctr">
                      <a:solidFill>
                        <a:srgbClr val="F7D4DA"/>
                      </a:solidFill>
                      <a:prstDash val="solid"/>
                    </a:lnR>
                    <a:lnT w="9525" cap="flat" cmpd="sng" algn="ctr">
                      <a:solidFill>
                        <a:srgbClr val="F7D4DA"/>
                      </a:solidFill>
                      <a:prstDash val="solid"/>
                    </a:lnT>
                    <a:lnB w="9525" cap="flat" cmpd="sng" algn="ctr">
                      <a:solidFill>
                        <a:srgbClr val="F7D4DA"/>
                      </a:solidFill>
                      <a:prstDash val="solid"/>
                    </a:lnB>
                    <a:solidFill>
                      <a:srgbClr val="F7D4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A"/>
                      </a:solidFill>
                      <a:prstDash val="solid"/>
                    </a:lnL>
                    <a:lnR w="9525" cap="flat" cmpd="sng" algn="ctr">
                      <a:solidFill>
                        <a:srgbClr val="F7D4DA"/>
                      </a:solidFill>
                      <a:prstDash val="solid"/>
                    </a:lnR>
                    <a:lnT w="9525" cap="flat" cmpd="sng" algn="ctr">
                      <a:solidFill>
                        <a:srgbClr val="F7D4DA"/>
                      </a:solidFill>
                      <a:prstDash val="solid"/>
                    </a:lnT>
                    <a:lnB w="9525" cap="flat" cmpd="sng" algn="ctr">
                      <a:solidFill>
                        <a:srgbClr val="F7D4DA"/>
                      </a:solidFill>
                      <a:prstDash val="solid"/>
                    </a:lnB>
                    <a:solidFill>
                      <a:srgbClr val="FCF3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A"/>
                      </a:solidFill>
                      <a:prstDash val="solid"/>
                    </a:lnL>
                    <a:lnR w="9525" cap="flat" cmpd="sng" algn="ctr">
                      <a:solidFill>
                        <a:srgbClr val="F7D4DA"/>
                      </a:solidFill>
                      <a:prstDash val="solid"/>
                    </a:lnR>
                    <a:lnT w="9525" cap="flat" cmpd="sng" algn="ctr">
                      <a:solidFill>
                        <a:srgbClr val="F7D4DA"/>
                      </a:solidFill>
                      <a:prstDash val="solid"/>
                    </a:lnT>
                    <a:lnB w="9525" cap="flat" cmpd="sng" algn="ctr">
                      <a:solidFill>
                        <a:srgbClr val="F7D4DA"/>
                      </a:solidFill>
                      <a:prstDash val="solid"/>
                    </a:lnB>
                    <a:solidFill>
                      <a:srgbClr val="FCF3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A"/>
                      </a:solidFill>
                      <a:prstDash val="solid"/>
                    </a:lnL>
                    <a:lnR w="9525" cap="flat" cmpd="sng" algn="ctr">
                      <a:solidFill>
                        <a:srgbClr val="F7D4DA"/>
                      </a:solidFill>
                      <a:prstDash val="solid"/>
                    </a:lnR>
                    <a:lnT w="9525" cap="flat" cmpd="sng" algn="ctr">
                      <a:solidFill>
                        <a:srgbClr val="F7D4DA"/>
                      </a:solidFill>
                      <a:prstDash val="solid"/>
                    </a:lnT>
                    <a:lnB w="9525" cap="flat" cmpd="sng" algn="ctr">
                      <a:solidFill>
                        <a:srgbClr val="F7D4DA"/>
                      </a:solidFill>
                      <a:prstDash val="solid"/>
                    </a:lnB>
                    <a:solidFill>
                      <a:srgbClr val="FCF3F4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1D2B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A"/>
                      </a:solidFill>
                      <a:prstDash val="solid"/>
                    </a:lnL>
                    <a:lnR w="9525" cap="flat" cmpd="sng" algn="ctr">
                      <a:solidFill>
                        <a:srgbClr val="F7D4DA"/>
                      </a:solidFill>
                      <a:prstDash val="solid"/>
                    </a:lnR>
                    <a:lnT w="9525" cap="flat" cmpd="sng" algn="ctr">
                      <a:solidFill>
                        <a:srgbClr val="F7D4DA"/>
                      </a:solidFill>
                      <a:prstDash val="solid"/>
                    </a:lnT>
                    <a:lnB w="9525" cap="flat" cmpd="sng" algn="ctr">
                      <a:solidFill>
                        <a:srgbClr val="F7D4DA"/>
                      </a:solidFill>
                      <a:prstDash val="solid"/>
                    </a:lnB>
                    <a:solidFill>
                      <a:srgbClr val="F7D4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A"/>
                      </a:solidFill>
                      <a:prstDash val="solid"/>
                    </a:lnL>
                    <a:lnR w="9525" cap="flat" cmpd="sng" algn="ctr">
                      <a:solidFill>
                        <a:srgbClr val="F7D4DA"/>
                      </a:solidFill>
                      <a:prstDash val="solid"/>
                    </a:lnR>
                    <a:lnT w="9525" cap="flat" cmpd="sng" algn="ctr">
                      <a:solidFill>
                        <a:srgbClr val="F7D4DA"/>
                      </a:solidFill>
                      <a:prstDash val="solid"/>
                    </a:lnT>
                    <a:lnB w="9525" cap="flat" cmpd="sng" algn="ctr">
                      <a:solidFill>
                        <a:srgbClr val="F7D4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A"/>
                      </a:solidFill>
                      <a:prstDash val="solid"/>
                    </a:lnL>
                    <a:lnR w="9525" cap="flat" cmpd="sng" algn="ctr">
                      <a:solidFill>
                        <a:srgbClr val="F7D4DA"/>
                      </a:solidFill>
                      <a:prstDash val="solid"/>
                    </a:lnR>
                    <a:lnT w="9525" cap="flat" cmpd="sng" algn="ctr">
                      <a:solidFill>
                        <a:srgbClr val="F7D4DA"/>
                      </a:solidFill>
                      <a:prstDash val="solid"/>
                    </a:lnT>
                    <a:lnB w="9525" cap="flat" cmpd="sng" algn="ctr">
                      <a:solidFill>
                        <a:srgbClr val="F7D4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A"/>
                      </a:solidFill>
                      <a:prstDash val="solid"/>
                    </a:lnL>
                    <a:lnR w="9525" cap="flat" cmpd="sng" algn="ctr">
                      <a:solidFill>
                        <a:srgbClr val="F7D4DA"/>
                      </a:solidFill>
                      <a:prstDash val="solid"/>
                    </a:lnR>
                    <a:lnT w="9525" cap="flat" cmpd="sng" algn="ctr">
                      <a:solidFill>
                        <a:srgbClr val="F7D4DA"/>
                      </a:solidFill>
                      <a:prstDash val="solid"/>
                    </a:lnT>
                    <a:lnB w="9525" cap="flat" cmpd="sng" algn="ctr">
                      <a:solidFill>
                        <a:srgbClr val="F7D4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21D2B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21D2B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연말 결산·회고 발표 템플릿">
  <a:themeElements>
    <a:clrScheme name="Office">
      <a:dk1>
        <a:sysClr val="windowText" lastClr="000000"/>
      </a:dk1>
      <a:lt1>
        <a:sysClr val="window" lastClr="FFFFFF"/>
      </a:lt1>
      <a:dk2>
        <a:srgbClr val="721D2B"/>
      </a:dk2>
      <a:lt2>
        <a:srgbClr val="FCF3F4"/>
      </a:lt2>
      <a:accent1>
        <a:srgbClr val="DF3A55"/>
      </a:accent1>
      <a:accent2>
        <a:srgbClr val="339941"/>
      </a:accent2>
      <a:accent3>
        <a:srgbClr val="721D2B"/>
      </a:accent3>
      <a:accent4>
        <a:srgbClr val="F7D4DA"/>
      </a:accent4>
      <a:accent5>
        <a:srgbClr val="896A4B"/>
      </a:accent5>
      <a:accent6>
        <a:srgbClr val="AA7780"/>
      </a:accent6>
      <a:hlink>
        <a:srgbClr val="DF3A55"/>
      </a:hlink>
      <a:folHlink>
        <a:srgbClr val="721D2B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연말 결산·회고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