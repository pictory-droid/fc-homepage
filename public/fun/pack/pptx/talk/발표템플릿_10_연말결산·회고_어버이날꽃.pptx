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A1F2E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A1F2E"/>
                </a:solidFill>
              </a:rPr>
              <a:t>잘한 일과 못한 일을 솔직하게 적었습니다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822960" y="155448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올해의 한 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822960" y="260603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05840" y="2834639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잘한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5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822960" y="365760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아쉬운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70332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822960" y="470915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1005840" y="4937759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내년의 다짐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75487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822960" y="1554480"/>
            <a:ext cx="1054577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A1F2E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822960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1005840" y="320040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잘한 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414418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97298" y="320040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배운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05876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188756" y="320040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다음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3036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4CDD3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7A1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A1F2E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A1F2E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7A1F2E"/>
      </a:dk2>
      <a:lt2>
        <a:srgbClr val="FBEFF1"/>
      </a:lt2>
      <a:accent1>
        <a:srgbClr val="CC334D"/>
      </a:accent1>
      <a:accent2>
        <a:srgbClr val="3B9158"/>
      </a:accent2>
      <a:accent3>
        <a:srgbClr val="7A1F2E"/>
      </a:accent3>
      <a:accent4>
        <a:srgbClr val="F4CDD3"/>
      </a:accent4>
      <a:accent5>
        <a:srgbClr val="846252"/>
      </a:accent5>
      <a:accent6>
        <a:srgbClr val="AF7982"/>
      </a:accent6>
      <a:hlink>
        <a:srgbClr val="CC334D"/>
      </a:hlink>
      <a:folHlink>
        <a:srgbClr val="7A1F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