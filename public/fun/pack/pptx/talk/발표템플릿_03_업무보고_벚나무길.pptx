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지금까지의 진행 상황을 보고드립니다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업무 보고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추진 경과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주요 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이슈와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향후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73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ED97AC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3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이슈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27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