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talk-5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884111"/>
                </a:solidFill>
              </a:rPr>
              <a:t>발표 제목을 입력하세요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884111"/>
                </a:solidFill>
              </a:rPr>
              <a:t>내년에 가져갈 것과 두고 갈 것을 나눴습니다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연말 결산·회고 · 발표자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2027. 00. 00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3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36C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3B91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884111"/>
                </a:solidFill>
              </a:rPr>
              <a:t>목차</a:t>
            </a:r>
          </a:p>
        </p:txBody>
      </p:sp>
      <p:sp>
        <p:nvSpPr>
          <p:cNvPr id="5" name="줄 1"/>
          <p:cNvSpPr/>
          <p:nvPr/>
        </p:nvSpPr>
        <p:spPr>
          <a:xfrm>
            <a:off x="914400" y="1600200"/>
            <a:ext cx="10637215" cy="914400"/>
          </a:xfrm>
          <a:prstGeom prst="roundRect">
            <a:avLst>
              <a:gd name="adj" fmla="val 8000"/>
            </a:avLst>
          </a:prstGeom>
          <a:solidFill>
            <a:srgbClr val="FDF3ED"/>
          </a:solidFill>
          <a:ln w="12700">
            <a:solidFill>
              <a:srgbClr val="FADBC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1097280" y="1828800"/>
            <a:ext cx="457200" cy="457200"/>
          </a:xfrm>
          <a:prstGeom prst="ellipse">
            <a:avLst/>
          </a:prstGeom>
          <a:solidFill>
            <a:srgbClr val="E36C1C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1645920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884111"/>
                </a:solidFill>
              </a:rPr>
              <a:t>올해의 한 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645920"/>
            <a:ext cx="679673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9" name="줄 2"/>
          <p:cNvSpPr/>
          <p:nvPr/>
        </p:nvSpPr>
        <p:spPr>
          <a:xfrm>
            <a:off x="914400" y="2651760"/>
            <a:ext cx="10637215" cy="914400"/>
          </a:xfrm>
          <a:prstGeom prst="roundRect">
            <a:avLst>
              <a:gd name="adj" fmla="val 8000"/>
            </a:avLst>
          </a:prstGeom>
          <a:solidFill>
            <a:srgbClr val="FDF3ED"/>
          </a:solidFill>
          <a:ln w="12700">
            <a:solidFill>
              <a:srgbClr val="FADBC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1097280" y="2880360"/>
            <a:ext cx="457200" cy="457200"/>
          </a:xfrm>
          <a:prstGeom prst="ellipse">
            <a:avLst/>
          </a:prstGeom>
          <a:solidFill>
            <a:srgbClr val="E36C1C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269747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884111"/>
                </a:solidFill>
              </a:rPr>
              <a:t>잘한 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697479"/>
            <a:ext cx="679673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13" name="줄 3"/>
          <p:cNvSpPr/>
          <p:nvPr/>
        </p:nvSpPr>
        <p:spPr>
          <a:xfrm>
            <a:off x="914400" y="3703320"/>
            <a:ext cx="10637215" cy="914400"/>
          </a:xfrm>
          <a:prstGeom prst="roundRect">
            <a:avLst>
              <a:gd name="adj" fmla="val 8000"/>
            </a:avLst>
          </a:prstGeom>
          <a:solidFill>
            <a:srgbClr val="FDF3ED"/>
          </a:solidFill>
          <a:ln w="12700">
            <a:solidFill>
              <a:srgbClr val="FADBC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1097280" y="3931920"/>
            <a:ext cx="457200" cy="457200"/>
          </a:xfrm>
          <a:prstGeom prst="ellipse">
            <a:avLst/>
          </a:prstGeom>
          <a:solidFill>
            <a:srgbClr val="E36C1C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3080" y="374903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884111"/>
                </a:solidFill>
              </a:rPr>
              <a:t>아쉬운 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3749039"/>
            <a:ext cx="679673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17" name="줄 4"/>
          <p:cNvSpPr/>
          <p:nvPr/>
        </p:nvSpPr>
        <p:spPr>
          <a:xfrm>
            <a:off x="914400" y="4754879"/>
            <a:ext cx="10637215" cy="914400"/>
          </a:xfrm>
          <a:prstGeom prst="roundRect">
            <a:avLst>
              <a:gd name="adj" fmla="val 8000"/>
            </a:avLst>
          </a:prstGeom>
          <a:solidFill>
            <a:srgbClr val="FDF3ED"/>
          </a:solidFill>
          <a:ln w="12700">
            <a:solidFill>
              <a:srgbClr val="FADBC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번호 4"/>
          <p:cNvSpPr/>
          <p:nvPr/>
        </p:nvSpPr>
        <p:spPr>
          <a:xfrm>
            <a:off x="1097280" y="4983479"/>
            <a:ext cx="457200" cy="457200"/>
          </a:xfrm>
          <a:prstGeom prst="ellipse">
            <a:avLst/>
          </a:prstGeom>
          <a:solidFill>
            <a:srgbClr val="E36C1C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83080" y="480059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884111"/>
                </a:solidFill>
              </a:rPr>
              <a:t>내년의 다짐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4800599"/>
            <a:ext cx="679673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3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36C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3B91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884111"/>
                </a:solidFill>
              </a:rPr>
              <a:t>핵심 메시지</a:t>
            </a:r>
          </a:p>
        </p:txBody>
      </p:sp>
      <p:sp>
        <p:nvSpPr>
          <p:cNvPr id="5" name="핵심 문장"/>
          <p:cNvSpPr txBox="1"/>
          <p:nvPr/>
        </p:nvSpPr>
        <p:spPr>
          <a:xfrm>
            <a:off x="914400" y="1600200"/>
            <a:ext cx="10637215" cy="11887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884111"/>
                </a:solidFill>
              </a:rPr>
              <a:t>한 문장으로 말하면 — 여기에 핵심 메시지를 입력하세요</a:t>
            </a:r>
          </a:p>
        </p:txBody>
      </p:sp>
      <p:sp>
        <p:nvSpPr>
          <p:cNvPr id="6" name="카드 1"/>
          <p:cNvSpPr/>
          <p:nvPr/>
        </p:nvSpPr>
        <p:spPr>
          <a:xfrm>
            <a:off x="914400" y="3063240"/>
            <a:ext cx="3393338" cy="3017520"/>
          </a:xfrm>
          <a:prstGeom prst="roundRect">
            <a:avLst>
              <a:gd name="adj" fmla="val 8000"/>
            </a:avLst>
          </a:prstGeom>
          <a:solidFill>
            <a:srgbClr val="FDF3ED"/>
          </a:solidFill>
          <a:ln w="15875">
            <a:solidFill>
              <a:srgbClr val="FADBC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번호 1"/>
          <p:cNvSpPr/>
          <p:nvPr/>
        </p:nvSpPr>
        <p:spPr>
          <a:xfrm>
            <a:off x="1097280" y="3246120"/>
            <a:ext cx="457200" cy="457200"/>
          </a:xfrm>
          <a:prstGeom prst="ellipse">
            <a:avLst/>
          </a:prstGeom>
          <a:solidFill>
            <a:srgbClr val="E36C1C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840480"/>
            <a:ext cx="311901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884111"/>
                </a:solidFill>
              </a:rPr>
              <a:t>잘한 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4526280"/>
            <a:ext cx="311901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0" name="카드 2"/>
          <p:cNvSpPr/>
          <p:nvPr/>
        </p:nvSpPr>
        <p:spPr>
          <a:xfrm>
            <a:off x="4536338" y="3063240"/>
            <a:ext cx="3393338" cy="3017520"/>
          </a:xfrm>
          <a:prstGeom prst="roundRect">
            <a:avLst>
              <a:gd name="adj" fmla="val 8000"/>
            </a:avLst>
          </a:prstGeom>
          <a:solidFill>
            <a:srgbClr val="FDF3ED"/>
          </a:solidFill>
          <a:ln w="15875">
            <a:solidFill>
              <a:srgbClr val="FADBC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2"/>
          <p:cNvSpPr/>
          <p:nvPr/>
        </p:nvSpPr>
        <p:spPr>
          <a:xfrm>
            <a:off x="4719218" y="3246120"/>
            <a:ext cx="457200" cy="457200"/>
          </a:xfrm>
          <a:prstGeom prst="ellipse">
            <a:avLst/>
          </a:prstGeom>
          <a:solidFill>
            <a:srgbClr val="E36C1C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73498" y="3840480"/>
            <a:ext cx="311901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884111"/>
                </a:solidFill>
              </a:rPr>
              <a:t>배운 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4526280"/>
            <a:ext cx="311901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4" name="카드 3"/>
          <p:cNvSpPr/>
          <p:nvPr/>
        </p:nvSpPr>
        <p:spPr>
          <a:xfrm>
            <a:off x="8158276" y="3063240"/>
            <a:ext cx="3393338" cy="3017520"/>
          </a:xfrm>
          <a:prstGeom prst="roundRect">
            <a:avLst>
              <a:gd name="adj" fmla="val 8000"/>
            </a:avLst>
          </a:prstGeom>
          <a:solidFill>
            <a:srgbClr val="FDF3ED"/>
          </a:solidFill>
          <a:ln w="15875">
            <a:solidFill>
              <a:srgbClr val="FADBC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번호 3"/>
          <p:cNvSpPr/>
          <p:nvPr/>
        </p:nvSpPr>
        <p:spPr>
          <a:xfrm>
            <a:off x="8341156" y="3246120"/>
            <a:ext cx="457200" cy="457200"/>
          </a:xfrm>
          <a:prstGeom prst="ellipse">
            <a:avLst/>
          </a:prstGeom>
          <a:solidFill>
            <a:srgbClr val="E36C1C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5436" y="3840480"/>
            <a:ext cx="311901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884111"/>
                </a:solidFill>
              </a:rPr>
              <a:t>다음 목표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95436" y="4526280"/>
            <a:ext cx="311901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3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36C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3B91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884111"/>
                </a:solidFill>
              </a:rPr>
              <a:t>한눈에 비교</a:t>
            </a:r>
          </a:p>
        </p:txBody>
      </p:sp>
      <p:sp>
        <p:nvSpPr>
          <p:cNvPr id="5" name="왼쪽 칸"/>
          <p:cNvSpPr/>
          <p:nvPr/>
        </p:nvSpPr>
        <p:spPr>
          <a:xfrm>
            <a:off x="914400" y="1600200"/>
            <a:ext cx="5135727" cy="4800600"/>
          </a:xfrm>
          <a:prstGeom prst="roundRect">
            <a:avLst>
              <a:gd name="adj" fmla="val 8000"/>
            </a:avLst>
          </a:prstGeom>
          <a:solidFill>
            <a:srgbClr val="FDF3ED"/>
          </a:solidFill>
          <a:ln w="12700">
            <a:solidFill>
              <a:srgbClr val="FADBC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칸 제목 바"/>
          <p:cNvSpPr/>
          <p:nvPr/>
        </p:nvSpPr>
        <p:spPr>
          <a:xfrm>
            <a:off x="914400" y="1600200"/>
            <a:ext cx="5135727" cy="640080"/>
          </a:xfrm>
          <a:prstGeom prst="roundRect">
            <a:avLst>
              <a:gd name="adj" fmla="val 25000"/>
            </a:avLst>
          </a:prstGeom>
          <a:solidFill>
            <a:srgbClr val="E36C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600200"/>
            <a:ext cx="476996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올해 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423160"/>
            <a:ext cx="4678527" cy="3886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9" name="오른쪽 칸"/>
          <p:cNvSpPr/>
          <p:nvPr/>
        </p:nvSpPr>
        <p:spPr>
          <a:xfrm>
            <a:off x="6415887" y="1600200"/>
            <a:ext cx="5135727" cy="4800600"/>
          </a:xfrm>
          <a:prstGeom prst="roundRect">
            <a:avLst>
              <a:gd name="adj" fmla="val 8000"/>
            </a:avLst>
          </a:prstGeom>
          <a:solidFill>
            <a:srgbClr val="FADBC7"/>
          </a:solidFill>
          <a:ln w="12700">
            <a:solidFill>
              <a:srgbClr val="FADBC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칸 제목 바"/>
          <p:cNvSpPr/>
          <p:nvPr/>
        </p:nvSpPr>
        <p:spPr>
          <a:xfrm>
            <a:off x="6415887" y="1600200"/>
            <a:ext cx="5135727" cy="640080"/>
          </a:xfrm>
          <a:prstGeom prst="roundRect">
            <a:avLst>
              <a:gd name="adj" fmla="val 25000"/>
            </a:avLst>
          </a:prstGeom>
          <a:solidFill>
            <a:srgbClr val="88411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98767" y="1600200"/>
            <a:ext cx="476996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올해 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44487" y="2423160"/>
            <a:ext cx="4678527" cy="3886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3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36C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3B91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884111"/>
                </a:solidFill>
              </a:rPr>
              <a:t>일정·현황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914400" y="1600200"/>
          <a:ext cx="10637212" cy="38404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59303"/>
                <a:gridCol w="2659303"/>
                <a:gridCol w="2659303"/>
                <a:gridCol w="2659303"/>
              </a:tblGrid>
              <a:tr h="640080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6C1C"/>
                      </a:solidFill>
                      <a:prstDash val="solid"/>
                    </a:lnL>
                    <a:lnR w="9525" cap="flat" cmpd="sng" algn="ctr">
                      <a:solidFill>
                        <a:srgbClr val="E36C1C"/>
                      </a:solidFill>
                      <a:prstDash val="solid"/>
                    </a:lnR>
                    <a:lnT w="9525" cap="flat" cmpd="sng" algn="ctr">
                      <a:solidFill>
                        <a:srgbClr val="E36C1C"/>
                      </a:solidFill>
                      <a:prstDash val="solid"/>
                    </a:lnT>
                    <a:lnB w="9525" cap="flat" cmpd="sng" algn="ctr">
                      <a:solidFill>
                        <a:srgbClr val="E36C1C"/>
                      </a:solidFill>
                      <a:prstDash val="solid"/>
                    </a:lnB>
                    <a:solidFill>
                      <a:srgbClr val="E36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한 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6C1C"/>
                      </a:solidFill>
                      <a:prstDash val="solid"/>
                    </a:lnL>
                    <a:lnR w="9525" cap="flat" cmpd="sng" algn="ctr">
                      <a:solidFill>
                        <a:srgbClr val="E36C1C"/>
                      </a:solidFill>
                      <a:prstDash val="solid"/>
                    </a:lnR>
                    <a:lnT w="9525" cap="flat" cmpd="sng" algn="ctr">
                      <a:solidFill>
                        <a:srgbClr val="E36C1C"/>
                      </a:solidFill>
                      <a:prstDash val="solid"/>
                    </a:lnT>
                    <a:lnB w="9525" cap="flat" cmpd="sng" algn="ctr">
                      <a:solidFill>
                        <a:srgbClr val="E36C1C"/>
                      </a:solidFill>
                      <a:prstDash val="solid"/>
                    </a:lnB>
                    <a:solidFill>
                      <a:srgbClr val="E36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배운 점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6C1C"/>
                      </a:solidFill>
                      <a:prstDash val="solid"/>
                    </a:lnL>
                    <a:lnR w="9525" cap="flat" cmpd="sng" algn="ctr">
                      <a:solidFill>
                        <a:srgbClr val="E36C1C"/>
                      </a:solidFill>
                      <a:prstDash val="solid"/>
                    </a:lnR>
                    <a:lnT w="9525" cap="flat" cmpd="sng" algn="ctr">
                      <a:solidFill>
                        <a:srgbClr val="E36C1C"/>
                      </a:solidFill>
                      <a:prstDash val="solid"/>
                    </a:lnT>
                    <a:lnB w="9525" cap="flat" cmpd="sng" algn="ctr">
                      <a:solidFill>
                        <a:srgbClr val="E36C1C"/>
                      </a:solidFill>
                      <a:prstDash val="solid"/>
                    </a:lnB>
                    <a:solidFill>
                      <a:srgbClr val="E36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점수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6C1C"/>
                      </a:solidFill>
                      <a:prstDash val="solid"/>
                    </a:lnL>
                    <a:lnR w="9525" cap="flat" cmpd="sng" algn="ctr">
                      <a:solidFill>
                        <a:srgbClr val="E36C1C"/>
                      </a:solidFill>
                      <a:prstDash val="solid"/>
                    </a:lnR>
                    <a:lnT w="9525" cap="flat" cmpd="sng" algn="ctr">
                      <a:solidFill>
                        <a:srgbClr val="E36C1C"/>
                      </a:solidFill>
                      <a:prstDash val="solid"/>
                    </a:lnT>
                    <a:lnB w="9525" cap="flat" cmpd="sng" algn="ctr">
                      <a:solidFill>
                        <a:srgbClr val="E36C1C"/>
                      </a:solidFill>
                      <a:prstDash val="solid"/>
                    </a:lnB>
                    <a:solidFill>
                      <a:srgbClr val="E36C1C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884111"/>
                          </a:solidFill>
                        </a:rPr>
                        <a:t>1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BC7"/>
                      </a:solidFill>
                      <a:prstDash val="solid"/>
                    </a:lnL>
                    <a:lnR w="9525" cap="flat" cmpd="sng" algn="ctr">
                      <a:solidFill>
                        <a:srgbClr val="FADBC7"/>
                      </a:solidFill>
                      <a:prstDash val="solid"/>
                    </a:lnR>
                    <a:lnT w="9525" cap="flat" cmpd="sng" algn="ctr">
                      <a:solidFill>
                        <a:srgbClr val="FADBC7"/>
                      </a:solidFill>
                      <a:prstDash val="solid"/>
                    </a:lnT>
                    <a:lnB w="9525" cap="flat" cmpd="sng" algn="ctr">
                      <a:solidFill>
                        <a:srgbClr val="FADBC7"/>
                      </a:solidFill>
                      <a:prstDash val="solid"/>
                    </a:lnB>
                    <a:solidFill>
                      <a:srgbClr val="FADBC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BC7"/>
                      </a:solidFill>
                      <a:prstDash val="solid"/>
                    </a:lnL>
                    <a:lnR w="9525" cap="flat" cmpd="sng" algn="ctr">
                      <a:solidFill>
                        <a:srgbClr val="FADBC7"/>
                      </a:solidFill>
                      <a:prstDash val="solid"/>
                    </a:lnR>
                    <a:lnT w="9525" cap="flat" cmpd="sng" algn="ctr">
                      <a:solidFill>
                        <a:srgbClr val="FADBC7"/>
                      </a:solidFill>
                      <a:prstDash val="solid"/>
                    </a:lnT>
                    <a:lnB w="9525" cap="flat" cmpd="sng" algn="ctr">
                      <a:solidFill>
                        <a:srgbClr val="FADBC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BC7"/>
                      </a:solidFill>
                      <a:prstDash val="solid"/>
                    </a:lnL>
                    <a:lnR w="9525" cap="flat" cmpd="sng" algn="ctr">
                      <a:solidFill>
                        <a:srgbClr val="FADBC7"/>
                      </a:solidFill>
                      <a:prstDash val="solid"/>
                    </a:lnR>
                    <a:lnT w="9525" cap="flat" cmpd="sng" algn="ctr">
                      <a:solidFill>
                        <a:srgbClr val="FADBC7"/>
                      </a:solidFill>
                      <a:prstDash val="solid"/>
                    </a:lnT>
                    <a:lnB w="9525" cap="flat" cmpd="sng" algn="ctr">
                      <a:solidFill>
                        <a:srgbClr val="FADBC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BC7"/>
                      </a:solidFill>
                      <a:prstDash val="solid"/>
                    </a:lnL>
                    <a:lnR w="9525" cap="flat" cmpd="sng" algn="ctr">
                      <a:solidFill>
                        <a:srgbClr val="FADBC7"/>
                      </a:solidFill>
                      <a:prstDash val="solid"/>
                    </a:lnR>
                    <a:lnT w="9525" cap="flat" cmpd="sng" algn="ctr">
                      <a:solidFill>
                        <a:srgbClr val="FADBC7"/>
                      </a:solidFill>
                      <a:prstDash val="solid"/>
                    </a:lnT>
                    <a:lnB w="9525" cap="flat" cmpd="sng" algn="ctr">
                      <a:solidFill>
                        <a:srgbClr val="FADBC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884111"/>
                          </a:solidFill>
                        </a:rPr>
                        <a:t>2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BC7"/>
                      </a:solidFill>
                      <a:prstDash val="solid"/>
                    </a:lnL>
                    <a:lnR w="9525" cap="flat" cmpd="sng" algn="ctr">
                      <a:solidFill>
                        <a:srgbClr val="FADBC7"/>
                      </a:solidFill>
                      <a:prstDash val="solid"/>
                    </a:lnR>
                    <a:lnT w="9525" cap="flat" cmpd="sng" algn="ctr">
                      <a:solidFill>
                        <a:srgbClr val="FADBC7"/>
                      </a:solidFill>
                      <a:prstDash val="solid"/>
                    </a:lnT>
                    <a:lnB w="9525" cap="flat" cmpd="sng" algn="ctr">
                      <a:solidFill>
                        <a:srgbClr val="FADBC7"/>
                      </a:solidFill>
                      <a:prstDash val="solid"/>
                    </a:lnB>
                    <a:solidFill>
                      <a:srgbClr val="FADBC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BC7"/>
                      </a:solidFill>
                      <a:prstDash val="solid"/>
                    </a:lnL>
                    <a:lnR w="9525" cap="flat" cmpd="sng" algn="ctr">
                      <a:solidFill>
                        <a:srgbClr val="FADBC7"/>
                      </a:solidFill>
                      <a:prstDash val="solid"/>
                    </a:lnR>
                    <a:lnT w="9525" cap="flat" cmpd="sng" algn="ctr">
                      <a:solidFill>
                        <a:srgbClr val="FADBC7"/>
                      </a:solidFill>
                      <a:prstDash val="solid"/>
                    </a:lnT>
                    <a:lnB w="9525" cap="flat" cmpd="sng" algn="ctr">
                      <a:solidFill>
                        <a:srgbClr val="FADBC7"/>
                      </a:solidFill>
                      <a:prstDash val="solid"/>
                    </a:lnB>
                    <a:solidFill>
                      <a:srgbClr val="FDF3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BC7"/>
                      </a:solidFill>
                      <a:prstDash val="solid"/>
                    </a:lnL>
                    <a:lnR w="9525" cap="flat" cmpd="sng" algn="ctr">
                      <a:solidFill>
                        <a:srgbClr val="FADBC7"/>
                      </a:solidFill>
                      <a:prstDash val="solid"/>
                    </a:lnR>
                    <a:lnT w="9525" cap="flat" cmpd="sng" algn="ctr">
                      <a:solidFill>
                        <a:srgbClr val="FADBC7"/>
                      </a:solidFill>
                      <a:prstDash val="solid"/>
                    </a:lnT>
                    <a:lnB w="9525" cap="flat" cmpd="sng" algn="ctr">
                      <a:solidFill>
                        <a:srgbClr val="FADBC7"/>
                      </a:solidFill>
                      <a:prstDash val="solid"/>
                    </a:lnB>
                    <a:solidFill>
                      <a:srgbClr val="FDF3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BC7"/>
                      </a:solidFill>
                      <a:prstDash val="solid"/>
                    </a:lnL>
                    <a:lnR w="9525" cap="flat" cmpd="sng" algn="ctr">
                      <a:solidFill>
                        <a:srgbClr val="FADBC7"/>
                      </a:solidFill>
                      <a:prstDash val="solid"/>
                    </a:lnR>
                    <a:lnT w="9525" cap="flat" cmpd="sng" algn="ctr">
                      <a:solidFill>
                        <a:srgbClr val="FADBC7"/>
                      </a:solidFill>
                      <a:prstDash val="solid"/>
                    </a:lnT>
                    <a:lnB w="9525" cap="flat" cmpd="sng" algn="ctr">
                      <a:solidFill>
                        <a:srgbClr val="FADBC7"/>
                      </a:solidFill>
                      <a:prstDash val="solid"/>
                    </a:lnB>
                    <a:solidFill>
                      <a:srgbClr val="FDF3ED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884111"/>
                          </a:solidFill>
                        </a:rPr>
                        <a:t>3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BC7"/>
                      </a:solidFill>
                      <a:prstDash val="solid"/>
                    </a:lnL>
                    <a:lnR w="9525" cap="flat" cmpd="sng" algn="ctr">
                      <a:solidFill>
                        <a:srgbClr val="FADBC7"/>
                      </a:solidFill>
                      <a:prstDash val="solid"/>
                    </a:lnR>
                    <a:lnT w="9525" cap="flat" cmpd="sng" algn="ctr">
                      <a:solidFill>
                        <a:srgbClr val="FADBC7"/>
                      </a:solidFill>
                      <a:prstDash val="solid"/>
                    </a:lnT>
                    <a:lnB w="9525" cap="flat" cmpd="sng" algn="ctr">
                      <a:solidFill>
                        <a:srgbClr val="FADBC7"/>
                      </a:solidFill>
                      <a:prstDash val="solid"/>
                    </a:lnB>
                    <a:solidFill>
                      <a:srgbClr val="FADBC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BC7"/>
                      </a:solidFill>
                      <a:prstDash val="solid"/>
                    </a:lnL>
                    <a:lnR w="9525" cap="flat" cmpd="sng" algn="ctr">
                      <a:solidFill>
                        <a:srgbClr val="FADBC7"/>
                      </a:solidFill>
                      <a:prstDash val="solid"/>
                    </a:lnR>
                    <a:lnT w="9525" cap="flat" cmpd="sng" algn="ctr">
                      <a:solidFill>
                        <a:srgbClr val="FADBC7"/>
                      </a:solidFill>
                      <a:prstDash val="solid"/>
                    </a:lnT>
                    <a:lnB w="9525" cap="flat" cmpd="sng" algn="ctr">
                      <a:solidFill>
                        <a:srgbClr val="FADBC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BC7"/>
                      </a:solidFill>
                      <a:prstDash val="solid"/>
                    </a:lnL>
                    <a:lnR w="9525" cap="flat" cmpd="sng" algn="ctr">
                      <a:solidFill>
                        <a:srgbClr val="FADBC7"/>
                      </a:solidFill>
                      <a:prstDash val="solid"/>
                    </a:lnR>
                    <a:lnT w="9525" cap="flat" cmpd="sng" algn="ctr">
                      <a:solidFill>
                        <a:srgbClr val="FADBC7"/>
                      </a:solidFill>
                      <a:prstDash val="solid"/>
                    </a:lnT>
                    <a:lnB w="9525" cap="flat" cmpd="sng" algn="ctr">
                      <a:solidFill>
                        <a:srgbClr val="FADBC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BC7"/>
                      </a:solidFill>
                      <a:prstDash val="solid"/>
                    </a:lnL>
                    <a:lnR w="9525" cap="flat" cmpd="sng" algn="ctr">
                      <a:solidFill>
                        <a:srgbClr val="FADBC7"/>
                      </a:solidFill>
                      <a:prstDash val="solid"/>
                    </a:lnR>
                    <a:lnT w="9525" cap="flat" cmpd="sng" algn="ctr">
                      <a:solidFill>
                        <a:srgbClr val="FADBC7"/>
                      </a:solidFill>
                      <a:prstDash val="solid"/>
                    </a:lnT>
                    <a:lnB w="9525" cap="flat" cmpd="sng" algn="ctr">
                      <a:solidFill>
                        <a:srgbClr val="FADBC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884111"/>
                          </a:solidFill>
                        </a:rPr>
                        <a:t>4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BC7"/>
                      </a:solidFill>
                      <a:prstDash val="solid"/>
                    </a:lnL>
                    <a:lnR w="9525" cap="flat" cmpd="sng" algn="ctr">
                      <a:solidFill>
                        <a:srgbClr val="FADBC7"/>
                      </a:solidFill>
                      <a:prstDash val="solid"/>
                    </a:lnR>
                    <a:lnT w="9525" cap="flat" cmpd="sng" algn="ctr">
                      <a:solidFill>
                        <a:srgbClr val="FADBC7"/>
                      </a:solidFill>
                      <a:prstDash val="solid"/>
                    </a:lnT>
                    <a:lnB w="9525" cap="flat" cmpd="sng" algn="ctr">
                      <a:solidFill>
                        <a:srgbClr val="FADBC7"/>
                      </a:solidFill>
                      <a:prstDash val="solid"/>
                    </a:lnB>
                    <a:solidFill>
                      <a:srgbClr val="FADBC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BC7"/>
                      </a:solidFill>
                      <a:prstDash val="solid"/>
                    </a:lnL>
                    <a:lnR w="9525" cap="flat" cmpd="sng" algn="ctr">
                      <a:solidFill>
                        <a:srgbClr val="FADBC7"/>
                      </a:solidFill>
                      <a:prstDash val="solid"/>
                    </a:lnR>
                    <a:lnT w="9525" cap="flat" cmpd="sng" algn="ctr">
                      <a:solidFill>
                        <a:srgbClr val="FADBC7"/>
                      </a:solidFill>
                      <a:prstDash val="solid"/>
                    </a:lnT>
                    <a:lnB w="9525" cap="flat" cmpd="sng" algn="ctr">
                      <a:solidFill>
                        <a:srgbClr val="FADBC7"/>
                      </a:solidFill>
                      <a:prstDash val="solid"/>
                    </a:lnB>
                    <a:solidFill>
                      <a:srgbClr val="FDF3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BC7"/>
                      </a:solidFill>
                      <a:prstDash val="solid"/>
                    </a:lnL>
                    <a:lnR w="9525" cap="flat" cmpd="sng" algn="ctr">
                      <a:solidFill>
                        <a:srgbClr val="FADBC7"/>
                      </a:solidFill>
                      <a:prstDash val="solid"/>
                    </a:lnR>
                    <a:lnT w="9525" cap="flat" cmpd="sng" algn="ctr">
                      <a:solidFill>
                        <a:srgbClr val="FADBC7"/>
                      </a:solidFill>
                      <a:prstDash val="solid"/>
                    </a:lnT>
                    <a:lnB w="9525" cap="flat" cmpd="sng" algn="ctr">
                      <a:solidFill>
                        <a:srgbClr val="FADBC7"/>
                      </a:solidFill>
                      <a:prstDash val="solid"/>
                    </a:lnB>
                    <a:solidFill>
                      <a:srgbClr val="FDF3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BC7"/>
                      </a:solidFill>
                      <a:prstDash val="solid"/>
                    </a:lnL>
                    <a:lnR w="9525" cap="flat" cmpd="sng" algn="ctr">
                      <a:solidFill>
                        <a:srgbClr val="FADBC7"/>
                      </a:solidFill>
                      <a:prstDash val="solid"/>
                    </a:lnR>
                    <a:lnT w="9525" cap="flat" cmpd="sng" algn="ctr">
                      <a:solidFill>
                        <a:srgbClr val="FADBC7"/>
                      </a:solidFill>
                      <a:prstDash val="solid"/>
                    </a:lnT>
                    <a:lnB w="9525" cap="flat" cmpd="sng" algn="ctr">
                      <a:solidFill>
                        <a:srgbClr val="FADBC7"/>
                      </a:solidFill>
                      <a:prstDash val="solid"/>
                    </a:lnB>
                    <a:solidFill>
                      <a:srgbClr val="FDF3ED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884111"/>
                          </a:solidFill>
                        </a:rPr>
                        <a:t>5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BC7"/>
                      </a:solidFill>
                      <a:prstDash val="solid"/>
                    </a:lnL>
                    <a:lnR w="9525" cap="flat" cmpd="sng" algn="ctr">
                      <a:solidFill>
                        <a:srgbClr val="FADBC7"/>
                      </a:solidFill>
                      <a:prstDash val="solid"/>
                    </a:lnR>
                    <a:lnT w="9525" cap="flat" cmpd="sng" algn="ctr">
                      <a:solidFill>
                        <a:srgbClr val="FADBC7"/>
                      </a:solidFill>
                      <a:prstDash val="solid"/>
                    </a:lnT>
                    <a:lnB w="9525" cap="flat" cmpd="sng" algn="ctr">
                      <a:solidFill>
                        <a:srgbClr val="FADBC7"/>
                      </a:solidFill>
                      <a:prstDash val="solid"/>
                    </a:lnB>
                    <a:solidFill>
                      <a:srgbClr val="FADBC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BC7"/>
                      </a:solidFill>
                      <a:prstDash val="solid"/>
                    </a:lnL>
                    <a:lnR w="9525" cap="flat" cmpd="sng" algn="ctr">
                      <a:solidFill>
                        <a:srgbClr val="FADBC7"/>
                      </a:solidFill>
                      <a:prstDash val="solid"/>
                    </a:lnR>
                    <a:lnT w="9525" cap="flat" cmpd="sng" algn="ctr">
                      <a:solidFill>
                        <a:srgbClr val="FADBC7"/>
                      </a:solidFill>
                      <a:prstDash val="solid"/>
                    </a:lnT>
                    <a:lnB w="9525" cap="flat" cmpd="sng" algn="ctr">
                      <a:solidFill>
                        <a:srgbClr val="FADBC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BC7"/>
                      </a:solidFill>
                      <a:prstDash val="solid"/>
                    </a:lnL>
                    <a:lnR w="9525" cap="flat" cmpd="sng" algn="ctr">
                      <a:solidFill>
                        <a:srgbClr val="FADBC7"/>
                      </a:solidFill>
                      <a:prstDash val="solid"/>
                    </a:lnR>
                    <a:lnT w="9525" cap="flat" cmpd="sng" algn="ctr">
                      <a:solidFill>
                        <a:srgbClr val="FADBC7"/>
                      </a:solidFill>
                      <a:prstDash val="solid"/>
                    </a:lnT>
                    <a:lnB w="9525" cap="flat" cmpd="sng" algn="ctr">
                      <a:solidFill>
                        <a:srgbClr val="FADBC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BC7"/>
                      </a:solidFill>
                      <a:prstDash val="solid"/>
                    </a:lnL>
                    <a:lnR w="9525" cap="flat" cmpd="sng" algn="ctr">
                      <a:solidFill>
                        <a:srgbClr val="FADBC7"/>
                      </a:solidFill>
                      <a:prstDash val="solid"/>
                    </a:lnR>
                    <a:lnT w="9525" cap="flat" cmpd="sng" algn="ctr">
                      <a:solidFill>
                        <a:srgbClr val="FADBC7"/>
                      </a:solidFill>
                      <a:prstDash val="solid"/>
                    </a:lnT>
                    <a:lnB w="9525" cap="flat" cmpd="sng" algn="ctr">
                      <a:solidFill>
                        <a:srgbClr val="FADBC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talk-5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884111"/>
                </a:solidFill>
              </a:rPr>
              <a:t>감사합니다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884111"/>
                </a:solidFill>
              </a:rPr>
              <a:t>끝까지 들어 주셔서 고맙습니다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문의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연말 결산·회고 발표 템플릿">
  <a:themeElements>
    <a:clrScheme name="Office">
      <a:dk1>
        <a:sysClr val="windowText" lastClr="000000"/>
      </a:dk1>
      <a:lt1>
        <a:sysClr val="window" lastClr="FFFFFF"/>
      </a:lt1>
      <a:dk2>
        <a:srgbClr val="884111"/>
      </a:dk2>
      <a:lt2>
        <a:srgbClr val="FDF3ED"/>
      </a:lt2>
      <a:accent1>
        <a:srgbClr val="E36C1C"/>
      </a:accent1>
      <a:accent2>
        <a:srgbClr val="3B9188"/>
      </a:accent2>
      <a:accent3>
        <a:srgbClr val="884111"/>
      </a:accent3>
      <a:accent4>
        <a:srgbClr val="FADBC7"/>
      </a:accent4>
      <a:accent5>
        <a:srgbClr val="8F7E52"/>
      </a:accent5>
      <a:accent6>
        <a:srgbClr val="B88D70"/>
      </a:accent6>
      <a:hlink>
        <a:srgbClr val="E36C1C"/>
      </a:hlink>
      <a:folHlink>
        <a:srgbClr val="884111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연말 결산·회고 발표 템플릿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