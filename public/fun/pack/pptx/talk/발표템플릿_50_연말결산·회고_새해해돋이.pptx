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내년에 가져갈 것과 두고 갈 것을 나눴습니다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올해의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잘한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아쉬운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내년의 다짐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88411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잘한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배운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다음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ADBC7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884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