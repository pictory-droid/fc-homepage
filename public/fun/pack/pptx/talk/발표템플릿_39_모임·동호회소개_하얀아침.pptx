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684367" y="10972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547207" y="4663440"/>
            <a:ext cx="1097280" cy="18288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1828754" y="1874520"/>
            <a:ext cx="853418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54" y="2331720"/>
            <a:ext cx="8534186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1828754" y="361188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새로 오신 분들께 인사드립니다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1828754" y="448056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모임·동호회 소개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star4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noFill/>
          <a:ln w="19050">
            <a:solidFill>
              <a:srgbClr val="98BA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749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우리 모임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noFill/>
          <a:ln w="19050">
            <a:solidFill>
              <a:srgbClr val="98BA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74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활동 이야기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noFill/>
          <a:ln w="19050">
            <a:solidFill>
              <a:srgbClr val="98BA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74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함께하는 사람들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9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noFill/>
          <a:ln w="19050">
            <a:solidFill>
              <a:srgbClr val="98BA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749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참여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star4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7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37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noFill/>
          <a:ln w="19050">
            <a:solidFill>
              <a:srgbClr val="98BA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749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모임의 취지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noFill/>
          <a:ln w="19050">
            <a:solidFill>
              <a:srgbClr val="98BA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749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활동 내용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noFill/>
          <a:ln w="19050">
            <a:solidFill>
              <a:srgbClr val="98BA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3749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참여 혜택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star4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처음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A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37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star4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7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684367" y="10972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547207" y="4663440"/>
            <a:ext cx="1097280" cy="18288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1828754" y="1874520"/>
            <a:ext cx="853418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54" y="2331720"/>
            <a:ext cx="8534186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1828754" y="361188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1828754" y="448056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273749"/>
      </a:dk2>
      <a:lt2>
        <a:srgbClr val="ECF3FB"/>
      </a:lt2>
      <a:accent1>
        <a:srgbClr val="98BAE1"/>
      </a:accent1>
      <a:accent2>
        <a:srgbClr val="B8B8EA"/>
      </a:accent2>
      <a:accent3>
        <a:srgbClr val="273749"/>
      </a:accent3>
      <a:accent4>
        <a:srgbClr val="D5E4F6"/>
      </a:accent4>
      <a:accent5>
        <a:srgbClr val="A8B9E6"/>
      </a:accent5>
      <a:accent6>
        <a:srgbClr val="7D8792"/>
      </a:accent6>
      <a:hlink>
        <a:srgbClr val="98BAE1"/>
      </a:hlink>
      <a:folHlink>
        <a:srgbClr val="273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