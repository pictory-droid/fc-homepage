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노란 들판처럼 환한 아이디어를 펼쳐요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15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우리 모임 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활동 이야기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함께하는 사람들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7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참여 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5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605610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모임의 취지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활동 내용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5875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05610"/>
                </a:solidFill>
              </a:rPr>
              <a:t>참여 혜택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15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CFAED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8F2C9"/>
          </a:solidFill>
          <a:ln w="12700">
            <a:solidFill>
              <a:srgbClr val="F8F2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6056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212733" y="746014"/>
            <a:ext cx="208059" cy="20805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833654" y="555372"/>
            <a:ext cx="123712" cy="123712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856423" y="354001"/>
            <a:ext cx="96486" cy="96486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4416" y="318094"/>
            <a:ext cx="75383" cy="7538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094708" y="1145199"/>
            <a:ext cx="164209" cy="164209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537948" y="857040"/>
            <a:ext cx="169333" cy="16933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719896" y="1234880"/>
            <a:ext cx="183861" cy="18386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049820" y="500555"/>
            <a:ext cx="94857" cy="9485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568237" y="1191841"/>
            <a:ext cx="102515" cy="102515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915689" y="1199725"/>
            <a:ext cx="80068" cy="80068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16702" y="1171867"/>
            <a:ext cx="86265" cy="86265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B8A41E"/>
                      </a:solidFill>
                      <a:prstDash val="solid"/>
                    </a:lnL>
                    <a:lnR w="9525" cap="flat" cmpd="sng" algn="ctr">
                      <a:solidFill>
                        <a:srgbClr val="B8A41E"/>
                      </a:solidFill>
                      <a:prstDash val="solid"/>
                    </a:lnR>
                    <a:lnT w="9525" cap="flat" cmpd="sng" algn="ctr">
                      <a:solidFill>
                        <a:srgbClr val="B8A41E"/>
                      </a:solidFill>
                      <a:prstDash val="solid"/>
                    </a:lnT>
                    <a:lnB w="9525" cap="flat" cmpd="sng" algn="ctr">
                      <a:solidFill>
                        <a:srgbClr val="B8A41E"/>
                      </a:solidFill>
                      <a:prstDash val="solid"/>
                    </a:lnB>
                    <a:solidFill>
                      <a:srgbClr val="B8A41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CFA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605610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8F2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8F2C9"/>
                      </a:solidFill>
                      <a:prstDash val="solid"/>
                    </a:lnL>
                    <a:lnR w="9525" cap="flat" cmpd="sng" algn="ctr">
                      <a:solidFill>
                        <a:srgbClr val="F8F2C9"/>
                      </a:solidFill>
                      <a:prstDash val="solid"/>
                    </a:lnR>
                    <a:lnT w="9525" cap="flat" cmpd="sng" algn="ctr">
                      <a:solidFill>
                        <a:srgbClr val="F8F2C9"/>
                      </a:solidFill>
                      <a:prstDash val="solid"/>
                    </a:lnT>
                    <a:lnB w="9525" cap="flat" cmpd="sng" algn="ctr">
                      <a:solidFill>
                        <a:srgbClr val="F8F2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473039" y="1299213"/>
            <a:ext cx="482319" cy="482319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9594265" y="857271"/>
            <a:ext cx="286788" cy="286788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9647048" y="390456"/>
            <a:ext cx="223673" cy="223673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778303" y="307216"/>
            <a:ext cx="174751" cy="174751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199434" y="2224597"/>
            <a:ext cx="380667" cy="380667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26947" y="1556591"/>
            <a:ext cx="392544" cy="392544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648734" y="2432493"/>
            <a:ext cx="426223" cy="42622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095376" y="730194"/>
            <a:ext cx="219896" cy="219896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297160" y="2332720"/>
            <a:ext cx="237649" cy="237649"/>
          </a:xfrm>
          <a:prstGeom prst="ellipse">
            <a:avLst/>
          </a:prstGeom>
          <a:solidFill>
            <a:srgbClr val="3B7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9784437" y="2350999"/>
            <a:ext cx="185613" cy="185613"/>
          </a:xfrm>
          <a:prstGeom prst="ellipse">
            <a:avLst/>
          </a:prstGeom>
          <a:solidFill>
            <a:srgbClr val="B8A4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554966" y="2286417"/>
            <a:ext cx="199980" cy="199980"/>
          </a:xfrm>
          <a:prstGeom prst="ellipse">
            <a:avLst/>
          </a:prstGeom>
          <a:solidFill>
            <a:srgbClr val="F8F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605610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605610"/>
      </a:dk2>
      <a:lt2>
        <a:srgbClr val="FCFAED"/>
      </a:lt2>
      <a:accent1>
        <a:srgbClr val="B8A41E"/>
      </a:accent1>
      <a:accent2>
        <a:srgbClr val="3B7191"/>
      </a:accent2>
      <a:accent3>
        <a:srgbClr val="605610"/>
      </a:accent3>
      <a:accent4>
        <a:srgbClr val="F8F2C9"/>
      </a:accent4>
      <a:accent5>
        <a:srgbClr val="7A8A58"/>
      </a:accent5>
      <a:accent6>
        <a:srgbClr val="A09A70"/>
      </a:accent6>
      <a:hlink>
        <a:srgbClr val="B8A41E"/>
      </a:hlink>
      <a:folHlink>
        <a:srgbClr val="6056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