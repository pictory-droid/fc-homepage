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82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0F1D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6668797" y="1317686"/>
            <a:ext cx="279806" cy="729871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6270217" y="971513"/>
            <a:ext cx="279806" cy="86581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5856383" y="1405971"/>
            <a:ext cx="279806" cy="937396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5417607" y="839014"/>
            <a:ext cx="279806" cy="81309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5440681" y="935019"/>
            <a:ext cx="279806" cy="760831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6060196" y="1289571"/>
            <a:ext cx="279806" cy="787212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143D21"/>
                </a:solidFill>
              </a:rPr>
              <a:t>발표 제목을 입력하세요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43D21"/>
                </a:solidFill>
              </a:rPr>
              <a:t>푸른 오월처럼 생기 있게 시작합니다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업무 보고 · 발표자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목차</a:t>
            </a:r>
          </a:p>
        </p:txBody>
      </p:sp>
      <p:sp>
        <p:nvSpPr>
          <p:cNvPr id="10" name="줄 1"/>
          <p:cNvSpPr/>
          <p:nvPr/>
        </p:nvSpPr>
        <p:spPr>
          <a:xfrm>
            <a:off x="777240" y="155448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2700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960120" y="178308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추진 경과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0020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4" name="줄 2"/>
          <p:cNvSpPr/>
          <p:nvPr/>
        </p:nvSpPr>
        <p:spPr>
          <a:xfrm>
            <a:off x="777240" y="260603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2700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960120" y="2834639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주요 성과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65175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8" name="줄 3"/>
          <p:cNvSpPr/>
          <p:nvPr/>
        </p:nvSpPr>
        <p:spPr>
          <a:xfrm>
            <a:off x="777240" y="36576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2700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960120" y="388620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19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이슈와 대응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7033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2" name="줄 4"/>
          <p:cNvSpPr/>
          <p:nvPr/>
        </p:nvSpPr>
        <p:spPr>
          <a:xfrm>
            <a:off x="777240" y="470915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2700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960120" y="4937759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향후 계획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7548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핵심 메시지</a:t>
            </a:r>
          </a:p>
        </p:txBody>
      </p:sp>
      <p:sp>
        <p:nvSpPr>
          <p:cNvPr id="10" name="핵심 문장"/>
          <p:cNvSpPr txBox="1"/>
          <p:nvPr/>
        </p:nvSpPr>
        <p:spPr>
          <a:xfrm>
            <a:off x="777240" y="155448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43D21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1" name="카드 1"/>
          <p:cNvSpPr/>
          <p:nvPr/>
        </p:nvSpPr>
        <p:spPr>
          <a:xfrm>
            <a:off x="777240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5875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960120" y="320040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진행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99178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5875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82058" y="320040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338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성과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6338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21116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5875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03996" y="320040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8276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이슈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8276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한눈에 비교</a:t>
            </a:r>
          </a:p>
        </p:txBody>
      </p:sp>
      <p:sp>
        <p:nvSpPr>
          <p:cNvPr id="10" name="왼쪽 칸"/>
          <p:cNvSpPr/>
          <p:nvPr/>
        </p:nvSpPr>
        <p:spPr>
          <a:xfrm>
            <a:off x="777240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2700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777240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계획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오른쪽 칸"/>
          <p:cNvSpPr/>
          <p:nvPr/>
        </p:nvSpPr>
        <p:spPr>
          <a:xfrm>
            <a:off x="6278727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D0F1DA"/>
          </a:solidFill>
          <a:ln w="12700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칸 제목 바"/>
          <p:cNvSpPr/>
          <p:nvPr/>
        </p:nvSpPr>
        <p:spPr>
          <a:xfrm>
            <a:off x="6278727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143D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일정·현황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777240" y="155448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82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0F1D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6668797" y="1317686"/>
            <a:ext cx="279806" cy="729871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6270217" y="971513"/>
            <a:ext cx="279806" cy="86581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5856383" y="1405971"/>
            <a:ext cx="279806" cy="937396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5417607" y="839014"/>
            <a:ext cx="279806" cy="81309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5440681" y="935019"/>
            <a:ext cx="279806" cy="760831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6060196" y="1289571"/>
            <a:ext cx="279806" cy="787212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143D21"/>
                </a:solidFill>
              </a:rPr>
              <a:t>감사합니다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43D21"/>
                </a:solidFill>
              </a:rPr>
              <a:t>들어 주셔서 고맙습니다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143D21"/>
      </a:dk2>
      <a:lt2>
        <a:srgbClr val="F0FAF3"/>
      </a:lt2>
      <a:accent1>
        <a:srgbClr val="2B8245"/>
      </a:accent1>
      <a:accent2>
        <a:srgbClr val="803B91"/>
      </a:accent2>
      <a:accent3>
        <a:srgbClr val="143D21"/>
      </a:accent3>
      <a:accent4>
        <a:srgbClr val="D0F1DA"/>
      </a:accent4>
      <a:accent5>
        <a:srgbClr val="565E6B"/>
      </a:accent5>
      <a:accent6>
        <a:srgbClr val="728B7A"/>
      </a:accent6>
      <a:hlink>
        <a:srgbClr val="2B8245"/>
      </a:hlink>
      <a:folHlink>
        <a:srgbClr val="143D2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