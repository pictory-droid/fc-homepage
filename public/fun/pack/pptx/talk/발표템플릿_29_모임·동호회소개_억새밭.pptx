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3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46300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D8B2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75335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</a:rPr>
              <a:t>발표 제목을 입력하세요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</a:rPr>
              <a:t>행사 준비 상황을 공유합니다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모임·동호회 소개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9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EBD2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048695" y="502919"/>
            <a:ext cx="274320" cy="274320"/>
          </a:xfrm>
          <a:prstGeom prst="teardrop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목차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914400"/>
          </a:xfrm>
          <a:prstGeom prst="roundRect">
            <a:avLst>
              <a:gd name="adj" fmla="val 4000"/>
            </a:avLst>
          </a:prstGeom>
          <a:solidFill>
            <a:srgbClr val="FBF5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포인트 막대"/>
          <p:cNvSpPr/>
          <p:nvPr/>
        </p:nvSpPr>
        <p:spPr>
          <a:xfrm>
            <a:off x="640080" y="1892807"/>
            <a:ext cx="54864" cy="694944"/>
          </a:xfrm>
          <a:prstGeom prst="rect">
            <a:avLst/>
          </a:prstGeom>
          <a:solidFill>
            <a:srgbClr val="D8B2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2011680"/>
            <a:ext cx="457200" cy="457200"/>
          </a:xfrm>
          <a:prstGeom prst="ellipse">
            <a:avLst/>
          </a:prstGeom>
          <a:solidFill>
            <a:srgbClr val="DCE1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288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B27"/>
                </a:solidFill>
              </a:rPr>
              <a:t>우리 모임 소개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288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1" name="줄 2"/>
          <p:cNvSpPr/>
          <p:nvPr/>
        </p:nvSpPr>
        <p:spPr>
          <a:xfrm>
            <a:off x="640080" y="2834639"/>
            <a:ext cx="10911535" cy="914400"/>
          </a:xfrm>
          <a:prstGeom prst="roundRect">
            <a:avLst>
              <a:gd name="adj" fmla="val 4000"/>
            </a:avLst>
          </a:prstGeom>
          <a:solidFill>
            <a:srgbClr val="FBF5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포인트 막대"/>
          <p:cNvSpPr/>
          <p:nvPr/>
        </p:nvSpPr>
        <p:spPr>
          <a:xfrm>
            <a:off x="640080" y="2944368"/>
            <a:ext cx="54864" cy="694944"/>
          </a:xfrm>
          <a:prstGeom prst="rect">
            <a:avLst/>
          </a:prstGeom>
          <a:solidFill>
            <a:srgbClr val="D8B2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822959" y="3063239"/>
            <a:ext cx="457200" cy="457200"/>
          </a:xfrm>
          <a:prstGeom prst="ellipse">
            <a:avLst/>
          </a:prstGeom>
          <a:solidFill>
            <a:srgbClr val="DCE1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8803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B27"/>
                </a:solidFill>
              </a:rPr>
              <a:t>활동 이야기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8803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6" name="줄 3"/>
          <p:cNvSpPr/>
          <p:nvPr/>
        </p:nvSpPr>
        <p:spPr>
          <a:xfrm>
            <a:off x="640080" y="3886200"/>
            <a:ext cx="10911535" cy="914400"/>
          </a:xfrm>
          <a:prstGeom prst="roundRect">
            <a:avLst>
              <a:gd name="adj" fmla="val 4000"/>
            </a:avLst>
          </a:prstGeom>
          <a:solidFill>
            <a:srgbClr val="FBF5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포인트 막대"/>
          <p:cNvSpPr/>
          <p:nvPr/>
        </p:nvSpPr>
        <p:spPr>
          <a:xfrm>
            <a:off x="640080" y="3995928"/>
            <a:ext cx="54864" cy="694944"/>
          </a:xfrm>
          <a:prstGeom prst="rect">
            <a:avLst/>
          </a:prstGeom>
          <a:solidFill>
            <a:srgbClr val="D8B2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2959" y="4114800"/>
            <a:ext cx="457200" cy="457200"/>
          </a:xfrm>
          <a:prstGeom prst="ellipse">
            <a:avLst/>
          </a:prstGeom>
          <a:solidFill>
            <a:srgbClr val="DCE1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931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B27"/>
                </a:solidFill>
              </a:rPr>
              <a:t>함께하는 사람들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931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21" name="줄 4"/>
          <p:cNvSpPr/>
          <p:nvPr/>
        </p:nvSpPr>
        <p:spPr>
          <a:xfrm>
            <a:off x="640080" y="4937759"/>
            <a:ext cx="10911535" cy="914400"/>
          </a:xfrm>
          <a:prstGeom prst="roundRect">
            <a:avLst>
              <a:gd name="adj" fmla="val 4000"/>
            </a:avLst>
          </a:prstGeom>
          <a:solidFill>
            <a:srgbClr val="FBF5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포인트 막대"/>
          <p:cNvSpPr/>
          <p:nvPr/>
        </p:nvSpPr>
        <p:spPr>
          <a:xfrm>
            <a:off x="640080" y="5047488"/>
            <a:ext cx="54864" cy="694944"/>
          </a:xfrm>
          <a:prstGeom prst="rect">
            <a:avLst/>
          </a:prstGeom>
          <a:solidFill>
            <a:srgbClr val="D8B2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4"/>
          <p:cNvSpPr/>
          <p:nvPr/>
        </p:nvSpPr>
        <p:spPr>
          <a:xfrm>
            <a:off x="822959" y="5166359"/>
            <a:ext cx="457200" cy="457200"/>
          </a:xfrm>
          <a:prstGeom prst="ellipse">
            <a:avLst/>
          </a:prstGeom>
          <a:solidFill>
            <a:srgbClr val="DCE1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83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B27"/>
                </a:solidFill>
              </a:rPr>
              <a:t>참여 방법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983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9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EBD2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048695" y="502919"/>
            <a:ext cx="274320" cy="274320"/>
          </a:xfrm>
          <a:prstGeom prst="teardrop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핵심 메시지</a:t>
            </a:r>
          </a:p>
        </p:txBody>
      </p:sp>
      <p:sp>
        <p:nvSpPr>
          <p:cNvPr id="6" name="핵심 문장"/>
          <p:cNvSpPr txBox="1"/>
          <p:nvPr/>
        </p:nvSpPr>
        <p:spPr>
          <a:xfrm>
            <a:off x="640080" y="178308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493B27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3246120"/>
            <a:ext cx="3484778" cy="3017520"/>
          </a:xfrm>
          <a:prstGeom prst="roundRect">
            <a:avLst>
              <a:gd name="adj" fmla="val 4000"/>
            </a:avLst>
          </a:prstGeom>
          <a:solidFill>
            <a:srgbClr val="FBF5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포인트 막대"/>
          <p:cNvSpPr/>
          <p:nvPr/>
        </p:nvSpPr>
        <p:spPr>
          <a:xfrm>
            <a:off x="640080" y="3355848"/>
            <a:ext cx="54864" cy="2798063"/>
          </a:xfrm>
          <a:prstGeom prst="rect">
            <a:avLst/>
          </a:prstGeom>
          <a:solidFill>
            <a:srgbClr val="D8B2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3429000"/>
            <a:ext cx="457200" cy="457200"/>
          </a:xfrm>
          <a:prstGeom prst="ellipse">
            <a:avLst/>
          </a:prstGeom>
          <a:solidFill>
            <a:srgbClr val="DCE1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B27"/>
                </a:solidFill>
              </a:rPr>
              <a:t>모임의 취지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2" name="카드 2"/>
          <p:cNvSpPr/>
          <p:nvPr/>
        </p:nvSpPr>
        <p:spPr>
          <a:xfrm>
            <a:off x="4353458" y="3246120"/>
            <a:ext cx="3484778" cy="3017520"/>
          </a:xfrm>
          <a:prstGeom prst="roundRect">
            <a:avLst>
              <a:gd name="adj" fmla="val 4000"/>
            </a:avLst>
          </a:prstGeom>
          <a:solidFill>
            <a:srgbClr val="FBF5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포인트 막대"/>
          <p:cNvSpPr/>
          <p:nvPr/>
        </p:nvSpPr>
        <p:spPr>
          <a:xfrm>
            <a:off x="4353458" y="3355848"/>
            <a:ext cx="54864" cy="2798063"/>
          </a:xfrm>
          <a:prstGeom prst="rect">
            <a:avLst/>
          </a:prstGeom>
          <a:solidFill>
            <a:srgbClr val="D8B2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4536338" y="3429000"/>
            <a:ext cx="457200" cy="457200"/>
          </a:xfrm>
          <a:prstGeom prst="ellipse">
            <a:avLst/>
          </a:prstGeom>
          <a:solidFill>
            <a:srgbClr val="DCE1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B27"/>
                </a:solidFill>
              </a:rPr>
              <a:t>활동 내용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7" name="카드 3"/>
          <p:cNvSpPr/>
          <p:nvPr/>
        </p:nvSpPr>
        <p:spPr>
          <a:xfrm>
            <a:off x="8066836" y="3246120"/>
            <a:ext cx="3484778" cy="3017520"/>
          </a:xfrm>
          <a:prstGeom prst="roundRect">
            <a:avLst>
              <a:gd name="adj" fmla="val 4000"/>
            </a:avLst>
          </a:prstGeom>
          <a:solidFill>
            <a:srgbClr val="FBF5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포인트 막대"/>
          <p:cNvSpPr/>
          <p:nvPr/>
        </p:nvSpPr>
        <p:spPr>
          <a:xfrm>
            <a:off x="8066836" y="3355848"/>
            <a:ext cx="54864" cy="2798063"/>
          </a:xfrm>
          <a:prstGeom prst="rect">
            <a:avLst/>
          </a:prstGeom>
          <a:solidFill>
            <a:srgbClr val="D8B2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49716" y="3429000"/>
            <a:ext cx="457200" cy="457200"/>
          </a:xfrm>
          <a:prstGeom prst="ellipse">
            <a:avLst/>
          </a:prstGeom>
          <a:solidFill>
            <a:srgbClr val="DCE1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B27"/>
                </a:solidFill>
              </a:rPr>
              <a:t>참여 혜택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9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EBD2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048695" y="502919"/>
            <a:ext cx="274320" cy="274320"/>
          </a:xfrm>
          <a:prstGeom prst="teardrop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한눈에 비교</a:t>
            </a:r>
          </a:p>
        </p:txBody>
      </p:sp>
      <p:sp>
        <p:nvSpPr>
          <p:cNvPr id="6" name="왼쪽 칸"/>
          <p:cNvSpPr/>
          <p:nvPr/>
        </p:nvSpPr>
        <p:spPr>
          <a:xfrm>
            <a:off x="640080" y="1783080"/>
            <a:ext cx="5272887" cy="3291840"/>
          </a:xfrm>
          <a:prstGeom prst="roundRect">
            <a:avLst>
              <a:gd name="adj" fmla="val 4000"/>
            </a:avLst>
          </a:prstGeom>
          <a:solidFill>
            <a:srgbClr val="FBF5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포인트 막대"/>
          <p:cNvSpPr/>
          <p:nvPr/>
        </p:nvSpPr>
        <p:spPr>
          <a:xfrm>
            <a:off x="640080" y="1892807"/>
            <a:ext cx="54864" cy="3072384"/>
          </a:xfrm>
          <a:prstGeom prst="rect">
            <a:avLst/>
          </a:prstGeom>
          <a:solidFill>
            <a:srgbClr val="D8B2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칸 제목 바"/>
          <p:cNvSpPr/>
          <p:nvPr/>
        </p:nvSpPr>
        <p:spPr>
          <a:xfrm>
            <a:off x="640080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D8B2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처음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오른쪽 칸"/>
          <p:cNvSpPr/>
          <p:nvPr/>
        </p:nvSpPr>
        <p:spPr>
          <a:xfrm>
            <a:off x="6278727" y="1783080"/>
            <a:ext cx="5272887" cy="3291840"/>
          </a:xfrm>
          <a:prstGeom prst="roundRect">
            <a:avLst>
              <a:gd name="adj" fmla="val 4000"/>
            </a:avLst>
          </a:prstGeom>
          <a:solidFill>
            <a:srgbClr val="F6E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포인트 막대"/>
          <p:cNvSpPr/>
          <p:nvPr/>
        </p:nvSpPr>
        <p:spPr>
          <a:xfrm>
            <a:off x="6278727" y="1892807"/>
            <a:ext cx="54864" cy="3072384"/>
          </a:xfrm>
          <a:prstGeom prst="rect">
            <a:avLst/>
          </a:prstGeom>
          <a:solidFill>
            <a:srgbClr val="D8B2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칸 제목 바"/>
          <p:cNvSpPr/>
          <p:nvPr/>
        </p:nvSpPr>
        <p:spPr>
          <a:xfrm>
            <a:off x="6278727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493B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1607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지금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9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EBD2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048695" y="502919"/>
            <a:ext cx="274320" cy="274320"/>
          </a:xfrm>
          <a:prstGeom prst="teardrop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일정·현황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날짜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B279"/>
                      </a:solidFill>
                      <a:prstDash val="solid"/>
                    </a:lnL>
                    <a:lnR w="9525" cap="flat" cmpd="sng" algn="ctr">
                      <a:solidFill>
                        <a:srgbClr val="D8B279"/>
                      </a:solidFill>
                      <a:prstDash val="solid"/>
                    </a:lnR>
                    <a:lnT w="9525" cap="flat" cmpd="sng" algn="ctr">
                      <a:solidFill>
                        <a:srgbClr val="D8B279"/>
                      </a:solidFill>
                      <a:prstDash val="solid"/>
                    </a:lnT>
                    <a:lnB w="9525" cap="flat" cmpd="sng" algn="ctr">
                      <a:solidFill>
                        <a:srgbClr val="D8B279"/>
                      </a:solidFill>
                      <a:prstDash val="solid"/>
                    </a:lnB>
                    <a:solidFill>
                      <a:srgbClr val="D8B2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활동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B279"/>
                      </a:solidFill>
                      <a:prstDash val="solid"/>
                    </a:lnL>
                    <a:lnR w="9525" cap="flat" cmpd="sng" algn="ctr">
                      <a:solidFill>
                        <a:srgbClr val="D8B279"/>
                      </a:solidFill>
                      <a:prstDash val="solid"/>
                    </a:lnR>
                    <a:lnT w="9525" cap="flat" cmpd="sng" algn="ctr">
                      <a:solidFill>
                        <a:srgbClr val="D8B279"/>
                      </a:solidFill>
                      <a:prstDash val="solid"/>
                    </a:lnT>
                    <a:lnB w="9525" cap="flat" cmpd="sng" algn="ctr">
                      <a:solidFill>
                        <a:srgbClr val="D8B279"/>
                      </a:solidFill>
                      <a:prstDash val="solid"/>
                    </a:lnB>
                    <a:solidFill>
                      <a:srgbClr val="D8B2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장소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B279"/>
                      </a:solidFill>
                      <a:prstDash val="solid"/>
                    </a:lnL>
                    <a:lnR w="9525" cap="flat" cmpd="sng" algn="ctr">
                      <a:solidFill>
                        <a:srgbClr val="D8B279"/>
                      </a:solidFill>
                      <a:prstDash val="solid"/>
                    </a:lnR>
                    <a:lnT w="9525" cap="flat" cmpd="sng" algn="ctr">
                      <a:solidFill>
                        <a:srgbClr val="D8B279"/>
                      </a:solidFill>
                      <a:prstDash val="solid"/>
                    </a:lnT>
                    <a:lnB w="9525" cap="flat" cmpd="sng" algn="ctr">
                      <a:solidFill>
                        <a:srgbClr val="D8B279"/>
                      </a:solidFill>
                      <a:prstDash val="solid"/>
                    </a:lnB>
                    <a:solidFill>
                      <a:srgbClr val="D8B2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참석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B279"/>
                      </a:solidFill>
                      <a:prstDash val="solid"/>
                    </a:lnL>
                    <a:lnR w="9525" cap="flat" cmpd="sng" algn="ctr">
                      <a:solidFill>
                        <a:srgbClr val="D8B279"/>
                      </a:solidFill>
                      <a:prstDash val="solid"/>
                    </a:lnR>
                    <a:lnT w="9525" cap="flat" cmpd="sng" algn="ctr">
                      <a:solidFill>
                        <a:srgbClr val="D8B279"/>
                      </a:solidFill>
                      <a:prstDash val="solid"/>
                    </a:lnT>
                    <a:lnB w="9525" cap="flat" cmpd="sng" algn="ctr">
                      <a:solidFill>
                        <a:srgbClr val="D8B279"/>
                      </a:solidFill>
                      <a:prstDash val="solid"/>
                    </a:lnB>
                    <a:solidFill>
                      <a:srgbClr val="D8B27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B27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6E9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B27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6E9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B27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6E9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B27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6E9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B27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6E9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9D5"/>
                      </a:solidFill>
                      <a:prstDash val="solid"/>
                    </a:lnL>
                    <a:lnR w="9525" cap="flat" cmpd="sng" algn="ctr">
                      <a:solidFill>
                        <a:srgbClr val="F6E9D5"/>
                      </a:solidFill>
                      <a:prstDash val="solid"/>
                    </a:lnR>
                    <a:lnT w="9525" cap="flat" cmpd="sng" algn="ctr">
                      <a:solidFill>
                        <a:srgbClr val="F6E9D5"/>
                      </a:solidFill>
                      <a:prstDash val="solid"/>
                    </a:lnT>
                    <a:lnB w="9525" cap="flat" cmpd="sng" algn="ctr">
                      <a:solidFill>
                        <a:srgbClr val="F6E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3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46300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D8B2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75335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</a:rPr>
              <a:t>끝까지 들어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모임·동호회 소개 발표 템플릿">
  <a:themeElements>
    <a:clrScheme name="Office">
      <a:dk1>
        <a:sysClr val="windowText" lastClr="000000"/>
      </a:dk1>
      <a:lt1>
        <a:sysClr val="window" lastClr="FFFFFF"/>
      </a:lt1>
      <a:dk2>
        <a:srgbClr val="493B27"/>
      </a:dk2>
      <a:lt2>
        <a:srgbClr val="FBF5EC"/>
      </a:lt2>
      <a:accent1>
        <a:srgbClr val="D8B279"/>
      </a:accent1>
      <a:accent2>
        <a:srgbClr val="DCE198"/>
      </a:accent2>
      <a:accent3>
        <a:srgbClr val="493B27"/>
      </a:accent3>
      <a:accent4>
        <a:srgbClr val="F6E9D5"/>
      </a:accent4>
      <a:accent5>
        <a:srgbClr val="DACA88"/>
      </a:accent5>
      <a:accent6>
        <a:srgbClr val="92897D"/>
      </a:accent6>
      <a:hlink>
        <a:srgbClr val="D8B279"/>
      </a:hlink>
      <a:folHlink>
        <a:srgbClr val="493B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