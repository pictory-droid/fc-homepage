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가을 행사 준비 상황을 공유합니다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9472C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ECE3D4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94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