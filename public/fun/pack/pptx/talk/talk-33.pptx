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완행열차처럼 느리지만 정확하게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추진 경과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주요 성과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이슈와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향후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22D24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성과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이슈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BDCD6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22D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