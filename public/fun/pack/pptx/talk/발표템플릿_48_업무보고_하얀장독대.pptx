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827349" y="2057400"/>
            <a:ext cx="1463003" cy="4800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412269" y="1577339"/>
            <a:ext cx="1463003" cy="52806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997190" y="1097279"/>
            <a:ext cx="1463003" cy="57607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5E0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이번 주간 업무 보고입니다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round2Same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CF1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1892807"/>
            <a:ext cx="54864" cy="694944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98B1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추진 경과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2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CF1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640080" y="2944368"/>
            <a:ext cx="54864" cy="694944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98B1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주요 성과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7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CF1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640080" y="3995928"/>
            <a:ext cx="54864" cy="694944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98B1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이슈와 대응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22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CF1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포인트 막대"/>
          <p:cNvSpPr/>
          <p:nvPr/>
        </p:nvSpPr>
        <p:spPr>
          <a:xfrm>
            <a:off x="640080" y="5047488"/>
            <a:ext cx="54864" cy="694944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98B1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향후 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round2Same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7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32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8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ECF1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포인트 막대"/>
          <p:cNvSpPr/>
          <p:nvPr/>
        </p:nvSpPr>
        <p:spPr>
          <a:xfrm>
            <a:off x="640080" y="3355848"/>
            <a:ext cx="54864" cy="2798063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98B1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진행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ECF1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4353458" y="3355848"/>
            <a:ext cx="54864" cy="2798063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98B1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성과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ECF1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8066836" y="3355848"/>
            <a:ext cx="54864" cy="2798063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98B1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이슈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round2Same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7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ECF1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1892807"/>
            <a:ext cx="54864" cy="3072384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계획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D5E0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6278727" y="1892807"/>
            <a:ext cx="54864" cy="3072384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32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round2Same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827349" y="2057400"/>
            <a:ext cx="1463003" cy="4800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412269" y="1577339"/>
            <a:ext cx="1463003" cy="52806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997190" y="1097279"/>
            <a:ext cx="1463003" cy="57607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5E0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273249"/>
      </a:dk2>
      <a:lt2>
        <a:srgbClr val="ECF1FB"/>
      </a:lt2>
      <a:accent1>
        <a:srgbClr val="98B1E1"/>
      </a:accent1>
      <a:accent2>
        <a:srgbClr val="BFB8EA"/>
      </a:accent2>
      <a:accent3>
        <a:srgbClr val="273249"/>
      </a:accent3>
      <a:accent4>
        <a:srgbClr val="D5E0F6"/>
      </a:accent4>
      <a:accent5>
        <a:srgbClr val="ACB4E6"/>
      </a:accent5>
      <a:accent6>
        <a:srgbClr val="7D8492"/>
      </a:accent6>
      <a:hlink>
        <a:srgbClr val="98B1E1"/>
      </a:hlink>
      <a:folHlink>
        <a:srgbClr val="2732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