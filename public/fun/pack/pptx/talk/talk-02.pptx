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6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6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6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758" y="0"/>
            <a:ext cx="14629667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8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74320" y="274320"/>
            <a:ext cx="11643055" cy="6309360"/>
          </a:xfrm>
          <a:prstGeom prst="rect">
            <a:avLst/>
          </a:prstGeom>
          <a:noFill/>
          <a:ln w="38100">
            <a:solidFill>
              <a:srgbClr val="C6992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  <a:ln w="12700">
            <a:solidFill>
              <a:srgbClr val="F5E9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5355183" y="630936"/>
            <a:ext cx="1481328" cy="1481328"/>
          </a:xfrm>
          <a:prstGeom prst="sun">
            <a:avLst/>
          </a:prstGeom>
          <a:solidFill>
            <a:srgbClr val="C6992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5132546" y="2158513"/>
            <a:ext cx="164592" cy="164592"/>
          </a:xfrm>
          <a:prstGeom prst="ellipse">
            <a:avLst/>
          </a:prstGeom>
          <a:solidFill>
            <a:srgbClr val="F5E9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5884190" y="2393660"/>
            <a:ext cx="164592" cy="164592"/>
          </a:xfrm>
          <a:prstGeom prst="ellipse">
            <a:avLst/>
          </a:prstGeom>
          <a:solidFill>
            <a:srgbClr val="F5E9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>
            <a:off x="5382224" y="2158532"/>
            <a:ext cx="164592" cy="164592"/>
          </a:xfrm>
          <a:prstGeom prst="ellipse">
            <a:avLst/>
          </a:prstGeom>
          <a:solidFill>
            <a:srgbClr val="F5E9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63003" y="2331720"/>
            <a:ext cx="9265688" cy="1371600"/>
          </a:xfrm>
        </p:spPr>
        <p:txBody>
          <a:bodyPr wrap="square" lIns="54864" rIns="54864" tIns="27432" bIns="27432" anchor="ctr">
            <a:noAutofit/>
          </a:bodyPr>
          <a:lstStyle/>
          <a:p>
            <a:pPr algn="ctr">
              <a:lnSpc>
                <a:spcPct val="105000"/>
              </a:lnSpc>
            </a:pPr>
            <a:r>
              <a:rPr sz="3600" b="1" i="0">
                <a:solidFill>
                  <a:srgbClr val="74591B"/>
                </a:solidFill>
              </a:rPr>
              <a:t>발표 제목을 입력하세요</a:t>
            </a:r>
          </a:p>
        </p:txBody>
      </p:sp>
      <p:sp>
        <p:nvSpPr>
          <p:cNvPr id="9" name="한 줄 문구"/>
          <p:cNvSpPr txBox="1"/>
          <p:nvPr/>
        </p:nvSpPr>
        <p:spPr>
          <a:xfrm>
            <a:off x="1463003" y="3794760"/>
            <a:ext cx="9265688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700" b="0" i="1">
                <a:solidFill>
                  <a:srgbClr val="74591B"/>
                </a:solidFill>
              </a:rPr>
              <a:t>입춘의 햇살처럼 맑은 목소리로</a:t>
            </a:r>
          </a:p>
        </p:txBody>
      </p:sp>
      <p:sp>
        <p:nvSpPr>
          <p:cNvPr id="10" name="안내 문구"/>
          <p:cNvSpPr txBox="1"/>
          <p:nvPr/>
        </p:nvSpPr>
        <p:spPr>
          <a:xfrm>
            <a:off x="1463003" y="4663440"/>
            <a:ext cx="9265688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교육·강의 · 발표자 이름</a:t>
            </a:r>
          </a:p>
          <a:p>
            <a:pPr algn="ctr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2026. 00. 00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56032" y="256032"/>
            <a:ext cx="11679631" cy="6345936"/>
          </a:xfrm>
          <a:prstGeom prst="rect">
            <a:avLst/>
          </a:prstGeom>
          <a:noFill/>
          <a:ln w="28575">
            <a:solidFill>
              <a:srgbClr val="C6992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384048" y="384048"/>
            <a:ext cx="11423599" cy="6089904"/>
          </a:xfrm>
          <a:prstGeom prst="rect">
            <a:avLst/>
          </a:prstGeom>
          <a:noFill/>
          <a:ln w="9525">
            <a:solidFill>
              <a:srgbClr val="F5E9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0637215" y="548640"/>
            <a:ext cx="822960" cy="822960"/>
          </a:xfrm>
          <a:prstGeom prst="sun">
            <a:avLst/>
          </a:prstGeom>
          <a:solidFill>
            <a:srgbClr val="C6992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10513527" y="1397294"/>
            <a:ext cx="91440" cy="91440"/>
          </a:xfrm>
          <a:prstGeom prst="ellipse">
            <a:avLst/>
          </a:prstGeom>
          <a:solidFill>
            <a:srgbClr val="F5E9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10931107" y="1527931"/>
            <a:ext cx="91440" cy="91440"/>
          </a:xfrm>
          <a:prstGeom prst="ellipse">
            <a:avLst/>
          </a:prstGeom>
          <a:solidFill>
            <a:srgbClr val="F5E9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>
            <a:off x="10652237" y="1397304"/>
            <a:ext cx="91440" cy="91440"/>
          </a:xfrm>
          <a:prstGeom prst="ellipse">
            <a:avLst/>
          </a:prstGeom>
          <a:solidFill>
            <a:srgbClr val="F5E9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48640"/>
            <a:ext cx="9265615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74591B"/>
                </a:solidFill>
              </a:rPr>
              <a:t>목차</a:t>
            </a:r>
          </a:p>
        </p:txBody>
      </p:sp>
      <p:sp>
        <p:nvSpPr>
          <p:cNvPr id="9" name="줄 1"/>
          <p:cNvSpPr/>
          <p:nvPr/>
        </p:nvSpPr>
        <p:spPr>
          <a:xfrm>
            <a:off x="822960" y="1554480"/>
            <a:ext cx="10545775" cy="914400"/>
          </a:xfrm>
          <a:prstGeom prst="roundRect">
            <a:avLst>
              <a:gd name="adj" fmla="val 8000"/>
            </a:avLst>
          </a:prstGeom>
          <a:solidFill>
            <a:srgbClr val="FBF7EE"/>
          </a:solidFill>
          <a:ln w="12700">
            <a:solidFill>
              <a:srgbClr val="F5E9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번호 1"/>
          <p:cNvSpPr/>
          <p:nvPr/>
        </p:nvSpPr>
        <p:spPr>
          <a:xfrm>
            <a:off x="1005840" y="1783080"/>
            <a:ext cx="457200" cy="457200"/>
          </a:xfrm>
          <a:prstGeom prst="ellipse">
            <a:avLst/>
          </a:prstGeom>
          <a:solidFill>
            <a:srgbClr val="C6992F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91640" y="1600200"/>
            <a:ext cx="2743200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74591B"/>
                </a:solidFill>
              </a:rPr>
              <a:t>오늘의 목표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1600200"/>
            <a:ext cx="6705295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2B2B2B"/>
                </a:solidFill>
              </a:rPr>
              <a:t>한 줄로 내용을 적어 주세요</a:t>
            </a:r>
          </a:p>
        </p:txBody>
      </p:sp>
      <p:sp>
        <p:nvSpPr>
          <p:cNvPr id="13" name="줄 2"/>
          <p:cNvSpPr/>
          <p:nvPr/>
        </p:nvSpPr>
        <p:spPr>
          <a:xfrm>
            <a:off x="822960" y="2606039"/>
            <a:ext cx="10545775" cy="914400"/>
          </a:xfrm>
          <a:prstGeom prst="roundRect">
            <a:avLst>
              <a:gd name="adj" fmla="val 8000"/>
            </a:avLst>
          </a:prstGeom>
          <a:solidFill>
            <a:srgbClr val="FBF7EE"/>
          </a:solidFill>
          <a:ln w="12700">
            <a:solidFill>
              <a:srgbClr val="F5E9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번호 2"/>
          <p:cNvSpPr/>
          <p:nvPr/>
        </p:nvSpPr>
        <p:spPr>
          <a:xfrm>
            <a:off x="1005840" y="2834639"/>
            <a:ext cx="457200" cy="457200"/>
          </a:xfrm>
          <a:prstGeom prst="ellipse">
            <a:avLst/>
          </a:prstGeom>
          <a:solidFill>
            <a:srgbClr val="C6992F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91640" y="2651759"/>
            <a:ext cx="2743200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74591B"/>
                </a:solidFill>
              </a:rPr>
              <a:t>핵심 개념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0560" y="2651759"/>
            <a:ext cx="6705295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2B2B2B"/>
                </a:solidFill>
              </a:rPr>
              <a:t>한 줄로 내용을 적어 주세요</a:t>
            </a:r>
          </a:p>
        </p:txBody>
      </p:sp>
      <p:sp>
        <p:nvSpPr>
          <p:cNvPr id="17" name="줄 3"/>
          <p:cNvSpPr/>
          <p:nvPr/>
        </p:nvSpPr>
        <p:spPr>
          <a:xfrm>
            <a:off x="822960" y="3657600"/>
            <a:ext cx="10545775" cy="914400"/>
          </a:xfrm>
          <a:prstGeom prst="roundRect">
            <a:avLst>
              <a:gd name="adj" fmla="val 8000"/>
            </a:avLst>
          </a:prstGeom>
          <a:solidFill>
            <a:srgbClr val="FBF7EE"/>
          </a:solidFill>
          <a:ln w="12700">
            <a:solidFill>
              <a:srgbClr val="F5E9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번호 3"/>
          <p:cNvSpPr/>
          <p:nvPr/>
        </p:nvSpPr>
        <p:spPr>
          <a:xfrm>
            <a:off x="1005840" y="3886200"/>
            <a:ext cx="457200" cy="457200"/>
          </a:xfrm>
          <a:prstGeom prst="ellipse">
            <a:avLst/>
          </a:prstGeom>
          <a:solidFill>
            <a:srgbClr val="C6992F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91640" y="3703320"/>
            <a:ext cx="2743200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74591B"/>
                </a:solidFill>
              </a:rPr>
              <a:t>실습과 예시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80560" y="3703320"/>
            <a:ext cx="6705295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2B2B2B"/>
                </a:solidFill>
              </a:rPr>
              <a:t>한 줄로 내용을 적어 주세요</a:t>
            </a:r>
          </a:p>
        </p:txBody>
      </p:sp>
      <p:sp>
        <p:nvSpPr>
          <p:cNvPr id="21" name="줄 4"/>
          <p:cNvSpPr/>
          <p:nvPr/>
        </p:nvSpPr>
        <p:spPr>
          <a:xfrm>
            <a:off x="822960" y="4709159"/>
            <a:ext cx="10545775" cy="914400"/>
          </a:xfrm>
          <a:prstGeom prst="roundRect">
            <a:avLst>
              <a:gd name="adj" fmla="val 8000"/>
            </a:avLst>
          </a:prstGeom>
          <a:solidFill>
            <a:srgbClr val="FBF7EE"/>
          </a:solidFill>
          <a:ln w="12700">
            <a:solidFill>
              <a:srgbClr val="F5E9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번호 4"/>
          <p:cNvSpPr/>
          <p:nvPr/>
        </p:nvSpPr>
        <p:spPr>
          <a:xfrm>
            <a:off x="1005840" y="4937759"/>
            <a:ext cx="457200" cy="457200"/>
          </a:xfrm>
          <a:prstGeom prst="ellipse">
            <a:avLst/>
          </a:prstGeom>
          <a:solidFill>
            <a:srgbClr val="C6992F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91640" y="4754879"/>
            <a:ext cx="2743200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74591B"/>
                </a:solidFill>
              </a:rPr>
              <a:t>정리와 질문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80560" y="4754879"/>
            <a:ext cx="6705295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2B2B2B"/>
                </a:solidFill>
              </a:rPr>
              <a:t>한 줄로 내용을 적어 주세요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56032" y="256032"/>
            <a:ext cx="11679631" cy="6345936"/>
          </a:xfrm>
          <a:prstGeom prst="rect">
            <a:avLst/>
          </a:prstGeom>
          <a:noFill/>
          <a:ln w="28575">
            <a:solidFill>
              <a:srgbClr val="C6992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384048" y="384048"/>
            <a:ext cx="11423599" cy="6089904"/>
          </a:xfrm>
          <a:prstGeom prst="rect">
            <a:avLst/>
          </a:prstGeom>
          <a:noFill/>
          <a:ln w="9525">
            <a:solidFill>
              <a:srgbClr val="F5E9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0637215" y="548640"/>
            <a:ext cx="822960" cy="822960"/>
          </a:xfrm>
          <a:prstGeom prst="sun">
            <a:avLst/>
          </a:prstGeom>
          <a:solidFill>
            <a:srgbClr val="C6992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10513527" y="1397294"/>
            <a:ext cx="91440" cy="91440"/>
          </a:xfrm>
          <a:prstGeom prst="ellipse">
            <a:avLst/>
          </a:prstGeom>
          <a:solidFill>
            <a:srgbClr val="F5E9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10931107" y="1527931"/>
            <a:ext cx="91440" cy="91440"/>
          </a:xfrm>
          <a:prstGeom prst="ellipse">
            <a:avLst/>
          </a:prstGeom>
          <a:solidFill>
            <a:srgbClr val="F5E9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>
            <a:off x="10652237" y="1397304"/>
            <a:ext cx="91440" cy="91440"/>
          </a:xfrm>
          <a:prstGeom prst="ellipse">
            <a:avLst/>
          </a:prstGeom>
          <a:solidFill>
            <a:srgbClr val="F5E9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48640"/>
            <a:ext cx="9265615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74591B"/>
                </a:solidFill>
              </a:rPr>
              <a:t>핵심 메시지</a:t>
            </a:r>
          </a:p>
        </p:txBody>
      </p:sp>
      <p:sp>
        <p:nvSpPr>
          <p:cNvPr id="9" name="핵심 문장"/>
          <p:cNvSpPr txBox="1"/>
          <p:nvPr/>
        </p:nvSpPr>
        <p:spPr>
          <a:xfrm>
            <a:off x="822960" y="1554480"/>
            <a:ext cx="10545775" cy="11887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2600" b="1" i="0">
                <a:solidFill>
                  <a:srgbClr val="74591B"/>
                </a:solidFill>
              </a:rPr>
              <a:t>한 문장으로 말하면 — 여기에 핵심 메시지를 입력하세요</a:t>
            </a:r>
          </a:p>
        </p:txBody>
      </p:sp>
      <p:sp>
        <p:nvSpPr>
          <p:cNvPr id="10" name="카드 1"/>
          <p:cNvSpPr/>
          <p:nvPr/>
        </p:nvSpPr>
        <p:spPr>
          <a:xfrm>
            <a:off x="822960" y="3017520"/>
            <a:ext cx="3362858" cy="3017520"/>
          </a:xfrm>
          <a:prstGeom prst="roundRect">
            <a:avLst>
              <a:gd name="adj" fmla="val 8000"/>
            </a:avLst>
          </a:prstGeom>
          <a:solidFill>
            <a:srgbClr val="FBF7EE"/>
          </a:solidFill>
          <a:ln w="15875">
            <a:solidFill>
              <a:srgbClr val="F5E9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번호 1"/>
          <p:cNvSpPr/>
          <p:nvPr/>
        </p:nvSpPr>
        <p:spPr>
          <a:xfrm>
            <a:off x="1005840" y="3200400"/>
            <a:ext cx="457200" cy="457200"/>
          </a:xfrm>
          <a:prstGeom prst="ellipse">
            <a:avLst/>
          </a:prstGeom>
          <a:solidFill>
            <a:srgbClr val="C6992F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3794760"/>
            <a:ext cx="308853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74591B"/>
                </a:solidFill>
              </a:rPr>
              <a:t>알아야 할 것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4480560"/>
            <a:ext cx="3088538" cy="141731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B2B2B"/>
                </a:solidFill>
              </a:rPr>
              <a:t>내용을 입력하세요</a:t>
            </a:r>
          </a:p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B2B2B"/>
                </a:solidFill>
              </a:rPr>
              <a:t>내용을 입력하세요</a:t>
            </a:r>
          </a:p>
        </p:txBody>
      </p:sp>
      <p:sp>
        <p:nvSpPr>
          <p:cNvPr id="14" name="카드 2"/>
          <p:cNvSpPr/>
          <p:nvPr/>
        </p:nvSpPr>
        <p:spPr>
          <a:xfrm>
            <a:off x="4414418" y="3017520"/>
            <a:ext cx="3362858" cy="3017520"/>
          </a:xfrm>
          <a:prstGeom prst="roundRect">
            <a:avLst>
              <a:gd name="adj" fmla="val 8000"/>
            </a:avLst>
          </a:prstGeom>
          <a:solidFill>
            <a:srgbClr val="FBF7EE"/>
          </a:solidFill>
          <a:ln w="15875">
            <a:solidFill>
              <a:srgbClr val="F5E9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번호 2"/>
          <p:cNvSpPr/>
          <p:nvPr/>
        </p:nvSpPr>
        <p:spPr>
          <a:xfrm>
            <a:off x="4597298" y="3200400"/>
            <a:ext cx="457200" cy="457200"/>
          </a:xfrm>
          <a:prstGeom prst="ellipse">
            <a:avLst/>
          </a:prstGeom>
          <a:solidFill>
            <a:srgbClr val="C6992F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51578" y="3794760"/>
            <a:ext cx="308853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74591B"/>
                </a:solidFill>
              </a:rPr>
              <a:t>해 볼 것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51578" y="4480560"/>
            <a:ext cx="3088538" cy="141731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B2B2B"/>
                </a:solidFill>
              </a:rPr>
              <a:t>내용을 입력하세요</a:t>
            </a:r>
          </a:p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B2B2B"/>
                </a:solidFill>
              </a:rPr>
              <a:t>내용을 입력하세요</a:t>
            </a:r>
          </a:p>
        </p:txBody>
      </p:sp>
      <p:sp>
        <p:nvSpPr>
          <p:cNvPr id="18" name="카드 3"/>
          <p:cNvSpPr/>
          <p:nvPr/>
        </p:nvSpPr>
        <p:spPr>
          <a:xfrm>
            <a:off x="8005876" y="3017520"/>
            <a:ext cx="3362858" cy="3017520"/>
          </a:xfrm>
          <a:prstGeom prst="roundRect">
            <a:avLst>
              <a:gd name="adj" fmla="val 8000"/>
            </a:avLst>
          </a:prstGeom>
          <a:solidFill>
            <a:srgbClr val="FBF7EE"/>
          </a:solidFill>
          <a:ln w="15875">
            <a:solidFill>
              <a:srgbClr val="F5E9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번호 3"/>
          <p:cNvSpPr/>
          <p:nvPr/>
        </p:nvSpPr>
        <p:spPr>
          <a:xfrm>
            <a:off x="8188756" y="3200400"/>
            <a:ext cx="457200" cy="457200"/>
          </a:xfrm>
          <a:prstGeom prst="ellipse">
            <a:avLst/>
          </a:prstGeom>
          <a:solidFill>
            <a:srgbClr val="C6992F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43036" y="3794760"/>
            <a:ext cx="308853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74591B"/>
                </a:solidFill>
              </a:rPr>
              <a:t>기억할 것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43036" y="4480560"/>
            <a:ext cx="3088538" cy="141731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B2B2B"/>
                </a:solidFill>
              </a:rPr>
              <a:t>내용을 입력하세요</a:t>
            </a:r>
          </a:p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B2B2B"/>
                </a:solidFill>
              </a:rPr>
              <a:t>내용을 입력하세요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56032" y="256032"/>
            <a:ext cx="11679631" cy="6345936"/>
          </a:xfrm>
          <a:prstGeom prst="rect">
            <a:avLst/>
          </a:prstGeom>
          <a:noFill/>
          <a:ln w="28575">
            <a:solidFill>
              <a:srgbClr val="C6992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384048" y="384048"/>
            <a:ext cx="11423599" cy="6089904"/>
          </a:xfrm>
          <a:prstGeom prst="rect">
            <a:avLst/>
          </a:prstGeom>
          <a:noFill/>
          <a:ln w="9525">
            <a:solidFill>
              <a:srgbClr val="F5E9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0637215" y="548640"/>
            <a:ext cx="822960" cy="822960"/>
          </a:xfrm>
          <a:prstGeom prst="sun">
            <a:avLst/>
          </a:prstGeom>
          <a:solidFill>
            <a:srgbClr val="C6992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10513527" y="1397294"/>
            <a:ext cx="91440" cy="91440"/>
          </a:xfrm>
          <a:prstGeom prst="ellipse">
            <a:avLst/>
          </a:prstGeom>
          <a:solidFill>
            <a:srgbClr val="F5E9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10931107" y="1527931"/>
            <a:ext cx="91440" cy="91440"/>
          </a:xfrm>
          <a:prstGeom prst="ellipse">
            <a:avLst/>
          </a:prstGeom>
          <a:solidFill>
            <a:srgbClr val="F5E9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>
            <a:off x="10652237" y="1397304"/>
            <a:ext cx="91440" cy="91440"/>
          </a:xfrm>
          <a:prstGeom prst="ellipse">
            <a:avLst/>
          </a:prstGeom>
          <a:solidFill>
            <a:srgbClr val="F5E9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48640"/>
            <a:ext cx="9265615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74591B"/>
                </a:solidFill>
              </a:rPr>
              <a:t>한눈에 비교</a:t>
            </a:r>
          </a:p>
        </p:txBody>
      </p:sp>
      <p:sp>
        <p:nvSpPr>
          <p:cNvPr id="9" name="왼쪽 칸"/>
          <p:cNvSpPr/>
          <p:nvPr/>
        </p:nvSpPr>
        <p:spPr>
          <a:xfrm>
            <a:off x="822960" y="1554480"/>
            <a:ext cx="5090007" cy="4617720"/>
          </a:xfrm>
          <a:prstGeom prst="roundRect">
            <a:avLst>
              <a:gd name="adj" fmla="val 8000"/>
            </a:avLst>
          </a:prstGeom>
          <a:solidFill>
            <a:srgbClr val="FBF7EE"/>
          </a:solidFill>
          <a:ln w="12700">
            <a:solidFill>
              <a:srgbClr val="F5E9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칸 제목 바"/>
          <p:cNvSpPr/>
          <p:nvPr/>
        </p:nvSpPr>
        <p:spPr>
          <a:xfrm>
            <a:off x="822960" y="1554480"/>
            <a:ext cx="5090007" cy="640080"/>
          </a:xfrm>
          <a:prstGeom prst="roundRect">
            <a:avLst>
              <a:gd name="adj" fmla="val 25000"/>
            </a:avLst>
          </a:prstGeom>
          <a:solidFill>
            <a:srgbClr val="C6992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1554480"/>
            <a:ext cx="4724247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</a:rPr>
              <a:t>알기 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2377440"/>
            <a:ext cx="4632807" cy="3703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</p:txBody>
      </p:sp>
      <p:sp>
        <p:nvSpPr>
          <p:cNvPr id="13" name="오른쪽 칸"/>
          <p:cNvSpPr/>
          <p:nvPr/>
        </p:nvSpPr>
        <p:spPr>
          <a:xfrm>
            <a:off x="6278727" y="1554480"/>
            <a:ext cx="5090007" cy="4617720"/>
          </a:xfrm>
          <a:prstGeom prst="roundRect">
            <a:avLst>
              <a:gd name="adj" fmla="val 8000"/>
            </a:avLst>
          </a:prstGeom>
          <a:solidFill>
            <a:srgbClr val="F5E9CC"/>
          </a:solidFill>
          <a:ln w="12700">
            <a:solidFill>
              <a:srgbClr val="F5E9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칸 제목 바"/>
          <p:cNvSpPr/>
          <p:nvPr/>
        </p:nvSpPr>
        <p:spPr>
          <a:xfrm>
            <a:off x="6278727" y="1554480"/>
            <a:ext cx="5090007" cy="640080"/>
          </a:xfrm>
          <a:prstGeom prst="roundRect">
            <a:avLst>
              <a:gd name="adj" fmla="val 25000"/>
            </a:avLst>
          </a:prstGeom>
          <a:solidFill>
            <a:srgbClr val="74591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1607" y="1554480"/>
            <a:ext cx="4724247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</a:rPr>
              <a:t>알고 난 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07327" y="2377440"/>
            <a:ext cx="4632807" cy="3703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56032" y="256032"/>
            <a:ext cx="11679631" cy="6345936"/>
          </a:xfrm>
          <a:prstGeom prst="rect">
            <a:avLst/>
          </a:prstGeom>
          <a:noFill/>
          <a:ln w="28575">
            <a:solidFill>
              <a:srgbClr val="C6992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384048" y="384048"/>
            <a:ext cx="11423599" cy="6089904"/>
          </a:xfrm>
          <a:prstGeom prst="rect">
            <a:avLst/>
          </a:prstGeom>
          <a:noFill/>
          <a:ln w="9525">
            <a:solidFill>
              <a:srgbClr val="F5E9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0637215" y="548640"/>
            <a:ext cx="822960" cy="822960"/>
          </a:xfrm>
          <a:prstGeom prst="sun">
            <a:avLst/>
          </a:prstGeom>
          <a:solidFill>
            <a:srgbClr val="C6992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10513527" y="1397294"/>
            <a:ext cx="91440" cy="91440"/>
          </a:xfrm>
          <a:prstGeom prst="ellipse">
            <a:avLst/>
          </a:prstGeom>
          <a:solidFill>
            <a:srgbClr val="F5E9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10931107" y="1527931"/>
            <a:ext cx="91440" cy="91440"/>
          </a:xfrm>
          <a:prstGeom prst="ellipse">
            <a:avLst/>
          </a:prstGeom>
          <a:solidFill>
            <a:srgbClr val="F5E9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>
            <a:off x="10652237" y="1397304"/>
            <a:ext cx="91440" cy="91440"/>
          </a:xfrm>
          <a:prstGeom prst="ellipse">
            <a:avLst/>
          </a:prstGeom>
          <a:solidFill>
            <a:srgbClr val="F5E9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48640"/>
            <a:ext cx="9265615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74591B"/>
                </a:solidFill>
              </a:rPr>
              <a:t>일정·현황</a:t>
            </a:r>
          </a:p>
        </p:txBody>
      </p:sp>
      <p:graphicFrame>
        <p:nvGraphicFramePr>
          <p:cNvPr id="9" name="표"/>
          <p:cNvGraphicFramePr>
            <a:graphicFrameLocks noGrp="1"/>
          </p:cNvGraphicFramePr>
          <p:nvPr/>
        </p:nvGraphicFramePr>
        <p:xfrm>
          <a:off x="822960" y="1554480"/>
          <a:ext cx="10545772" cy="384048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636443"/>
                <a:gridCol w="2636443"/>
                <a:gridCol w="2636443"/>
                <a:gridCol w="2636443"/>
              </a:tblGrid>
              <a:tr h="640080"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차시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C6992F"/>
                      </a:solidFill>
                      <a:prstDash val="solid"/>
                    </a:lnL>
                    <a:lnR w="9525" cap="flat" cmpd="sng" algn="ctr">
                      <a:solidFill>
                        <a:srgbClr val="C6992F"/>
                      </a:solidFill>
                      <a:prstDash val="solid"/>
                    </a:lnR>
                    <a:lnT w="9525" cap="flat" cmpd="sng" algn="ctr">
                      <a:solidFill>
                        <a:srgbClr val="C6992F"/>
                      </a:solidFill>
                      <a:prstDash val="solid"/>
                    </a:lnT>
                    <a:lnB w="9525" cap="flat" cmpd="sng" algn="ctr">
                      <a:solidFill>
                        <a:srgbClr val="C6992F"/>
                      </a:solidFill>
                      <a:prstDash val="solid"/>
                    </a:lnB>
                    <a:solidFill>
                      <a:srgbClr val="C69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주제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C6992F"/>
                      </a:solidFill>
                      <a:prstDash val="solid"/>
                    </a:lnL>
                    <a:lnR w="9525" cap="flat" cmpd="sng" algn="ctr">
                      <a:solidFill>
                        <a:srgbClr val="C6992F"/>
                      </a:solidFill>
                      <a:prstDash val="solid"/>
                    </a:lnR>
                    <a:lnT w="9525" cap="flat" cmpd="sng" algn="ctr">
                      <a:solidFill>
                        <a:srgbClr val="C6992F"/>
                      </a:solidFill>
                      <a:prstDash val="solid"/>
                    </a:lnT>
                    <a:lnB w="9525" cap="flat" cmpd="sng" algn="ctr">
                      <a:solidFill>
                        <a:srgbClr val="C6992F"/>
                      </a:solidFill>
                      <a:prstDash val="solid"/>
                    </a:lnB>
                    <a:solidFill>
                      <a:srgbClr val="C69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시간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C6992F"/>
                      </a:solidFill>
                      <a:prstDash val="solid"/>
                    </a:lnL>
                    <a:lnR w="9525" cap="flat" cmpd="sng" algn="ctr">
                      <a:solidFill>
                        <a:srgbClr val="C6992F"/>
                      </a:solidFill>
                      <a:prstDash val="solid"/>
                    </a:lnR>
                    <a:lnT w="9525" cap="flat" cmpd="sng" algn="ctr">
                      <a:solidFill>
                        <a:srgbClr val="C6992F"/>
                      </a:solidFill>
                      <a:prstDash val="solid"/>
                    </a:lnT>
                    <a:lnB w="9525" cap="flat" cmpd="sng" algn="ctr">
                      <a:solidFill>
                        <a:srgbClr val="C6992F"/>
                      </a:solidFill>
                      <a:prstDash val="solid"/>
                    </a:lnB>
                    <a:solidFill>
                      <a:srgbClr val="C69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준비물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C6992F"/>
                      </a:solidFill>
                      <a:prstDash val="solid"/>
                    </a:lnL>
                    <a:lnR w="9525" cap="flat" cmpd="sng" algn="ctr">
                      <a:solidFill>
                        <a:srgbClr val="C6992F"/>
                      </a:solidFill>
                      <a:prstDash val="solid"/>
                    </a:lnR>
                    <a:lnT w="9525" cap="flat" cmpd="sng" algn="ctr">
                      <a:solidFill>
                        <a:srgbClr val="C6992F"/>
                      </a:solidFill>
                      <a:prstDash val="solid"/>
                    </a:lnT>
                    <a:lnB w="9525" cap="flat" cmpd="sng" algn="ctr">
                      <a:solidFill>
                        <a:srgbClr val="C6992F"/>
                      </a:solidFill>
                      <a:prstDash val="solid"/>
                    </a:lnB>
                    <a:solidFill>
                      <a:srgbClr val="C6992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74591B"/>
                          </a:solidFill>
                        </a:rPr>
                        <a:t>1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E9CC"/>
                      </a:solidFill>
                      <a:prstDash val="solid"/>
                    </a:lnL>
                    <a:lnR w="9525" cap="flat" cmpd="sng" algn="ctr">
                      <a:solidFill>
                        <a:srgbClr val="F5E9CC"/>
                      </a:solidFill>
                      <a:prstDash val="solid"/>
                    </a:lnR>
                    <a:lnT w="9525" cap="flat" cmpd="sng" algn="ctr">
                      <a:solidFill>
                        <a:srgbClr val="F5E9CC"/>
                      </a:solidFill>
                      <a:prstDash val="solid"/>
                    </a:lnT>
                    <a:lnB w="9525" cap="flat" cmpd="sng" algn="ctr">
                      <a:solidFill>
                        <a:srgbClr val="F5E9CC"/>
                      </a:solidFill>
                      <a:prstDash val="solid"/>
                    </a:lnB>
                    <a:solidFill>
                      <a:srgbClr val="F5E9C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내용 입력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E9CC"/>
                      </a:solidFill>
                      <a:prstDash val="solid"/>
                    </a:lnL>
                    <a:lnR w="9525" cap="flat" cmpd="sng" algn="ctr">
                      <a:solidFill>
                        <a:srgbClr val="F5E9CC"/>
                      </a:solidFill>
                      <a:prstDash val="solid"/>
                    </a:lnR>
                    <a:lnT w="9525" cap="flat" cmpd="sng" algn="ctr">
                      <a:solidFill>
                        <a:srgbClr val="F5E9CC"/>
                      </a:solidFill>
                      <a:prstDash val="solid"/>
                    </a:lnT>
                    <a:lnB w="9525" cap="flat" cmpd="sng" algn="ctr">
                      <a:solidFill>
                        <a:srgbClr val="F5E9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E9CC"/>
                      </a:solidFill>
                      <a:prstDash val="solid"/>
                    </a:lnL>
                    <a:lnR w="9525" cap="flat" cmpd="sng" algn="ctr">
                      <a:solidFill>
                        <a:srgbClr val="F5E9CC"/>
                      </a:solidFill>
                      <a:prstDash val="solid"/>
                    </a:lnR>
                    <a:lnT w="9525" cap="flat" cmpd="sng" algn="ctr">
                      <a:solidFill>
                        <a:srgbClr val="F5E9CC"/>
                      </a:solidFill>
                      <a:prstDash val="solid"/>
                    </a:lnT>
                    <a:lnB w="9525" cap="flat" cmpd="sng" algn="ctr">
                      <a:solidFill>
                        <a:srgbClr val="F5E9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E9CC"/>
                      </a:solidFill>
                      <a:prstDash val="solid"/>
                    </a:lnL>
                    <a:lnR w="9525" cap="flat" cmpd="sng" algn="ctr">
                      <a:solidFill>
                        <a:srgbClr val="F5E9CC"/>
                      </a:solidFill>
                      <a:prstDash val="solid"/>
                    </a:lnR>
                    <a:lnT w="9525" cap="flat" cmpd="sng" algn="ctr">
                      <a:solidFill>
                        <a:srgbClr val="F5E9CC"/>
                      </a:solidFill>
                      <a:prstDash val="solid"/>
                    </a:lnT>
                    <a:lnB w="9525" cap="flat" cmpd="sng" algn="ctr">
                      <a:solidFill>
                        <a:srgbClr val="F5E9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74591B"/>
                          </a:solidFill>
                        </a:rPr>
                        <a:t>2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E9CC"/>
                      </a:solidFill>
                      <a:prstDash val="solid"/>
                    </a:lnL>
                    <a:lnR w="9525" cap="flat" cmpd="sng" algn="ctr">
                      <a:solidFill>
                        <a:srgbClr val="F5E9CC"/>
                      </a:solidFill>
                      <a:prstDash val="solid"/>
                    </a:lnR>
                    <a:lnT w="9525" cap="flat" cmpd="sng" algn="ctr">
                      <a:solidFill>
                        <a:srgbClr val="F5E9CC"/>
                      </a:solidFill>
                      <a:prstDash val="solid"/>
                    </a:lnT>
                    <a:lnB w="9525" cap="flat" cmpd="sng" algn="ctr">
                      <a:solidFill>
                        <a:srgbClr val="F5E9CC"/>
                      </a:solidFill>
                      <a:prstDash val="solid"/>
                    </a:lnB>
                    <a:solidFill>
                      <a:srgbClr val="F5E9C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내용 입력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E9CC"/>
                      </a:solidFill>
                      <a:prstDash val="solid"/>
                    </a:lnL>
                    <a:lnR w="9525" cap="flat" cmpd="sng" algn="ctr">
                      <a:solidFill>
                        <a:srgbClr val="F5E9CC"/>
                      </a:solidFill>
                      <a:prstDash val="solid"/>
                    </a:lnR>
                    <a:lnT w="9525" cap="flat" cmpd="sng" algn="ctr">
                      <a:solidFill>
                        <a:srgbClr val="F5E9CC"/>
                      </a:solidFill>
                      <a:prstDash val="solid"/>
                    </a:lnT>
                    <a:lnB w="9525" cap="flat" cmpd="sng" algn="ctr">
                      <a:solidFill>
                        <a:srgbClr val="F5E9CC"/>
                      </a:solidFill>
                      <a:prstDash val="solid"/>
                    </a:lnB>
                    <a:solidFill>
                      <a:srgbClr val="FBF7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E9CC"/>
                      </a:solidFill>
                      <a:prstDash val="solid"/>
                    </a:lnL>
                    <a:lnR w="9525" cap="flat" cmpd="sng" algn="ctr">
                      <a:solidFill>
                        <a:srgbClr val="F5E9CC"/>
                      </a:solidFill>
                      <a:prstDash val="solid"/>
                    </a:lnR>
                    <a:lnT w="9525" cap="flat" cmpd="sng" algn="ctr">
                      <a:solidFill>
                        <a:srgbClr val="F5E9CC"/>
                      </a:solidFill>
                      <a:prstDash val="solid"/>
                    </a:lnT>
                    <a:lnB w="9525" cap="flat" cmpd="sng" algn="ctr">
                      <a:solidFill>
                        <a:srgbClr val="F5E9CC"/>
                      </a:solidFill>
                      <a:prstDash val="solid"/>
                    </a:lnB>
                    <a:solidFill>
                      <a:srgbClr val="FBF7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E9CC"/>
                      </a:solidFill>
                      <a:prstDash val="solid"/>
                    </a:lnL>
                    <a:lnR w="9525" cap="flat" cmpd="sng" algn="ctr">
                      <a:solidFill>
                        <a:srgbClr val="F5E9CC"/>
                      </a:solidFill>
                      <a:prstDash val="solid"/>
                    </a:lnR>
                    <a:lnT w="9525" cap="flat" cmpd="sng" algn="ctr">
                      <a:solidFill>
                        <a:srgbClr val="F5E9CC"/>
                      </a:solidFill>
                      <a:prstDash val="solid"/>
                    </a:lnT>
                    <a:lnB w="9525" cap="flat" cmpd="sng" algn="ctr">
                      <a:solidFill>
                        <a:srgbClr val="F5E9CC"/>
                      </a:solidFill>
                      <a:prstDash val="solid"/>
                    </a:lnB>
                    <a:solidFill>
                      <a:srgbClr val="FBF7EE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74591B"/>
                          </a:solidFill>
                        </a:rPr>
                        <a:t>3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E9CC"/>
                      </a:solidFill>
                      <a:prstDash val="solid"/>
                    </a:lnL>
                    <a:lnR w="9525" cap="flat" cmpd="sng" algn="ctr">
                      <a:solidFill>
                        <a:srgbClr val="F5E9CC"/>
                      </a:solidFill>
                      <a:prstDash val="solid"/>
                    </a:lnR>
                    <a:lnT w="9525" cap="flat" cmpd="sng" algn="ctr">
                      <a:solidFill>
                        <a:srgbClr val="F5E9CC"/>
                      </a:solidFill>
                      <a:prstDash val="solid"/>
                    </a:lnT>
                    <a:lnB w="9525" cap="flat" cmpd="sng" algn="ctr">
                      <a:solidFill>
                        <a:srgbClr val="F5E9CC"/>
                      </a:solidFill>
                      <a:prstDash val="solid"/>
                    </a:lnB>
                    <a:solidFill>
                      <a:srgbClr val="F5E9C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내용 입력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E9CC"/>
                      </a:solidFill>
                      <a:prstDash val="solid"/>
                    </a:lnL>
                    <a:lnR w="9525" cap="flat" cmpd="sng" algn="ctr">
                      <a:solidFill>
                        <a:srgbClr val="F5E9CC"/>
                      </a:solidFill>
                      <a:prstDash val="solid"/>
                    </a:lnR>
                    <a:lnT w="9525" cap="flat" cmpd="sng" algn="ctr">
                      <a:solidFill>
                        <a:srgbClr val="F5E9CC"/>
                      </a:solidFill>
                      <a:prstDash val="solid"/>
                    </a:lnT>
                    <a:lnB w="9525" cap="flat" cmpd="sng" algn="ctr">
                      <a:solidFill>
                        <a:srgbClr val="F5E9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E9CC"/>
                      </a:solidFill>
                      <a:prstDash val="solid"/>
                    </a:lnL>
                    <a:lnR w="9525" cap="flat" cmpd="sng" algn="ctr">
                      <a:solidFill>
                        <a:srgbClr val="F5E9CC"/>
                      </a:solidFill>
                      <a:prstDash val="solid"/>
                    </a:lnR>
                    <a:lnT w="9525" cap="flat" cmpd="sng" algn="ctr">
                      <a:solidFill>
                        <a:srgbClr val="F5E9CC"/>
                      </a:solidFill>
                      <a:prstDash val="solid"/>
                    </a:lnT>
                    <a:lnB w="9525" cap="flat" cmpd="sng" algn="ctr">
                      <a:solidFill>
                        <a:srgbClr val="F5E9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E9CC"/>
                      </a:solidFill>
                      <a:prstDash val="solid"/>
                    </a:lnL>
                    <a:lnR w="9525" cap="flat" cmpd="sng" algn="ctr">
                      <a:solidFill>
                        <a:srgbClr val="F5E9CC"/>
                      </a:solidFill>
                      <a:prstDash val="solid"/>
                    </a:lnR>
                    <a:lnT w="9525" cap="flat" cmpd="sng" algn="ctr">
                      <a:solidFill>
                        <a:srgbClr val="F5E9CC"/>
                      </a:solidFill>
                      <a:prstDash val="solid"/>
                    </a:lnT>
                    <a:lnB w="9525" cap="flat" cmpd="sng" algn="ctr">
                      <a:solidFill>
                        <a:srgbClr val="F5E9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74591B"/>
                          </a:solidFill>
                        </a:rPr>
                        <a:t>4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E9CC"/>
                      </a:solidFill>
                      <a:prstDash val="solid"/>
                    </a:lnL>
                    <a:lnR w="9525" cap="flat" cmpd="sng" algn="ctr">
                      <a:solidFill>
                        <a:srgbClr val="F5E9CC"/>
                      </a:solidFill>
                      <a:prstDash val="solid"/>
                    </a:lnR>
                    <a:lnT w="9525" cap="flat" cmpd="sng" algn="ctr">
                      <a:solidFill>
                        <a:srgbClr val="F5E9CC"/>
                      </a:solidFill>
                      <a:prstDash val="solid"/>
                    </a:lnT>
                    <a:lnB w="9525" cap="flat" cmpd="sng" algn="ctr">
                      <a:solidFill>
                        <a:srgbClr val="F5E9CC"/>
                      </a:solidFill>
                      <a:prstDash val="solid"/>
                    </a:lnB>
                    <a:solidFill>
                      <a:srgbClr val="F5E9C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내용 입력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E9CC"/>
                      </a:solidFill>
                      <a:prstDash val="solid"/>
                    </a:lnL>
                    <a:lnR w="9525" cap="flat" cmpd="sng" algn="ctr">
                      <a:solidFill>
                        <a:srgbClr val="F5E9CC"/>
                      </a:solidFill>
                      <a:prstDash val="solid"/>
                    </a:lnR>
                    <a:lnT w="9525" cap="flat" cmpd="sng" algn="ctr">
                      <a:solidFill>
                        <a:srgbClr val="F5E9CC"/>
                      </a:solidFill>
                      <a:prstDash val="solid"/>
                    </a:lnT>
                    <a:lnB w="9525" cap="flat" cmpd="sng" algn="ctr">
                      <a:solidFill>
                        <a:srgbClr val="F5E9CC"/>
                      </a:solidFill>
                      <a:prstDash val="solid"/>
                    </a:lnB>
                    <a:solidFill>
                      <a:srgbClr val="FBF7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E9CC"/>
                      </a:solidFill>
                      <a:prstDash val="solid"/>
                    </a:lnL>
                    <a:lnR w="9525" cap="flat" cmpd="sng" algn="ctr">
                      <a:solidFill>
                        <a:srgbClr val="F5E9CC"/>
                      </a:solidFill>
                      <a:prstDash val="solid"/>
                    </a:lnR>
                    <a:lnT w="9525" cap="flat" cmpd="sng" algn="ctr">
                      <a:solidFill>
                        <a:srgbClr val="F5E9CC"/>
                      </a:solidFill>
                      <a:prstDash val="solid"/>
                    </a:lnT>
                    <a:lnB w="9525" cap="flat" cmpd="sng" algn="ctr">
                      <a:solidFill>
                        <a:srgbClr val="F5E9CC"/>
                      </a:solidFill>
                      <a:prstDash val="solid"/>
                    </a:lnB>
                    <a:solidFill>
                      <a:srgbClr val="FBF7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E9CC"/>
                      </a:solidFill>
                      <a:prstDash val="solid"/>
                    </a:lnL>
                    <a:lnR w="9525" cap="flat" cmpd="sng" algn="ctr">
                      <a:solidFill>
                        <a:srgbClr val="F5E9CC"/>
                      </a:solidFill>
                      <a:prstDash val="solid"/>
                    </a:lnR>
                    <a:lnT w="9525" cap="flat" cmpd="sng" algn="ctr">
                      <a:solidFill>
                        <a:srgbClr val="F5E9CC"/>
                      </a:solidFill>
                      <a:prstDash val="solid"/>
                    </a:lnT>
                    <a:lnB w="9525" cap="flat" cmpd="sng" algn="ctr">
                      <a:solidFill>
                        <a:srgbClr val="F5E9CC"/>
                      </a:solidFill>
                      <a:prstDash val="solid"/>
                    </a:lnB>
                    <a:solidFill>
                      <a:srgbClr val="FBF7EE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74591B"/>
                          </a:solidFill>
                        </a:rPr>
                        <a:t>5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E9CC"/>
                      </a:solidFill>
                      <a:prstDash val="solid"/>
                    </a:lnL>
                    <a:lnR w="9525" cap="flat" cmpd="sng" algn="ctr">
                      <a:solidFill>
                        <a:srgbClr val="F5E9CC"/>
                      </a:solidFill>
                      <a:prstDash val="solid"/>
                    </a:lnR>
                    <a:lnT w="9525" cap="flat" cmpd="sng" algn="ctr">
                      <a:solidFill>
                        <a:srgbClr val="F5E9CC"/>
                      </a:solidFill>
                      <a:prstDash val="solid"/>
                    </a:lnT>
                    <a:lnB w="9525" cap="flat" cmpd="sng" algn="ctr">
                      <a:solidFill>
                        <a:srgbClr val="F5E9CC"/>
                      </a:solidFill>
                      <a:prstDash val="solid"/>
                    </a:lnB>
                    <a:solidFill>
                      <a:srgbClr val="F5E9C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내용 입력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E9CC"/>
                      </a:solidFill>
                      <a:prstDash val="solid"/>
                    </a:lnL>
                    <a:lnR w="9525" cap="flat" cmpd="sng" algn="ctr">
                      <a:solidFill>
                        <a:srgbClr val="F5E9CC"/>
                      </a:solidFill>
                      <a:prstDash val="solid"/>
                    </a:lnR>
                    <a:lnT w="9525" cap="flat" cmpd="sng" algn="ctr">
                      <a:solidFill>
                        <a:srgbClr val="F5E9CC"/>
                      </a:solidFill>
                      <a:prstDash val="solid"/>
                    </a:lnT>
                    <a:lnB w="9525" cap="flat" cmpd="sng" algn="ctr">
                      <a:solidFill>
                        <a:srgbClr val="F5E9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E9CC"/>
                      </a:solidFill>
                      <a:prstDash val="solid"/>
                    </a:lnL>
                    <a:lnR w="9525" cap="flat" cmpd="sng" algn="ctr">
                      <a:solidFill>
                        <a:srgbClr val="F5E9CC"/>
                      </a:solidFill>
                      <a:prstDash val="solid"/>
                    </a:lnR>
                    <a:lnT w="9525" cap="flat" cmpd="sng" algn="ctr">
                      <a:solidFill>
                        <a:srgbClr val="F5E9CC"/>
                      </a:solidFill>
                      <a:prstDash val="solid"/>
                    </a:lnT>
                    <a:lnB w="9525" cap="flat" cmpd="sng" algn="ctr">
                      <a:solidFill>
                        <a:srgbClr val="F5E9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E9CC"/>
                      </a:solidFill>
                      <a:prstDash val="solid"/>
                    </a:lnL>
                    <a:lnR w="9525" cap="flat" cmpd="sng" algn="ctr">
                      <a:solidFill>
                        <a:srgbClr val="F5E9CC"/>
                      </a:solidFill>
                      <a:prstDash val="solid"/>
                    </a:lnR>
                    <a:lnT w="9525" cap="flat" cmpd="sng" algn="ctr">
                      <a:solidFill>
                        <a:srgbClr val="F5E9CC"/>
                      </a:solidFill>
                      <a:prstDash val="solid"/>
                    </a:lnT>
                    <a:lnB w="9525" cap="flat" cmpd="sng" algn="ctr">
                      <a:solidFill>
                        <a:srgbClr val="F5E9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74320" y="274320"/>
            <a:ext cx="11643055" cy="6309360"/>
          </a:xfrm>
          <a:prstGeom prst="rect">
            <a:avLst/>
          </a:prstGeom>
          <a:noFill/>
          <a:ln w="38100">
            <a:solidFill>
              <a:srgbClr val="C6992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  <a:ln w="12700">
            <a:solidFill>
              <a:srgbClr val="F5E9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5355183" y="630936"/>
            <a:ext cx="1481328" cy="1481328"/>
          </a:xfrm>
          <a:prstGeom prst="sun">
            <a:avLst/>
          </a:prstGeom>
          <a:solidFill>
            <a:srgbClr val="C6992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5132546" y="2158513"/>
            <a:ext cx="164592" cy="164592"/>
          </a:xfrm>
          <a:prstGeom prst="ellipse">
            <a:avLst/>
          </a:prstGeom>
          <a:solidFill>
            <a:srgbClr val="F5E9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5884190" y="2393660"/>
            <a:ext cx="164592" cy="164592"/>
          </a:xfrm>
          <a:prstGeom prst="ellipse">
            <a:avLst/>
          </a:prstGeom>
          <a:solidFill>
            <a:srgbClr val="F5E9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>
            <a:off x="5382224" y="2158532"/>
            <a:ext cx="164592" cy="164592"/>
          </a:xfrm>
          <a:prstGeom prst="ellipse">
            <a:avLst/>
          </a:prstGeom>
          <a:solidFill>
            <a:srgbClr val="F5E9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63003" y="2331720"/>
            <a:ext cx="9265688" cy="1371600"/>
          </a:xfrm>
        </p:spPr>
        <p:txBody>
          <a:bodyPr wrap="square" lIns="54864" rIns="54864" tIns="27432" bIns="27432" anchor="ctr">
            <a:noAutofit/>
          </a:bodyPr>
          <a:lstStyle/>
          <a:p>
            <a:pPr algn="ctr">
              <a:lnSpc>
                <a:spcPct val="105000"/>
              </a:lnSpc>
            </a:pPr>
            <a:r>
              <a:rPr sz="3600" b="1" i="0">
                <a:solidFill>
                  <a:srgbClr val="74591B"/>
                </a:solidFill>
              </a:rPr>
              <a:t>감사합니다</a:t>
            </a:r>
          </a:p>
        </p:txBody>
      </p:sp>
      <p:sp>
        <p:nvSpPr>
          <p:cNvPr id="9" name="한 줄 문구"/>
          <p:cNvSpPr txBox="1"/>
          <p:nvPr/>
        </p:nvSpPr>
        <p:spPr>
          <a:xfrm>
            <a:off x="1463003" y="3794760"/>
            <a:ext cx="9265688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700" b="0" i="1">
                <a:solidFill>
                  <a:srgbClr val="74591B"/>
                </a:solidFill>
              </a:rPr>
              <a:t>들어 주셔서 고맙습니다</a:t>
            </a:r>
          </a:p>
        </p:txBody>
      </p:sp>
      <p:sp>
        <p:nvSpPr>
          <p:cNvPr id="10" name="안내 문구"/>
          <p:cNvSpPr txBox="1"/>
          <p:nvPr/>
        </p:nvSpPr>
        <p:spPr>
          <a:xfrm>
            <a:off x="1463003" y="4663440"/>
            <a:ext cx="9265688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문의 · 연락처를 입력하세요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교육·강의 발표 템플릿">
  <a:themeElements>
    <a:clrScheme name="Office">
      <a:dk1>
        <a:sysClr val="windowText" lastClr="000000"/>
      </a:dk1>
      <a:lt1>
        <a:sysClr val="window" lastClr="FFFFFF"/>
      </a:lt1>
      <a:dk2>
        <a:srgbClr val="74591B"/>
      </a:dk2>
      <a:lt2>
        <a:srgbClr val="FBF7EE"/>
      </a:lt2>
      <a:accent1>
        <a:srgbClr val="C6992F"/>
      </a:accent1>
      <a:accent2>
        <a:srgbClr val="3B8091"/>
      </a:accent2>
      <a:accent3>
        <a:srgbClr val="74591B"/>
      </a:accent3>
      <a:accent4>
        <a:srgbClr val="F5E9CC"/>
      </a:accent4>
      <a:accent5>
        <a:srgbClr val="808C60"/>
      </a:accent5>
      <a:accent6>
        <a:srgbClr val="AC9B76"/>
      </a:accent6>
      <a:hlink>
        <a:srgbClr val="C6992F"/>
      </a:hlink>
      <a:folHlink>
        <a:srgbClr val="74591B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교육·강의 발표 템플릿</dc:title>
  <dc:subject/>
  <dc:creator>우체국보험 상담 안내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