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731666" y="137159"/>
            <a:ext cx="6583680" cy="6583680"/>
          </a:xfrm>
          <a:prstGeom prst="ellipse">
            <a:avLst/>
          </a:prstGeom>
          <a:solidFill>
            <a:srgbClr val="AC70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70438" y="1325880"/>
            <a:ext cx="4206240" cy="420624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한 번 들으면 써먹을 수 있게 구성했습니다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오늘의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핵심 개념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실습과 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정리와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272A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알아야 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해 볼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noFill/>
          <a:ln w="19050">
            <a:solidFill>
              <a:srgbClr val="E1989E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272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기억할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알기 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6D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27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heart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2A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731666" y="137159"/>
            <a:ext cx="6583680" cy="6583680"/>
          </a:xfrm>
          <a:prstGeom prst="ellipse">
            <a:avLst/>
          </a:prstGeom>
          <a:solidFill>
            <a:srgbClr val="AC70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70438" y="1325880"/>
            <a:ext cx="4206240" cy="420624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