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7347F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봄에 세운 목표를 지금 기준으로 다시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0603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34639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5175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8862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033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0915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37759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548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55448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7347F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004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1752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5875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00400"/>
            <a:ext cx="457200" cy="457200"/>
          </a:xfrm>
          <a:prstGeom prst="ellipse">
            <a:avLst/>
          </a:prstGeom>
          <a:solidFill>
            <a:srgbClr val="745CB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7947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7347F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48056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F3F1F9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272887" cy="4389120"/>
          </a:xfrm>
          <a:prstGeom prst="roundRect">
            <a:avLst>
              <a:gd name="adj" fmla="val 8000"/>
            </a:avLst>
          </a:prstGeom>
          <a:solidFill>
            <a:srgbClr val="D9D2EF"/>
          </a:solidFill>
          <a:ln w="12700">
            <a:solidFill>
              <a:srgbClr val="D9D2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734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815687" cy="3474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9D2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745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7347F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55448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45CBC"/>
                      </a:solidFill>
                      <a:prstDash val="solid"/>
                    </a:lnL>
                    <a:lnR w="9525" cap="flat" cmpd="sng" algn="ctr">
                      <a:solidFill>
                        <a:srgbClr val="745CBC"/>
                      </a:solidFill>
                      <a:prstDash val="solid"/>
                    </a:lnR>
                    <a:lnT w="9525" cap="flat" cmpd="sng" algn="ctr">
                      <a:solidFill>
                        <a:srgbClr val="745CBC"/>
                      </a:solidFill>
                      <a:prstDash val="solid"/>
                    </a:lnT>
                    <a:lnB w="9525" cap="flat" cmpd="sng" algn="ctr">
                      <a:solidFill>
                        <a:srgbClr val="745CBC"/>
                      </a:solidFill>
                      <a:prstDash val="solid"/>
                    </a:lnB>
                    <a:solidFill>
                      <a:srgbClr val="745C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45CBC"/>
                      </a:solidFill>
                      <a:prstDash val="solid"/>
                    </a:lnL>
                    <a:lnR w="9525" cap="flat" cmpd="sng" algn="ctr">
                      <a:solidFill>
                        <a:srgbClr val="745CBC"/>
                      </a:solidFill>
                      <a:prstDash val="solid"/>
                    </a:lnR>
                    <a:lnT w="9525" cap="flat" cmpd="sng" algn="ctr">
                      <a:solidFill>
                        <a:srgbClr val="745CBC"/>
                      </a:solidFill>
                      <a:prstDash val="solid"/>
                    </a:lnT>
                    <a:lnB w="9525" cap="flat" cmpd="sng" algn="ctr">
                      <a:solidFill>
                        <a:srgbClr val="745CBC"/>
                      </a:solidFill>
                      <a:prstDash val="solid"/>
                    </a:lnB>
                    <a:solidFill>
                      <a:srgbClr val="745C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45CBC"/>
                      </a:solidFill>
                      <a:prstDash val="solid"/>
                    </a:lnL>
                    <a:lnR w="9525" cap="flat" cmpd="sng" algn="ctr">
                      <a:solidFill>
                        <a:srgbClr val="745CBC"/>
                      </a:solidFill>
                      <a:prstDash val="solid"/>
                    </a:lnR>
                    <a:lnT w="9525" cap="flat" cmpd="sng" algn="ctr">
                      <a:solidFill>
                        <a:srgbClr val="745CBC"/>
                      </a:solidFill>
                      <a:prstDash val="solid"/>
                    </a:lnT>
                    <a:lnB w="9525" cap="flat" cmpd="sng" algn="ctr">
                      <a:solidFill>
                        <a:srgbClr val="745CBC"/>
                      </a:solidFill>
                      <a:prstDash val="solid"/>
                    </a:lnB>
                    <a:solidFill>
                      <a:srgbClr val="745C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45CBC"/>
                      </a:solidFill>
                      <a:prstDash val="solid"/>
                    </a:lnL>
                    <a:lnR w="9525" cap="flat" cmpd="sng" algn="ctr">
                      <a:solidFill>
                        <a:srgbClr val="745CBC"/>
                      </a:solidFill>
                      <a:prstDash val="solid"/>
                    </a:lnR>
                    <a:lnT w="9525" cap="flat" cmpd="sng" algn="ctr">
                      <a:solidFill>
                        <a:srgbClr val="745CBC"/>
                      </a:solidFill>
                      <a:prstDash val="solid"/>
                    </a:lnT>
                    <a:lnB w="9525" cap="flat" cmpd="sng" algn="ctr">
                      <a:solidFill>
                        <a:srgbClr val="745CBC"/>
                      </a:solidFill>
                      <a:prstDash val="solid"/>
                    </a:lnB>
                    <a:solidFill>
                      <a:srgbClr val="745CB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3F1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7347F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D9D2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9D2EF"/>
                      </a:solidFill>
                      <a:prstDash val="solid"/>
                    </a:lnL>
                    <a:lnR w="9525" cap="flat" cmpd="sng" algn="ctr">
                      <a:solidFill>
                        <a:srgbClr val="D9D2EF"/>
                      </a:solidFill>
                      <a:prstDash val="solid"/>
                    </a:lnR>
                    <a:lnT w="9525" cap="flat" cmpd="sng" algn="ctr">
                      <a:solidFill>
                        <a:srgbClr val="D9D2EF"/>
                      </a:solidFill>
                      <a:prstDash val="solid"/>
                    </a:lnT>
                    <a:lnB w="9525" cap="flat" cmpd="sng" algn="ctr">
                      <a:solidFill>
                        <a:srgbClr val="D9D2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7347F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7347F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47347F"/>
      </a:dk2>
      <a:lt2>
        <a:srgbClr val="F3F1F9"/>
      </a:lt2>
      <a:accent1>
        <a:srgbClr val="745CBC"/>
      </a:accent1>
      <a:accent2>
        <a:srgbClr val="917B3B"/>
      </a:accent2>
      <a:accent3>
        <a:srgbClr val="47347F"/>
      </a:accent3>
      <a:accent4>
        <a:srgbClr val="D9D2EF"/>
      </a:accent4>
      <a:accent5>
        <a:srgbClr val="826C7C"/>
      </a:accent5>
      <a:accent6>
        <a:srgbClr val="9185B2"/>
      </a:accent6>
      <a:hlink>
        <a:srgbClr val="745CBC"/>
      </a:hlink>
      <a:folHlink>
        <a:srgbClr val="47347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