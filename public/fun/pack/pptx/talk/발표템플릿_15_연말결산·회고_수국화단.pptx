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talk-1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24115F"/>
                </a:solidFill>
              </a:rPr>
              <a:t>발표 제목을 입력하세요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24115F"/>
                </a:solidFill>
              </a:rPr>
              <a:t>봄에 세운 목표를 지금 기준으로 다시 봅니다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연말 결산·회고 · 발표자 이름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2027. 00. 00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182880" y="6144768"/>
            <a:ext cx="12557455" cy="731520"/>
          </a:xfrm>
          <a:prstGeom prst="wave">
            <a:avLst/>
          </a:prstGeom>
          <a:solidFill>
            <a:srgbClr val="DBD1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-182880" y="6400800"/>
            <a:ext cx="12557455" cy="502920"/>
          </a:xfrm>
          <a:prstGeom prst="wave">
            <a:avLst/>
          </a:prstGeom>
          <a:solidFill>
            <a:srgbClr val="4D26C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4115F"/>
                </a:solidFill>
              </a:rPr>
              <a:t>목차</a:t>
            </a:r>
          </a:p>
        </p:txBody>
      </p:sp>
      <p:sp>
        <p:nvSpPr>
          <p:cNvPr id="5" name="줄 1"/>
          <p:cNvSpPr/>
          <p:nvPr/>
        </p:nvSpPr>
        <p:spPr>
          <a:xfrm>
            <a:off x="640080" y="1554480"/>
            <a:ext cx="10911535" cy="914400"/>
          </a:xfrm>
          <a:prstGeom prst="roundRect">
            <a:avLst>
              <a:gd name="adj" fmla="val 8000"/>
            </a:avLst>
          </a:prstGeom>
          <a:solidFill>
            <a:srgbClr val="F1EEFC"/>
          </a:solidFill>
          <a:ln w="12700">
            <a:solidFill>
              <a:srgbClr val="DBD1F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822959" y="1783080"/>
            <a:ext cx="457200" cy="457200"/>
          </a:xfrm>
          <a:prstGeom prst="ellipse">
            <a:avLst/>
          </a:prstGeom>
          <a:solidFill>
            <a:srgbClr val="4D26C5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1600200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4115F"/>
                </a:solidFill>
              </a:rPr>
              <a:t>올해의 한 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1600200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  <p:sp>
        <p:nvSpPr>
          <p:cNvPr id="9" name="줄 2"/>
          <p:cNvSpPr/>
          <p:nvPr/>
        </p:nvSpPr>
        <p:spPr>
          <a:xfrm>
            <a:off x="640080" y="2606039"/>
            <a:ext cx="10911535" cy="914400"/>
          </a:xfrm>
          <a:prstGeom prst="roundRect">
            <a:avLst>
              <a:gd name="adj" fmla="val 8000"/>
            </a:avLst>
          </a:prstGeom>
          <a:solidFill>
            <a:srgbClr val="F1EEFC"/>
          </a:solidFill>
          <a:ln w="12700">
            <a:solidFill>
              <a:srgbClr val="DBD1F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822959" y="2834639"/>
            <a:ext cx="457200" cy="457200"/>
          </a:xfrm>
          <a:prstGeom prst="ellipse">
            <a:avLst/>
          </a:prstGeom>
          <a:solidFill>
            <a:srgbClr val="4D26C5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265175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4115F"/>
                </a:solidFill>
              </a:rPr>
              <a:t>잘한 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2651759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  <p:sp>
        <p:nvSpPr>
          <p:cNvPr id="13" name="줄 3"/>
          <p:cNvSpPr/>
          <p:nvPr/>
        </p:nvSpPr>
        <p:spPr>
          <a:xfrm>
            <a:off x="640080" y="3657600"/>
            <a:ext cx="10911535" cy="914400"/>
          </a:xfrm>
          <a:prstGeom prst="roundRect">
            <a:avLst>
              <a:gd name="adj" fmla="val 8000"/>
            </a:avLst>
          </a:prstGeom>
          <a:solidFill>
            <a:srgbClr val="F1EEFC"/>
          </a:solidFill>
          <a:ln w="12700">
            <a:solidFill>
              <a:srgbClr val="DBD1F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822959" y="3886200"/>
            <a:ext cx="457200" cy="457200"/>
          </a:xfrm>
          <a:prstGeom prst="ellipse">
            <a:avLst/>
          </a:prstGeom>
          <a:solidFill>
            <a:srgbClr val="4D26C5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3703320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4115F"/>
                </a:solidFill>
              </a:rPr>
              <a:t>아쉬운 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3703320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  <p:sp>
        <p:nvSpPr>
          <p:cNvPr id="17" name="줄 4"/>
          <p:cNvSpPr/>
          <p:nvPr/>
        </p:nvSpPr>
        <p:spPr>
          <a:xfrm>
            <a:off x="640080" y="4709159"/>
            <a:ext cx="10911535" cy="914400"/>
          </a:xfrm>
          <a:prstGeom prst="roundRect">
            <a:avLst>
              <a:gd name="adj" fmla="val 8000"/>
            </a:avLst>
          </a:prstGeom>
          <a:solidFill>
            <a:srgbClr val="F1EEFC"/>
          </a:solidFill>
          <a:ln w="12700">
            <a:solidFill>
              <a:srgbClr val="DBD1F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번호 4"/>
          <p:cNvSpPr/>
          <p:nvPr/>
        </p:nvSpPr>
        <p:spPr>
          <a:xfrm>
            <a:off x="822959" y="4937759"/>
            <a:ext cx="457200" cy="457200"/>
          </a:xfrm>
          <a:prstGeom prst="ellipse">
            <a:avLst/>
          </a:prstGeom>
          <a:solidFill>
            <a:srgbClr val="4D26C5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75487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4115F"/>
                </a:solidFill>
              </a:rPr>
              <a:t>내년의 다짐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4754879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182880" y="6144768"/>
            <a:ext cx="12557455" cy="731520"/>
          </a:xfrm>
          <a:prstGeom prst="wave">
            <a:avLst/>
          </a:prstGeom>
          <a:solidFill>
            <a:srgbClr val="DBD1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-182880" y="6400800"/>
            <a:ext cx="12557455" cy="502920"/>
          </a:xfrm>
          <a:prstGeom prst="wave">
            <a:avLst/>
          </a:prstGeom>
          <a:solidFill>
            <a:srgbClr val="4D26C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4115F"/>
                </a:solidFill>
              </a:rPr>
              <a:t>핵심 메시지</a:t>
            </a:r>
          </a:p>
        </p:txBody>
      </p:sp>
      <p:sp>
        <p:nvSpPr>
          <p:cNvPr id="5" name="핵심 문장"/>
          <p:cNvSpPr txBox="1"/>
          <p:nvPr/>
        </p:nvSpPr>
        <p:spPr>
          <a:xfrm>
            <a:off x="640080" y="1554480"/>
            <a:ext cx="10911535" cy="11887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24115F"/>
                </a:solidFill>
              </a:rPr>
              <a:t>한 문장으로 말하면 — 여기에 핵심 메시지를 입력하세요</a:t>
            </a:r>
          </a:p>
        </p:txBody>
      </p:sp>
      <p:sp>
        <p:nvSpPr>
          <p:cNvPr id="6" name="카드 1"/>
          <p:cNvSpPr/>
          <p:nvPr/>
        </p:nvSpPr>
        <p:spPr>
          <a:xfrm>
            <a:off x="640080" y="3017520"/>
            <a:ext cx="3484778" cy="3017520"/>
          </a:xfrm>
          <a:prstGeom prst="roundRect">
            <a:avLst>
              <a:gd name="adj" fmla="val 8000"/>
            </a:avLst>
          </a:prstGeom>
          <a:solidFill>
            <a:srgbClr val="F1EEFC"/>
          </a:solidFill>
          <a:ln w="15875">
            <a:solidFill>
              <a:srgbClr val="DBD1F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번호 1"/>
          <p:cNvSpPr/>
          <p:nvPr/>
        </p:nvSpPr>
        <p:spPr>
          <a:xfrm>
            <a:off x="822959" y="3200400"/>
            <a:ext cx="457200" cy="457200"/>
          </a:xfrm>
          <a:prstGeom prst="ellipse">
            <a:avLst/>
          </a:prstGeom>
          <a:solidFill>
            <a:srgbClr val="4D26C5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79476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4115F"/>
                </a:solidFill>
              </a:rPr>
              <a:t>잘한 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480560"/>
            <a:ext cx="321045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0" name="카드 2"/>
          <p:cNvSpPr/>
          <p:nvPr/>
        </p:nvSpPr>
        <p:spPr>
          <a:xfrm>
            <a:off x="4353458" y="3017520"/>
            <a:ext cx="3484778" cy="3017520"/>
          </a:xfrm>
          <a:prstGeom prst="roundRect">
            <a:avLst>
              <a:gd name="adj" fmla="val 8000"/>
            </a:avLst>
          </a:prstGeom>
          <a:solidFill>
            <a:srgbClr val="F1EEFC"/>
          </a:solidFill>
          <a:ln w="15875">
            <a:solidFill>
              <a:srgbClr val="DBD1F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2"/>
          <p:cNvSpPr/>
          <p:nvPr/>
        </p:nvSpPr>
        <p:spPr>
          <a:xfrm>
            <a:off x="4536338" y="3200400"/>
            <a:ext cx="457200" cy="457200"/>
          </a:xfrm>
          <a:prstGeom prst="ellipse">
            <a:avLst/>
          </a:prstGeom>
          <a:solidFill>
            <a:srgbClr val="4D26C5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0618" y="379476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4115F"/>
                </a:solidFill>
              </a:rPr>
              <a:t>배운 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0618" y="4480560"/>
            <a:ext cx="321045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4" name="카드 3"/>
          <p:cNvSpPr/>
          <p:nvPr/>
        </p:nvSpPr>
        <p:spPr>
          <a:xfrm>
            <a:off x="8066836" y="3017520"/>
            <a:ext cx="3484778" cy="3017520"/>
          </a:xfrm>
          <a:prstGeom prst="roundRect">
            <a:avLst>
              <a:gd name="adj" fmla="val 8000"/>
            </a:avLst>
          </a:prstGeom>
          <a:solidFill>
            <a:srgbClr val="F1EEFC"/>
          </a:solidFill>
          <a:ln w="15875">
            <a:solidFill>
              <a:srgbClr val="DBD1F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번호 3"/>
          <p:cNvSpPr/>
          <p:nvPr/>
        </p:nvSpPr>
        <p:spPr>
          <a:xfrm>
            <a:off x="8249716" y="3200400"/>
            <a:ext cx="457200" cy="457200"/>
          </a:xfrm>
          <a:prstGeom prst="ellipse">
            <a:avLst/>
          </a:prstGeom>
          <a:solidFill>
            <a:srgbClr val="4D26C5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03996" y="379476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4115F"/>
                </a:solidFill>
              </a:rPr>
              <a:t>다음 목표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03996" y="4480560"/>
            <a:ext cx="321045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182880" y="6144768"/>
            <a:ext cx="12557455" cy="731520"/>
          </a:xfrm>
          <a:prstGeom prst="wave">
            <a:avLst/>
          </a:prstGeom>
          <a:solidFill>
            <a:srgbClr val="DBD1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-182880" y="6400800"/>
            <a:ext cx="12557455" cy="502920"/>
          </a:xfrm>
          <a:prstGeom prst="wave">
            <a:avLst/>
          </a:prstGeom>
          <a:solidFill>
            <a:srgbClr val="4D26C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4115F"/>
                </a:solidFill>
              </a:rPr>
              <a:t>한눈에 비교</a:t>
            </a:r>
          </a:p>
        </p:txBody>
      </p:sp>
      <p:sp>
        <p:nvSpPr>
          <p:cNvPr id="5" name="왼쪽 칸"/>
          <p:cNvSpPr/>
          <p:nvPr/>
        </p:nvSpPr>
        <p:spPr>
          <a:xfrm>
            <a:off x="640080" y="1554480"/>
            <a:ext cx="5272887" cy="4389120"/>
          </a:xfrm>
          <a:prstGeom prst="roundRect">
            <a:avLst>
              <a:gd name="adj" fmla="val 8000"/>
            </a:avLst>
          </a:prstGeom>
          <a:solidFill>
            <a:srgbClr val="F1EEFC"/>
          </a:solidFill>
          <a:ln w="12700">
            <a:solidFill>
              <a:srgbClr val="DBD1F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칸 제목 바"/>
          <p:cNvSpPr/>
          <p:nvPr/>
        </p:nvSpPr>
        <p:spPr>
          <a:xfrm>
            <a:off x="640080" y="1554480"/>
            <a:ext cx="5272887" cy="640080"/>
          </a:xfrm>
          <a:prstGeom prst="roundRect">
            <a:avLst>
              <a:gd name="adj" fmla="val 25000"/>
            </a:avLst>
          </a:prstGeom>
          <a:solidFill>
            <a:srgbClr val="4D26C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554480"/>
            <a:ext cx="490712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올해 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377440"/>
            <a:ext cx="4815687" cy="34747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9" name="오른쪽 칸"/>
          <p:cNvSpPr/>
          <p:nvPr/>
        </p:nvSpPr>
        <p:spPr>
          <a:xfrm>
            <a:off x="6278727" y="1554480"/>
            <a:ext cx="5272887" cy="4389120"/>
          </a:xfrm>
          <a:prstGeom prst="roundRect">
            <a:avLst>
              <a:gd name="adj" fmla="val 8000"/>
            </a:avLst>
          </a:prstGeom>
          <a:solidFill>
            <a:srgbClr val="DBD1FA"/>
          </a:solidFill>
          <a:ln w="12700">
            <a:solidFill>
              <a:srgbClr val="DBD1F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칸 제목 바"/>
          <p:cNvSpPr/>
          <p:nvPr/>
        </p:nvSpPr>
        <p:spPr>
          <a:xfrm>
            <a:off x="6278727" y="1554480"/>
            <a:ext cx="5272887" cy="640080"/>
          </a:xfrm>
          <a:prstGeom prst="roundRect">
            <a:avLst>
              <a:gd name="adj" fmla="val 25000"/>
            </a:avLst>
          </a:prstGeom>
          <a:solidFill>
            <a:srgbClr val="2411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61607" y="1554480"/>
            <a:ext cx="490712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올해 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07327" y="2377440"/>
            <a:ext cx="4815687" cy="34747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182880" y="6144768"/>
            <a:ext cx="12557455" cy="731520"/>
          </a:xfrm>
          <a:prstGeom prst="wave">
            <a:avLst/>
          </a:prstGeom>
          <a:solidFill>
            <a:srgbClr val="DBD1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-182880" y="6400800"/>
            <a:ext cx="12557455" cy="502920"/>
          </a:xfrm>
          <a:prstGeom prst="wave">
            <a:avLst/>
          </a:prstGeom>
          <a:solidFill>
            <a:srgbClr val="4D26C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4115F"/>
                </a:solidFill>
              </a:rPr>
              <a:t>일정·현황</a:t>
            </a:r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640080" y="1554480"/>
          <a:ext cx="10911532" cy="38404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727883"/>
                <a:gridCol w="2727883"/>
                <a:gridCol w="2727883"/>
                <a:gridCol w="2727883"/>
              </a:tblGrid>
              <a:tr h="640080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4D26C5"/>
                      </a:solidFill>
                      <a:prstDash val="solid"/>
                    </a:lnL>
                    <a:lnR w="9525" cap="flat" cmpd="sng" algn="ctr">
                      <a:solidFill>
                        <a:srgbClr val="4D26C5"/>
                      </a:solidFill>
                      <a:prstDash val="solid"/>
                    </a:lnR>
                    <a:lnT w="9525" cap="flat" cmpd="sng" algn="ctr">
                      <a:solidFill>
                        <a:srgbClr val="4D26C5"/>
                      </a:solidFill>
                      <a:prstDash val="solid"/>
                    </a:lnT>
                    <a:lnB w="9525" cap="flat" cmpd="sng" algn="ctr">
                      <a:solidFill>
                        <a:srgbClr val="4D26C5"/>
                      </a:solidFill>
                      <a:prstDash val="solid"/>
                    </a:lnB>
                    <a:solidFill>
                      <a:srgbClr val="4D26C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한 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4D26C5"/>
                      </a:solidFill>
                      <a:prstDash val="solid"/>
                    </a:lnL>
                    <a:lnR w="9525" cap="flat" cmpd="sng" algn="ctr">
                      <a:solidFill>
                        <a:srgbClr val="4D26C5"/>
                      </a:solidFill>
                      <a:prstDash val="solid"/>
                    </a:lnR>
                    <a:lnT w="9525" cap="flat" cmpd="sng" algn="ctr">
                      <a:solidFill>
                        <a:srgbClr val="4D26C5"/>
                      </a:solidFill>
                      <a:prstDash val="solid"/>
                    </a:lnT>
                    <a:lnB w="9525" cap="flat" cmpd="sng" algn="ctr">
                      <a:solidFill>
                        <a:srgbClr val="4D26C5"/>
                      </a:solidFill>
                      <a:prstDash val="solid"/>
                    </a:lnB>
                    <a:solidFill>
                      <a:srgbClr val="4D26C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배운 점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4D26C5"/>
                      </a:solidFill>
                      <a:prstDash val="solid"/>
                    </a:lnL>
                    <a:lnR w="9525" cap="flat" cmpd="sng" algn="ctr">
                      <a:solidFill>
                        <a:srgbClr val="4D26C5"/>
                      </a:solidFill>
                      <a:prstDash val="solid"/>
                    </a:lnR>
                    <a:lnT w="9525" cap="flat" cmpd="sng" algn="ctr">
                      <a:solidFill>
                        <a:srgbClr val="4D26C5"/>
                      </a:solidFill>
                      <a:prstDash val="solid"/>
                    </a:lnT>
                    <a:lnB w="9525" cap="flat" cmpd="sng" algn="ctr">
                      <a:solidFill>
                        <a:srgbClr val="4D26C5"/>
                      </a:solidFill>
                      <a:prstDash val="solid"/>
                    </a:lnB>
                    <a:solidFill>
                      <a:srgbClr val="4D26C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점수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4D26C5"/>
                      </a:solidFill>
                      <a:prstDash val="solid"/>
                    </a:lnL>
                    <a:lnR w="9525" cap="flat" cmpd="sng" algn="ctr">
                      <a:solidFill>
                        <a:srgbClr val="4D26C5"/>
                      </a:solidFill>
                      <a:prstDash val="solid"/>
                    </a:lnR>
                    <a:lnT w="9525" cap="flat" cmpd="sng" algn="ctr">
                      <a:solidFill>
                        <a:srgbClr val="4D26C5"/>
                      </a:solidFill>
                      <a:prstDash val="solid"/>
                    </a:lnT>
                    <a:lnB w="9525" cap="flat" cmpd="sng" algn="ctr">
                      <a:solidFill>
                        <a:srgbClr val="4D26C5"/>
                      </a:solidFill>
                      <a:prstDash val="solid"/>
                    </a:lnB>
                    <a:solidFill>
                      <a:srgbClr val="4D26C5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24115F"/>
                          </a:solidFill>
                        </a:rPr>
                        <a:t>1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BD1FA"/>
                      </a:solidFill>
                      <a:prstDash val="solid"/>
                    </a:lnL>
                    <a:lnR w="9525" cap="flat" cmpd="sng" algn="ctr">
                      <a:solidFill>
                        <a:srgbClr val="DBD1FA"/>
                      </a:solidFill>
                      <a:prstDash val="solid"/>
                    </a:lnR>
                    <a:lnT w="9525" cap="flat" cmpd="sng" algn="ctr">
                      <a:solidFill>
                        <a:srgbClr val="DBD1FA"/>
                      </a:solidFill>
                      <a:prstDash val="solid"/>
                    </a:lnT>
                    <a:lnB w="9525" cap="flat" cmpd="sng" algn="ctr">
                      <a:solidFill>
                        <a:srgbClr val="DBD1FA"/>
                      </a:solidFill>
                      <a:prstDash val="solid"/>
                    </a:lnB>
                    <a:solidFill>
                      <a:srgbClr val="DBD1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BD1FA"/>
                      </a:solidFill>
                      <a:prstDash val="solid"/>
                    </a:lnL>
                    <a:lnR w="9525" cap="flat" cmpd="sng" algn="ctr">
                      <a:solidFill>
                        <a:srgbClr val="DBD1FA"/>
                      </a:solidFill>
                      <a:prstDash val="solid"/>
                    </a:lnR>
                    <a:lnT w="9525" cap="flat" cmpd="sng" algn="ctr">
                      <a:solidFill>
                        <a:srgbClr val="DBD1FA"/>
                      </a:solidFill>
                      <a:prstDash val="solid"/>
                    </a:lnT>
                    <a:lnB w="9525" cap="flat" cmpd="sng" algn="ctr">
                      <a:solidFill>
                        <a:srgbClr val="DBD1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BD1FA"/>
                      </a:solidFill>
                      <a:prstDash val="solid"/>
                    </a:lnL>
                    <a:lnR w="9525" cap="flat" cmpd="sng" algn="ctr">
                      <a:solidFill>
                        <a:srgbClr val="DBD1FA"/>
                      </a:solidFill>
                      <a:prstDash val="solid"/>
                    </a:lnR>
                    <a:lnT w="9525" cap="flat" cmpd="sng" algn="ctr">
                      <a:solidFill>
                        <a:srgbClr val="DBD1FA"/>
                      </a:solidFill>
                      <a:prstDash val="solid"/>
                    </a:lnT>
                    <a:lnB w="9525" cap="flat" cmpd="sng" algn="ctr">
                      <a:solidFill>
                        <a:srgbClr val="DBD1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BD1FA"/>
                      </a:solidFill>
                      <a:prstDash val="solid"/>
                    </a:lnL>
                    <a:lnR w="9525" cap="flat" cmpd="sng" algn="ctr">
                      <a:solidFill>
                        <a:srgbClr val="DBD1FA"/>
                      </a:solidFill>
                      <a:prstDash val="solid"/>
                    </a:lnR>
                    <a:lnT w="9525" cap="flat" cmpd="sng" algn="ctr">
                      <a:solidFill>
                        <a:srgbClr val="DBD1FA"/>
                      </a:solidFill>
                      <a:prstDash val="solid"/>
                    </a:lnT>
                    <a:lnB w="9525" cap="flat" cmpd="sng" algn="ctr">
                      <a:solidFill>
                        <a:srgbClr val="DBD1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24115F"/>
                          </a:solidFill>
                        </a:rPr>
                        <a:t>2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BD1FA"/>
                      </a:solidFill>
                      <a:prstDash val="solid"/>
                    </a:lnL>
                    <a:lnR w="9525" cap="flat" cmpd="sng" algn="ctr">
                      <a:solidFill>
                        <a:srgbClr val="DBD1FA"/>
                      </a:solidFill>
                      <a:prstDash val="solid"/>
                    </a:lnR>
                    <a:lnT w="9525" cap="flat" cmpd="sng" algn="ctr">
                      <a:solidFill>
                        <a:srgbClr val="DBD1FA"/>
                      </a:solidFill>
                      <a:prstDash val="solid"/>
                    </a:lnT>
                    <a:lnB w="9525" cap="flat" cmpd="sng" algn="ctr">
                      <a:solidFill>
                        <a:srgbClr val="DBD1FA"/>
                      </a:solidFill>
                      <a:prstDash val="solid"/>
                    </a:lnB>
                    <a:solidFill>
                      <a:srgbClr val="DBD1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BD1FA"/>
                      </a:solidFill>
                      <a:prstDash val="solid"/>
                    </a:lnL>
                    <a:lnR w="9525" cap="flat" cmpd="sng" algn="ctr">
                      <a:solidFill>
                        <a:srgbClr val="DBD1FA"/>
                      </a:solidFill>
                      <a:prstDash val="solid"/>
                    </a:lnR>
                    <a:lnT w="9525" cap="flat" cmpd="sng" algn="ctr">
                      <a:solidFill>
                        <a:srgbClr val="DBD1FA"/>
                      </a:solidFill>
                      <a:prstDash val="solid"/>
                    </a:lnT>
                    <a:lnB w="9525" cap="flat" cmpd="sng" algn="ctr">
                      <a:solidFill>
                        <a:srgbClr val="DBD1FA"/>
                      </a:solidFill>
                      <a:prstDash val="solid"/>
                    </a:lnB>
                    <a:solidFill>
                      <a:srgbClr val="F1EE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BD1FA"/>
                      </a:solidFill>
                      <a:prstDash val="solid"/>
                    </a:lnL>
                    <a:lnR w="9525" cap="flat" cmpd="sng" algn="ctr">
                      <a:solidFill>
                        <a:srgbClr val="DBD1FA"/>
                      </a:solidFill>
                      <a:prstDash val="solid"/>
                    </a:lnR>
                    <a:lnT w="9525" cap="flat" cmpd="sng" algn="ctr">
                      <a:solidFill>
                        <a:srgbClr val="DBD1FA"/>
                      </a:solidFill>
                      <a:prstDash val="solid"/>
                    </a:lnT>
                    <a:lnB w="9525" cap="flat" cmpd="sng" algn="ctr">
                      <a:solidFill>
                        <a:srgbClr val="DBD1FA"/>
                      </a:solidFill>
                      <a:prstDash val="solid"/>
                    </a:lnB>
                    <a:solidFill>
                      <a:srgbClr val="F1EE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BD1FA"/>
                      </a:solidFill>
                      <a:prstDash val="solid"/>
                    </a:lnL>
                    <a:lnR w="9525" cap="flat" cmpd="sng" algn="ctr">
                      <a:solidFill>
                        <a:srgbClr val="DBD1FA"/>
                      </a:solidFill>
                      <a:prstDash val="solid"/>
                    </a:lnR>
                    <a:lnT w="9525" cap="flat" cmpd="sng" algn="ctr">
                      <a:solidFill>
                        <a:srgbClr val="DBD1FA"/>
                      </a:solidFill>
                      <a:prstDash val="solid"/>
                    </a:lnT>
                    <a:lnB w="9525" cap="flat" cmpd="sng" algn="ctr">
                      <a:solidFill>
                        <a:srgbClr val="DBD1FA"/>
                      </a:solidFill>
                      <a:prstDash val="solid"/>
                    </a:lnB>
                    <a:solidFill>
                      <a:srgbClr val="F1EEFC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24115F"/>
                          </a:solidFill>
                        </a:rPr>
                        <a:t>3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BD1FA"/>
                      </a:solidFill>
                      <a:prstDash val="solid"/>
                    </a:lnL>
                    <a:lnR w="9525" cap="flat" cmpd="sng" algn="ctr">
                      <a:solidFill>
                        <a:srgbClr val="DBD1FA"/>
                      </a:solidFill>
                      <a:prstDash val="solid"/>
                    </a:lnR>
                    <a:lnT w="9525" cap="flat" cmpd="sng" algn="ctr">
                      <a:solidFill>
                        <a:srgbClr val="DBD1FA"/>
                      </a:solidFill>
                      <a:prstDash val="solid"/>
                    </a:lnT>
                    <a:lnB w="9525" cap="flat" cmpd="sng" algn="ctr">
                      <a:solidFill>
                        <a:srgbClr val="DBD1FA"/>
                      </a:solidFill>
                      <a:prstDash val="solid"/>
                    </a:lnB>
                    <a:solidFill>
                      <a:srgbClr val="DBD1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BD1FA"/>
                      </a:solidFill>
                      <a:prstDash val="solid"/>
                    </a:lnL>
                    <a:lnR w="9525" cap="flat" cmpd="sng" algn="ctr">
                      <a:solidFill>
                        <a:srgbClr val="DBD1FA"/>
                      </a:solidFill>
                      <a:prstDash val="solid"/>
                    </a:lnR>
                    <a:lnT w="9525" cap="flat" cmpd="sng" algn="ctr">
                      <a:solidFill>
                        <a:srgbClr val="DBD1FA"/>
                      </a:solidFill>
                      <a:prstDash val="solid"/>
                    </a:lnT>
                    <a:lnB w="9525" cap="flat" cmpd="sng" algn="ctr">
                      <a:solidFill>
                        <a:srgbClr val="DBD1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BD1FA"/>
                      </a:solidFill>
                      <a:prstDash val="solid"/>
                    </a:lnL>
                    <a:lnR w="9525" cap="flat" cmpd="sng" algn="ctr">
                      <a:solidFill>
                        <a:srgbClr val="DBD1FA"/>
                      </a:solidFill>
                      <a:prstDash val="solid"/>
                    </a:lnR>
                    <a:lnT w="9525" cap="flat" cmpd="sng" algn="ctr">
                      <a:solidFill>
                        <a:srgbClr val="DBD1FA"/>
                      </a:solidFill>
                      <a:prstDash val="solid"/>
                    </a:lnT>
                    <a:lnB w="9525" cap="flat" cmpd="sng" algn="ctr">
                      <a:solidFill>
                        <a:srgbClr val="DBD1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BD1FA"/>
                      </a:solidFill>
                      <a:prstDash val="solid"/>
                    </a:lnL>
                    <a:lnR w="9525" cap="flat" cmpd="sng" algn="ctr">
                      <a:solidFill>
                        <a:srgbClr val="DBD1FA"/>
                      </a:solidFill>
                      <a:prstDash val="solid"/>
                    </a:lnR>
                    <a:lnT w="9525" cap="flat" cmpd="sng" algn="ctr">
                      <a:solidFill>
                        <a:srgbClr val="DBD1FA"/>
                      </a:solidFill>
                      <a:prstDash val="solid"/>
                    </a:lnT>
                    <a:lnB w="9525" cap="flat" cmpd="sng" algn="ctr">
                      <a:solidFill>
                        <a:srgbClr val="DBD1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24115F"/>
                          </a:solidFill>
                        </a:rPr>
                        <a:t>4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BD1FA"/>
                      </a:solidFill>
                      <a:prstDash val="solid"/>
                    </a:lnL>
                    <a:lnR w="9525" cap="flat" cmpd="sng" algn="ctr">
                      <a:solidFill>
                        <a:srgbClr val="DBD1FA"/>
                      </a:solidFill>
                      <a:prstDash val="solid"/>
                    </a:lnR>
                    <a:lnT w="9525" cap="flat" cmpd="sng" algn="ctr">
                      <a:solidFill>
                        <a:srgbClr val="DBD1FA"/>
                      </a:solidFill>
                      <a:prstDash val="solid"/>
                    </a:lnT>
                    <a:lnB w="9525" cap="flat" cmpd="sng" algn="ctr">
                      <a:solidFill>
                        <a:srgbClr val="DBD1FA"/>
                      </a:solidFill>
                      <a:prstDash val="solid"/>
                    </a:lnB>
                    <a:solidFill>
                      <a:srgbClr val="DBD1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BD1FA"/>
                      </a:solidFill>
                      <a:prstDash val="solid"/>
                    </a:lnL>
                    <a:lnR w="9525" cap="flat" cmpd="sng" algn="ctr">
                      <a:solidFill>
                        <a:srgbClr val="DBD1FA"/>
                      </a:solidFill>
                      <a:prstDash val="solid"/>
                    </a:lnR>
                    <a:lnT w="9525" cap="flat" cmpd="sng" algn="ctr">
                      <a:solidFill>
                        <a:srgbClr val="DBD1FA"/>
                      </a:solidFill>
                      <a:prstDash val="solid"/>
                    </a:lnT>
                    <a:lnB w="9525" cap="flat" cmpd="sng" algn="ctr">
                      <a:solidFill>
                        <a:srgbClr val="DBD1FA"/>
                      </a:solidFill>
                      <a:prstDash val="solid"/>
                    </a:lnB>
                    <a:solidFill>
                      <a:srgbClr val="F1EE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BD1FA"/>
                      </a:solidFill>
                      <a:prstDash val="solid"/>
                    </a:lnL>
                    <a:lnR w="9525" cap="flat" cmpd="sng" algn="ctr">
                      <a:solidFill>
                        <a:srgbClr val="DBD1FA"/>
                      </a:solidFill>
                      <a:prstDash val="solid"/>
                    </a:lnR>
                    <a:lnT w="9525" cap="flat" cmpd="sng" algn="ctr">
                      <a:solidFill>
                        <a:srgbClr val="DBD1FA"/>
                      </a:solidFill>
                      <a:prstDash val="solid"/>
                    </a:lnT>
                    <a:lnB w="9525" cap="flat" cmpd="sng" algn="ctr">
                      <a:solidFill>
                        <a:srgbClr val="DBD1FA"/>
                      </a:solidFill>
                      <a:prstDash val="solid"/>
                    </a:lnB>
                    <a:solidFill>
                      <a:srgbClr val="F1EE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BD1FA"/>
                      </a:solidFill>
                      <a:prstDash val="solid"/>
                    </a:lnL>
                    <a:lnR w="9525" cap="flat" cmpd="sng" algn="ctr">
                      <a:solidFill>
                        <a:srgbClr val="DBD1FA"/>
                      </a:solidFill>
                      <a:prstDash val="solid"/>
                    </a:lnR>
                    <a:lnT w="9525" cap="flat" cmpd="sng" algn="ctr">
                      <a:solidFill>
                        <a:srgbClr val="DBD1FA"/>
                      </a:solidFill>
                      <a:prstDash val="solid"/>
                    </a:lnT>
                    <a:lnB w="9525" cap="flat" cmpd="sng" algn="ctr">
                      <a:solidFill>
                        <a:srgbClr val="DBD1FA"/>
                      </a:solidFill>
                      <a:prstDash val="solid"/>
                    </a:lnB>
                    <a:solidFill>
                      <a:srgbClr val="F1EEFC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24115F"/>
                          </a:solidFill>
                        </a:rPr>
                        <a:t>5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BD1FA"/>
                      </a:solidFill>
                      <a:prstDash val="solid"/>
                    </a:lnL>
                    <a:lnR w="9525" cap="flat" cmpd="sng" algn="ctr">
                      <a:solidFill>
                        <a:srgbClr val="DBD1FA"/>
                      </a:solidFill>
                      <a:prstDash val="solid"/>
                    </a:lnR>
                    <a:lnT w="9525" cap="flat" cmpd="sng" algn="ctr">
                      <a:solidFill>
                        <a:srgbClr val="DBD1FA"/>
                      </a:solidFill>
                      <a:prstDash val="solid"/>
                    </a:lnT>
                    <a:lnB w="9525" cap="flat" cmpd="sng" algn="ctr">
                      <a:solidFill>
                        <a:srgbClr val="DBD1FA"/>
                      </a:solidFill>
                      <a:prstDash val="solid"/>
                    </a:lnB>
                    <a:solidFill>
                      <a:srgbClr val="DBD1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BD1FA"/>
                      </a:solidFill>
                      <a:prstDash val="solid"/>
                    </a:lnL>
                    <a:lnR w="9525" cap="flat" cmpd="sng" algn="ctr">
                      <a:solidFill>
                        <a:srgbClr val="DBD1FA"/>
                      </a:solidFill>
                      <a:prstDash val="solid"/>
                    </a:lnR>
                    <a:lnT w="9525" cap="flat" cmpd="sng" algn="ctr">
                      <a:solidFill>
                        <a:srgbClr val="DBD1FA"/>
                      </a:solidFill>
                      <a:prstDash val="solid"/>
                    </a:lnT>
                    <a:lnB w="9525" cap="flat" cmpd="sng" algn="ctr">
                      <a:solidFill>
                        <a:srgbClr val="DBD1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BD1FA"/>
                      </a:solidFill>
                      <a:prstDash val="solid"/>
                    </a:lnL>
                    <a:lnR w="9525" cap="flat" cmpd="sng" algn="ctr">
                      <a:solidFill>
                        <a:srgbClr val="DBD1FA"/>
                      </a:solidFill>
                      <a:prstDash val="solid"/>
                    </a:lnR>
                    <a:lnT w="9525" cap="flat" cmpd="sng" algn="ctr">
                      <a:solidFill>
                        <a:srgbClr val="DBD1FA"/>
                      </a:solidFill>
                      <a:prstDash val="solid"/>
                    </a:lnT>
                    <a:lnB w="9525" cap="flat" cmpd="sng" algn="ctr">
                      <a:solidFill>
                        <a:srgbClr val="DBD1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BD1FA"/>
                      </a:solidFill>
                      <a:prstDash val="solid"/>
                    </a:lnL>
                    <a:lnR w="9525" cap="flat" cmpd="sng" algn="ctr">
                      <a:solidFill>
                        <a:srgbClr val="DBD1FA"/>
                      </a:solidFill>
                      <a:prstDash val="solid"/>
                    </a:lnR>
                    <a:lnT w="9525" cap="flat" cmpd="sng" algn="ctr">
                      <a:solidFill>
                        <a:srgbClr val="DBD1FA"/>
                      </a:solidFill>
                      <a:prstDash val="solid"/>
                    </a:lnT>
                    <a:lnB w="9525" cap="flat" cmpd="sng" algn="ctr">
                      <a:solidFill>
                        <a:srgbClr val="DBD1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talk-1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24115F"/>
                </a:solidFill>
              </a:rPr>
              <a:t>감사합니다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24115F"/>
                </a:solidFill>
              </a:rPr>
              <a:t>끝까지 들어 주셔서 고맙습니다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문의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연말 결산·회고 발표 템플릿">
  <a:themeElements>
    <a:clrScheme name="Office">
      <a:dk1>
        <a:sysClr val="windowText" lastClr="000000"/>
      </a:dk1>
      <a:lt1>
        <a:sysClr val="window" lastClr="FFFFFF"/>
      </a:lt1>
      <a:dk2>
        <a:srgbClr val="24115F"/>
      </a:dk2>
      <a:lt2>
        <a:srgbClr val="F1EEFC"/>
      </a:lt2>
      <a:accent1>
        <a:srgbClr val="4D26C5"/>
      </a:accent1>
      <a:accent2>
        <a:srgbClr val="209DB6"/>
      </a:accent2>
      <a:accent3>
        <a:srgbClr val="24115F"/>
      </a:accent3>
      <a:accent4>
        <a:srgbClr val="DBD1FA"/>
      </a:accent4>
      <a:accent5>
        <a:srgbClr val="3662BE"/>
      </a:accent5>
      <a:accent6>
        <a:srgbClr val="7C709F"/>
      </a:accent6>
      <a:hlink>
        <a:srgbClr val="4D26C5"/>
      </a:hlink>
      <a:folHlink>
        <a:srgbClr val="24115F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연말 결산·회고 발표 템플릿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