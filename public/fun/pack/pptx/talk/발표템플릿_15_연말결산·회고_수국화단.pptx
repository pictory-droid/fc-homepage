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46300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97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75335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처음에 세운 목표를 지금 기준으로 다시 봅니다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연말 결산·회고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B8A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moo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EFE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694944"/>
          </a:xfrm>
          <a:prstGeom prst="rect">
            <a:avLst/>
          </a:prstGeom>
          <a:solidFill>
            <a:srgbClr val="97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solidFill>
            <a:srgbClr val="D89FE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02749"/>
                </a:solidFill>
              </a:rPr>
              <a:t>올해의 한 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EFE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640080" y="2944368"/>
            <a:ext cx="54864" cy="694944"/>
          </a:xfrm>
          <a:prstGeom prst="rect">
            <a:avLst/>
          </a:prstGeom>
          <a:solidFill>
            <a:srgbClr val="97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D89FE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02749"/>
                </a:solidFill>
              </a:rPr>
              <a:t>잘한 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6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EFE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포인트 막대"/>
          <p:cNvSpPr/>
          <p:nvPr/>
        </p:nvSpPr>
        <p:spPr>
          <a:xfrm>
            <a:off x="640080" y="3995928"/>
            <a:ext cx="54864" cy="694944"/>
          </a:xfrm>
          <a:prstGeom prst="rect">
            <a:avLst/>
          </a:prstGeom>
          <a:solidFill>
            <a:srgbClr val="97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D89FE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02749"/>
                </a:solidFill>
              </a:rPr>
              <a:t>아쉬운 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21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EFE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포인트 막대"/>
          <p:cNvSpPr/>
          <p:nvPr/>
        </p:nvSpPr>
        <p:spPr>
          <a:xfrm>
            <a:off x="640080" y="5047488"/>
            <a:ext cx="54864" cy="694944"/>
          </a:xfrm>
          <a:prstGeom prst="rect">
            <a:avLst/>
          </a:prstGeom>
          <a:solidFill>
            <a:srgbClr val="97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solidFill>
            <a:srgbClr val="D89FE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02749"/>
                </a:solidFill>
              </a:rPr>
              <a:t>내년의 다짐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B8A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moo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302749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4000"/>
            </a:avLst>
          </a:prstGeom>
          <a:solidFill>
            <a:srgbClr val="EFE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포인트 막대"/>
          <p:cNvSpPr/>
          <p:nvPr/>
        </p:nvSpPr>
        <p:spPr>
          <a:xfrm>
            <a:off x="640080" y="3355848"/>
            <a:ext cx="54864" cy="2798063"/>
          </a:xfrm>
          <a:prstGeom prst="rect">
            <a:avLst/>
          </a:prstGeom>
          <a:solidFill>
            <a:srgbClr val="97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solidFill>
            <a:srgbClr val="D89FE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02749"/>
                </a:solidFill>
              </a:rPr>
              <a:t>잘한 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4000"/>
            </a:avLst>
          </a:prstGeom>
          <a:solidFill>
            <a:srgbClr val="EFE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포인트 막대"/>
          <p:cNvSpPr/>
          <p:nvPr/>
        </p:nvSpPr>
        <p:spPr>
          <a:xfrm>
            <a:off x="4353458" y="3355848"/>
            <a:ext cx="54864" cy="2798063"/>
          </a:xfrm>
          <a:prstGeom prst="rect">
            <a:avLst/>
          </a:prstGeom>
          <a:solidFill>
            <a:srgbClr val="97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solidFill>
            <a:srgbClr val="D89FE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02749"/>
                </a:solidFill>
              </a:rPr>
              <a:t>배운 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4000"/>
            </a:avLst>
          </a:prstGeom>
          <a:solidFill>
            <a:srgbClr val="EFE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포인트 막대"/>
          <p:cNvSpPr/>
          <p:nvPr/>
        </p:nvSpPr>
        <p:spPr>
          <a:xfrm>
            <a:off x="8066836" y="3355848"/>
            <a:ext cx="54864" cy="2798063"/>
          </a:xfrm>
          <a:prstGeom prst="rect">
            <a:avLst/>
          </a:prstGeom>
          <a:solidFill>
            <a:srgbClr val="97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solidFill>
            <a:srgbClr val="D89FE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02749"/>
                </a:solidFill>
              </a:rPr>
              <a:t>다음 목표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B8A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moo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4000"/>
            </a:avLst>
          </a:prstGeom>
          <a:solidFill>
            <a:srgbClr val="EFE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3072384"/>
          </a:xfrm>
          <a:prstGeom prst="rect">
            <a:avLst/>
          </a:prstGeom>
          <a:solidFill>
            <a:srgbClr val="97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97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올해 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4000"/>
            </a:avLst>
          </a:prstGeom>
          <a:solidFill>
            <a:srgbClr val="DBD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6278727" y="1892807"/>
            <a:ext cx="54864" cy="3072384"/>
          </a:xfrm>
          <a:prstGeom prst="rect">
            <a:avLst/>
          </a:prstGeom>
          <a:solidFill>
            <a:srgbClr val="97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3027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B8A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moo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7BEA"/>
                      </a:solidFill>
                      <a:prstDash val="solid"/>
                    </a:lnL>
                    <a:lnR w="9525" cap="flat" cmpd="sng" algn="ctr">
                      <a:solidFill>
                        <a:srgbClr val="977BEA"/>
                      </a:solidFill>
                      <a:prstDash val="solid"/>
                    </a:lnR>
                    <a:lnT w="9525" cap="flat" cmpd="sng" algn="ctr">
                      <a:solidFill>
                        <a:srgbClr val="977BEA"/>
                      </a:solidFill>
                      <a:prstDash val="solid"/>
                    </a:lnT>
                    <a:lnB w="9525" cap="flat" cmpd="sng" algn="ctr">
                      <a:solidFill>
                        <a:srgbClr val="977BEA"/>
                      </a:solidFill>
                      <a:prstDash val="solid"/>
                    </a:lnB>
                    <a:solidFill>
                      <a:srgbClr val="977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7BEA"/>
                      </a:solidFill>
                      <a:prstDash val="solid"/>
                    </a:lnL>
                    <a:lnR w="9525" cap="flat" cmpd="sng" algn="ctr">
                      <a:solidFill>
                        <a:srgbClr val="977BEA"/>
                      </a:solidFill>
                      <a:prstDash val="solid"/>
                    </a:lnR>
                    <a:lnT w="9525" cap="flat" cmpd="sng" algn="ctr">
                      <a:solidFill>
                        <a:srgbClr val="977BEA"/>
                      </a:solidFill>
                      <a:prstDash val="solid"/>
                    </a:lnT>
                    <a:lnB w="9525" cap="flat" cmpd="sng" algn="ctr">
                      <a:solidFill>
                        <a:srgbClr val="977BEA"/>
                      </a:solidFill>
                      <a:prstDash val="solid"/>
                    </a:lnB>
                    <a:solidFill>
                      <a:srgbClr val="977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7BEA"/>
                      </a:solidFill>
                      <a:prstDash val="solid"/>
                    </a:lnL>
                    <a:lnR w="9525" cap="flat" cmpd="sng" algn="ctr">
                      <a:solidFill>
                        <a:srgbClr val="977BEA"/>
                      </a:solidFill>
                      <a:prstDash val="solid"/>
                    </a:lnR>
                    <a:lnT w="9525" cap="flat" cmpd="sng" algn="ctr">
                      <a:solidFill>
                        <a:srgbClr val="977BEA"/>
                      </a:solidFill>
                      <a:prstDash val="solid"/>
                    </a:lnT>
                    <a:lnB w="9525" cap="flat" cmpd="sng" algn="ctr">
                      <a:solidFill>
                        <a:srgbClr val="977BEA"/>
                      </a:solidFill>
                      <a:prstDash val="solid"/>
                    </a:lnB>
                    <a:solidFill>
                      <a:srgbClr val="977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7BEA"/>
                      </a:solidFill>
                      <a:prstDash val="solid"/>
                    </a:lnL>
                    <a:lnR w="9525" cap="flat" cmpd="sng" algn="ctr">
                      <a:solidFill>
                        <a:srgbClr val="977BEA"/>
                      </a:solidFill>
                      <a:prstDash val="solid"/>
                    </a:lnR>
                    <a:lnT w="9525" cap="flat" cmpd="sng" algn="ctr">
                      <a:solidFill>
                        <a:srgbClr val="977BEA"/>
                      </a:solidFill>
                      <a:prstDash val="solid"/>
                    </a:lnT>
                    <a:lnB w="9525" cap="flat" cmpd="sng" algn="ctr">
                      <a:solidFill>
                        <a:srgbClr val="977BEA"/>
                      </a:solidFill>
                      <a:prstDash val="solid"/>
                    </a:lnB>
                    <a:solidFill>
                      <a:srgbClr val="977B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02749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DB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02749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DB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EF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EF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EFEAF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02749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DB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02749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DB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EF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EF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EFEAF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02749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DB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D1FA"/>
                      </a:solidFill>
                      <a:prstDash val="solid"/>
                    </a:lnL>
                    <a:lnR w="9525" cap="flat" cmpd="sng" algn="ctr">
                      <a:solidFill>
                        <a:srgbClr val="DBD1FA"/>
                      </a:solidFill>
                      <a:prstDash val="solid"/>
                    </a:lnR>
                    <a:lnT w="9525" cap="flat" cmpd="sng" algn="ctr">
                      <a:solidFill>
                        <a:srgbClr val="DBD1FA"/>
                      </a:solidFill>
                      <a:prstDash val="solid"/>
                    </a:lnT>
                    <a:lnB w="9525" cap="flat" cmpd="sng" algn="ctr">
                      <a:solidFill>
                        <a:srgbClr val="DB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46300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97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75335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302749"/>
      </a:dk2>
      <a:lt2>
        <a:srgbClr val="EFEAFD"/>
      </a:lt2>
      <a:accent1>
        <a:srgbClr val="977BEA"/>
      </a:accent1>
      <a:accent2>
        <a:srgbClr val="D89FEF"/>
      </a:accent2>
      <a:accent3>
        <a:srgbClr val="302749"/>
      </a:accent3>
      <a:accent4>
        <a:srgbClr val="DBD1FA"/>
      </a:accent4>
      <a:accent5>
        <a:srgbClr val="B88DEC"/>
      </a:accent5>
      <a:accent6>
        <a:srgbClr val="837D92"/>
      </a:accent6>
      <a:hlink>
        <a:srgbClr val="977BEA"/>
      </a:hlink>
      <a:folHlink>
        <a:srgbClr val="3027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