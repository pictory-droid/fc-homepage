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10241023" cy="1828800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9509522" cy="64008"/>
          </a:xfrm>
          <a:prstGeom prst="rect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955715">
            <a:off x="10490581" y="58104"/>
            <a:ext cx="625295" cy="625295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731227">
            <a:off x="9548851" y="784861"/>
            <a:ext cx="445188" cy="445188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428051">
            <a:off x="11593532" y="1251537"/>
            <a:ext cx="504151" cy="504151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278407">
            <a:off x="10912915" y="1555855"/>
            <a:ext cx="778010" cy="778010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36806">
            <a:off x="9367197" y="1039358"/>
            <a:ext cx="408304" cy="408304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8463">
            <a:off x="10723401" y="2189665"/>
            <a:ext cx="673043" cy="673043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01" y="2167128"/>
            <a:ext cx="8778020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</a:rPr>
              <a:t>발표 제목을 입력하세요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731501" y="416052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7261A"/>
                </a:solidFill>
              </a:rPr>
              <a:t>도서관처럼 조용히 집중하게 하는 발표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731501" y="502920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교육·강의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955715">
            <a:off x="11220300" y="210634"/>
            <a:ext cx="269735" cy="269735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731227">
            <a:off x="10814064" y="524137"/>
            <a:ext cx="192042" cy="192042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428051">
            <a:off x="11696083" y="725448"/>
            <a:ext cx="217477" cy="217477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278407">
            <a:off x="11402484" y="856722"/>
            <a:ext cx="335612" cy="335612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36806">
            <a:off x="10735704" y="633920"/>
            <a:ext cx="176131" cy="176131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8463">
            <a:off x="11320733" y="1130130"/>
            <a:ext cx="290332" cy="290332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목차</a:t>
            </a:r>
          </a:p>
        </p:txBody>
      </p:sp>
      <p:sp>
        <p:nvSpPr>
          <p:cNvPr id="10" name="줄 1"/>
          <p:cNvSpPr/>
          <p:nvPr/>
        </p:nvSpPr>
        <p:spPr>
          <a:xfrm>
            <a:off x="640080" y="16459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2700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76503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69164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7261A"/>
                </a:solidFill>
              </a:rPr>
              <a:t>오늘의 목표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69164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4" name="줄 2"/>
          <p:cNvSpPr/>
          <p:nvPr/>
        </p:nvSpPr>
        <p:spPr>
          <a:xfrm>
            <a:off x="640080" y="269748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2700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822959" y="2926080"/>
            <a:ext cx="457200" cy="457200"/>
          </a:xfrm>
          <a:prstGeom prst="ellipse">
            <a:avLst/>
          </a:prstGeom>
          <a:solidFill>
            <a:srgbClr val="76503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7432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7261A"/>
                </a:solidFill>
              </a:rPr>
              <a:t>핵심 개념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74320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8" name="줄 3"/>
          <p:cNvSpPr/>
          <p:nvPr/>
        </p:nvSpPr>
        <p:spPr>
          <a:xfrm>
            <a:off x="640080" y="374903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2700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2959" y="3977639"/>
            <a:ext cx="457200" cy="457200"/>
          </a:xfrm>
          <a:prstGeom prst="ellipse">
            <a:avLst/>
          </a:prstGeom>
          <a:solidFill>
            <a:srgbClr val="76503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7947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7261A"/>
                </a:solidFill>
              </a:rPr>
              <a:t>실습과 예시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79475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2" name="줄 4"/>
          <p:cNvSpPr/>
          <p:nvPr/>
        </p:nvSpPr>
        <p:spPr>
          <a:xfrm>
            <a:off x="640080" y="48006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2700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4"/>
          <p:cNvSpPr/>
          <p:nvPr/>
        </p:nvSpPr>
        <p:spPr>
          <a:xfrm>
            <a:off x="822959" y="5029200"/>
            <a:ext cx="457200" cy="457200"/>
          </a:xfrm>
          <a:prstGeom prst="ellipse">
            <a:avLst/>
          </a:prstGeom>
          <a:solidFill>
            <a:srgbClr val="76503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8463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7261A"/>
                </a:solidFill>
              </a:rPr>
              <a:t>정리와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8463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955715">
            <a:off x="11220300" y="210634"/>
            <a:ext cx="269735" cy="269735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731227">
            <a:off x="10814064" y="524137"/>
            <a:ext cx="192042" cy="192042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428051">
            <a:off x="11696083" y="725448"/>
            <a:ext cx="217477" cy="217477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278407">
            <a:off x="11402484" y="856722"/>
            <a:ext cx="335612" cy="335612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36806">
            <a:off x="10735704" y="633920"/>
            <a:ext cx="176131" cy="176131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8463">
            <a:off x="11320733" y="1130130"/>
            <a:ext cx="290332" cy="290332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핵심 메시지</a:t>
            </a:r>
          </a:p>
        </p:txBody>
      </p:sp>
      <p:sp>
        <p:nvSpPr>
          <p:cNvPr id="10" name="핵심 문장"/>
          <p:cNvSpPr txBox="1"/>
          <p:nvPr/>
        </p:nvSpPr>
        <p:spPr>
          <a:xfrm>
            <a:off x="640080" y="164592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37261A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11" name="카드 1"/>
          <p:cNvSpPr/>
          <p:nvPr/>
        </p:nvSpPr>
        <p:spPr>
          <a:xfrm>
            <a:off x="640080" y="310896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5875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3291840"/>
            <a:ext cx="457200" cy="457200"/>
          </a:xfrm>
          <a:prstGeom prst="ellipse">
            <a:avLst/>
          </a:prstGeom>
          <a:solidFill>
            <a:srgbClr val="76503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8620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7261A"/>
                </a:solidFill>
              </a:rPr>
              <a:t>알아야 할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7200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5" name="카드 2"/>
          <p:cNvSpPr/>
          <p:nvPr/>
        </p:nvSpPr>
        <p:spPr>
          <a:xfrm>
            <a:off x="4353458" y="310896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5875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4536338" y="3291840"/>
            <a:ext cx="457200" cy="457200"/>
          </a:xfrm>
          <a:prstGeom prst="ellipse">
            <a:avLst/>
          </a:prstGeom>
          <a:solidFill>
            <a:srgbClr val="76503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388620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7261A"/>
                </a:solidFill>
              </a:rPr>
              <a:t>해 볼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457200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9" name="카드 3"/>
          <p:cNvSpPr/>
          <p:nvPr/>
        </p:nvSpPr>
        <p:spPr>
          <a:xfrm>
            <a:off x="8066836" y="310896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5875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49716" y="3291840"/>
            <a:ext cx="457200" cy="457200"/>
          </a:xfrm>
          <a:prstGeom prst="ellipse">
            <a:avLst/>
          </a:prstGeom>
          <a:solidFill>
            <a:srgbClr val="76503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388620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7261A"/>
                </a:solidFill>
              </a:rPr>
              <a:t>기억할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457200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955715">
            <a:off x="11220300" y="210634"/>
            <a:ext cx="269735" cy="269735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731227">
            <a:off x="10814064" y="524137"/>
            <a:ext cx="192042" cy="192042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428051">
            <a:off x="11696083" y="725448"/>
            <a:ext cx="217477" cy="217477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278407">
            <a:off x="11402484" y="856722"/>
            <a:ext cx="335612" cy="335612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36806">
            <a:off x="10735704" y="633920"/>
            <a:ext cx="176131" cy="176131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8463">
            <a:off x="11320733" y="1130130"/>
            <a:ext cx="290332" cy="290332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한눈에 비교</a:t>
            </a:r>
          </a:p>
        </p:txBody>
      </p:sp>
      <p:sp>
        <p:nvSpPr>
          <p:cNvPr id="10" name="왼쪽 칸"/>
          <p:cNvSpPr/>
          <p:nvPr/>
        </p:nvSpPr>
        <p:spPr>
          <a:xfrm>
            <a:off x="640080" y="1645920"/>
            <a:ext cx="5272887" cy="475488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2700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칸 제목 바"/>
          <p:cNvSpPr/>
          <p:nvPr/>
        </p:nvSpPr>
        <p:spPr>
          <a:xfrm>
            <a:off x="640080" y="164592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64592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알기 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468880"/>
            <a:ext cx="4815687" cy="3840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4" name="오른쪽 칸"/>
          <p:cNvSpPr/>
          <p:nvPr/>
        </p:nvSpPr>
        <p:spPr>
          <a:xfrm>
            <a:off x="6278727" y="1645920"/>
            <a:ext cx="5272887" cy="4754880"/>
          </a:xfrm>
          <a:prstGeom prst="roundRect">
            <a:avLst>
              <a:gd name="adj" fmla="val 8000"/>
            </a:avLst>
          </a:prstGeom>
          <a:solidFill>
            <a:srgbClr val="EDDED4"/>
          </a:solidFill>
          <a:ln w="12700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칸 제목 바"/>
          <p:cNvSpPr/>
          <p:nvPr/>
        </p:nvSpPr>
        <p:spPr>
          <a:xfrm>
            <a:off x="6278727" y="164592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3726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607" y="164592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알고 난 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2468880"/>
            <a:ext cx="4815687" cy="3840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955715">
            <a:off x="11220300" y="210634"/>
            <a:ext cx="269735" cy="269735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731227">
            <a:off x="10814064" y="524137"/>
            <a:ext cx="192042" cy="192042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428051">
            <a:off x="11696083" y="725448"/>
            <a:ext cx="217477" cy="217477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278407">
            <a:off x="11402484" y="856722"/>
            <a:ext cx="335612" cy="335612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36806">
            <a:off x="10735704" y="633920"/>
            <a:ext cx="176131" cy="176131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8463">
            <a:off x="11320733" y="1130130"/>
            <a:ext cx="290332" cy="290332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일정·현황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/>
        </p:nvGraphicFramePr>
        <p:xfrm>
          <a:off x="640080" y="164592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차시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65037"/>
                      </a:solidFill>
                      <a:prstDash val="solid"/>
                    </a:lnL>
                    <a:lnR w="9525" cap="flat" cmpd="sng" algn="ctr">
                      <a:solidFill>
                        <a:srgbClr val="765037"/>
                      </a:solidFill>
                      <a:prstDash val="solid"/>
                    </a:lnR>
                    <a:lnT w="9525" cap="flat" cmpd="sng" algn="ctr">
                      <a:solidFill>
                        <a:srgbClr val="765037"/>
                      </a:solidFill>
                      <a:prstDash val="solid"/>
                    </a:lnT>
                    <a:lnB w="9525" cap="flat" cmpd="sng" algn="ctr">
                      <a:solidFill>
                        <a:srgbClr val="765037"/>
                      </a:solidFill>
                      <a:prstDash val="solid"/>
                    </a:lnB>
                    <a:solidFill>
                      <a:srgbClr val="7650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주제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65037"/>
                      </a:solidFill>
                      <a:prstDash val="solid"/>
                    </a:lnL>
                    <a:lnR w="9525" cap="flat" cmpd="sng" algn="ctr">
                      <a:solidFill>
                        <a:srgbClr val="765037"/>
                      </a:solidFill>
                      <a:prstDash val="solid"/>
                    </a:lnR>
                    <a:lnT w="9525" cap="flat" cmpd="sng" algn="ctr">
                      <a:solidFill>
                        <a:srgbClr val="765037"/>
                      </a:solidFill>
                      <a:prstDash val="solid"/>
                    </a:lnT>
                    <a:lnB w="9525" cap="flat" cmpd="sng" algn="ctr">
                      <a:solidFill>
                        <a:srgbClr val="765037"/>
                      </a:solidFill>
                      <a:prstDash val="solid"/>
                    </a:lnB>
                    <a:solidFill>
                      <a:srgbClr val="7650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65037"/>
                      </a:solidFill>
                      <a:prstDash val="solid"/>
                    </a:lnL>
                    <a:lnR w="9525" cap="flat" cmpd="sng" algn="ctr">
                      <a:solidFill>
                        <a:srgbClr val="765037"/>
                      </a:solidFill>
                      <a:prstDash val="solid"/>
                    </a:lnR>
                    <a:lnT w="9525" cap="flat" cmpd="sng" algn="ctr">
                      <a:solidFill>
                        <a:srgbClr val="765037"/>
                      </a:solidFill>
                      <a:prstDash val="solid"/>
                    </a:lnT>
                    <a:lnB w="9525" cap="flat" cmpd="sng" algn="ctr">
                      <a:solidFill>
                        <a:srgbClr val="765037"/>
                      </a:solidFill>
                      <a:prstDash val="solid"/>
                    </a:lnB>
                    <a:solidFill>
                      <a:srgbClr val="7650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준비물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65037"/>
                      </a:solidFill>
                      <a:prstDash val="solid"/>
                    </a:lnL>
                    <a:lnR w="9525" cap="flat" cmpd="sng" algn="ctr">
                      <a:solidFill>
                        <a:srgbClr val="765037"/>
                      </a:solidFill>
                      <a:prstDash val="solid"/>
                    </a:lnR>
                    <a:lnT w="9525" cap="flat" cmpd="sng" algn="ctr">
                      <a:solidFill>
                        <a:srgbClr val="765037"/>
                      </a:solidFill>
                      <a:prstDash val="solid"/>
                    </a:lnT>
                    <a:lnB w="9525" cap="flat" cmpd="sng" algn="ctr">
                      <a:solidFill>
                        <a:srgbClr val="765037"/>
                      </a:solidFill>
                      <a:prstDash val="solid"/>
                    </a:lnB>
                    <a:solidFill>
                      <a:srgbClr val="765037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7261A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7261A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7261A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7261A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8F4F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7261A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EDDE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ED4"/>
                      </a:solidFill>
                      <a:prstDash val="solid"/>
                    </a:lnL>
                    <a:lnR w="9525" cap="flat" cmpd="sng" algn="ctr">
                      <a:solidFill>
                        <a:srgbClr val="EDDED4"/>
                      </a:solidFill>
                      <a:prstDash val="solid"/>
                    </a:lnR>
                    <a:lnT w="9525" cap="flat" cmpd="sng" algn="ctr">
                      <a:solidFill>
                        <a:srgbClr val="EDDED4"/>
                      </a:solidFill>
                      <a:prstDash val="solid"/>
                    </a:lnT>
                    <a:lnB w="9525" cap="flat" cmpd="sng" algn="ctr">
                      <a:solidFill>
                        <a:srgbClr val="EDDE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10241023" cy="1828800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9509522" cy="64008"/>
          </a:xfrm>
          <a:prstGeom prst="rect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955715">
            <a:off x="10490581" y="58104"/>
            <a:ext cx="625295" cy="625295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731227">
            <a:off x="9548851" y="784861"/>
            <a:ext cx="445188" cy="445188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428051">
            <a:off x="11593532" y="1251537"/>
            <a:ext cx="504151" cy="504151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278407">
            <a:off x="10912915" y="1555855"/>
            <a:ext cx="778010" cy="778010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36806">
            <a:off x="9367197" y="1039358"/>
            <a:ext cx="408304" cy="408304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8463">
            <a:off x="10723401" y="2189665"/>
            <a:ext cx="673043" cy="673043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01" y="2167128"/>
            <a:ext cx="8778020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</a:rPr>
              <a:t>감사합니다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731501" y="416052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7261A"/>
                </a:solidFill>
              </a:rPr>
              <a:t>들어 주셔서 고맙습니다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731501" y="502920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교육·강의 발표 템플릿">
  <a:themeElements>
    <a:clrScheme name="Office">
      <a:dk1>
        <a:sysClr val="windowText" lastClr="000000"/>
      </a:dk1>
      <a:lt1>
        <a:sysClr val="window" lastClr="FFFFFF"/>
      </a:lt1>
      <a:dk2>
        <a:srgbClr val="37261A"/>
      </a:dk2>
      <a:lt2>
        <a:srgbClr val="F8F4F1"/>
      </a:lt2>
      <a:accent1>
        <a:srgbClr val="765037"/>
      </a:accent1>
      <a:accent2>
        <a:srgbClr val="418B83"/>
      </a:accent2>
      <a:accent3>
        <a:srgbClr val="37261A"/>
      </a:accent3>
      <a:accent4>
        <a:srgbClr val="EDDED4"/>
      </a:accent4>
      <a:accent5>
        <a:srgbClr val="5C6E5D"/>
      </a:accent5>
      <a:accent6>
        <a:srgbClr val="877D76"/>
      </a:accent6>
      <a:hlink>
        <a:srgbClr val="765037"/>
      </a:hlink>
      <a:folHlink>
        <a:srgbClr val="37261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