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6E570C"/>
                </a:solidFill>
              </a:rPr>
              <a:t>발표 제목을 입력하세요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해바라기처럼 청중을 바라보며 이야기해요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목차</a:t>
            </a:r>
          </a:p>
        </p:txBody>
      </p:sp>
      <p:sp>
        <p:nvSpPr>
          <p:cNvPr id="8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오늘의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핵심 개념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실습과 예시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정리와 질문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핵심 메시지</a:t>
            </a:r>
          </a:p>
        </p:txBody>
      </p:sp>
      <p:sp>
        <p:nvSpPr>
          <p:cNvPr id="8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6E570C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9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알아야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해 볼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기억할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한눈에 비교</a:t>
            </a:r>
          </a:p>
        </p:txBody>
      </p:sp>
      <p:sp>
        <p:nvSpPr>
          <p:cNvPr id="8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AEEC6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6E57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일정·현황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A016"/>
                      </a:solidFill>
                      <a:prstDash val="solid"/>
                    </a:lnL>
                    <a:lnR w="9525" cap="flat" cmpd="sng" algn="ctr">
                      <a:solidFill>
                        <a:srgbClr val="CAA016"/>
                      </a:solidFill>
                      <a:prstDash val="solid"/>
                    </a:lnR>
                    <a:lnT w="9525" cap="flat" cmpd="sng" algn="ctr">
                      <a:solidFill>
                        <a:srgbClr val="CAA016"/>
                      </a:solidFill>
                      <a:prstDash val="solid"/>
                    </a:lnT>
                    <a:lnB w="9525" cap="flat" cmpd="sng" algn="ctr">
                      <a:solidFill>
                        <a:srgbClr val="CAA016"/>
                      </a:solidFill>
                      <a:prstDash val="solid"/>
                    </a:lnB>
                    <a:solidFill>
                      <a:srgbClr val="CAA01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6E570C"/>
                </a:solidFill>
              </a:rPr>
              <a:t>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들어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6E570C"/>
      </a:dk2>
      <a:lt2>
        <a:srgbClr val="FDF9ED"/>
      </a:lt2>
      <a:accent1>
        <a:srgbClr val="CAA016"/>
      </a:accent1>
      <a:accent2>
        <a:srgbClr val="3B7A91"/>
      </a:accent2>
      <a:accent3>
        <a:srgbClr val="6E570C"/>
      </a:accent3>
      <a:accent4>
        <a:srgbClr val="FAEEC6"/>
      </a:accent4>
      <a:accent5>
        <a:srgbClr val="828D54"/>
      </a:accent5>
      <a:accent6>
        <a:srgbClr val="A89A6D"/>
      </a:accent6>
      <a:hlink>
        <a:srgbClr val="CAA016"/>
      </a:hlink>
      <a:folHlink>
        <a:srgbClr val="6E570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