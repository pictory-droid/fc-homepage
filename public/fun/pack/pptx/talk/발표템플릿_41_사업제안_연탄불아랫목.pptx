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아랫목처럼 포근한 분위기로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문제와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해결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기대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진행 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B201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D9D1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B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