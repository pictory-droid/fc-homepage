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595145" y="2651782"/>
            <a:ext cx="1097252" cy="1828754"/>
          </a:xfrm>
          <a:prstGeom prst="moo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091702" y="2808669"/>
            <a:ext cx="271746" cy="271746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089969" y="3132535"/>
            <a:ext cx="317927" cy="317927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9774343" y="4154626"/>
            <a:ext cx="361791" cy="36179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44212"/>
                </a:solidFill>
              </a:rPr>
              <a:t>발표 제목을 입력하세요</a:t>
            </a:r>
          </a:p>
        </p:txBody>
      </p:sp>
      <p:sp>
        <p:nvSpPr>
          <p:cNvPr id="9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44212"/>
                </a:solidFill>
              </a:rPr>
              <a:t>달집이 타오르듯 열정을 담아</a:t>
            </a:r>
          </a:p>
        </p:txBody>
      </p:sp>
      <p:sp>
        <p:nvSpPr>
          <p:cNvPr id="10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모임·동호회 소개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4959" y="411479"/>
            <a:ext cx="438912" cy="731520"/>
          </a:xfrm>
          <a:prstGeom prst="moon">
            <a:avLst/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473597" y="474236"/>
            <a:ext cx="108701" cy="10870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72904" y="603785"/>
            <a:ext cx="127173" cy="127173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6650" y="1012632"/>
            <a:ext cx="144720" cy="144720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목차</a:t>
            </a:r>
          </a:p>
        </p:txBody>
      </p:sp>
      <p:sp>
        <p:nvSpPr>
          <p:cNvPr id="8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2700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우리 모임 소개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2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2700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활동 이야기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6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2700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함께하는 사람들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0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2700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참여 방법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4959" y="411479"/>
            <a:ext cx="438912" cy="731520"/>
          </a:xfrm>
          <a:prstGeom prst="moon">
            <a:avLst/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473597" y="474236"/>
            <a:ext cx="108701" cy="10870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72904" y="603785"/>
            <a:ext cx="127173" cy="127173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6650" y="1012632"/>
            <a:ext cx="144720" cy="144720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핵심 메시지</a:t>
            </a:r>
          </a:p>
        </p:txBody>
      </p:sp>
      <p:sp>
        <p:nvSpPr>
          <p:cNvPr id="8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544212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9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5875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모임의 취지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5875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활동 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5875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참여 혜택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4959" y="411479"/>
            <a:ext cx="438912" cy="731520"/>
          </a:xfrm>
          <a:prstGeom prst="moon">
            <a:avLst/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473597" y="474236"/>
            <a:ext cx="108701" cy="10870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72904" y="603785"/>
            <a:ext cx="127173" cy="127173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6650" y="1012632"/>
            <a:ext cx="144720" cy="144720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한눈에 비교</a:t>
            </a:r>
          </a:p>
        </p:txBody>
      </p:sp>
      <p:sp>
        <p:nvSpPr>
          <p:cNvPr id="8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2700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처음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2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6EACB"/>
          </a:solidFill>
          <a:ln w="12700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5442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지금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4959" y="411479"/>
            <a:ext cx="438912" cy="731520"/>
          </a:xfrm>
          <a:prstGeom prst="moon">
            <a:avLst/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473597" y="474236"/>
            <a:ext cx="108701" cy="10870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72904" y="603785"/>
            <a:ext cx="127173" cy="127173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6650" y="1012632"/>
            <a:ext cx="144720" cy="144720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일정·현황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날짜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활동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장소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참석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44212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44212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44212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44212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44212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595145" y="2651782"/>
            <a:ext cx="1097252" cy="1828754"/>
          </a:xfrm>
          <a:prstGeom prst="moo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091702" y="2808669"/>
            <a:ext cx="271746" cy="271746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089969" y="3132535"/>
            <a:ext cx="317927" cy="317927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9774343" y="4154626"/>
            <a:ext cx="361791" cy="36179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44212"/>
                </a:solidFill>
              </a:rPr>
              <a:t>감사합니다</a:t>
            </a:r>
          </a:p>
        </p:txBody>
      </p:sp>
      <p:sp>
        <p:nvSpPr>
          <p:cNvPr id="9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44212"/>
                </a:solidFill>
              </a:rPr>
              <a:t>들어 주셔서 고맙습니다</a:t>
            </a:r>
          </a:p>
        </p:txBody>
      </p:sp>
      <p:sp>
        <p:nvSpPr>
          <p:cNvPr id="10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모임·동호회 소개 발표 템플릿">
  <a:themeElements>
    <a:clrScheme name="Office">
      <a:dk1>
        <a:sysClr val="windowText" lastClr="000000"/>
      </a:dk1>
      <a:lt1>
        <a:sysClr val="window" lastClr="FFFFFF"/>
      </a:lt1>
      <a:dk2>
        <a:srgbClr val="544212"/>
      </a:dk2>
      <a:lt2>
        <a:srgbClr val="FBF8EE"/>
      </a:lt2>
      <a:accent1>
        <a:srgbClr val="A78425"/>
      </a:accent1>
      <a:accent2>
        <a:srgbClr val="3B7D91"/>
      </a:accent2>
      <a:accent3>
        <a:srgbClr val="544212"/>
      </a:accent3>
      <a:accent4>
        <a:srgbClr val="F6EACB"/>
      </a:accent4>
      <a:accent5>
        <a:srgbClr val="71805B"/>
      </a:accent5>
      <a:accent6>
        <a:srgbClr val="988E71"/>
      </a:accent6>
      <a:hlink>
        <a:srgbClr val="A78425"/>
      </a:hlink>
      <a:folHlink>
        <a:srgbClr val="544212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