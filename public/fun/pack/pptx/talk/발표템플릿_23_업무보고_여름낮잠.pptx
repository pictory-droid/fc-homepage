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41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1"/>
                </a:solidFill>
              </a:rPr>
              <a:t>상반기 실적과 남은 일정입니다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추진 경과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이슈와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5F4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FAEA"/>
          </a:solidFill>
          <a:ln w="12700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15F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41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1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15F41"/>
      </a:dk2>
      <a:lt2>
        <a:srgbClr val="EEFCF6"/>
      </a:lt2>
      <a:accent1>
        <a:srgbClr val="26C588"/>
      </a:accent1>
      <a:accent2>
        <a:srgbClr val="209DB6"/>
      </a:accent2>
      <a:accent3>
        <a:srgbClr val="115F41"/>
      </a:accent3>
      <a:accent4>
        <a:srgbClr val="D1FAEA"/>
      </a:accent4>
      <a:accent5>
        <a:srgbClr val="23B19F"/>
      </a:accent5>
      <a:accent6>
        <a:srgbClr val="709F8D"/>
      </a:accent6>
      <a:hlink>
        <a:srgbClr val="26C588"/>
      </a:hlink>
      <a:folHlink>
        <a:srgbClr val="115F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