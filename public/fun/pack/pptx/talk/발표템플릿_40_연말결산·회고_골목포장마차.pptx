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280288" y="-3200400"/>
            <a:ext cx="6400800" cy="6400800"/>
          </a:xfrm>
          <a:prstGeom prst="ellipse">
            <a:avLst/>
          </a:prstGeom>
          <a:solidFill>
            <a:srgbClr val="AC92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668" y="-914400"/>
            <a:ext cx="3291840" cy="329184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고마운 분들 이름을 한 장에 담았습니다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올해의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843783"/>
            <a:ext cx="10893247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잘한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아쉬운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649224" y="4946903"/>
            <a:ext cx="10893247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내년의 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A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3255263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잘한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3255263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배운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3255263"/>
            <a:ext cx="3466490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E9EA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다음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5254599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올해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8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287871" y="1792224"/>
            <a:ext cx="5254599" cy="82296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A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A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280288" y="-3200400"/>
            <a:ext cx="6400800" cy="6400800"/>
          </a:xfrm>
          <a:prstGeom prst="ellipse">
            <a:avLst/>
          </a:prstGeom>
          <a:solidFill>
            <a:srgbClr val="AC92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65668" y="-914400"/>
            <a:ext cx="3291840" cy="329184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