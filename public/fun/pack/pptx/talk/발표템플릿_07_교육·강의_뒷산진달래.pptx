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새 학기처럼 기초부터 차근차근 갑니다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554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오늘의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06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34639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핵심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51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657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8862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실습과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03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0915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37759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정리와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548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5544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1285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알아야 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004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해 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004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기억할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1D0E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12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