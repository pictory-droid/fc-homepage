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59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59"/>
                </a:solidFill>
              </a:rPr>
              <a:t>새 학기처럼 기초부터 차근차근 갑니다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2700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오늘의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06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2700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34639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핵심 개념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51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2700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88620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실습과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03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0915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2700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37759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정리와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7548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5544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21D59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알아야 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0040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해 볼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0040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기억할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2700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F7D4ED"/>
          </a:solidFill>
          <a:ln w="12700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21D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59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59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721D59"/>
      </a:dk2>
      <a:lt2>
        <a:srgbClr val="FCF3F9"/>
      </a:lt2>
      <a:accent1>
        <a:srgbClr val="D345A9"/>
      </a:accent1>
      <a:accent2>
        <a:srgbClr val="339941"/>
      </a:accent2>
      <a:accent3>
        <a:srgbClr val="721D59"/>
      </a:accent3>
      <a:accent4>
        <a:srgbClr val="F7D4ED"/>
      </a:accent4>
      <a:accent5>
        <a:srgbClr val="836F75"/>
      </a:accent5>
      <a:accent6>
        <a:srgbClr val="AA779B"/>
      </a:accent6>
      <a:hlink>
        <a:srgbClr val="D345A9"/>
      </a:hlink>
      <a:folHlink>
        <a:srgbClr val="721D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