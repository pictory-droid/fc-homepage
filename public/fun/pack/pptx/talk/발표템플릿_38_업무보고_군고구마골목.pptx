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92713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목표 대비 실적을 비교했습니다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822960" y="155448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추진 경과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822960" y="260603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05840" y="2834639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주요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5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822960" y="365760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이슈와 대응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70332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822960" y="470915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1005840" y="4937759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향후 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75487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822960" y="1554480"/>
            <a:ext cx="1054577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2713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822960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1005840" y="320040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414418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97298" y="320040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성과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05876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188756" y="320040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이슈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3036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822960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822960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4DBCD"/>
          </a:solidFill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4927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92713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492713"/>
      </a:dk2>
      <a:lt2>
        <a:srgbClr val="FBF3EF"/>
      </a:lt2>
      <a:accent1>
        <a:srgbClr val="995229"/>
      </a:accent1>
      <a:accent2>
        <a:srgbClr val="3B9185"/>
      </a:accent2>
      <a:accent3>
        <a:srgbClr val="492713"/>
      </a:accent3>
      <a:accent4>
        <a:srgbClr val="F4DBCD"/>
      </a:accent4>
      <a:accent5>
        <a:srgbClr val="6A7257"/>
      </a:accent5>
      <a:accent6>
        <a:srgbClr val="927D71"/>
      </a:accent6>
      <a:hlink>
        <a:srgbClr val="995229"/>
      </a:hlink>
      <a:folHlink>
        <a:srgbClr val="4927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