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38100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noFill/>
          <a:ln w="12700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854364" y="780551"/>
            <a:ext cx="333470" cy="33347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892061" y="1623191"/>
            <a:ext cx="200163" cy="200163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120089" y="1161505"/>
            <a:ext cx="263527" cy="263527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6364859" y="758859"/>
            <a:ext cx="216496" cy="216496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6068545" y="360190"/>
            <a:ext cx="334832" cy="334832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5437401" y="825259"/>
            <a:ext cx="143688" cy="143688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6550618" y="2104327"/>
            <a:ext cx="285402" cy="285402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6115670" y="917740"/>
            <a:ext cx="267797" cy="267797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6642241" y="1444838"/>
            <a:ext cx="284342" cy="284342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5561757" y="750724"/>
            <a:ext cx="180660" cy="18066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5279103" y="941758"/>
            <a:ext cx="124614" cy="124614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13716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492713"/>
                </a:solidFill>
              </a:rPr>
              <a:t>발표 제목을 입력하세요</a:t>
            </a:r>
          </a:p>
        </p:txBody>
      </p:sp>
      <p:sp>
        <p:nvSpPr>
          <p:cNvPr id="16" name="한 줄 문구"/>
          <p:cNvSpPr txBox="1"/>
          <p:nvPr/>
        </p:nvSpPr>
        <p:spPr>
          <a:xfrm>
            <a:off x="1463003" y="3794760"/>
            <a:ext cx="9265688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700" b="0" i="1">
                <a:solidFill>
                  <a:srgbClr val="492713"/>
                </a:solidFill>
              </a:rPr>
              <a:t>따끈한 군고구마처럼 든든한 내용으로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1463003" y="4663440"/>
            <a:ext cx="9265688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업무 보고 · 발표자 이름</a:t>
            </a:r>
          </a:p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2026. 00. 00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914538" y="631759"/>
            <a:ext cx="185261" cy="185261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1491036" y="1099893"/>
            <a:ext cx="111201" cy="111201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0506607" y="843400"/>
            <a:ext cx="146404" cy="146404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1198146" y="619708"/>
            <a:ext cx="120275" cy="120275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033527" y="398225"/>
            <a:ext cx="186017" cy="186017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0682891" y="656597"/>
            <a:ext cx="79826" cy="79826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301345" y="1367190"/>
            <a:ext cx="158557" cy="158557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059707" y="707976"/>
            <a:ext cx="148776" cy="148776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352247" y="1000807"/>
            <a:ext cx="157967" cy="157967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10751978" y="615189"/>
            <a:ext cx="100367" cy="100367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10594948" y="721318"/>
            <a:ext cx="69230" cy="69230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목차</a:t>
            </a:r>
          </a:p>
        </p:txBody>
      </p:sp>
      <p:sp>
        <p:nvSpPr>
          <p:cNvPr id="16" name="줄 1"/>
          <p:cNvSpPr/>
          <p:nvPr/>
        </p:nvSpPr>
        <p:spPr>
          <a:xfrm>
            <a:off x="822960" y="1554480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2700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1"/>
          <p:cNvSpPr/>
          <p:nvPr/>
        </p:nvSpPr>
        <p:spPr>
          <a:xfrm>
            <a:off x="1005840" y="178308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1600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추진 경과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1600200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20" name="줄 2"/>
          <p:cNvSpPr/>
          <p:nvPr/>
        </p:nvSpPr>
        <p:spPr>
          <a:xfrm>
            <a:off x="822960" y="2606039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2700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2"/>
          <p:cNvSpPr/>
          <p:nvPr/>
        </p:nvSpPr>
        <p:spPr>
          <a:xfrm>
            <a:off x="1005840" y="2834639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2651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주요 성과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2651759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24" name="줄 3"/>
          <p:cNvSpPr/>
          <p:nvPr/>
        </p:nvSpPr>
        <p:spPr>
          <a:xfrm>
            <a:off x="822960" y="3657600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2700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번호 3"/>
          <p:cNvSpPr/>
          <p:nvPr/>
        </p:nvSpPr>
        <p:spPr>
          <a:xfrm>
            <a:off x="1005840" y="388620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3703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이슈와 대응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3703320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28" name="줄 4"/>
          <p:cNvSpPr/>
          <p:nvPr/>
        </p:nvSpPr>
        <p:spPr>
          <a:xfrm>
            <a:off x="822960" y="4709159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2700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번호 4"/>
          <p:cNvSpPr/>
          <p:nvPr/>
        </p:nvSpPr>
        <p:spPr>
          <a:xfrm>
            <a:off x="1005840" y="4937759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47548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향후 계획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4754879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914538" y="631759"/>
            <a:ext cx="185261" cy="185261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1491036" y="1099893"/>
            <a:ext cx="111201" cy="111201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0506607" y="843400"/>
            <a:ext cx="146404" cy="146404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1198146" y="619708"/>
            <a:ext cx="120275" cy="120275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033527" y="398225"/>
            <a:ext cx="186017" cy="186017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0682891" y="656597"/>
            <a:ext cx="79826" cy="79826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301345" y="1367190"/>
            <a:ext cx="158557" cy="158557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059707" y="707976"/>
            <a:ext cx="148776" cy="148776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352247" y="1000807"/>
            <a:ext cx="157967" cy="157967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10751978" y="615189"/>
            <a:ext cx="100367" cy="100367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10594948" y="721318"/>
            <a:ext cx="69230" cy="69230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핵심 메시지</a:t>
            </a:r>
          </a:p>
        </p:txBody>
      </p:sp>
      <p:sp>
        <p:nvSpPr>
          <p:cNvPr id="16" name="핵심 문장"/>
          <p:cNvSpPr txBox="1"/>
          <p:nvPr/>
        </p:nvSpPr>
        <p:spPr>
          <a:xfrm>
            <a:off x="822960" y="1554480"/>
            <a:ext cx="1054577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492713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17" name="카드 1"/>
          <p:cNvSpPr/>
          <p:nvPr/>
        </p:nvSpPr>
        <p:spPr>
          <a:xfrm>
            <a:off x="822960" y="3017520"/>
            <a:ext cx="3362858" cy="301752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587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1"/>
          <p:cNvSpPr/>
          <p:nvPr/>
        </p:nvSpPr>
        <p:spPr>
          <a:xfrm>
            <a:off x="1005840" y="320040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79476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진행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480560"/>
            <a:ext cx="308853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21" name="카드 2"/>
          <p:cNvSpPr/>
          <p:nvPr/>
        </p:nvSpPr>
        <p:spPr>
          <a:xfrm>
            <a:off x="4414418" y="3017520"/>
            <a:ext cx="3362858" cy="301752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587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번호 2"/>
          <p:cNvSpPr/>
          <p:nvPr/>
        </p:nvSpPr>
        <p:spPr>
          <a:xfrm>
            <a:off x="4597298" y="320040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1578" y="379476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성과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1578" y="4480560"/>
            <a:ext cx="308853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25" name="카드 3"/>
          <p:cNvSpPr/>
          <p:nvPr/>
        </p:nvSpPr>
        <p:spPr>
          <a:xfrm>
            <a:off x="8005876" y="3017520"/>
            <a:ext cx="3362858" cy="301752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587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번호 3"/>
          <p:cNvSpPr/>
          <p:nvPr/>
        </p:nvSpPr>
        <p:spPr>
          <a:xfrm>
            <a:off x="8188756" y="320040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43036" y="379476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이슈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43036" y="4480560"/>
            <a:ext cx="308853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914538" y="631759"/>
            <a:ext cx="185261" cy="185261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1491036" y="1099893"/>
            <a:ext cx="111201" cy="111201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0506607" y="843400"/>
            <a:ext cx="146404" cy="146404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1198146" y="619708"/>
            <a:ext cx="120275" cy="120275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033527" y="398225"/>
            <a:ext cx="186017" cy="186017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0682891" y="656597"/>
            <a:ext cx="79826" cy="79826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301345" y="1367190"/>
            <a:ext cx="158557" cy="158557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059707" y="707976"/>
            <a:ext cx="148776" cy="148776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352247" y="1000807"/>
            <a:ext cx="157967" cy="157967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10751978" y="615189"/>
            <a:ext cx="100367" cy="100367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10594948" y="721318"/>
            <a:ext cx="69230" cy="69230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한눈에 비교</a:t>
            </a:r>
          </a:p>
        </p:txBody>
      </p:sp>
      <p:sp>
        <p:nvSpPr>
          <p:cNvPr id="16" name="왼쪽 칸"/>
          <p:cNvSpPr/>
          <p:nvPr/>
        </p:nvSpPr>
        <p:spPr>
          <a:xfrm>
            <a:off x="822960" y="1554480"/>
            <a:ext cx="5090007" cy="461772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2700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칸 제목 바"/>
          <p:cNvSpPr/>
          <p:nvPr/>
        </p:nvSpPr>
        <p:spPr>
          <a:xfrm>
            <a:off x="822960" y="1554480"/>
            <a:ext cx="5090007" cy="640080"/>
          </a:xfrm>
          <a:prstGeom prst="roundRect">
            <a:avLst>
              <a:gd name="adj" fmla="val 25000"/>
            </a:avLst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1554480"/>
            <a:ext cx="472424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377440"/>
            <a:ext cx="463280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20" name="오른쪽 칸"/>
          <p:cNvSpPr/>
          <p:nvPr/>
        </p:nvSpPr>
        <p:spPr>
          <a:xfrm>
            <a:off x="6278727" y="1554480"/>
            <a:ext cx="5090007" cy="4617720"/>
          </a:xfrm>
          <a:prstGeom prst="roundRect">
            <a:avLst>
              <a:gd name="adj" fmla="val 8000"/>
            </a:avLst>
          </a:prstGeom>
          <a:solidFill>
            <a:srgbClr val="F4DBCD"/>
          </a:solidFill>
          <a:ln w="12700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칸 제목 바"/>
          <p:cNvSpPr/>
          <p:nvPr/>
        </p:nvSpPr>
        <p:spPr>
          <a:xfrm>
            <a:off x="6278727" y="1554480"/>
            <a:ext cx="5090007" cy="640080"/>
          </a:xfrm>
          <a:prstGeom prst="roundRect">
            <a:avLst>
              <a:gd name="adj" fmla="val 25000"/>
            </a:avLst>
          </a:prstGeom>
          <a:solidFill>
            <a:srgbClr val="4927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1607" y="1554480"/>
            <a:ext cx="472424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실적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7327" y="2377440"/>
            <a:ext cx="463280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914538" y="631759"/>
            <a:ext cx="185261" cy="185261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1491036" y="1099893"/>
            <a:ext cx="111201" cy="111201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0506607" y="843400"/>
            <a:ext cx="146404" cy="146404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1198146" y="619708"/>
            <a:ext cx="120275" cy="120275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033527" y="398225"/>
            <a:ext cx="186017" cy="186017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0682891" y="656597"/>
            <a:ext cx="79826" cy="79826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301345" y="1367190"/>
            <a:ext cx="158557" cy="158557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059707" y="707976"/>
            <a:ext cx="148776" cy="148776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352247" y="1000807"/>
            <a:ext cx="157967" cy="157967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10751978" y="615189"/>
            <a:ext cx="100367" cy="100367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10594948" y="721318"/>
            <a:ext cx="69230" cy="69230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일정·현황</a:t>
            </a:r>
          </a:p>
        </p:txBody>
      </p:sp>
      <p:graphicFrame>
        <p:nvGraphicFramePr>
          <p:cNvPr id="16" name="표"/>
          <p:cNvGraphicFramePr>
            <a:graphicFrameLocks noGrp="1"/>
          </p:cNvGraphicFramePr>
          <p:nvPr/>
        </p:nvGraphicFramePr>
        <p:xfrm>
          <a:off x="822960" y="1554480"/>
          <a:ext cx="1054577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목표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실적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달성률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13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13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13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13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13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38100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noFill/>
          <a:ln w="12700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854364" y="780551"/>
            <a:ext cx="333470" cy="33347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892061" y="1623191"/>
            <a:ext cx="200163" cy="200163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120089" y="1161505"/>
            <a:ext cx="263527" cy="263527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6364859" y="758859"/>
            <a:ext cx="216496" cy="216496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6068545" y="360190"/>
            <a:ext cx="334832" cy="334832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5437401" y="825259"/>
            <a:ext cx="143688" cy="143688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6550618" y="2104327"/>
            <a:ext cx="285402" cy="285402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6115670" y="917740"/>
            <a:ext cx="267797" cy="267797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6642241" y="1444838"/>
            <a:ext cx="284342" cy="284342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5561757" y="750724"/>
            <a:ext cx="180660" cy="18066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5279103" y="941758"/>
            <a:ext cx="124614" cy="124614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13716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492713"/>
                </a:solidFill>
              </a:rPr>
              <a:t>감사합니다</a:t>
            </a:r>
          </a:p>
        </p:txBody>
      </p:sp>
      <p:sp>
        <p:nvSpPr>
          <p:cNvPr id="16" name="한 줄 문구"/>
          <p:cNvSpPr txBox="1"/>
          <p:nvPr/>
        </p:nvSpPr>
        <p:spPr>
          <a:xfrm>
            <a:off x="1463003" y="3794760"/>
            <a:ext cx="9265688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700" b="0" i="1">
                <a:solidFill>
                  <a:srgbClr val="492713"/>
                </a:solidFill>
              </a:rPr>
              <a:t>들어 주셔서 고맙습니다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1463003" y="4663440"/>
            <a:ext cx="9265688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업무 보고 발표 템플릿">
  <a:themeElements>
    <a:clrScheme name="Office">
      <a:dk1>
        <a:sysClr val="windowText" lastClr="000000"/>
      </a:dk1>
      <a:lt1>
        <a:sysClr val="window" lastClr="FFFFFF"/>
      </a:lt1>
      <a:dk2>
        <a:srgbClr val="492713"/>
      </a:dk2>
      <a:lt2>
        <a:srgbClr val="FBF3EF"/>
      </a:lt2>
      <a:accent1>
        <a:srgbClr val="995229"/>
      </a:accent1>
      <a:accent2>
        <a:srgbClr val="3B9185"/>
      </a:accent2>
      <a:accent3>
        <a:srgbClr val="492713"/>
      </a:accent3>
      <a:accent4>
        <a:srgbClr val="F4DBCD"/>
      </a:accent4>
      <a:accent5>
        <a:srgbClr val="6A7257"/>
      </a:accent5>
      <a:accent6>
        <a:srgbClr val="927D71"/>
      </a:accent6>
      <a:hlink>
        <a:srgbClr val="995229"/>
      </a:hlink>
      <a:folHlink>
        <a:srgbClr val="492713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