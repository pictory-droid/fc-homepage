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1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3154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8778020" y="1965960"/>
            <a:ext cx="2377440" cy="2377440"/>
          </a:xfrm>
          <a:prstGeom prst="ellipse">
            <a:avLst/>
          </a:prstGeom>
          <a:solidFill>
            <a:srgbClr val="EBC4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3657600"/>
            <a:ext cx="7315017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PRESENTATION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4114800"/>
            <a:ext cx="7315017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6231F"/>
                </a:solidFill>
              </a:rPr>
              <a:t>발표 제목을 입력하세요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5394960"/>
            <a:ext cx="731501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목표 대비 실적을 비교했습니다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6263640"/>
            <a:ext cx="731501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업무 보고 · 발표자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날짜 입력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BC4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640080" y="6400800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PRESENTATION</a:t>
            </a:r>
          </a:p>
        </p:txBody>
      </p:sp>
      <p:sp>
        <p:nvSpPr>
          <p:cNvPr id="6" name="포인트"/>
          <p:cNvSpPr/>
          <p:nvPr/>
        </p:nvSpPr>
        <p:spPr>
          <a:xfrm rot="18900000">
            <a:off x="11213287" y="6473952"/>
            <a:ext cx="219456" cy="219456"/>
          </a:xfrm>
          <a:prstGeom prst="teardrop">
            <a:avLst/>
          </a:prstGeom>
          <a:solidFill>
            <a:srgbClr val="D89C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535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목차</a:t>
            </a:r>
          </a:p>
        </p:txBody>
      </p:sp>
      <p:sp>
        <p:nvSpPr>
          <p:cNvPr id="7" name="줄 1"/>
          <p:cNvSpPr/>
          <p:nvPr/>
        </p:nvSpPr>
        <p:spPr>
          <a:xfrm>
            <a:off x="640080" y="1600200"/>
            <a:ext cx="10911535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BC4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번호 1"/>
          <p:cNvSpPr/>
          <p:nvPr/>
        </p:nvSpPr>
        <p:spPr>
          <a:xfrm>
            <a:off x="822959" y="182880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D89C7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164592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3427"/>
                </a:solidFill>
              </a:rPr>
              <a:t>추진 경과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1645920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231F"/>
                </a:solidFill>
              </a:rPr>
              <a:t>한 줄로 내용을 적어 주세요</a:t>
            </a:r>
          </a:p>
        </p:txBody>
      </p:sp>
      <p:sp>
        <p:nvSpPr>
          <p:cNvPr id="11" name="줄 2"/>
          <p:cNvSpPr/>
          <p:nvPr/>
        </p:nvSpPr>
        <p:spPr>
          <a:xfrm>
            <a:off x="640080" y="2651760"/>
            <a:ext cx="10911535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BC4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2"/>
          <p:cNvSpPr/>
          <p:nvPr/>
        </p:nvSpPr>
        <p:spPr>
          <a:xfrm>
            <a:off x="822959" y="288036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D89C7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69747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3427"/>
                </a:solidFill>
              </a:rPr>
              <a:t>주요 성과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69747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231F"/>
                </a:solidFill>
              </a:rPr>
              <a:t>한 줄로 내용을 적어 주세요</a:t>
            </a:r>
          </a:p>
        </p:txBody>
      </p:sp>
      <p:sp>
        <p:nvSpPr>
          <p:cNvPr id="15" name="줄 3"/>
          <p:cNvSpPr/>
          <p:nvPr/>
        </p:nvSpPr>
        <p:spPr>
          <a:xfrm>
            <a:off x="640080" y="3703320"/>
            <a:ext cx="10911535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BC4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번호 3"/>
          <p:cNvSpPr/>
          <p:nvPr/>
        </p:nvSpPr>
        <p:spPr>
          <a:xfrm>
            <a:off x="822959" y="393192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D89C7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374903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3427"/>
                </a:solidFill>
              </a:rPr>
              <a:t>이슈와 대응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374903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231F"/>
                </a:solidFill>
              </a:rPr>
              <a:t>한 줄로 내용을 적어 주세요</a:t>
            </a:r>
          </a:p>
        </p:txBody>
      </p:sp>
      <p:sp>
        <p:nvSpPr>
          <p:cNvPr id="19" name="줄 4"/>
          <p:cNvSpPr/>
          <p:nvPr/>
        </p:nvSpPr>
        <p:spPr>
          <a:xfrm>
            <a:off x="640080" y="4754879"/>
            <a:ext cx="10911535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BC4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번호 4"/>
          <p:cNvSpPr/>
          <p:nvPr/>
        </p:nvSpPr>
        <p:spPr>
          <a:xfrm>
            <a:off x="822959" y="4983479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D89C7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480059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3427"/>
                </a:solidFill>
              </a:rPr>
              <a:t>향후 계획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480059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231F"/>
                </a:solidFill>
              </a:rPr>
              <a:t>한 줄로 내용을 적어 주세요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BC4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640080" y="6400800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PRESENTATION</a:t>
            </a:r>
          </a:p>
        </p:txBody>
      </p:sp>
      <p:sp>
        <p:nvSpPr>
          <p:cNvPr id="6" name="포인트"/>
          <p:cNvSpPr/>
          <p:nvPr/>
        </p:nvSpPr>
        <p:spPr>
          <a:xfrm rot="18900000">
            <a:off x="11213287" y="6473952"/>
            <a:ext cx="219456" cy="219456"/>
          </a:xfrm>
          <a:prstGeom prst="teardrop">
            <a:avLst/>
          </a:prstGeom>
          <a:solidFill>
            <a:srgbClr val="D89C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535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핵심 메시지</a:t>
            </a:r>
          </a:p>
        </p:txBody>
      </p:sp>
      <p:sp>
        <p:nvSpPr>
          <p:cNvPr id="7" name="핵심 문장"/>
          <p:cNvSpPr txBox="1"/>
          <p:nvPr/>
        </p:nvSpPr>
        <p:spPr>
          <a:xfrm>
            <a:off x="640080" y="1600200"/>
            <a:ext cx="10911535" cy="11887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493427"/>
                </a:solidFill>
              </a:rPr>
              <a:t>한 문장으로 말하면 — 여기에 핵심 메시지를 입력하세요</a:t>
            </a:r>
          </a:p>
        </p:txBody>
      </p:sp>
      <p:sp>
        <p:nvSpPr>
          <p:cNvPr id="8" name="카드 1"/>
          <p:cNvSpPr/>
          <p:nvPr/>
        </p:nvSpPr>
        <p:spPr>
          <a:xfrm>
            <a:off x="640080" y="3063240"/>
            <a:ext cx="3484778" cy="30175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BC4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1"/>
          <p:cNvSpPr/>
          <p:nvPr/>
        </p:nvSpPr>
        <p:spPr>
          <a:xfrm>
            <a:off x="822959" y="324612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D89C7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84048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3427"/>
                </a:solidFill>
              </a:rPr>
              <a:t>진행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2628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2" name="카드 2"/>
          <p:cNvSpPr/>
          <p:nvPr/>
        </p:nvSpPr>
        <p:spPr>
          <a:xfrm>
            <a:off x="4353458" y="3063240"/>
            <a:ext cx="3484778" cy="30175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BC4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2"/>
          <p:cNvSpPr/>
          <p:nvPr/>
        </p:nvSpPr>
        <p:spPr>
          <a:xfrm>
            <a:off x="4536338" y="324612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D89C7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0618" y="384048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3427"/>
                </a:solidFill>
              </a:rPr>
              <a:t>성과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0618" y="452628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6" name="카드 3"/>
          <p:cNvSpPr/>
          <p:nvPr/>
        </p:nvSpPr>
        <p:spPr>
          <a:xfrm>
            <a:off x="8066836" y="3063240"/>
            <a:ext cx="3484778" cy="30175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BC4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번호 3"/>
          <p:cNvSpPr/>
          <p:nvPr/>
        </p:nvSpPr>
        <p:spPr>
          <a:xfrm>
            <a:off x="8249716" y="324612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D89C7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03996" y="384048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3427"/>
                </a:solidFill>
              </a:rPr>
              <a:t>이슈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03996" y="452628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BC4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640080" y="6400800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PRESENTATION</a:t>
            </a:r>
          </a:p>
        </p:txBody>
      </p:sp>
      <p:sp>
        <p:nvSpPr>
          <p:cNvPr id="6" name="포인트"/>
          <p:cNvSpPr/>
          <p:nvPr/>
        </p:nvSpPr>
        <p:spPr>
          <a:xfrm rot="18900000">
            <a:off x="11213287" y="6473952"/>
            <a:ext cx="219456" cy="219456"/>
          </a:xfrm>
          <a:prstGeom prst="teardrop">
            <a:avLst/>
          </a:prstGeom>
          <a:solidFill>
            <a:srgbClr val="D89C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535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한눈에 비교</a:t>
            </a:r>
          </a:p>
        </p:txBody>
      </p:sp>
      <p:sp>
        <p:nvSpPr>
          <p:cNvPr id="7" name="왼쪽 칸"/>
          <p:cNvSpPr/>
          <p:nvPr/>
        </p:nvSpPr>
        <p:spPr>
          <a:xfrm>
            <a:off x="640080" y="1600200"/>
            <a:ext cx="5272887" cy="3291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BC4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칸 제목 바"/>
          <p:cNvSpPr/>
          <p:nvPr/>
        </p:nvSpPr>
        <p:spPr>
          <a:xfrm>
            <a:off x="640080" y="160020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D89C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160020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6231F"/>
                </a:solidFill>
              </a:rPr>
              <a:t>계획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423160"/>
            <a:ext cx="4815687" cy="23774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1" name="오른쪽 칸"/>
          <p:cNvSpPr/>
          <p:nvPr/>
        </p:nvSpPr>
        <p:spPr>
          <a:xfrm>
            <a:off x="6278727" y="1600200"/>
            <a:ext cx="5272887" cy="3291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BC4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칸 제목 바"/>
          <p:cNvSpPr/>
          <p:nvPr/>
        </p:nvSpPr>
        <p:spPr>
          <a:xfrm>
            <a:off x="6278727" y="160020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4934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1607" y="160020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실적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07327" y="2423160"/>
            <a:ext cx="4815687" cy="23774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BC4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640080" y="6400800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PRESENTATION</a:t>
            </a:r>
          </a:p>
        </p:txBody>
      </p:sp>
      <p:sp>
        <p:nvSpPr>
          <p:cNvPr id="6" name="포인트"/>
          <p:cNvSpPr/>
          <p:nvPr/>
        </p:nvSpPr>
        <p:spPr>
          <a:xfrm rot="18900000">
            <a:off x="11213287" y="6473952"/>
            <a:ext cx="219456" cy="219456"/>
          </a:xfrm>
          <a:prstGeom prst="teardrop">
            <a:avLst/>
          </a:prstGeom>
          <a:solidFill>
            <a:srgbClr val="D89C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535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일정·현황</a:t>
            </a:r>
          </a:p>
        </p:txBody>
      </p:sp>
      <p:graphicFrame>
        <p:nvGraphicFramePr>
          <p:cNvPr id="7" name="표"/>
          <p:cNvGraphicFramePr>
            <a:graphicFrameLocks noGrp="1"/>
          </p:cNvGraphicFramePr>
          <p:nvPr/>
        </p:nvGraphicFramePr>
        <p:xfrm>
          <a:off x="640080" y="1600200"/>
          <a:ext cx="10911532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27883"/>
                <a:gridCol w="2727883"/>
                <a:gridCol w="2727883"/>
                <a:gridCol w="2727883"/>
              </a:tblGrid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31F"/>
                          </a:solidFill>
                        </a:rPr>
                        <a:t>항목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9C79"/>
                      </a:solidFill>
                      <a:prstDash val="solid"/>
                    </a:lnL>
                    <a:lnR w="9525" cap="flat" cmpd="sng" algn="ctr">
                      <a:solidFill>
                        <a:srgbClr val="D89C79"/>
                      </a:solidFill>
                      <a:prstDash val="solid"/>
                    </a:lnR>
                    <a:lnT w="9525" cap="flat" cmpd="sng" algn="ctr">
                      <a:solidFill>
                        <a:srgbClr val="D89C79"/>
                      </a:solidFill>
                      <a:prstDash val="solid"/>
                    </a:lnT>
                    <a:lnB w="9525" cap="flat" cmpd="sng" algn="ctr">
                      <a:solidFill>
                        <a:srgbClr val="D89C79"/>
                      </a:solidFill>
                      <a:prstDash val="solid"/>
                    </a:lnB>
                    <a:solidFill>
                      <a:srgbClr val="D89C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31F"/>
                          </a:solidFill>
                        </a:rPr>
                        <a:t>목표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9C79"/>
                      </a:solidFill>
                      <a:prstDash val="solid"/>
                    </a:lnL>
                    <a:lnR w="9525" cap="flat" cmpd="sng" algn="ctr">
                      <a:solidFill>
                        <a:srgbClr val="D89C79"/>
                      </a:solidFill>
                      <a:prstDash val="solid"/>
                    </a:lnR>
                    <a:lnT w="9525" cap="flat" cmpd="sng" algn="ctr">
                      <a:solidFill>
                        <a:srgbClr val="D89C79"/>
                      </a:solidFill>
                      <a:prstDash val="solid"/>
                    </a:lnT>
                    <a:lnB w="9525" cap="flat" cmpd="sng" algn="ctr">
                      <a:solidFill>
                        <a:srgbClr val="D89C79"/>
                      </a:solidFill>
                      <a:prstDash val="solid"/>
                    </a:lnB>
                    <a:solidFill>
                      <a:srgbClr val="D89C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31F"/>
                          </a:solidFill>
                        </a:rPr>
                        <a:t>실적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9C79"/>
                      </a:solidFill>
                      <a:prstDash val="solid"/>
                    </a:lnL>
                    <a:lnR w="9525" cap="flat" cmpd="sng" algn="ctr">
                      <a:solidFill>
                        <a:srgbClr val="D89C79"/>
                      </a:solidFill>
                      <a:prstDash val="solid"/>
                    </a:lnR>
                    <a:lnT w="9525" cap="flat" cmpd="sng" algn="ctr">
                      <a:solidFill>
                        <a:srgbClr val="D89C79"/>
                      </a:solidFill>
                      <a:prstDash val="solid"/>
                    </a:lnT>
                    <a:lnB w="9525" cap="flat" cmpd="sng" algn="ctr">
                      <a:solidFill>
                        <a:srgbClr val="D89C79"/>
                      </a:solidFill>
                      <a:prstDash val="solid"/>
                    </a:lnB>
                    <a:solidFill>
                      <a:srgbClr val="D89C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31F"/>
                          </a:solidFill>
                        </a:rPr>
                        <a:t>달성률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9C79"/>
                      </a:solidFill>
                      <a:prstDash val="solid"/>
                    </a:lnL>
                    <a:lnR w="9525" cap="flat" cmpd="sng" algn="ctr">
                      <a:solidFill>
                        <a:srgbClr val="D89C79"/>
                      </a:solidFill>
                      <a:prstDash val="solid"/>
                    </a:lnR>
                    <a:lnT w="9525" cap="flat" cmpd="sng" algn="ctr">
                      <a:solidFill>
                        <a:srgbClr val="D89C79"/>
                      </a:solidFill>
                      <a:prstDash val="solid"/>
                    </a:lnT>
                    <a:lnB w="9525" cap="flat" cmpd="sng" algn="ctr">
                      <a:solidFill>
                        <a:srgbClr val="D89C79"/>
                      </a:solidFill>
                      <a:prstDash val="solid"/>
                    </a:lnB>
                    <a:solidFill>
                      <a:srgbClr val="D89C79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3427"/>
                          </a:solidFill>
                        </a:rPr>
                        <a:t>1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1D5"/>
                      </a:solidFill>
                      <a:prstDash val="solid"/>
                    </a:lnL>
                    <a:lnR w="9525" cap="flat" cmpd="sng" algn="ctr">
                      <a:solidFill>
                        <a:srgbClr val="F6E1D5"/>
                      </a:solidFill>
                      <a:prstDash val="solid"/>
                    </a:lnR>
                    <a:lnT w="9525" cap="flat" cmpd="sng" algn="ctr">
                      <a:solidFill>
                        <a:srgbClr val="F6E1D5"/>
                      </a:solidFill>
                      <a:prstDash val="solid"/>
                    </a:lnT>
                    <a:lnB w="9525" cap="flat" cmpd="sng" algn="ctr">
                      <a:solidFill>
                        <a:srgbClr val="F6E1D5"/>
                      </a:solidFill>
                      <a:prstDash val="solid"/>
                    </a:lnB>
                    <a:solidFill>
                      <a:srgbClr val="F6E1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1D5"/>
                      </a:solidFill>
                      <a:prstDash val="solid"/>
                    </a:lnL>
                    <a:lnR w="9525" cap="flat" cmpd="sng" algn="ctr">
                      <a:solidFill>
                        <a:srgbClr val="F6E1D5"/>
                      </a:solidFill>
                      <a:prstDash val="solid"/>
                    </a:lnR>
                    <a:lnT w="9525" cap="flat" cmpd="sng" algn="ctr">
                      <a:solidFill>
                        <a:srgbClr val="F6E1D5"/>
                      </a:solidFill>
                      <a:prstDash val="solid"/>
                    </a:lnT>
                    <a:lnB w="9525" cap="flat" cmpd="sng" algn="ctr">
                      <a:solidFill>
                        <a:srgbClr val="F6E1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1D5"/>
                      </a:solidFill>
                      <a:prstDash val="solid"/>
                    </a:lnL>
                    <a:lnR w="9525" cap="flat" cmpd="sng" algn="ctr">
                      <a:solidFill>
                        <a:srgbClr val="F6E1D5"/>
                      </a:solidFill>
                      <a:prstDash val="solid"/>
                    </a:lnR>
                    <a:lnT w="9525" cap="flat" cmpd="sng" algn="ctr">
                      <a:solidFill>
                        <a:srgbClr val="F6E1D5"/>
                      </a:solidFill>
                      <a:prstDash val="solid"/>
                    </a:lnT>
                    <a:lnB w="9525" cap="flat" cmpd="sng" algn="ctr">
                      <a:solidFill>
                        <a:srgbClr val="F6E1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1D5"/>
                      </a:solidFill>
                      <a:prstDash val="solid"/>
                    </a:lnL>
                    <a:lnR w="9525" cap="flat" cmpd="sng" algn="ctr">
                      <a:solidFill>
                        <a:srgbClr val="F6E1D5"/>
                      </a:solidFill>
                      <a:prstDash val="solid"/>
                    </a:lnR>
                    <a:lnT w="9525" cap="flat" cmpd="sng" algn="ctr">
                      <a:solidFill>
                        <a:srgbClr val="F6E1D5"/>
                      </a:solidFill>
                      <a:prstDash val="solid"/>
                    </a:lnT>
                    <a:lnB w="9525" cap="flat" cmpd="sng" algn="ctr">
                      <a:solidFill>
                        <a:srgbClr val="F6E1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3427"/>
                          </a:solidFill>
                        </a:rPr>
                        <a:t>2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1D5"/>
                      </a:solidFill>
                      <a:prstDash val="solid"/>
                    </a:lnL>
                    <a:lnR w="9525" cap="flat" cmpd="sng" algn="ctr">
                      <a:solidFill>
                        <a:srgbClr val="F6E1D5"/>
                      </a:solidFill>
                      <a:prstDash val="solid"/>
                    </a:lnR>
                    <a:lnT w="9525" cap="flat" cmpd="sng" algn="ctr">
                      <a:solidFill>
                        <a:srgbClr val="F6E1D5"/>
                      </a:solidFill>
                      <a:prstDash val="solid"/>
                    </a:lnT>
                    <a:lnB w="9525" cap="flat" cmpd="sng" algn="ctr">
                      <a:solidFill>
                        <a:srgbClr val="F6E1D5"/>
                      </a:solidFill>
                      <a:prstDash val="solid"/>
                    </a:lnB>
                    <a:solidFill>
                      <a:srgbClr val="F6E1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1D5"/>
                      </a:solidFill>
                      <a:prstDash val="solid"/>
                    </a:lnL>
                    <a:lnR w="9525" cap="flat" cmpd="sng" algn="ctr">
                      <a:solidFill>
                        <a:srgbClr val="F6E1D5"/>
                      </a:solidFill>
                      <a:prstDash val="solid"/>
                    </a:lnR>
                    <a:lnT w="9525" cap="flat" cmpd="sng" algn="ctr">
                      <a:solidFill>
                        <a:srgbClr val="F6E1D5"/>
                      </a:solidFill>
                      <a:prstDash val="solid"/>
                    </a:lnT>
                    <a:lnB w="9525" cap="flat" cmpd="sng" algn="ctr">
                      <a:solidFill>
                        <a:srgbClr val="F6E1D5"/>
                      </a:solidFill>
                      <a:prstDash val="solid"/>
                    </a:lnB>
                    <a:solidFill>
                      <a:srgbClr val="FB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1D5"/>
                      </a:solidFill>
                      <a:prstDash val="solid"/>
                    </a:lnL>
                    <a:lnR w="9525" cap="flat" cmpd="sng" algn="ctr">
                      <a:solidFill>
                        <a:srgbClr val="F6E1D5"/>
                      </a:solidFill>
                      <a:prstDash val="solid"/>
                    </a:lnR>
                    <a:lnT w="9525" cap="flat" cmpd="sng" algn="ctr">
                      <a:solidFill>
                        <a:srgbClr val="F6E1D5"/>
                      </a:solidFill>
                      <a:prstDash val="solid"/>
                    </a:lnT>
                    <a:lnB w="9525" cap="flat" cmpd="sng" algn="ctr">
                      <a:solidFill>
                        <a:srgbClr val="F6E1D5"/>
                      </a:solidFill>
                      <a:prstDash val="solid"/>
                    </a:lnB>
                    <a:solidFill>
                      <a:srgbClr val="FB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1D5"/>
                      </a:solidFill>
                      <a:prstDash val="solid"/>
                    </a:lnL>
                    <a:lnR w="9525" cap="flat" cmpd="sng" algn="ctr">
                      <a:solidFill>
                        <a:srgbClr val="F6E1D5"/>
                      </a:solidFill>
                      <a:prstDash val="solid"/>
                    </a:lnR>
                    <a:lnT w="9525" cap="flat" cmpd="sng" algn="ctr">
                      <a:solidFill>
                        <a:srgbClr val="F6E1D5"/>
                      </a:solidFill>
                      <a:prstDash val="solid"/>
                    </a:lnT>
                    <a:lnB w="9525" cap="flat" cmpd="sng" algn="ctr">
                      <a:solidFill>
                        <a:srgbClr val="F6E1D5"/>
                      </a:solidFill>
                      <a:prstDash val="solid"/>
                    </a:lnB>
                    <a:solidFill>
                      <a:srgbClr val="FBF2EC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3427"/>
                          </a:solidFill>
                        </a:rPr>
                        <a:t>3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1D5"/>
                      </a:solidFill>
                      <a:prstDash val="solid"/>
                    </a:lnL>
                    <a:lnR w="9525" cap="flat" cmpd="sng" algn="ctr">
                      <a:solidFill>
                        <a:srgbClr val="F6E1D5"/>
                      </a:solidFill>
                      <a:prstDash val="solid"/>
                    </a:lnR>
                    <a:lnT w="9525" cap="flat" cmpd="sng" algn="ctr">
                      <a:solidFill>
                        <a:srgbClr val="F6E1D5"/>
                      </a:solidFill>
                      <a:prstDash val="solid"/>
                    </a:lnT>
                    <a:lnB w="9525" cap="flat" cmpd="sng" algn="ctr">
                      <a:solidFill>
                        <a:srgbClr val="F6E1D5"/>
                      </a:solidFill>
                      <a:prstDash val="solid"/>
                    </a:lnB>
                    <a:solidFill>
                      <a:srgbClr val="F6E1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1D5"/>
                      </a:solidFill>
                      <a:prstDash val="solid"/>
                    </a:lnL>
                    <a:lnR w="9525" cap="flat" cmpd="sng" algn="ctr">
                      <a:solidFill>
                        <a:srgbClr val="F6E1D5"/>
                      </a:solidFill>
                      <a:prstDash val="solid"/>
                    </a:lnR>
                    <a:lnT w="9525" cap="flat" cmpd="sng" algn="ctr">
                      <a:solidFill>
                        <a:srgbClr val="F6E1D5"/>
                      </a:solidFill>
                      <a:prstDash val="solid"/>
                    </a:lnT>
                    <a:lnB w="9525" cap="flat" cmpd="sng" algn="ctr">
                      <a:solidFill>
                        <a:srgbClr val="F6E1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1D5"/>
                      </a:solidFill>
                      <a:prstDash val="solid"/>
                    </a:lnL>
                    <a:lnR w="9525" cap="flat" cmpd="sng" algn="ctr">
                      <a:solidFill>
                        <a:srgbClr val="F6E1D5"/>
                      </a:solidFill>
                      <a:prstDash val="solid"/>
                    </a:lnR>
                    <a:lnT w="9525" cap="flat" cmpd="sng" algn="ctr">
                      <a:solidFill>
                        <a:srgbClr val="F6E1D5"/>
                      </a:solidFill>
                      <a:prstDash val="solid"/>
                    </a:lnT>
                    <a:lnB w="9525" cap="flat" cmpd="sng" algn="ctr">
                      <a:solidFill>
                        <a:srgbClr val="F6E1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1D5"/>
                      </a:solidFill>
                      <a:prstDash val="solid"/>
                    </a:lnL>
                    <a:lnR w="9525" cap="flat" cmpd="sng" algn="ctr">
                      <a:solidFill>
                        <a:srgbClr val="F6E1D5"/>
                      </a:solidFill>
                      <a:prstDash val="solid"/>
                    </a:lnR>
                    <a:lnT w="9525" cap="flat" cmpd="sng" algn="ctr">
                      <a:solidFill>
                        <a:srgbClr val="F6E1D5"/>
                      </a:solidFill>
                      <a:prstDash val="solid"/>
                    </a:lnT>
                    <a:lnB w="9525" cap="flat" cmpd="sng" algn="ctr">
                      <a:solidFill>
                        <a:srgbClr val="F6E1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3427"/>
                          </a:solidFill>
                        </a:rPr>
                        <a:t>4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1D5"/>
                      </a:solidFill>
                      <a:prstDash val="solid"/>
                    </a:lnL>
                    <a:lnR w="9525" cap="flat" cmpd="sng" algn="ctr">
                      <a:solidFill>
                        <a:srgbClr val="F6E1D5"/>
                      </a:solidFill>
                      <a:prstDash val="solid"/>
                    </a:lnR>
                    <a:lnT w="9525" cap="flat" cmpd="sng" algn="ctr">
                      <a:solidFill>
                        <a:srgbClr val="F6E1D5"/>
                      </a:solidFill>
                      <a:prstDash val="solid"/>
                    </a:lnT>
                    <a:lnB w="9525" cap="flat" cmpd="sng" algn="ctr">
                      <a:solidFill>
                        <a:srgbClr val="F6E1D5"/>
                      </a:solidFill>
                      <a:prstDash val="solid"/>
                    </a:lnB>
                    <a:solidFill>
                      <a:srgbClr val="F6E1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1D5"/>
                      </a:solidFill>
                      <a:prstDash val="solid"/>
                    </a:lnL>
                    <a:lnR w="9525" cap="flat" cmpd="sng" algn="ctr">
                      <a:solidFill>
                        <a:srgbClr val="F6E1D5"/>
                      </a:solidFill>
                      <a:prstDash val="solid"/>
                    </a:lnR>
                    <a:lnT w="9525" cap="flat" cmpd="sng" algn="ctr">
                      <a:solidFill>
                        <a:srgbClr val="F6E1D5"/>
                      </a:solidFill>
                      <a:prstDash val="solid"/>
                    </a:lnT>
                    <a:lnB w="9525" cap="flat" cmpd="sng" algn="ctr">
                      <a:solidFill>
                        <a:srgbClr val="F6E1D5"/>
                      </a:solidFill>
                      <a:prstDash val="solid"/>
                    </a:lnB>
                    <a:solidFill>
                      <a:srgbClr val="FB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1D5"/>
                      </a:solidFill>
                      <a:prstDash val="solid"/>
                    </a:lnL>
                    <a:lnR w="9525" cap="flat" cmpd="sng" algn="ctr">
                      <a:solidFill>
                        <a:srgbClr val="F6E1D5"/>
                      </a:solidFill>
                      <a:prstDash val="solid"/>
                    </a:lnR>
                    <a:lnT w="9525" cap="flat" cmpd="sng" algn="ctr">
                      <a:solidFill>
                        <a:srgbClr val="F6E1D5"/>
                      </a:solidFill>
                      <a:prstDash val="solid"/>
                    </a:lnT>
                    <a:lnB w="9525" cap="flat" cmpd="sng" algn="ctr">
                      <a:solidFill>
                        <a:srgbClr val="F6E1D5"/>
                      </a:solidFill>
                      <a:prstDash val="solid"/>
                    </a:lnB>
                    <a:solidFill>
                      <a:srgbClr val="FBF2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1D5"/>
                      </a:solidFill>
                      <a:prstDash val="solid"/>
                    </a:lnL>
                    <a:lnR w="9525" cap="flat" cmpd="sng" algn="ctr">
                      <a:solidFill>
                        <a:srgbClr val="F6E1D5"/>
                      </a:solidFill>
                      <a:prstDash val="solid"/>
                    </a:lnR>
                    <a:lnT w="9525" cap="flat" cmpd="sng" algn="ctr">
                      <a:solidFill>
                        <a:srgbClr val="F6E1D5"/>
                      </a:solidFill>
                      <a:prstDash val="solid"/>
                    </a:lnT>
                    <a:lnB w="9525" cap="flat" cmpd="sng" algn="ctr">
                      <a:solidFill>
                        <a:srgbClr val="F6E1D5"/>
                      </a:solidFill>
                      <a:prstDash val="solid"/>
                    </a:lnB>
                    <a:solidFill>
                      <a:srgbClr val="FBF2EC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3427"/>
                          </a:solidFill>
                        </a:rPr>
                        <a:t>5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1D5"/>
                      </a:solidFill>
                      <a:prstDash val="solid"/>
                    </a:lnL>
                    <a:lnR w="9525" cap="flat" cmpd="sng" algn="ctr">
                      <a:solidFill>
                        <a:srgbClr val="F6E1D5"/>
                      </a:solidFill>
                      <a:prstDash val="solid"/>
                    </a:lnR>
                    <a:lnT w="9525" cap="flat" cmpd="sng" algn="ctr">
                      <a:solidFill>
                        <a:srgbClr val="F6E1D5"/>
                      </a:solidFill>
                      <a:prstDash val="solid"/>
                    </a:lnT>
                    <a:lnB w="9525" cap="flat" cmpd="sng" algn="ctr">
                      <a:solidFill>
                        <a:srgbClr val="F6E1D5"/>
                      </a:solidFill>
                      <a:prstDash val="solid"/>
                    </a:lnB>
                    <a:solidFill>
                      <a:srgbClr val="F6E1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1D5"/>
                      </a:solidFill>
                      <a:prstDash val="solid"/>
                    </a:lnL>
                    <a:lnR w="9525" cap="flat" cmpd="sng" algn="ctr">
                      <a:solidFill>
                        <a:srgbClr val="F6E1D5"/>
                      </a:solidFill>
                      <a:prstDash val="solid"/>
                    </a:lnR>
                    <a:lnT w="9525" cap="flat" cmpd="sng" algn="ctr">
                      <a:solidFill>
                        <a:srgbClr val="F6E1D5"/>
                      </a:solidFill>
                      <a:prstDash val="solid"/>
                    </a:lnT>
                    <a:lnB w="9525" cap="flat" cmpd="sng" algn="ctr">
                      <a:solidFill>
                        <a:srgbClr val="F6E1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1D5"/>
                      </a:solidFill>
                      <a:prstDash val="solid"/>
                    </a:lnL>
                    <a:lnR w="9525" cap="flat" cmpd="sng" algn="ctr">
                      <a:solidFill>
                        <a:srgbClr val="F6E1D5"/>
                      </a:solidFill>
                      <a:prstDash val="solid"/>
                    </a:lnR>
                    <a:lnT w="9525" cap="flat" cmpd="sng" algn="ctr">
                      <a:solidFill>
                        <a:srgbClr val="F6E1D5"/>
                      </a:solidFill>
                      <a:prstDash val="solid"/>
                    </a:lnT>
                    <a:lnB w="9525" cap="flat" cmpd="sng" algn="ctr">
                      <a:solidFill>
                        <a:srgbClr val="F6E1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1D5"/>
                      </a:solidFill>
                      <a:prstDash val="solid"/>
                    </a:lnL>
                    <a:lnR w="9525" cap="flat" cmpd="sng" algn="ctr">
                      <a:solidFill>
                        <a:srgbClr val="F6E1D5"/>
                      </a:solidFill>
                      <a:prstDash val="solid"/>
                    </a:lnR>
                    <a:lnT w="9525" cap="flat" cmpd="sng" algn="ctr">
                      <a:solidFill>
                        <a:srgbClr val="F6E1D5"/>
                      </a:solidFill>
                      <a:prstDash val="solid"/>
                    </a:lnT>
                    <a:lnB w="9525" cap="flat" cmpd="sng" algn="ctr">
                      <a:solidFill>
                        <a:srgbClr val="F6E1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1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3154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8778020" y="1965960"/>
            <a:ext cx="2377440" cy="2377440"/>
          </a:xfrm>
          <a:prstGeom prst="ellipse">
            <a:avLst/>
          </a:prstGeom>
          <a:solidFill>
            <a:srgbClr val="EBC4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3657600"/>
            <a:ext cx="7315017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PRESENTATION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4114800"/>
            <a:ext cx="7315017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6231F"/>
                </a:solidFill>
              </a:rPr>
              <a:t>감사합니다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5394960"/>
            <a:ext cx="731501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끝까지 들어 주셔서 고맙습니다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6263640"/>
            <a:ext cx="731501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문의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업무 보고 발표 템플릿">
  <a:themeElements>
    <a:clrScheme name="Office">
      <a:dk1>
        <a:sysClr val="windowText" lastClr="000000"/>
      </a:dk1>
      <a:lt1>
        <a:sysClr val="window" lastClr="FFFFFF"/>
      </a:lt1>
      <a:dk2>
        <a:srgbClr val="493427"/>
      </a:dk2>
      <a:lt2>
        <a:srgbClr val="FBF2EC"/>
      </a:lt2>
      <a:accent1>
        <a:srgbClr val="D89C79"/>
      </a:accent1>
      <a:accent2>
        <a:srgbClr val="E1D598"/>
      </a:accent2>
      <a:accent3>
        <a:srgbClr val="493427"/>
      </a:accent3>
      <a:accent4>
        <a:srgbClr val="F6E1D5"/>
      </a:accent4>
      <a:accent5>
        <a:srgbClr val="DCB888"/>
      </a:accent5>
      <a:accent6>
        <a:srgbClr val="92857D"/>
      </a:accent6>
      <a:hlink>
        <a:srgbClr val="D89C79"/>
      </a:hlink>
      <a:folHlink>
        <a:srgbClr val="493427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업무 보고 발표 템플릿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