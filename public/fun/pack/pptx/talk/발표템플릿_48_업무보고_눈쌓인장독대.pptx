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94660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94660"/>
                </a:solidFill>
              </a:rPr>
              <a:t>새해 첫 주간 업무 보고입니다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업무 보고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목차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추진 경과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주요 성과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이슈와 대응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7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향후 계획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핵심 메시지</a:t>
            </a:r>
          </a:p>
        </p:txBody>
      </p:sp>
      <p:sp>
        <p:nvSpPr>
          <p:cNvPr id="5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394660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성과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이슈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한눈에 비교</a:t>
            </a:r>
          </a:p>
        </p:txBody>
      </p:sp>
      <p:sp>
        <p:nvSpPr>
          <p:cNvPr id="5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계획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7DDEA"/>
          </a:solidFill>
          <a:ln w="12700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946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일정·현황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94660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94660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394660"/>
      </a:dk2>
      <a:lt2>
        <a:srgbClr val="F2F4F7"/>
      </a:lt2>
      <a:accent1>
        <a:srgbClr val="5E74A1"/>
      </a:accent1>
      <a:accent2>
        <a:srgbClr val="81544B"/>
      </a:accent2>
      <a:accent3>
        <a:srgbClr val="394660"/>
      </a:accent3>
      <a:accent4>
        <a:srgbClr val="D7DDEA"/>
      </a:accent4>
      <a:accent5>
        <a:srgbClr val="706476"/>
      </a:accent5>
      <a:accent6>
        <a:srgbClr val="8890A0"/>
      </a:accent6>
      <a:hlink>
        <a:srgbClr val="5E74A1"/>
      </a:hlink>
      <a:folHlink>
        <a:srgbClr val="39466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