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새해 첫 주간 업무 보고입니다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94660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5875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94660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7DDEA"/>
          </a:solidFill>
          <a:ln w="12700">
            <a:solidFill>
              <a:srgbClr val="D7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946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94660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E74A1"/>
                      </a:solidFill>
                      <a:prstDash val="solid"/>
                    </a:lnL>
                    <a:lnR w="9525" cap="flat" cmpd="sng" algn="ctr">
                      <a:solidFill>
                        <a:srgbClr val="5E74A1"/>
                      </a:solidFill>
                      <a:prstDash val="solid"/>
                    </a:lnR>
                    <a:lnT w="9525" cap="flat" cmpd="sng" algn="ctr">
                      <a:solidFill>
                        <a:srgbClr val="5E74A1"/>
                      </a:solidFill>
                      <a:prstDash val="solid"/>
                    </a:lnT>
                    <a:lnB w="9525" cap="flat" cmpd="sng" algn="ctr">
                      <a:solidFill>
                        <a:srgbClr val="5E74A1"/>
                      </a:solidFill>
                      <a:prstDash val="solid"/>
                    </a:lnB>
                    <a:solidFill>
                      <a:srgbClr val="5E74A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94660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D7D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DEA"/>
                      </a:solidFill>
                      <a:prstDash val="solid"/>
                    </a:lnL>
                    <a:lnR w="9525" cap="flat" cmpd="sng" algn="ctr">
                      <a:solidFill>
                        <a:srgbClr val="D7DDEA"/>
                      </a:solidFill>
                      <a:prstDash val="solid"/>
                    </a:lnR>
                    <a:lnT w="9525" cap="flat" cmpd="sng" algn="ctr">
                      <a:solidFill>
                        <a:srgbClr val="D7DDEA"/>
                      </a:solidFill>
                      <a:prstDash val="solid"/>
                    </a:lnT>
                    <a:lnB w="9525" cap="flat" cmpd="sng" algn="ctr">
                      <a:solidFill>
                        <a:srgbClr val="D7DD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94660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94660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394660"/>
      </a:dk2>
      <a:lt2>
        <a:srgbClr val="F2F4F7"/>
      </a:lt2>
      <a:accent1>
        <a:srgbClr val="5E74A1"/>
      </a:accent1>
      <a:accent2>
        <a:srgbClr val="81544B"/>
      </a:accent2>
      <a:accent3>
        <a:srgbClr val="394660"/>
      </a:accent3>
      <a:accent4>
        <a:srgbClr val="D7DDEA"/>
      </a:accent4>
      <a:accent5>
        <a:srgbClr val="706476"/>
      </a:accent5>
      <a:accent6>
        <a:srgbClr val="8890A0"/>
      </a:accent6>
      <a:hlink>
        <a:srgbClr val="5E74A1"/>
      </a:hlink>
      <a:folHlink>
        <a:srgbClr val="39466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