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모임이 시작된 날부터 지금까지입니다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C401C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5875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3A88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401C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3EED3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C40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A883A"/>
                      </a:solidFill>
                      <a:prstDash val="solid"/>
                    </a:lnL>
                    <a:lnR w="9525" cap="flat" cmpd="sng" algn="ctr">
                      <a:solidFill>
                        <a:srgbClr val="3A883A"/>
                      </a:solidFill>
                      <a:prstDash val="solid"/>
                    </a:lnR>
                    <a:lnT w="9525" cap="flat" cmpd="sng" algn="ctr">
                      <a:solidFill>
                        <a:srgbClr val="3A883A"/>
                      </a:solidFill>
                      <a:prstDash val="solid"/>
                    </a:lnT>
                    <a:lnB w="9525" cap="flat" cmpd="sng" algn="ctr">
                      <a:solidFill>
                        <a:srgbClr val="3A883A"/>
                      </a:solidFill>
                      <a:prstDash val="solid"/>
                    </a:lnB>
                    <a:solidFill>
                      <a:srgbClr val="3A883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C401C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