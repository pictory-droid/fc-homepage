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20057" y="3914546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030548" y="4358094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9797361" y="5075770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042752" y="5075770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809565" y="4358094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531156" y="4852720"/>
            <a:ext cx="444398" cy="444398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338595" y="5625085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549581" y="5937884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317289" y="623520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7962739" y="6106159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7975907" y="572908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284372" y="6074816"/>
            <a:ext cx="222199" cy="222199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144551" y="5885077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221225" y="6192599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0952448" y="636054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0709661" y="6156827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0828387" y="586296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017916" y="6216036"/>
            <a:ext cx="186647" cy="186647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발표 제목을 입력하세요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눈 속에서 핀 동백처럼 당당하게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목차</a:t>
            </a:r>
          </a:p>
        </p:txBody>
      </p:sp>
      <p:sp>
        <p:nvSpPr>
          <p:cNvPr id="23" name="줄 1"/>
          <p:cNvSpPr/>
          <p:nvPr/>
        </p:nvSpPr>
        <p:spPr>
          <a:xfrm>
            <a:off x="914400" y="16002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오늘의 목표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6459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7" name="줄 2"/>
          <p:cNvSpPr/>
          <p:nvPr/>
        </p:nvSpPr>
        <p:spPr>
          <a:xfrm>
            <a:off x="914400" y="265176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핵심 개념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6974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31" name="줄 3"/>
          <p:cNvSpPr/>
          <p:nvPr/>
        </p:nvSpPr>
        <p:spPr>
          <a:xfrm>
            <a:off x="914400" y="370332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실습과 예시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74903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35" name="줄 4"/>
          <p:cNvSpPr/>
          <p:nvPr/>
        </p:nvSpPr>
        <p:spPr>
          <a:xfrm>
            <a:off x="914400" y="475487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번호 4"/>
          <p:cNvSpPr/>
          <p:nvPr/>
        </p:nvSpPr>
        <p:spPr>
          <a:xfrm>
            <a:off x="1097280" y="4983479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정리와 질문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80059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핵심 메시지</a:t>
            </a:r>
          </a:p>
        </p:txBody>
      </p:sp>
      <p:sp>
        <p:nvSpPr>
          <p:cNvPr id="23" name="핵심 문장"/>
          <p:cNvSpPr txBox="1"/>
          <p:nvPr/>
        </p:nvSpPr>
        <p:spPr>
          <a:xfrm>
            <a:off x="914400" y="160020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B151B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24" name="카드 1"/>
          <p:cNvSpPr/>
          <p:nvPr/>
        </p:nvSpPr>
        <p:spPr>
          <a:xfrm>
            <a:off x="914400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1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알아야 할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8" name="카드 2"/>
          <p:cNvSpPr/>
          <p:nvPr/>
        </p:nvSpPr>
        <p:spPr>
          <a:xfrm>
            <a:off x="4536338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2"/>
          <p:cNvSpPr/>
          <p:nvPr/>
        </p:nvSpPr>
        <p:spPr>
          <a:xfrm>
            <a:off x="4719218" y="32461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3498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해 볼 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3498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2" name="카드 3"/>
          <p:cNvSpPr/>
          <p:nvPr/>
        </p:nvSpPr>
        <p:spPr>
          <a:xfrm>
            <a:off x="8158276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번호 3"/>
          <p:cNvSpPr/>
          <p:nvPr/>
        </p:nvSpPr>
        <p:spPr>
          <a:xfrm>
            <a:off x="8341156" y="32461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5436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기억할 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5436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한눈에 비교</a:t>
            </a:r>
          </a:p>
        </p:txBody>
      </p:sp>
      <p:sp>
        <p:nvSpPr>
          <p:cNvPr id="23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5CCCF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5B15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일정·현황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914400" y="160020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151B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20057" y="3914546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030548" y="4358094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9797361" y="5075770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042752" y="5075770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809565" y="4358094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531156" y="4852720"/>
            <a:ext cx="444398" cy="444398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338595" y="5625085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549581" y="5937884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317289" y="623520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7962739" y="6106159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7975907" y="572908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284372" y="6074816"/>
            <a:ext cx="222199" cy="222199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144551" y="5885077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221225" y="6192599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0952448" y="636054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0709661" y="6156827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0828387" y="586296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017916" y="6216036"/>
            <a:ext cx="186647" cy="186647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감사합니다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들어 주셔서 고맙습니다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