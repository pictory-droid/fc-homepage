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5D5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-1463040" y="3749039"/>
            <a:ext cx="5486400" cy="54864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9997190" y="1371600"/>
            <a:ext cx="457200" cy="457200"/>
          </a:xfrm>
          <a:prstGeom prst="ellipse">
            <a:avLst/>
          </a:prstGeom>
          <a:solidFill>
            <a:srgbClr val="ADADE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0972525" y="2468879"/>
            <a:ext cx="182880" cy="1828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라벨"/>
          <p:cNvSpPr txBox="1"/>
          <p:nvPr/>
        </p:nvSpPr>
        <p:spPr>
          <a:xfrm>
            <a:off x="822960" y="1600200"/>
            <a:ext cx="5608179" cy="274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00" b="1" i="0" spc="250">
                <a:solidFill>
                  <a:srgbClr val="26231F"/>
                </a:solidFill>
              </a:rPr>
              <a:t>PRESENTATION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2057400"/>
            <a:ext cx="5608179" cy="118872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26231F"/>
                </a:solidFill>
              </a:rPr>
              <a:t>발표 제목을 입력하세요</a:t>
            </a:r>
          </a:p>
        </p:txBody>
      </p:sp>
      <p:sp>
        <p:nvSpPr>
          <p:cNvPr id="7" name="한 줄 문구"/>
          <p:cNvSpPr txBox="1"/>
          <p:nvPr/>
        </p:nvSpPr>
        <p:spPr>
          <a:xfrm>
            <a:off x="822960" y="3337560"/>
            <a:ext cx="5608179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6231F"/>
                </a:solidFill>
              </a:rPr>
              <a:t>첫 모임에 오신 분들 환영합니다</a:t>
            </a:r>
          </a:p>
        </p:txBody>
      </p:sp>
      <p:sp>
        <p:nvSpPr>
          <p:cNvPr id="8" name="안내 문구"/>
          <p:cNvSpPr txBox="1"/>
          <p:nvPr/>
        </p:nvSpPr>
        <p:spPr>
          <a:xfrm>
            <a:off x="822960" y="4206240"/>
            <a:ext cx="5608179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26231F"/>
                </a:solidFill>
              </a:rPr>
              <a:t>모임·동호회 소개 · 발표자 이름</a:t>
            </a:r>
          </a:p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26231F"/>
                </a:solidFill>
              </a:rPr>
              <a:t>날짜 입력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ADADE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640080" y="6400800"/>
            <a:ext cx="10911535" cy="10972"/>
          </a:xfrm>
          <a:prstGeom prst="rect">
            <a:avLst/>
          </a:prstGeom>
          <a:solidFill>
            <a:srgbClr val="26231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하단 라벨"/>
          <p:cNvSpPr txBox="1"/>
          <p:nvPr/>
        </p:nvSpPr>
        <p:spPr>
          <a:xfrm>
            <a:off x="640080" y="6437376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26231F"/>
                </a:solidFill>
              </a:rPr>
              <a:t>PRESENTATION</a:t>
            </a:r>
          </a:p>
        </p:txBody>
      </p:sp>
      <p:sp>
        <p:nvSpPr>
          <p:cNvPr id="6" name="포인트"/>
          <p:cNvSpPr/>
          <p:nvPr/>
        </p:nvSpPr>
        <p:spPr>
          <a:xfrm>
            <a:off x="11213287" y="6473952"/>
            <a:ext cx="219456" cy="219456"/>
          </a:xfrm>
          <a:prstGeom prst="mathPlus">
            <a:avLst/>
          </a:prstGeom>
          <a:solidFill>
            <a:srgbClr val="9898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502920"/>
            <a:ext cx="10911535" cy="91440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목차</a:t>
            </a:r>
          </a:p>
        </p:txBody>
      </p:sp>
      <p:sp>
        <p:nvSpPr>
          <p:cNvPr id="7" name="줄 1"/>
          <p:cNvSpPr/>
          <p:nvPr/>
        </p:nvSpPr>
        <p:spPr>
          <a:xfrm>
            <a:off x="640080" y="1600200"/>
            <a:ext cx="10911535" cy="9144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5D5F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위쪽 띠"/>
          <p:cNvSpPr/>
          <p:nvPr/>
        </p:nvSpPr>
        <p:spPr>
          <a:xfrm>
            <a:off x="649224" y="1609344"/>
            <a:ext cx="10893247" cy="82296"/>
          </a:xfrm>
          <a:prstGeom prst="rect">
            <a:avLst/>
          </a:prstGeom>
          <a:solidFill>
            <a:srgbClr val="9898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번호 1"/>
          <p:cNvSpPr/>
          <p:nvPr/>
        </p:nvSpPr>
        <p:spPr>
          <a:xfrm>
            <a:off x="822959" y="1828800"/>
            <a:ext cx="457200" cy="457200"/>
          </a:xfrm>
          <a:prstGeom prst="roundRect">
            <a:avLst>
              <a:gd name="adj" fmla="val 25000"/>
            </a:avLst>
          </a:prstGeom>
          <a:solidFill>
            <a:srgbClr val="9898E1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26231F"/>
                </a:solidFill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1645920"/>
            <a:ext cx="2743200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272749"/>
                </a:solidFill>
              </a:rPr>
              <a:t>우리 모임 소개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0" y="1645920"/>
            <a:ext cx="7071055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26231F"/>
                </a:solidFill>
              </a:rPr>
              <a:t>한 줄로 내용을 적어 주세요</a:t>
            </a:r>
          </a:p>
        </p:txBody>
      </p:sp>
      <p:sp>
        <p:nvSpPr>
          <p:cNvPr id="12" name="줄 2"/>
          <p:cNvSpPr/>
          <p:nvPr/>
        </p:nvSpPr>
        <p:spPr>
          <a:xfrm>
            <a:off x="640080" y="2651760"/>
            <a:ext cx="10911535" cy="9144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5D5F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위쪽 띠"/>
          <p:cNvSpPr/>
          <p:nvPr/>
        </p:nvSpPr>
        <p:spPr>
          <a:xfrm>
            <a:off x="649224" y="2660903"/>
            <a:ext cx="10893247" cy="82296"/>
          </a:xfrm>
          <a:prstGeom prst="rect">
            <a:avLst/>
          </a:prstGeom>
          <a:solidFill>
            <a:srgbClr val="9898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번호 2"/>
          <p:cNvSpPr/>
          <p:nvPr/>
        </p:nvSpPr>
        <p:spPr>
          <a:xfrm>
            <a:off x="822959" y="2880360"/>
            <a:ext cx="457200" cy="457200"/>
          </a:xfrm>
          <a:prstGeom prst="roundRect">
            <a:avLst>
              <a:gd name="adj" fmla="val 25000"/>
            </a:avLst>
          </a:prstGeom>
          <a:solidFill>
            <a:srgbClr val="9898E1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26231F"/>
                </a:solidFill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08760" y="2697479"/>
            <a:ext cx="2743200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272749"/>
                </a:solidFill>
              </a:rPr>
              <a:t>활동 이야기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97680" y="2697479"/>
            <a:ext cx="7071055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26231F"/>
                </a:solidFill>
              </a:rPr>
              <a:t>한 줄로 내용을 적어 주세요</a:t>
            </a:r>
          </a:p>
        </p:txBody>
      </p:sp>
      <p:sp>
        <p:nvSpPr>
          <p:cNvPr id="17" name="줄 3"/>
          <p:cNvSpPr/>
          <p:nvPr/>
        </p:nvSpPr>
        <p:spPr>
          <a:xfrm>
            <a:off x="640080" y="3703320"/>
            <a:ext cx="10911535" cy="9144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5D5F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위쪽 띠"/>
          <p:cNvSpPr/>
          <p:nvPr/>
        </p:nvSpPr>
        <p:spPr>
          <a:xfrm>
            <a:off x="649224" y="3712463"/>
            <a:ext cx="10893247" cy="82296"/>
          </a:xfrm>
          <a:prstGeom prst="rect">
            <a:avLst/>
          </a:prstGeom>
          <a:solidFill>
            <a:srgbClr val="9898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번호 3"/>
          <p:cNvSpPr/>
          <p:nvPr/>
        </p:nvSpPr>
        <p:spPr>
          <a:xfrm>
            <a:off x="822959" y="3931920"/>
            <a:ext cx="457200" cy="457200"/>
          </a:xfrm>
          <a:prstGeom prst="roundRect">
            <a:avLst>
              <a:gd name="adj" fmla="val 25000"/>
            </a:avLst>
          </a:prstGeom>
          <a:solidFill>
            <a:srgbClr val="9898E1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26231F"/>
                </a:solidFill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08760" y="3749039"/>
            <a:ext cx="2743200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272749"/>
                </a:solidFill>
              </a:rPr>
              <a:t>함께하는 사람들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97680" y="3749039"/>
            <a:ext cx="7071055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26231F"/>
                </a:solidFill>
              </a:rPr>
              <a:t>한 줄로 내용을 적어 주세요</a:t>
            </a:r>
          </a:p>
        </p:txBody>
      </p:sp>
      <p:sp>
        <p:nvSpPr>
          <p:cNvPr id="22" name="줄 4"/>
          <p:cNvSpPr/>
          <p:nvPr/>
        </p:nvSpPr>
        <p:spPr>
          <a:xfrm>
            <a:off x="640080" y="4754879"/>
            <a:ext cx="10911535" cy="9144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5D5F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위쪽 띠"/>
          <p:cNvSpPr/>
          <p:nvPr/>
        </p:nvSpPr>
        <p:spPr>
          <a:xfrm>
            <a:off x="649224" y="4764023"/>
            <a:ext cx="10893247" cy="82296"/>
          </a:xfrm>
          <a:prstGeom prst="rect">
            <a:avLst/>
          </a:prstGeom>
          <a:solidFill>
            <a:srgbClr val="9898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번호 4"/>
          <p:cNvSpPr/>
          <p:nvPr/>
        </p:nvSpPr>
        <p:spPr>
          <a:xfrm>
            <a:off x="822959" y="4983479"/>
            <a:ext cx="457200" cy="457200"/>
          </a:xfrm>
          <a:prstGeom prst="roundRect">
            <a:avLst>
              <a:gd name="adj" fmla="val 25000"/>
            </a:avLst>
          </a:prstGeom>
          <a:solidFill>
            <a:srgbClr val="9898E1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26231F"/>
                </a:solidFill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08760" y="4800599"/>
            <a:ext cx="2743200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272749"/>
                </a:solidFill>
              </a:rPr>
              <a:t>참여 방법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97680" y="4800599"/>
            <a:ext cx="7071055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26231F"/>
                </a:solidFill>
              </a:rPr>
              <a:t>한 줄로 내용을 적어 주세요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ADADE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640080" y="6400800"/>
            <a:ext cx="10911535" cy="10972"/>
          </a:xfrm>
          <a:prstGeom prst="rect">
            <a:avLst/>
          </a:prstGeom>
          <a:solidFill>
            <a:srgbClr val="26231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하단 라벨"/>
          <p:cNvSpPr txBox="1"/>
          <p:nvPr/>
        </p:nvSpPr>
        <p:spPr>
          <a:xfrm>
            <a:off x="640080" y="6437376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26231F"/>
                </a:solidFill>
              </a:rPr>
              <a:t>PRESENTATION</a:t>
            </a:r>
          </a:p>
        </p:txBody>
      </p:sp>
      <p:sp>
        <p:nvSpPr>
          <p:cNvPr id="6" name="포인트"/>
          <p:cNvSpPr/>
          <p:nvPr/>
        </p:nvSpPr>
        <p:spPr>
          <a:xfrm>
            <a:off x="11213287" y="6473952"/>
            <a:ext cx="219456" cy="219456"/>
          </a:xfrm>
          <a:prstGeom prst="mathPlus">
            <a:avLst/>
          </a:prstGeom>
          <a:solidFill>
            <a:srgbClr val="9898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502920"/>
            <a:ext cx="10911535" cy="91440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핵심 메시지</a:t>
            </a:r>
          </a:p>
        </p:txBody>
      </p:sp>
      <p:sp>
        <p:nvSpPr>
          <p:cNvPr id="7" name="핵심 문장"/>
          <p:cNvSpPr txBox="1"/>
          <p:nvPr/>
        </p:nvSpPr>
        <p:spPr>
          <a:xfrm>
            <a:off x="640080" y="1600200"/>
            <a:ext cx="10911535" cy="11887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2600" b="1" i="0">
                <a:solidFill>
                  <a:srgbClr val="272749"/>
                </a:solidFill>
              </a:rPr>
              <a:t>한 문장으로 말하면 — 여기에 핵심 메시지를 입력하세요</a:t>
            </a:r>
          </a:p>
        </p:txBody>
      </p:sp>
      <p:sp>
        <p:nvSpPr>
          <p:cNvPr id="8" name="카드 1"/>
          <p:cNvSpPr/>
          <p:nvPr/>
        </p:nvSpPr>
        <p:spPr>
          <a:xfrm>
            <a:off x="640080" y="3063240"/>
            <a:ext cx="3484778" cy="30175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5D5F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위쪽 띠"/>
          <p:cNvSpPr/>
          <p:nvPr/>
        </p:nvSpPr>
        <p:spPr>
          <a:xfrm>
            <a:off x="649224" y="3072384"/>
            <a:ext cx="3466490" cy="82296"/>
          </a:xfrm>
          <a:prstGeom prst="rect">
            <a:avLst/>
          </a:prstGeom>
          <a:solidFill>
            <a:srgbClr val="9898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번호 1"/>
          <p:cNvSpPr/>
          <p:nvPr/>
        </p:nvSpPr>
        <p:spPr>
          <a:xfrm>
            <a:off x="822959" y="3246120"/>
            <a:ext cx="457200" cy="457200"/>
          </a:xfrm>
          <a:prstGeom prst="roundRect">
            <a:avLst>
              <a:gd name="adj" fmla="val 25000"/>
            </a:avLst>
          </a:prstGeom>
          <a:solidFill>
            <a:srgbClr val="9898E1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26231F"/>
                </a:solidFill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84048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272749"/>
                </a:solidFill>
              </a:rPr>
              <a:t>모임의 취지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526280"/>
            <a:ext cx="3210458" cy="141731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6231F"/>
                </a:solidFill>
              </a:rPr>
              <a:t>내용을 입력하세요</a:t>
            </a:r>
          </a:p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6231F"/>
                </a:solidFill>
              </a:rPr>
              <a:t>내용을 입력하세요</a:t>
            </a:r>
          </a:p>
        </p:txBody>
      </p:sp>
      <p:sp>
        <p:nvSpPr>
          <p:cNvPr id="13" name="카드 2"/>
          <p:cNvSpPr/>
          <p:nvPr/>
        </p:nvSpPr>
        <p:spPr>
          <a:xfrm>
            <a:off x="4353458" y="3063240"/>
            <a:ext cx="3484778" cy="30175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5D5F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위쪽 띠"/>
          <p:cNvSpPr/>
          <p:nvPr/>
        </p:nvSpPr>
        <p:spPr>
          <a:xfrm>
            <a:off x="4362602" y="3072384"/>
            <a:ext cx="3466490" cy="82296"/>
          </a:xfrm>
          <a:prstGeom prst="rect">
            <a:avLst/>
          </a:prstGeom>
          <a:solidFill>
            <a:srgbClr val="9898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번호 2"/>
          <p:cNvSpPr/>
          <p:nvPr/>
        </p:nvSpPr>
        <p:spPr>
          <a:xfrm>
            <a:off x="4536338" y="3246120"/>
            <a:ext cx="457200" cy="457200"/>
          </a:xfrm>
          <a:prstGeom prst="roundRect">
            <a:avLst>
              <a:gd name="adj" fmla="val 25000"/>
            </a:avLst>
          </a:prstGeom>
          <a:solidFill>
            <a:srgbClr val="9898E1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26231F"/>
                </a:solidFill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90618" y="384048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272749"/>
                </a:solidFill>
              </a:rPr>
              <a:t>활동 내용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90618" y="4526280"/>
            <a:ext cx="3210458" cy="141731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6231F"/>
                </a:solidFill>
              </a:rPr>
              <a:t>내용을 입력하세요</a:t>
            </a:r>
          </a:p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6231F"/>
                </a:solidFill>
              </a:rPr>
              <a:t>내용을 입력하세요</a:t>
            </a:r>
          </a:p>
        </p:txBody>
      </p:sp>
      <p:sp>
        <p:nvSpPr>
          <p:cNvPr id="18" name="카드 3"/>
          <p:cNvSpPr/>
          <p:nvPr/>
        </p:nvSpPr>
        <p:spPr>
          <a:xfrm>
            <a:off x="8066836" y="3063240"/>
            <a:ext cx="3484778" cy="30175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5D5F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위쪽 띠"/>
          <p:cNvSpPr/>
          <p:nvPr/>
        </p:nvSpPr>
        <p:spPr>
          <a:xfrm>
            <a:off x="8075980" y="3072384"/>
            <a:ext cx="3466490" cy="82296"/>
          </a:xfrm>
          <a:prstGeom prst="rect">
            <a:avLst/>
          </a:prstGeom>
          <a:solidFill>
            <a:srgbClr val="9898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번호 3"/>
          <p:cNvSpPr/>
          <p:nvPr/>
        </p:nvSpPr>
        <p:spPr>
          <a:xfrm>
            <a:off x="8249716" y="3246120"/>
            <a:ext cx="457200" cy="457200"/>
          </a:xfrm>
          <a:prstGeom prst="roundRect">
            <a:avLst>
              <a:gd name="adj" fmla="val 25000"/>
            </a:avLst>
          </a:prstGeom>
          <a:solidFill>
            <a:srgbClr val="9898E1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26231F"/>
                </a:solidFill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03996" y="384048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272749"/>
                </a:solidFill>
              </a:rPr>
              <a:t>참여 혜택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03996" y="4526280"/>
            <a:ext cx="3210458" cy="141731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6231F"/>
                </a:solidFill>
              </a:rPr>
              <a:t>내용을 입력하세요</a:t>
            </a:r>
          </a:p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6231F"/>
                </a:solidFill>
              </a:rPr>
              <a:t>내용을 입력하세요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ADADE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640080" y="6400800"/>
            <a:ext cx="10911535" cy="10972"/>
          </a:xfrm>
          <a:prstGeom prst="rect">
            <a:avLst/>
          </a:prstGeom>
          <a:solidFill>
            <a:srgbClr val="26231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하단 라벨"/>
          <p:cNvSpPr txBox="1"/>
          <p:nvPr/>
        </p:nvSpPr>
        <p:spPr>
          <a:xfrm>
            <a:off x="640080" y="6437376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26231F"/>
                </a:solidFill>
              </a:rPr>
              <a:t>PRESENTATION</a:t>
            </a:r>
          </a:p>
        </p:txBody>
      </p:sp>
      <p:sp>
        <p:nvSpPr>
          <p:cNvPr id="6" name="포인트"/>
          <p:cNvSpPr/>
          <p:nvPr/>
        </p:nvSpPr>
        <p:spPr>
          <a:xfrm>
            <a:off x="11213287" y="6473952"/>
            <a:ext cx="219456" cy="219456"/>
          </a:xfrm>
          <a:prstGeom prst="mathPlus">
            <a:avLst/>
          </a:prstGeom>
          <a:solidFill>
            <a:srgbClr val="9898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502920"/>
            <a:ext cx="10911535" cy="91440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한눈에 비교</a:t>
            </a:r>
          </a:p>
        </p:txBody>
      </p:sp>
      <p:sp>
        <p:nvSpPr>
          <p:cNvPr id="7" name="왼쪽 칸"/>
          <p:cNvSpPr/>
          <p:nvPr/>
        </p:nvSpPr>
        <p:spPr>
          <a:xfrm>
            <a:off x="640080" y="1600200"/>
            <a:ext cx="5272887" cy="32918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5D5F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위쪽 띠"/>
          <p:cNvSpPr/>
          <p:nvPr/>
        </p:nvSpPr>
        <p:spPr>
          <a:xfrm>
            <a:off x="649224" y="1609344"/>
            <a:ext cx="5254599" cy="82296"/>
          </a:xfrm>
          <a:prstGeom prst="rect">
            <a:avLst/>
          </a:prstGeom>
          <a:solidFill>
            <a:srgbClr val="9898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칸 제목 바"/>
          <p:cNvSpPr/>
          <p:nvPr/>
        </p:nvSpPr>
        <p:spPr>
          <a:xfrm>
            <a:off x="640080" y="1600200"/>
            <a:ext cx="5272887" cy="640080"/>
          </a:xfrm>
          <a:prstGeom prst="roundRect">
            <a:avLst>
              <a:gd name="adj" fmla="val 25000"/>
            </a:avLst>
          </a:prstGeom>
          <a:solidFill>
            <a:srgbClr val="9898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59" y="1600200"/>
            <a:ext cx="4907127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26231F"/>
                </a:solidFill>
              </a:rPr>
              <a:t>처음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423160"/>
            <a:ext cx="4815687" cy="237744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6231F"/>
                </a:solidFill>
              </a:rPr>
              <a:t>내용을 입력하세요</a:t>
            </a:r>
          </a:p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6231F"/>
                </a:solidFill>
              </a:rPr>
              <a:t>내용을 입력하세요</a:t>
            </a:r>
          </a:p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6231F"/>
                </a:solidFill>
              </a:rPr>
              <a:t>내용을 입력하세요</a:t>
            </a:r>
          </a:p>
        </p:txBody>
      </p:sp>
      <p:sp>
        <p:nvSpPr>
          <p:cNvPr id="12" name="오른쪽 칸"/>
          <p:cNvSpPr/>
          <p:nvPr/>
        </p:nvSpPr>
        <p:spPr>
          <a:xfrm>
            <a:off x="6278727" y="1600200"/>
            <a:ext cx="5272887" cy="32918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5D5F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위쪽 띠"/>
          <p:cNvSpPr/>
          <p:nvPr/>
        </p:nvSpPr>
        <p:spPr>
          <a:xfrm>
            <a:off x="6287871" y="1609344"/>
            <a:ext cx="5254599" cy="82296"/>
          </a:xfrm>
          <a:prstGeom prst="rect">
            <a:avLst/>
          </a:prstGeom>
          <a:solidFill>
            <a:srgbClr val="9898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칸 제목 바"/>
          <p:cNvSpPr/>
          <p:nvPr/>
        </p:nvSpPr>
        <p:spPr>
          <a:xfrm>
            <a:off x="6278727" y="1600200"/>
            <a:ext cx="5272887" cy="640080"/>
          </a:xfrm>
          <a:prstGeom prst="roundRect">
            <a:avLst>
              <a:gd name="adj" fmla="val 25000"/>
            </a:avLst>
          </a:prstGeom>
          <a:solidFill>
            <a:srgbClr val="27274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1607" y="1600200"/>
            <a:ext cx="4907127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</a:rPr>
              <a:t>지금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07327" y="2423160"/>
            <a:ext cx="4815687" cy="237744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6231F"/>
                </a:solidFill>
              </a:rPr>
              <a:t>내용을 입력하세요</a:t>
            </a:r>
          </a:p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6231F"/>
                </a:solidFill>
              </a:rPr>
              <a:t>내용을 입력하세요</a:t>
            </a:r>
          </a:p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6231F"/>
                </a:solidFill>
              </a:rPr>
              <a:t>내용을 입력하세요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ADADE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640080" y="6400800"/>
            <a:ext cx="10911535" cy="10972"/>
          </a:xfrm>
          <a:prstGeom prst="rect">
            <a:avLst/>
          </a:prstGeom>
          <a:solidFill>
            <a:srgbClr val="26231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하단 라벨"/>
          <p:cNvSpPr txBox="1"/>
          <p:nvPr/>
        </p:nvSpPr>
        <p:spPr>
          <a:xfrm>
            <a:off x="640080" y="6437376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26231F"/>
                </a:solidFill>
              </a:rPr>
              <a:t>PRESENTATION</a:t>
            </a:r>
          </a:p>
        </p:txBody>
      </p:sp>
      <p:sp>
        <p:nvSpPr>
          <p:cNvPr id="6" name="포인트"/>
          <p:cNvSpPr/>
          <p:nvPr/>
        </p:nvSpPr>
        <p:spPr>
          <a:xfrm>
            <a:off x="11213287" y="6473952"/>
            <a:ext cx="219456" cy="219456"/>
          </a:xfrm>
          <a:prstGeom prst="mathPlus">
            <a:avLst/>
          </a:prstGeom>
          <a:solidFill>
            <a:srgbClr val="9898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502920"/>
            <a:ext cx="10911535" cy="91440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일정·현황</a:t>
            </a:r>
          </a:p>
        </p:txBody>
      </p:sp>
      <p:graphicFrame>
        <p:nvGraphicFramePr>
          <p:cNvPr id="7" name="표"/>
          <p:cNvGraphicFramePr>
            <a:graphicFrameLocks noGrp="1"/>
          </p:cNvGraphicFramePr>
          <p:nvPr/>
        </p:nvGraphicFramePr>
        <p:xfrm>
          <a:off x="640080" y="1600200"/>
          <a:ext cx="10911532" cy="384048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727883"/>
                <a:gridCol w="2727883"/>
                <a:gridCol w="2727883"/>
                <a:gridCol w="2727883"/>
              </a:tblGrid>
              <a:tr h="640080"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26231F"/>
                          </a:solidFill>
                        </a:rPr>
                        <a:t>날짜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9898E1"/>
                      </a:solidFill>
                      <a:prstDash val="solid"/>
                    </a:lnL>
                    <a:lnR w="9525" cap="flat" cmpd="sng" algn="ctr">
                      <a:solidFill>
                        <a:srgbClr val="9898E1"/>
                      </a:solidFill>
                      <a:prstDash val="solid"/>
                    </a:lnR>
                    <a:lnT w="9525" cap="flat" cmpd="sng" algn="ctr">
                      <a:solidFill>
                        <a:srgbClr val="9898E1"/>
                      </a:solidFill>
                      <a:prstDash val="solid"/>
                    </a:lnT>
                    <a:lnB w="9525" cap="flat" cmpd="sng" algn="ctr">
                      <a:solidFill>
                        <a:srgbClr val="9898E1"/>
                      </a:solidFill>
                      <a:prstDash val="solid"/>
                    </a:lnB>
                    <a:solidFill>
                      <a:srgbClr val="9898E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26231F"/>
                          </a:solidFill>
                        </a:rPr>
                        <a:t>활동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9898E1"/>
                      </a:solidFill>
                      <a:prstDash val="solid"/>
                    </a:lnL>
                    <a:lnR w="9525" cap="flat" cmpd="sng" algn="ctr">
                      <a:solidFill>
                        <a:srgbClr val="9898E1"/>
                      </a:solidFill>
                      <a:prstDash val="solid"/>
                    </a:lnR>
                    <a:lnT w="9525" cap="flat" cmpd="sng" algn="ctr">
                      <a:solidFill>
                        <a:srgbClr val="9898E1"/>
                      </a:solidFill>
                      <a:prstDash val="solid"/>
                    </a:lnT>
                    <a:lnB w="9525" cap="flat" cmpd="sng" algn="ctr">
                      <a:solidFill>
                        <a:srgbClr val="9898E1"/>
                      </a:solidFill>
                      <a:prstDash val="solid"/>
                    </a:lnB>
                    <a:solidFill>
                      <a:srgbClr val="9898E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26231F"/>
                          </a:solidFill>
                        </a:rPr>
                        <a:t>장소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9898E1"/>
                      </a:solidFill>
                      <a:prstDash val="solid"/>
                    </a:lnL>
                    <a:lnR w="9525" cap="flat" cmpd="sng" algn="ctr">
                      <a:solidFill>
                        <a:srgbClr val="9898E1"/>
                      </a:solidFill>
                      <a:prstDash val="solid"/>
                    </a:lnR>
                    <a:lnT w="9525" cap="flat" cmpd="sng" algn="ctr">
                      <a:solidFill>
                        <a:srgbClr val="9898E1"/>
                      </a:solidFill>
                      <a:prstDash val="solid"/>
                    </a:lnT>
                    <a:lnB w="9525" cap="flat" cmpd="sng" algn="ctr">
                      <a:solidFill>
                        <a:srgbClr val="9898E1"/>
                      </a:solidFill>
                      <a:prstDash val="solid"/>
                    </a:lnB>
                    <a:solidFill>
                      <a:srgbClr val="9898E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26231F"/>
                          </a:solidFill>
                        </a:rPr>
                        <a:t>참석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9898E1"/>
                      </a:solidFill>
                      <a:prstDash val="solid"/>
                    </a:lnL>
                    <a:lnR w="9525" cap="flat" cmpd="sng" algn="ctr">
                      <a:solidFill>
                        <a:srgbClr val="9898E1"/>
                      </a:solidFill>
                      <a:prstDash val="solid"/>
                    </a:lnR>
                    <a:lnT w="9525" cap="flat" cmpd="sng" algn="ctr">
                      <a:solidFill>
                        <a:srgbClr val="9898E1"/>
                      </a:solidFill>
                      <a:prstDash val="solid"/>
                    </a:lnT>
                    <a:lnB w="9525" cap="flat" cmpd="sng" algn="ctr">
                      <a:solidFill>
                        <a:srgbClr val="9898E1"/>
                      </a:solidFill>
                      <a:prstDash val="solid"/>
                    </a:lnB>
                    <a:solidFill>
                      <a:srgbClr val="9898E1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272749"/>
                          </a:solidFill>
                        </a:rPr>
                        <a:t>1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D5F6"/>
                      </a:solidFill>
                      <a:prstDash val="solid"/>
                    </a:lnL>
                    <a:lnR w="9525" cap="flat" cmpd="sng" algn="ctr">
                      <a:solidFill>
                        <a:srgbClr val="D5D5F6"/>
                      </a:solidFill>
                      <a:prstDash val="solid"/>
                    </a:lnR>
                    <a:lnT w="9525" cap="flat" cmpd="sng" algn="ctr">
                      <a:solidFill>
                        <a:srgbClr val="D5D5F6"/>
                      </a:solidFill>
                      <a:prstDash val="solid"/>
                    </a:lnT>
                    <a:lnB w="9525" cap="flat" cmpd="sng" algn="ctr">
                      <a:solidFill>
                        <a:srgbClr val="D5D5F6"/>
                      </a:solidFill>
                      <a:prstDash val="solid"/>
                    </a:lnB>
                    <a:solidFill>
                      <a:srgbClr val="D5D5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>내용 입력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D5F6"/>
                      </a:solidFill>
                      <a:prstDash val="solid"/>
                    </a:lnL>
                    <a:lnR w="9525" cap="flat" cmpd="sng" algn="ctr">
                      <a:solidFill>
                        <a:srgbClr val="D5D5F6"/>
                      </a:solidFill>
                      <a:prstDash val="solid"/>
                    </a:lnR>
                    <a:lnT w="9525" cap="flat" cmpd="sng" algn="ctr">
                      <a:solidFill>
                        <a:srgbClr val="D5D5F6"/>
                      </a:solidFill>
                      <a:prstDash val="solid"/>
                    </a:lnT>
                    <a:lnB w="9525" cap="flat" cmpd="sng" algn="ctr">
                      <a:solidFill>
                        <a:srgbClr val="D5D5F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D5F6"/>
                      </a:solidFill>
                      <a:prstDash val="solid"/>
                    </a:lnL>
                    <a:lnR w="9525" cap="flat" cmpd="sng" algn="ctr">
                      <a:solidFill>
                        <a:srgbClr val="D5D5F6"/>
                      </a:solidFill>
                      <a:prstDash val="solid"/>
                    </a:lnR>
                    <a:lnT w="9525" cap="flat" cmpd="sng" algn="ctr">
                      <a:solidFill>
                        <a:srgbClr val="D5D5F6"/>
                      </a:solidFill>
                      <a:prstDash val="solid"/>
                    </a:lnT>
                    <a:lnB w="9525" cap="flat" cmpd="sng" algn="ctr">
                      <a:solidFill>
                        <a:srgbClr val="D5D5F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D5F6"/>
                      </a:solidFill>
                      <a:prstDash val="solid"/>
                    </a:lnL>
                    <a:lnR w="9525" cap="flat" cmpd="sng" algn="ctr">
                      <a:solidFill>
                        <a:srgbClr val="D5D5F6"/>
                      </a:solidFill>
                      <a:prstDash val="solid"/>
                    </a:lnR>
                    <a:lnT w="9525" cap="flat" cmpd="sng" algn="ctr">
                      <a:solidFill>
                        <a:srgbClr val="D5D5F6"/>
                      </a:solidFill>
                      <a:prstDash val="solid"/>
                    </a:lnT>
                    <a:lnB w="9525" cap="flat" cmpd="sng" algn="ctr">
                      <a:solidFill>
                        <a:srgbClr val="D5D5F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272749"/>
                          </a:solidFill>
                        </a:rPr>
                        <a:t>2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D5F6"/>
                      </a:solidFill>
                      <a:prstDash val="solid"/>
                    </a:lnL>
                    <a:lnR w="9525" cap="flat" cmpd="sng" algn="ctr">
                      <a:solidFill>
                        <a:srgbClr val="D5D5F6"/>
                      </a:solidFill>
                      <a:prstDash val="solid"/>
                    </a:lnR>
                    <a:lnT w="9525" cap="flat" cmpd="sng" algn="ctr">
                      <a:solidFill>
                        <a:srgbClr val="D5D5F6"/>
                      </a:solidFill>
                      <a:prstDash val="solid"/>
                    </a:lnT>
                    <a:lnB w="9525" cap="flat" cmpd="sng" algn="ctr">
                      <a:solidFill>
                        <a:srgbClr val="D5D5F6"/>
                      </a:solidFill>
                      <a:prstDash val="solid"/>
                    </a:lnB>
                    <a:solidFill>
                      <a:srgbClr val="D5D5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>내용 입력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D5F6"/>
                      </a:solidFill>
                      <a:prstDash val="solid"/>
                    </a:lnL>
                    <a:lnR w="9525" cap="flat" cmpd="sng" algn="ctr">
                      <a:solidFill>
                        <a:srgbClr val="D5D5F6"/>
                      </a:solidFill>
                      <a:prstDash val="solid"/>
                    </a:lnR>
                    <a:lnT w="9525" cap="flat" cmpd="sng" algn="ctr">
                      <a:solidFill>
                        <a:srgbClr val="D5D5F6"/>
                      </a:solidFill>
                      <a:prstDash val="solid"/>
                    </a:lnT>
                    <a:lnB w="9525" cap="flat" cmpd="sng" algn="ctr">
                      <a:solidFill>
                        <a:srgbClr val="D5D5F6"/>
                      </a:solidFill>
                      <a:prstDash val="solid"/>
                    </a:lnB>
                    <a:solidFill>
                      <a:srgbClr val="ECEC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D5F6"/>
                      </a:solidFill>
                      <a:prstDash val="solid"/>
                    </a:lnL>
                    <a:lnR w="9525" cap="flat" cmpd="sng" algn="ctr">
                      <a:solidFill>
                        <a:srgbClr val="D5D5F6"/>
                      </a:solidFill>
                      <a:prstDash val="solid"/>
                    </a:lnR>
                    <a:lnT w="9525" cap="flat" cmpd="sng" algn="ctr">
                      <a:solidFill>
                        <a:srgbClr val="D5D5F6"/>
                      </a:solidFill>
                      <a:prstDash val="solid"/>
                    </a:lnT>
                    <a:lnB w="9525" cap="flat" cmpd="sng" algn="ctr">
                      <a:solidFill>
                        <a:srgbClr val="D5D5F6"/>
                      </a:solidFill>
                      <a:prstDash val="solid"/>
                    </a:lnB>
                    <a:solidFill>
                      <a:srgbClr val="ECEC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D5F6"/>
                      </a:solidFill>
                      <a:prstDash val="solid"/>
                    </a:lnL>
                    <a:lnR w="9525" cap="flat" cmpd="sng" algn="ctr">
                      <a:solidFill>
                        <a:srgbClr val="D5D5F6"/>
                      </a:solidFill>
                      <a:prstDash val="solid"/>
                    </a:lnR>
                    <a:lnT w="9525" cap="flat" cmpd="sng" algn="ctr">
                      <a:solidFill>
                        <a:srgbClr val="D5D5F6"/>
                      </a:solidFill>
                      <a:prstDash val="solid"/>
                    </a:lnT>
                    <a:lnB w="9525" cap="flat" cmpd="sng" algn="ctr">
                      <a:solidFill>
                        <a:srgbClr val="D5D5F6"/>
                      </a:solidFill>
                      <a:prstDash val="solid"/>
                    </a:lnB>
                    <a:solidFill>
                      <a:srgbClr val="ECECFB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272749"/>
                          </a:solidFill>
                        </a:rPr>
                        <a:t>3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D5F6"/>
                      </a:solidFill>
                      <a:prstDash val="solid"/>
                    </a:lnL>
                    <a:lnR w="9525" cap="flat" cmpd="sng" algn="ctr">
                      <a:solidFill>
                        <a:srgbClr val="D5D5F6"/>
                      </a:solidFill>
                      <a:prstDash val="solid"/>
                    </a:lnR>
                    <a:lnT w="9525" cap="flat" cmpd="sng" algn="ctr">
                      <a:solidFill>
                        <a:srgbClr val="D5D5F6"/>
                      </a:solidFill>
                      <a:prstDash val="solid"/>
                    </a:lnT>
                    <a:lnB w="9525" cap="flat" cmpd="sng" algn="ctr">
                      <a:solidFill>
                        <a:srgbClr val="D5D5F6"/>
                      </a:solidFill>
                      <a:prstDash val="solid"/>
                    </a:lnB>
                    <a:solidFill>
                      <a:srgbClr val="D5D5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>내용 입력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D5F6"/>
                      </a:solidFill>
                      <a:prstDash val="solid"/>
                    </a:lnL>
                    <a:lnR w="9525" cap="flat" cmpd="sng" algn="ctr">
                      <a:solidFill>
                        <a:srgbClr val="D5D5F6"/>
                      </a:solidFill>
                      <a:prstDash val="solid"/>
                    </a:lnR>
                    <a:lnT w="9525" cap="flat" cmpd="sng" algn="ctr">
                      <a:solidFill>
                        <a:srgbClr val="D5D5F6"/>
                      </a:solidFill>
                      <a:prstDash val="solid"/>
                    </a:lnT>
                    <a:lnB w="9525" cap="flat" cmpd="sng" algn="ctr">
                      <a:solidFill>
                        <a:srgbClr val="D5D5F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D5F6"/>
                      </a:solidFill>
                      <a:prstDash val="solid"/>
                    </a:lnL>
                    <a:lnR w="9525" cap="flat" cmpd="sng" algn="ctr">
                      <a:solidFill>
                        <a:srgbClr val="D5D5F6"/>
                      </a:solidFill>
                      <a:prstDash val="solid"/>
                    </a:lnR>
                    <a:lnT w="9525" cap="flat" cmpd="sng" algn="ctr">
                      <a:solidFill>
                        <a:srgbClr val="D5D5F6"/>
                      </a:solidFill>
                      <a:prstDash val="solid"/>
                    </a:lnT>
                    <a:lnB w="9525" cap="flat" cmpd="sng" algn="ctr">
                      <a:solidFill>
                        <a:srgbClr val="D5D5F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D5F6"/>
                      </a:solidFill>
                      <a:prstDash val="solid"/>
                    </a:lnL>
                    <a:lnR w="9525" cap="flat" cmpd="sng" algn="ctr">
                      <a:solidFill>
                        <a:srgbClr val="D5D5F6"/>
                      </a:solidFill>
                      <a:prstDash val="solid"/>
                    </a:lnR>
                    <a:lnT w="9525" cap="flat" cmpd="sng" algn="ctr">
                      <a:solidFill>
                        <a:srgbClr val="D5D5F6"/>
                      </a:solidFill>
                      <a:prstDash val="solid"/>
                    </a:lnT>
                    <a:lnB w="9525" cap="flat" cmpd="sng" algn="ctr">
                      <a:solidFill>
                        <a:srgbClr val="D5D5F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272749"/>
                          </a:solidFill>
                        </a:rPr>
                        <a:t>4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D5F6"/>
                      </a:solidFill>
                      <a:prstDash val="solid"/>
                    </a:lnL>
                    <a:lnR w="9525" cap="flat" cmpd="sng" algn="ctr">
                      <a:solidFill>
                        <a:srgbClr val="D5D5F6"/>
                      </a:solidFill>
                      <a:prstDash val="solid"/>
                    </a:lnR>
                    <a:lnT w="9525" cap="flat" cmpd="sng" algn="ctr">
                      <a:solidFill>
                        <a:srgbClr val="D5D5F6"/>
                      </a:solidFill>
                      <a:prstDash val="solid"/>
                    </a:lnT>
                    <a:lnB w="9525" cap="flat" cmpd="sng" algn="ctr">
                      <a:solidFill>
                        <a:srgbClr val="D5D5F6"/>
                      </a:solidFill>
                      <a:prstDash val="solid"/>
                    </a:lnB>
                    <a:solidFill>
                      <a:srgbClr val="D5D5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>내용 입력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D5F6"/>
                      </a:solidFill>
                      <a:prstDash val="solid"/>
                    </a:lnL>
                    <a:lnR w="9525" cap="flat" cmpd="sng" algn="ctr">
                      <a:solidFill>
                        <a:srgbClr val="D5D5F6"/>
                      </a:solidFill>
                      <a:prstDash val="solid"/>
                    </a:lnR>
                    <a:lnT w="9525" cap="flat" cmpd="sng" algn="ctr">
                      <a:solidFill>
                        <a:srgbClr val="D5D5F6"/>
                      </a:solidFill>
                      <a:prstDash val="solid"/>
                    </a:lnT>
                    <a:lnB w="9525" cap="flat" cmpd="sng" algn="ctr">
                      <a:solidFill>
                        <a:srgbClr val="D5D5F6"/>
                      </a:solidFill>
                      <a:prstDash val="solid"/>
                    </a:lnB>
                    <a:solidFill>
                      <a:srgbClr val="ECEC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D5F6"/>
                      </a:solidFill>
                      <a:prstDash val="solid"/>
                    </a:lnL>
                    <a:lnR w="9525" cap="flat" cmpd="sng" algn="ctr">
                      <a:solidFill>
                        <a:srgbClr val="D5D5F6"/>
                      </a:solidFill>
                      <a:prstDash val="solid"/>
                    </a:lnR>
                    <a:lnT w="9525" cap="flat" cmpd="sng" algn="ctr">
                      <a:solidFill>
                        <a:srgbClr val="D5D5F6"/>
                      </a:solidFill>
                      <a:prstDash val="solid"/>
                    </a:lnT>
                    <a:lnB w="9525" cap="flat" cmpd="sng" algn="ctr">
                      <a:solidFill>
                        <a:srgbClr val="D5D5F6"/>
                      </a:solidFill>
                      <a:prstDash val="solid"/>
                    </a:lnB>
                    <a:solidFill>
                      <a:srgbClr val="ECEC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D5F6"/>
                      </a:solidFill>
                      <a:prstDash val="solid"/>
                    </a:lnL>
                    <a:lnR w="9525" cap="flat" cmpd="sng" algn="ctr">
                      <a:solidFill>
                        <a:srgbClr val="D5D5F6"/>
                      </a:solidFill>
                      <a:prstDash val="solid"/>
                    </a:lnR>
                    <a:lnT w="9525" cap="flat" cmpd="sng" algn="ctr">
                      <a:solidFill>
                        <a:srgbClr val="D5D5F6"/>
                      </a:solidFill>
                      <a:prstDash val="solid"/>
                    </a:lnT>
                    <a:lnB w="9525" cap="flat" cmpd="sng" algn="ctr">
                      <a:solidFill>
                        <a:srgbClr val="D5D5F6"/>
                      </a:solidFill>
                      <a:prstDash val="solid"/>
                    </a:lnB>
                    <a:solidFill>
                      <a:srgbClr val="ECECFB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272749"/>
                          </a:solidFill>
                        </a:rPr>
                        <a:t>5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D5F6"/>
                      </a:solidFill>
                      <a:prstDash val="solid"/>
                    </a:lnL>
                    <a:lnR w="9525" cap="flat" cmpd="sng" algn="ctr">
                      <a:solidFill>
                        <a:srgbClr val="D5D5F6"/>
                      </a:solidFill>
                      <a:prstDash val="solid"/>
                    </a:lnR>
                    <a:lnT w="9525" cap="flat" cmpd="sng" algn="ctr">
                      <a:solidFill>
                        <a:srgbClr val="D5D5F6"/>
                      </a:solidFill>
                      <a:prstDash val="solid"/>
                    </a:lnT>
                    <a:lnB w="9525" cap="flat" cmpd="sng" algn="ctr">
                      <a:solidFill>
                        <a:srgbClr val="D5D5F6"/>
                      </a:solidFill>
                      <a:prstDash val="solid"/>
                    </a:lnB>
                    <a:solidFill>
                      <a:srgbClr val="D5D5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>내용 입력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D5F6"/>
                      </a:solidFill>
                      <a:prstDash val="solid"/>
                    </a:lnL>
                    <a:lnR w="9525" cap="flat" cmpd="sng" algn="ctr">
                      <a:solidFill>
                        <a:srgbClr val="D5D5F6"/>
                      </a:solidFill>
                      <a:prstDash val="solid"/>
                    </a:lnR>
                    <a:lnT w="9525" cap="flat" cmpd="sng" algn="ctr">
                      <a:solidFill>
                        <a:srgbClr val="D5D5F6"/>
                      </a:solidFill>
                      <a:prstDash val="solid"/>
                    </a:lnT>
                    <a:lnB w="9525" cap="flat" cmpd="sng" algn="ctr">
                      <a:solidFill>
                        <a:srgbClr val="D5D5F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D5F6"/>
                      </a:solidFill>
                      <a:prstDash val="solid"/>
                    </a:lnL>
                    <a:lnR w="9525" cap="flat" cmpd="sng" algn="ctr">
                      <a:solidFill>
                        <a:srgbClr val="D5D5F6"/>
                      </a:solidFill>
                      <a:prstDash val="solid"/>
                    </a:lnR>
                    <a:lnT w="9525" cap="flat" cmpd="sng" algn="ctr">
                      <a:solidFill>
                        <a:srgbClr val="D5D5F6"/>
                      </a:solidFill>
                      <a:prstDash val="solid"/>
                    </a:lnT>
                    <a:lnB w="9525" cap="flat" cmpd="sng" algn="ctr">
                      <a:solidFill>
                        <a:srgbClr val="D5D5F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D5F6"/>
                      </a:solidFill>
                      <a:prstDash val="solid"/>
                    </a:lnL>
                    <a:lnR w="9525" cap="flat" cmpd="sng" algn="ctr">
                      <a:solidFill>
                        <a:srgbClr val="D5D5F6"/>
                      </a:solidFill>
                      <a:prstDash val="solid"/>
                    </a:lnR>
                    <a:lnT w="9525" cap="flat" cmpd="sng" algn="ctr">
                      <a:solidFill>
                        <a:srgbClr val="D5D5F6"/>
                      </a:solidFill>
                      <a:prstDash val="solid"/>
                    </a:lnT>
                    <a:lnB w="9525" cap="flat" cmpd="sng" algn="ctr">
                      <a:solidFill>
                        <a:srgbClr val="D5D5F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5D5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-1463040" y="3749039"/>
            <a:ext cx="5486400" cy="54864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9997190" y="1371600"/>
            <a:ext cx="457200" cy="457200"/>
          </a:xfrm>
          <a:prstGeom prst="ellipse">
            <a:avLst/>
          </a:prstGeom>
          <a:solidFill>
            <a:srgbClr val="ADADE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0972525" y="2468879"/>
            <a:ext cx="182880" cy="1828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라벨"/>
          <p:cNvSpPr txBox="1"/>
          <p:nvPr/>
        </p:nvSpPr>
        <p:spPr>
          <a:xfrm>
            <a:off x="822960" y="1600200"/>
            <a:ext cx="5608179" cy="274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00" b="1" i="0" spc="250">
                <a:solidFill>
                  <a:srgbClr val="26231F"/>
                </a:solidFill>
              </a:rPr>
              <a:t>PRESENTATION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2057400"/>
            <a:ext cx="5608179" cy="118872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26231F"/>
                </a:solidFill>
              </a:rPr>
              <a:t>감사합니다</a:t>
            </a:r>
          </a:p>
        </p:txBody>
      </p:sp>
      <p:sp>
        <p:nvSpPr>
          <p:cNvPr id="7" name="한 줄 문구"/>
          <p:cNvSpPr txBox="1"/>
          <p:nvPr/>
        </p:nvSpPr>
        <p:spPr>
          <a:xfrm>
            <a:off x="822960" y="3337560"/>
            <a:ext cx="5608179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6231F"/>
                </a:solidFill>
              </a:rPr>
              <a:t>끝까지 들어 주셔서 고맙습니다</a:t>
            </a:r>
          </a:p>
        </p:txBody>
      </p:sp>
      <p:sp>
        <p:nvSpPr>
          <p:cNvPr id="8" name="안내 문구"/>
          <p:cNvSpPr txBox="1"/>
          <p:nvPr/>
        </p:nvSpPr>
        <p:spPr>
          <a:xfrm>
            <a:off x="822960" y="4206240"/>
            <a:ext cx="5608179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26231F"/>
                </a:solidFill>
              </a:rPr>
              <a:t>문의 · 연락처를 입력하세요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모임·동호회 소개 발표 템플릿">
  <a:themeElements>
    <a:clrScheme name="Office">
      <a:dk1>
        <a:sysClr val="windowText" lastClr="000000"/>
      </a:dk1>
      <a:lt1>
        <a:sysClr val="window" lastClr="FFFFFF"/>
      </a:lt1>
      <a:dk2>
        <a:srgbClr val="272749"/>
      </a:dk2>
      <a:lt2>
        <a:srgbClr val="ECECFB"/>
      </a:lt2>
      <a:accent1>
        <a:srgbClr val="9898E1"/>
      </a:accent1>
      <a:accent2>
        <a:srgbClr val="CFB8EA"/>
      </a:accent2>
      <a:accent3>
        <a:srgbClr val="272749"/>
      </a:accent3>
      <a:accent4>
        <a:srgbClr val="D5D5F6"/>
      </a:accent4>
      <a:accent5>
        <a:srgbClr val="B4A8E6"/>
      </a:accent5>
      <a:accent6>
        <a:srgbClr val="7D7D92"/>
      </a:accent6>
      <a:hlink>
        <a:srgbClr val="9898E1"/>
      </a:hlink>
      <a:folHlink>
        <a:srgbClr val="272749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모임·동호회 소개 발표 템플릿</dc:title>
  <dc:subject/>
  <dc:creator>반딧불이의 곳간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