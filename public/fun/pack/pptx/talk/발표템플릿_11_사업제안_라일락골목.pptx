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E226D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세 장으로 줄인 제안서입니다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E226D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5875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E226D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8F3FC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8D4F7"/>
          </a:solidFill>
          <a:ln w="12700">
            <a:solidFill>
              <a:srgbClr val="E8D4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E226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651C8"/>
                      </a:solidFill>
                      <a:prstDash val="solid"/>
                    </a:lnL>
                    <a:lnR w="9525" cap="flat" cmpd="sng" algn="ctr">
                      <a:solidFill>
                        <a:srgbClr val="9651C8"/>
                      </a:solidFill>
                      <a:prstDash val="solid"/>
                    </a:lnR>
                    <a:lnT w="9525" cap="flat" cmpd="sng" algn="ctr">
                      <a:solidFill>
                        <a:srgbClr val="9651C8"/>
                      </a:solidFill>
                      <a:prstDash val="solid"/>
                    </a:lnT>
                    <a:lnB w="9525" cap="flat" cmpd="sng" algn="ctr">
                      <a:solidFill>
                        <a:srgbClr val="9651C8"/>
                      </a:solidFill>
                      <a:prstDash val="solid"/>
                    </a:lnB>
                    <a:solidFill>
                      <a:srgbClr val="9651C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8F3F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E226D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E8D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8D4F7"/>
                      </a:solidFill>
                      <a:prstDash val="solid"/>
                    </a:lnL>
                    <a:lnR w="9525" cap="flat" cmpd="sng" algn="ctr">
                      <a:solidFill>
                        <a:srgbClr val="E8D4F7"/>
                      </a:solidFill>
                      <a:prstDash val="solid"/>
                    </a:lnR>
                    <a:lnT w="9525" cap="flat" cmpd="sng" algn="ctr">
                      <a:solidFill>
                        <a:srgbClr val="E8D4F7"/>
                      </a:solidFill>
                      <a:prstDash val="solid"/>
                    </a:lnT>
                    <a:lnB w="9525" cap="flat" cmpd="sng" algn="ctr">
                      <a:solidFill>
                        <a:srgbClr val="E8D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E226D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E226D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4E226D"/>
      </a:dk2>
      <a:lt2>
        <a:srgbClr val="F8F3FC"/>
      </a:lt2>
      <a:accent1>
        <a:srgbClr val="9651C8"/>
      </a:accent1>
      <a:accent2>
        <a:srgbClr val="339941"/>
      </a:accent2>
      <a:accent3>
        <a:srgbClr val="4E226D"/>
      </a:accent3>
      <a:accent4>
        <a:srgbClr val="E8D4F7"/>
      </a:accent4>
      <a:accent5>
        <a:srgbClr val="647584"/>
      </a:accent5>
      <a:accent6>
        <a:srgbClr val="957AA7"/>
      </a:accent6>
      <a:hlink>
        <a:srgbClr val="9651C8"/>
      </a:hlink>
      <a:folHlink>
        <a:srgbClr val="4E22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