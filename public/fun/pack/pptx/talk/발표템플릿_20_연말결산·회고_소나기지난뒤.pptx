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3535C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3535C"/>
                </a:solidFill>
              </a:rPr>
              <a:t>한 해 동안 배운 것을 정리했습니다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연말 결산·회고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올해의 한 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잘한 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아쉬운 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내년의 다짐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23535C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잘한 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배운 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5875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3535C"/>
                </a:solidFill>
              </a:rPr>
              <a:t>다음 목표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F8F9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1EBF0"/>
          </a:solidFill>
          <a:ln w="127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353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올해 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3535C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F95A6"/>
                      </a:solidFill>
                      <a:prstDash val="solid"/>
                    </a:lnL>
                    <a:lnR w="9525" cap="flat" cmpd="sng" algn="ctr">
                      <a:solidFill>
                        <a:srgbClr val="3F95A6"/>
                      </a:solidFill>
                      <a:prstDash val="solid"/>
                    </a:lnR>
                    <a:lnT w="9525" cap="flat" cmpd="sng" algn="ctr">
                      <a:solidFill>
                        <a:srgbClr val="3F95A6"/>
                      </a:solidFill>
                      <a:prstDash val="solid"/>
                    </a:lnT>
                    <a:lnB w="9525" cap="flat" cmpd="sng" algn="ctr">
                      <a:solidFill>
                        <a:srgbClr val="3F95A6"/>
                      </a:solidFill>
                      <a:prstDash val="solid"/>
                    </a:lnB>
                    <a:solidFill>
                      <a:srgbClr val="3F95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한 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F95A6"/>
                      </a:solidFill>
                      <a:prstDash val="solid"/>
                    </a:lnL>
                    <a:lnR w="9525" cap="flat" cmpd="sng" algn="ctr">
                      <a:solidFill>
                        <a:srgbClr val="3F95A6"/>
                      </a:solidFill>
                      <a:prstDash val="solid"/>
                    </a:lnR>
                    <a:lnT w="9525" cap="flat" cmpd="sng" algn="ctr">
                      <a:solidFill>
                        <a:srgbClr val="3F95A6"/>
                      </a:solidFill>
                      <a:prstDash val="solid"/>
                    </a:lnT>
                    <a:lnB w="9525" cap="flat" cmpd="sng" algn="ctr">
                      <a:solidFill>
                        <a:srgbClr val="3F95A6"/>
                      </a:solidFill>
                      <a:prstDash val="solid"/>
                    </a:lnB>
                    <a:solidFill>
                      <a:srgbClr val="3F95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배운 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F95A6"/>
                      </a:solidFill>
                      <a:prstDash val="solid"/>
                    </a:lnL>
                    <a:lnR w="9525" cap="flat" cmpd="sng" algn="ctr">
                      <a:solidFill>
                        <a:srgbClr val="3F95A6"/>
                      </a:solidFill>
                      <a:prstDash val="solid"/>
                    </a:lnR>
                    <a:lnT w="9525" cap="flat" cmpd="sng" algn="ctr">
                      <a:solidFill>
                        <a:srgbClr val="3F95A6"/>
                      </a:solidFill>
                      <a:prstDash val="solid"/>
                    </a:lnT>
                    <a:lnB w="9525" cap="flat" cmpd="sng" algn="ctr">
                      <a:solidFill>
                        <a:srgbClr val="3F95A6"/>
                      </a:solidFill>
                      <a:prstDash val="solid"/>
                    </a:lnB>
                    <a:solidFill>
                      <a:srgbClr val="3F95A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3F95A6"/>
                      </a:solidFill>
                      <a:prstDash val="solid"/>
                    </a:lnL>
                    <a:lnR w="9525" cap="flat" cmpd="sng" algn="ctr">
                      <a:solidFill>
                        <a:srgbClr val="3F95A6"/>
                      </a:solidFill>
                      <a:prstDash val="solid"/>
                    </a:lnR>
                    <a:lnT w="9525" cap="flat" cmpd="sng" algn="ctr">
                      <a:solidFill>
                        <a:srgbClr val="3F95A6"/>
                      </a:solidFill>
                      <a:prstDash val="solid"/>
                    </a:lnT>
                    <a:lnB w="9525" cap="flat" cmpd="sng" algn="ctr">
                      <a:solidFill>
                        <a:srgbClr val="3F95A6"/>
                      </a:solidFill>
                      <a:prstDash val="solid"/>
                    </a:lnB>
                    <a:solidFill>
                      <a:srgbClr val="3F95A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3535C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D1EB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3535C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D1EB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3535C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D1EB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3535C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D1EB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0F8F9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23535C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D1EB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EBF0"/>
                      </a:solidFill>
                      <a:prstDash val="solid"/>
                    </a:lnL>
                    <a:lnR w="9525" cap="flat" cmpd="sng" algn="ctr">
                      <a:solidFill>
                        <a:srgbClr val="D1EBF0"/>
                      </a:solidFill>
                      <a:prstDash val="solid"/>
                    </a:lnR>
                    <a:lnT w="9525" cap="flat" cmpd="sng" algn="ctr">
                      <a:solidFill>
                        <a:srgbClr val="D1EBF0"/>
                      </a:solidFill>
                      <a:prstDash val="solid"/>
                    </a:lnT>
                    <a:lnB w="9525" cap="flat" cmpd="sng" algn="ctr">
                      <a:solidFill>
                        <a:srgbClr val="D1EBF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3535C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3535C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연말 결산·회고 발표 템플릿">
  <a:themeElements>
    <a:clrScheme name="Office">
      <a:dk1>
        <a:sysClr val="windowText" lastClr="000000"/>
      </a:dk1>
      <a:lt1>
        <a:sysClr val="window" lastClr="FFFFFF"/>
      </a:lt1>
      <a:dk2>
        <a:srgbClr val="23535C"/>
      </a:dk2>
      <a:lt2>
        <a:srgbClr val="F0F8F9"/>
      </a:lt2>
      <a:accent1>
        <a:srgbClr val="3F95A6"/>
      </a:accent1>
      <a:accent2>
        <a:srgbClr val="913B58"/>
      </a:accent2>
      <a:accent3>
        <a:srgbClr val="23535C"/>
      </a:accent3>
      <a:accent4>
        <a:srgbClr val="D1EBF0"/>
      </a:accent4>
      <a:accent5>
        <a:srgbClr val="68687F"/>
      </a:accent5>
      <a:accent6>
        <a:srgbClr val="7B989D"/>
      </a:accent6>
      <a:hlink>
        <a:srgbClr val="3F95A6"/>
      </a:hlink>
      <a:folHlink>
        <a:srgbClr val="23535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