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25F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25F"/>
                </a:solidFill>
              </a:rPr>
              <a:t>한 해 동안 배운 것을 정리했습니다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25F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2700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올해의 한 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2700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잘한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2700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아쉬운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2700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내년의 다짐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25F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1525F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587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잘한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587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배운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5875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26A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25F"/>
                </a:solidFill>
              </a:rPr>
              <a:t>다음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25F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EEFAFC"/>
          </a:solidFill>
          <a:ln w="12700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1F3FA"/>
          </a:solidFill>
          <a:ln w="12700">
            <a:solidFill>
              <a:srgbClr val="D1F3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152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26A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25F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AAC5"/>
                      </a:solidFill>
                      <a:prstDash val="solid"/>
                    </a:lnL>
                    <a:lnR w="9525" cap="flat" cmpd="sng" algn="ctr">
                      <a:solidFill>
                        <a:srgbClr val="26AAC5"/>
                      </a:solidFill>
                      <a:prstDash val="solid"/>
                    </a:lnR>
                    <a:lnT w="9525" cap="flat" cmpd="sng" algn="ctr">
                      <a:solidFill>
                        <a:srgbClr val="26AAC5"/>
                      </a:solidFill>
                      <a:prstDash val="solid"/>
                    </a:lnT>
                    <a:lnB w="9525" cap="flat" cmpd="sng" algn="ctr">
                      <a:solidFill>
                        <a:srgbClr val="26AAC5"/>
                      </a:solidFill>
                      <a:prstDash val="solid"/>
                    </a:lnB>
                    <a:solidFill>
                      <a:srgbClr val="26AA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AAC5"/>
                      </a:solidFill>
                      <a:prstDash val="solid"/>
                    </a:lnL>
                    <a:lnR w="9525" cap="flat" cmpd="sng" algn="ctr">
                      <a:solidFill>
                        <a:srgbClr val="26AAC5"/>
                      </a:solidFill>
                      <a:prstDash val="solid"/>
                    </a:lnR>
                    <a:lnT w="9525" cap="flat" cmpd="sng" algn="ctr">
                      <a:solidFill>
                        <a:srgbClr val="26AAC5"/>
                      </a:solidFill>
                      <a:prstDash val="solid"/>
                    </a:lnT>
                    <a:lnB w="9525" cap="flat" cmpd="sng" algn="ctr">
                      <a:solidFill>
                        <a:srgbClr val="26AAC5"/>
                      </a:solidFill>
                      <a:prstDash val="solid"/>
                    </a:lnB>
                    <a:solidFill>
                      <a:srgbClr val="26AA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AAC5"/>
                      </a:solidFill>
                      <a:prstDash val="solid"/>
                    </a:lnL>
                    <a:lnR w="9525" cap="flat" cmpd="sng" algn="ctr">
                      <a:solidFill>
                        <a:srgbClr val="26AAC5"/>
                      </a:solidFill>
                      <a:prstDash val="solid"/>
                    </a:lnR>
                    <a:lnT w="9525" cap="flat" cmpd="sng" algn="ctr">
                      <a:solidFill>
                        <a:srgbClr val="26AAC5"/>
                      </a:solidFill>
                      <a:prstDash val="solid"/>
                    </a:lnT>
                    <a:lnB w="9525" cap="flat" cmpd="sng" algn="ctr">
                      <a:solidFill>
                        <a:srgbClr val="26AAC5"/>
                      </a:solidFill>
                      <a:prstDash val="solid"/>
                    </a:lnB>
                    <a:solidFill>
                      <a:srgbClr val="26AA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AAC5"/>
                      </a:solidFill>
                      <a:prstDash val="solid"/>
                    </a:lnL>
                    <a:lnR w="9525" cap="flat" cmpd="sng" algn="ctr">
                      <a:solidFill>
                        <a:srgbClr val="26AAC5"/>
                      </a:solidFill>
                      <a:prstDash val="solid"/>
                    </a:lnR>
                    <a:lnT w="9525" cap="flat" cmpd="sng" algn="ctr">
                      <a:solidFill>
                        <a:srgbClr val="26AAC5"/>
                      </a:solidFill>
                      <a:prstDash val="solid"/>
                    </a:lnT>
                    <a:lnB w="9525" cap="flat" cmpd="sng" algn="ctr">
                      <a:solidFill>
                        <a:srgbClr val="26AAC5"/>
                      </a:solidFill>
                      <a:prstDash val="solid"/>
                    </a:lnB>
                    <a:solidFill>
                      <a:srgbClr val="26AAC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25F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25F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E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25F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25F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E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E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25F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25F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25F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11525F"/>
      </a:dk2>
      <a:lt2>
        <a:srgbClr val="EEFAFC"/>
      </a:lt2>
      <a:accent1>
        <a:srgbClr val="26AAC5"/>
      </a:accent1>
      <a:accent2>
        <a:srgbClr val="209DB6"/>
      </a:accent2>
      <a:accent3>
        <a:srgbClr val="11525F"/>
      </a:accent3>
      <a:accent4>
        <a:srgbClr val="D1F3FA"/>
      </a:accent4>
      <a:accent5>
        <a:srgbClr val="23A4BE"/>
      </a:accent5>
      <a:accent6>
        <a:srgbClr val="70979F"/>
      </a:accent6>
      <a:hlink>
        <a:srgbClr val="26AAC5"/>
      </a:hlink>
      <a:folHlink>
        <a:srgbClr val="1152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