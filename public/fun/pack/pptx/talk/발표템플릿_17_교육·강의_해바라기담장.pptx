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684367" y="1097280"/>
            <a:ext cx="822960" cy="822960"/>
          </a:xfrm>
          <a:prstGeom prst="ellipse">
            <a:avLst/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547207" y="4663440"/>
            <a:ext cx="1097280" cy="18288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1828754" y="1874520"/>
            <a:ext cx="8534186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54" y="2331720"/>
            <a:ext cx="8534186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1828754" y="361188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받아 적지 않아도 되게 자료를 드립니다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1828754" y="448056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교육·강의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167567" y="667512"/>
            <a:ext cx="310896" cy="310896"/>
          </a:xfrm>
          <a:prstGeom prst="teardrop">
            <a:avLst/>
          </a:prstGeom>
          <a:solidFill>
            <a:srgbClr val="F3E1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AD0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noFill/>
          <a:ln w="19050">
            <a:solidFill>
              <a:srgbClr val="EAD07B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12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127"/>
                </a:solidFill>
              </a:rPr>
              <a:t>오늘의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AD0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noFill/>
          <a:ln w="19050">
            <a:solidFill>
              <a:srgbClr val="EAD07B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127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127"/>
                </a:solidFill>
              </a:rPr>
              <a:t>핵심 개념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AD0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noFill/>
          <a:ln w="19050">
            <a:solidFill>
              <a:srgbClr val="EAD07B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12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127"/>
                </a:solidFill>
              </a:rPr>
              <a:t>실습과 예시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8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AD0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noFill/>
          <a:ln w="19050">
            <a:solidFill>
              <a:srgbClr val="EAD07B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127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127"/>
                </a:solidFill>
              </a:rPr>
              <a:t>정리와 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167567" y="667512"/>
            <a:ext cx="310896" cy="310896"/>
          </a:xfrm>
          <a:prstGeom prst="teardrop">
            <a:avLst/>
          </a:prstGeom>
          <a:solidFill>
            <a:srgbClr val="F3E1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4127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AD0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noFill/>
          <a:ln w="19050">
            <a:solidFill>
              <a:srgbClr val="EAD07B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12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127"/>
                </a:solidFill>
              </a:rPr>
              <a:t>알아야 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AD0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noFill/>
          <a:ln w="19050">
            <a:solidFill>
              <a:srgbClr val="EAD07B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127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127"/>
                </a:solidFill>
              </a:rPr>
              <a:t>해 볼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AD0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noFill/>
          <a:ln w="19050">
            <a:solidFill>
              <a:srgbClr val="EAD07B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4127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4127"/>
                </a:solidFill>
              </a:rPr>
              <a:t>기억할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167567" y="667512"/>
            <a:ext cx="310896" cy="310896"/>
          </a:xfrm>
          <a:prstGeom prst="teardrop">
            <a:avLst/>
          </a:prstGeom>
          <a:solidFill>
            <a:srgbClr val="F3E1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AD0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알기 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AD0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41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167567" y="667512"/>
            <a:ext cx="310896" cy="310896"/>
          </a:xfrm>
          <a:prstGeom prst="teardrop">
            <a:avLst/>
          </a:prstGeom>
          <a:solidFill>
            <a:srgbClr val="F3E1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AD07B"/>
                      </a:solidFill>
                      <a:prstDash val="solid"/>
                    </a:lnL>
                    <a:lnR w="9525" cap="flat" cmpd="sng" algn="ctr">
                      <a:solidFill>
                        <a:srgbClr val="EAD07B"/>
                      </a:solidFill>
                      <a:prstDash val="solid"/>
                    </a:lnR>
                    <a:lnT w="9525" cap="flat" cmpd="sng" algn="ctr">
                      <a:solidFill>
                        <a:srgbClr val="EAD07B"/>
                      </a:solidFill>
                      <a:prstDash val="solid"/>
                    </a:lnT>
                    <a:lnB w="9525" cap="flat" cmpd="sng" algn="ctr">
                      <a:solidFill>
                        <a:srgbClr val="EAD07B"/>
                      </a:solidFill>
                      <a:prstDash val="solid"/>
                    </a:lnB>
                    <a:solidFill>
                      <a:srgbClr val="EAD07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127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127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127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127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DF8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4127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F1D1"/>
                      </a:solidFill>
                      <a:prstDash val="solid"/>
                    </a:lnL>
                    <a:lnR w="9525" cap="flat" cmpd="sng" algn="ctr">
                      <a:solidFill>
                        <a:srgbClr val="FAF1D1"/>
                      </a:solidFill>
                      <a:prstDash val="solid"/>
                    </a:lnR>
                    <a:lnT w="9525" cap="flat" cmpd="sng" algn="ctr">
                      <a:solidFill>
                        <a:srgbClr val="FAF1D1"/>
                      </a:solidFill>
                      <a:prstDash val="solid"/>
                    </a:lnT>
                    <a:lnB w="9525" cap="flat" cmpd="sng" algn="ctr">
                      <a:solidFill>
                        <a:srgbClr val="FAF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684367" y="1097280"/>
            <a:ext cx="822960" cy="822960"/>
          </a:xfrm>
          <a:prstGeom prst="ellipse">
            <a:avLst/>
          </a:prstGeom>
          <a:solidFill>
            <a:srgbClr val="EAD0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547207" y="4663440"/>
            <a:ext cx="1097280" cy="18288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1828754" y="1874520"/>
            <a:ext cx="8534186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54" y="2331720"/>
            <a:ext cx="8534186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1828754" y="361188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1828754" y="448056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494127"/>
      </a:dk2>
      <a:lt2>
        <a:srgbClr val="FDF8EA"/>
      </a:lt2>
      <a:accent1>
        <a:srgbClr val="EAD07B"/>
      </a:accent1>
      <a:accent2>
        <a:srgbClr val="DCEF9F"/>
      </a:accent2>
      <a:accent3>
        <a:srgbClr val="494127"/>
      </a:accent3>
      <a:accent4>
        <a:srgbClr val="FAF1D1"/>
      </a:accent4>
      <a:accent5>
        <a:srgbClr val="E3E08D"/>
      </a:accent5>
      <a:accent6>
        <a:srgbClr val="928D7D"/>
      </a:accent6>
      <a:hlink>
        <a:srgbClr val="EAD07B"/>
      </a:hlink>
      <a:folHlink>
        <a:srgbClr val="4941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