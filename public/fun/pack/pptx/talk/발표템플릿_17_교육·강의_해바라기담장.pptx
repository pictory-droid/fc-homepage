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25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25"/>
                </a:solidFill>
              </a:rPr>
              <a:t>받아 적지 않아도 되게 자료를 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C5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25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2700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25"/>
                </a:solidFill>
              </a:rPr>
              <a:t>오늘의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65176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2700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288036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25"/>
                </a:solidFill>
              </a:rPr>
              <a:t>핵심 개념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9747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70332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2700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393192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25"/>
                </a:solidFill>
              </a:rPr>
              <a:t>실습과 예시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4903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731520" y="4754879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2700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4400" y="4983479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25"/>
                </a:solidFill>
              </a:rPr>
              <a:t>정리와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80059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C5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25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731520" y="1600200"/>
            <a:ext cx="1072865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15F25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731520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5875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914400" y="324612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25"/>
                </a:solidFill>
              </a:rPr>
              <a:t>알아야 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83938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5875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66818" y="324612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25"/>
                </a:solidFill>
              </a:rPr>
              <a:t>해 볼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098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36356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5875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19236" y="3246120"/>
            <a:ext cx="457200" cy="457200"/>
          </a:xfrm>
          <a:prstGeom prst="ellipse">
            <a:avLst/>
          </a:prstGeom>
          <a:solidFill>
            <a:srgbClr val="26C5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25"/>
                </a:solidFill>
              </a:rPr>
              <a:t>기억할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3516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C5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25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731520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EEFCF1"/>
          </a:solidFill>
          <a:ln w="12700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31520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26C5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알기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D1FADC"/>
          </a:solidFill>
          <a:ln w="12700">
            <a:solidFill>
              <a:srgbClr val="D1F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115F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C5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25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4E"/>
                      </a:solidFill>
                      <a:prstDash val="solid"/>
                    </a:lnL>
                    <a:lnR w="9525" cap="flat" cmpd="sng" algn="ctr">
                      <a:solidFill>
                        <a:srgbClr val="26C54E"/>
                      </a:solidFill>
                      <a:prstDash val="solid"/>
                    </a:lnR>
                    <a:lnT w="9525" cap="flat" cmpd="sng" algn="ctr">
                      <a:solidFill>
                        <a:srgbClr val="26C54E"/>
                      </a:solidFill>
                      <a:prstDash val="solid"/>
                    </a:lnT>
                    <a:lnB w="9525" cap="flat" cmpd="sng" algn="ctr">
                      <a:solidFill>
                        <a:srgbClr val="26C54E"/>
                      </a:solidFill>
                      <a:prstDash val="solid"/>
                    </a:lnB>
                    <a:solidFill>
                      <a:srgbClr val="26C54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25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25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25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25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EEFC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25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D1F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C"/>
                      </a:solidFill>
                      <a:prstDash val="solid"/>
                    </a:lnL>
                    <a:lnR w="9525" cap="flat" cmpd="sng" algn="ctr">
                      <a:solidFill>
                        <a:srgbClr val="D1FADC"/>
                      </a:solidFill>
                      <a:prstDash val="solid"/>
                    </a:lnR>
                    <a:lnT w="9525" cap="flat" cmpd="sng" algn="ctr">
                      <a:solidFill>
                        <a:srgbClr val="D1FADC"/>
                      </a:solidFill>
                      <a:prstDash val="solid"/>
                    </a:lnT>
                    <a:lnB w="9525" cap="flat" cmpd="sng" algn="ctr">
                      <a:solidFill>
                        <a:srgbClr val="D1FA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25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25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115F25"/>
      </a:dk2>
      <a:lt2>
        <a:srgbClr val="EEFCF1"/>
      </a:lt2>
      <a:accent1>
        <a:srgbClr val="26C54E"/>
      </a:accent1>
      <a:accent2>
        <a:srgbClr val="209DB6"/>
      </a:accent2>
      <a:accent3>
        <a:srgbClr val="115F25"/>
      </a:accent3>
      <a:accent4>
        <a:srgbClr val="D1FADC"/>
      </a:accent4>
      <a:accent5>
        <a:srgbClr val="23B182"/>
      </a:accent5>
      <a:accent6>
        <a:srgbClr val="709F7C"/>
      </a:accent6>
      <a:hlink>
        <a:srgbClr val="26C54E"/>
      </a:hlink>
      <a:folHlink>
        <a:srgbClr val="115F2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