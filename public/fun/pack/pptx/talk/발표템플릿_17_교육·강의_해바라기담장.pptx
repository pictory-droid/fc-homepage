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6E570C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6E570C"/>
                </a:solidFill>
              </a:rPr>
              <a:t>받아 적지 않아도 되게 자료를 드립니다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교육·강의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AA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6E570C"/>
                </a:solidFill>
              </a:rPr>
              <a:t>목차</a:t>
            </a:r>
          </a:p>
        </p:txBody>
      </p:sp>
      <p:sp>
        <p:nvSpPr>
          <p:cNvPr id="4" name="줄 1"/>
          <p:cNvSpPr/>
          <p:nvPr/>
        </p:nvSpPr>
        <p:spPr>
          <a:xfrm>
            <a:off x="731520" y="1600200"/>
            <a:ext cx="10728655" cy="914400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2700">
            <a:solidFill>
              <a:srgbClr val="FAE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14400" y="1828800"/>
            <a:ext cx="457200" cy="457200"/>
          </a:xfrm>
          <a:prstGeom prst="ellipse">
            <a:avLst/>
          </a:prstGeom>
          <a:solidFill>
            <a:srgbClr val="CAA01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E570C"/>
                </a:solidFill>
              </a:rPr>
              <a:t>오늘의 목표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645920"/>
            <a:ext cx="688817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8" name="줄 2"/>
          <p:cNvSpPr/>
          <p:nvPr/>
        </p:nvSpPr>
        <p:spPr>
          <a:xfrm>
            <a:off x="731520" y="2651760"/>
            <a:ext cx="10728655" cy="914400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2700">
            <a:solidFill>
              <a:srgbClr val="FAE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914400" y="2880360"/>
            <a:ext cx="457200" cy="457200"/>
          </a:xfrm>
          <a:prstGeom prst="ellipse">
            <a:avLst/>
          </a:prstGeom>
          <a:solidFill>
            <a:srgbClr val="CAA01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E570C"/>
                </a:solidFill>
              </a:rPr>
              <a:t>핵심 개념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697479"/>
            <a:ext cx="688817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2" name="줄 3"/>
          <p:cNvSpPr/>
          <p:nvPr/>
        </p:nvSpPr>
        <p:spPr>
          <a:xfrm>
            <a:off x="731520" y="3703320"/>
            <a:ext cx="10728655" cy="914400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2700">
            <a:solidFill>
              <a:srgbClr val="FAE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914400" y="3931920"/>
            <a:ext cx="457200" cy="457200"/>
          </a:xfrm>
          <a:prstGeom prst="ellipse">
            <a:avLst/>
          </a:prstGeom>
          <a:solidFill>
            <a:srgbClr val="CAA01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E570C"/>
                </a:solidFill>
              </a:rPr>
              <a:t>실습과 예시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749039"/>
            <a:ext cx="688817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6" name="줄 4"/>
          <p:cNvSpPr/>
          <p:nvPr/>
        </p:nvSpPr>
        <p:spPr>
          <a:xfrm>
            <a:off x="731520" y="4754879"/>
            <a:ext cx="10728655" cy="914400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2700">
            <a:solidFill>
              <a:srgbClr val="FAE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4"/>
          <p:cNvSpPr/>
          <p:nvPr/>
        </p:nvSpPr>
        <p:spPr>
          <a:xfrm>
            <a:off x="914400" y="4983479"/>
            <a:ext cx="457200" cy="457200"/>
          </a:xfrm>
          <a:prstGeom prst="ellipse">
            <a:avLst/>
          </a:prstGeom>
          <a:solidFill>
            <a:srgbClr val="CAA01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E570C"/>
                </a:solidFill>
              </a:rPr>
              <a:t>정리와 질문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4800599"/>
            <a:ext cx="688817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AA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6E570C"/>
                </a:solidFill>
              </a:rPr>
              <a:t>핵심 메시지</a:t>
            </a:r>
          </a:p>
        </p:txBody>
      </p:sp>
      <p:sp>
        <p:nvSpPr>
          <p:cNvPr id="4" name="핵심 문장"/>
          <p:cNvSpPr txBox="1"/>
          <p:nvPr/>
        </p:nvSpPr>
        <p:spPr>
          <a:xfrm>
            <a:off x="731520" y="1600200"/>
            <a:ext cx="1072865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6E570C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5" name="카드 1"/>
          <p:cNvSpPr/>
          <p:nvPr/>
        </p:nvSpPr>
        <p:spPr>
          <a:xfrm>
            <a:off x="731520" y="3063240"/>
            <a:ext cx="3423818" cy="3017520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5875">
            <a:solidFill>
              <a:srgbClr val="FAE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914400" y="3246120"/>
            <a:ext cx="457200" cy="457200"/>
          </a:xfrm>
          <a:prstGeom prst="ellipse">
            <a:avLst/>
          </a:prstGeom>
          <a:solidFill>
            <a:srgbClr val="CAA01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E570C"/>
                </a:solidFill>
              </a:rPr>
              <a:t>알아야 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526280"/>
            <a:ext cx="314949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83938" y="3063240"/>
            <a:ext cx="3423818" cy="3017520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5875">
            <a:solidFill>
              <a:srgbClr val="FAE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66818" y="3246120"/>
            <a:ext cx="457200" cy="457200"/>
          </a:xfrm>
          <a:prstGeom prst="ellipse">
            <a:avLst/>
          </a:prstGeom>
          <a:solidFill>
            <a:srgbClr val="CAA01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1098" y="384048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E570C"/>
                </a:solidFill>
              </a:rPr>
              <a:t>해 볼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1098" y="4526280"/>
            <a:ext cx="314949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36356" y="3063240"/>
            <a:ext cx="3423818" cy="3017520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5875">
            <a:solidFill>
              <a:srgbClr val="FAE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19236" y="3246120"/>
            <a:ext cx="457200" cy="457200"/>
          </a:xfrm>
          <a:prstGeom prst="ellipse">
            <a:avLst/>
          </a:prstGeom>
          <a:solidFill>
            <a:srgbClr val="CAA01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3516" y="384048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E570C"/>
                </a:solidFill>
              </a:rPr>
              <a:t>기억할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3516" y="4526280"/>
            <a:ext cx="314949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AA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6E570C"/>
                </a:solidFill>
              </a:rPr>
              <a:t>한눈에 비교</a:t>
            </a:r>
          </a:p>
        </p:txBody>
      </p:sp>
      <p:sp>
        <p:nvSpPr>
          <p:cNvPr id="4" name="왼쪽 칸"/>
          <p:cNvSpPr/>
          <p:nvPr/>
        </p:nvSpPr>
        <p:spPr>
          <a:xfrm>
            <a:off x="731520" y="1600200"/>
            <a:ext cx="5181447" cy="4617720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2700">
            <a:solidFill>
              <a:srgbClr val="FAE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칸 제목 바"/>
          <p:cNvSpPr/>
          <p:nvPr/>
        </p:nvSpPr>
        <p:spPr>
          <a:xfrm>
            <a:off x="731520" y="1600200"/>
            <a:ext cx="5181447" cy="640080"/>
          </a:xfrm>
          <a:prstGeom prst="roundRect">
            <a:avLst>
              <a:gd name="adj" fmla="val 25000"/>
            </a:avLst>
          </a:prstGeom>
          <a:solidFill>
            <a:srgbClr val="CAA0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81568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알기 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4724247" cy="3703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오른쪽 칸"/>
          <p:cNvSpPr/>
          <p:nvPr/>
        </p:nvSpPr>
        <p:spPr>
          <a:xfrm>
            <a:off x="6278727" y="1600200"/>
            <a:ext cx="5181447" cy="4617720"/>
          </a:xfrm>
          <a:prstGeom prst="roundRect">
            <a:avLst>
              <a:gd name="adj" fmla="val 8000"/>
            </a:avLst>
          </a:prstGeom>
          <a:solidFill>
            <a:srgbClr val="FAEEC6"/>
          </a:solidFill>
          <a:ln w="12700">
            <a:solidFill>
              <a:srgbClr val="FAE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칸 제목 바"/>
          <p:cNvSpPr/>
          <p:nvPr/>
        </p:nvSpPr>
        <p:spPr>
          <a:xfrm>
            <a:off x="6278727" y="1600200"/>
            <a:ext cx="5181447" cy="640080"/>
          </a:xfrm>
          <a:prstGeom prst="roundRect">
            <a:avLst>
              <a:gd name="adj" fmla="val 25000"/>
            </a:avLst>
          </a:prstGeom>
          <a:solidFill>
            <a:srgbClr val="6E57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1600200"/>
            <a:ext cx="481568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알고 난 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2423160"/>
            <a:ext cx="4724247" cy="3703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AA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6E570C"/>
                </a:solidFill>
              </a:rPr>
              <a:t>일정·현황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31520" y="1600200"/>
          <a:ext cx="1072865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차시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AA016"/>
                      </a:solidFill>
                      <a:prstDash val="solid"/>
                    </a:lnL>
                    <a:lnR w="9525" cap="flat" cmpd="sng" algn="ctr">
                      <a:solidFill>
                        <a:srgbClr val="CAA016"/>
                      </a:solidFill>
                      <a:prstDash val="solid"/>
                    </a:lnR>
                    <a:lnT w="9525" cap="flat" cmpd="sng" algn="ctr">
                      <a:solidFill>
                        <a:srgbClr val="CAA016"/>
                      </a:solidFill>
                      <a:prstDash val="solid"/>
                    </a:lnT>
                    <a:lnB w="9525" cap="flat" cmpd="sng" algn="ctr">
                      <a:solidFill>
                        <a:srgbClr val="CAA016"/>
                      </a:solidFill>
                      <a:prstDash val="solid"/>
                    </a:lnB>
                    <a:solidFill>
                      <a:srgbClr val="CAA0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주제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AA016"/>
                      </a:solidFill>
                      <a:prstDash val="solid"/>
                    </a:lnL>
                    <a:lnR w="9525" cap="flat" cmpd="sng" algn="ctr">
                      <a:solidFill>
                        <a:srgbClr val="CAA016"/>
                      </a:solidFill>
                      <a:prstDash val="solid"/>
                    </a:lnR>
                    <a:lnT w="9525" cap="flat" cmpd="sng" algn="ctr">
                      <a:solidFill>
                        <a:srgbClr val="CAA016"/>
                      </a:solidFill>
                      <a:prstDash val="solid"/>
                    </a:lnT>
                    <a:lnB w="9525" cap="flat" cmpd="sng" algn="ctr">
                      <a:solidFill>
                        <a:srgbClr val="CAA016"/>
                      </a:solidFill>
                      <a:prstDash val="solid"/>
                    </a:lnB>
                    <a:solidFill>
                      <a:srgbClr val="CAA0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시간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AA016"/>
                      </a:solidFill>
                      <a:prstDash val="solid"/>
                    </a:lnL>
                    <a:lnR w="9525" cap="flat" cmpd="sng" algn="ctr">
                      <a:solidFill>
                        <a:srgbClr val="CAA016"/>
                      </a:solidFill>
                      <a:prstDash val="solid"/>
                    </a:lnR>
                    <a:lnT w="9525" cap="flat" cmpd="sng" algn="ctr">
                      <a:solidFill>
                        <a:srgbClr val="CAA016"/>
                      </a:solidFill>
                      <a:prstDash val="solid"/>
                    </a:lnT>
                    <a:lnB w="9525" cap="flat" cmpd="sng" algn="ctr">
                      <a:solidFill>
                        <a:srgbClr val="CAA016"/>
                      </a:solidFill>
                      <a:prstDash val="solid"/>
                    </a:lnB>
                    <a:solidFill>
                      <a:srgbClr val="CAA0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준비물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AA016"/>
                      </a:solidFill>
                      <a:prstDash val="solid"/>
                    </a:lnL>
                    <a:lnR w="9525" cap="flat" cmpd="sng" algn="ctr">
                      <a:solidFill>
                        <a:srgbClr val="CAA016"/>
                      </a:solidFill>
                      <a:prstDash val="solid"/>
                    </a:lnR>
                    <a:lnT w="9525" cap="flat" cmpd="sng" algn="ctr">
                      <a:solidFill>
                        <a:srgbClr val="CAA016"/>
                      </a:solidFill>
                      <a:prstDash val="solid"/>
                    </a:lnT>
                    <a:lnB w="9525" cap="flat" cmpd="sng" algn="ctr">
                      <a:solidFill>
                        <a:srgbClr val="CAA016"/>
                      </a:solidFill>
                      <a:prstDash val="solid"/>
                    </a:lnB>
                    <a:solidFill>
                      <a:srgbClr val="CAA016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6E570C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AEE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6E570C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AEE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6E570C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AEE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6E570C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AEE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6E570C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AEE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6E570C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6E570C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교육·강의 발표 템플릿">
  <a:themeElements>
    <a:clrScheme name="Office">
      <a:dk1>
        <a:sysClr val="windowText" lastClr="000000"/>
      </a:dk1>
      <a:lt1>
        <a:sysClr val="window" lastClr="FFFFFF"/>
      </a:lt1>
      <a:dk2>
        <a:srgbClr val="6E570C"/>
      </a:dk2>
      <a:lt2>
        <a:srgbClr val="FDF9ED"/>
      </a:lt2>
      <a:accent1>
        <a:srgbClr val="CAA016"/>
      </a:accent1>
      <a:accent2>
        <a:srgbClr val="3B7A91"/>
      </a:accent2>
      <a:accent3>
        <a:srgbClr val="6E570C"/>
      </a:accent3>
      <a:accent4>
        <a:srgbClr val="FAEEC6"/>
      </a:accent4>
      <a:accent5>
        <a:srgbClr val="828D54"/>
      </a:accent5>
      <a:accent6>
        <a:srgbClr val="A89A6D"/>
      </a:accent6>
      <a:hlink>
        <a:srgbClr val="CAA016"/>
      </a:hlink>
      <a:folHlink>
        <a:srgbClr val="6E570C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교육·강의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