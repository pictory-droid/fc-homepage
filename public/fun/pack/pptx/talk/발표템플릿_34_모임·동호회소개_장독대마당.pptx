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C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01342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6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2316422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731501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6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회비와 운영 방식을 설명드립니다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95097"/>
          </a:xfrm>
          <a:prstGeom prst="wave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694944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D88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우리 모임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2944368"/>
            <a:ext cx="54864" cy="694944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D88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활동 이야기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3995928"/>
            <a:ext cx="54864" cy="694944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D88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함께하는 사람들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포인트 막대"/>
          <p:cNvSpPr/>
          <p:nvPr/>
        </p:nvSpPr>
        <p:spPr>
          <a:xfrm>
            <a:off x="640080" y="5047488"/>
            <a:ext cx="54864" cy="694944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D88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참여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95097"/>
          </a:xfrm>
          <a:prstGeom prst="wave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2C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3355848"/>
            <a:ext cx="54864" cy="2798063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D88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모임의 취지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3355848"/>
            <a:ext cx="54864" cy="2798063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D88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활동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3355848"/>
            <a:ext cx="54864" cy="2798063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D8857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참여 혜택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95097"/>
          </a:xfrm>
          <a:prstGeom prst="wave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3072384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처음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F6D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278727" y="1892807"/>
            <a:ext cx="54864" cy="3072384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2C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95097"/>
          </a:xfrm>
          <a:prstGeom prst="wave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8579"/>
                      </a:solidFill>
                      <a:prstDash val="solid"/>
                    </a:lnL>
                    <a:lnR w="9525" cap="flat" cmpd="sng" algn="ctr">
                      <a:solidFill>
                        <a:srgbClr val="D88579"/>
                      </a:solidFill>
                      <a:prstDash val="solid"/>
                    </a:lnR>
                    <a:lnT w="9525" cap="flat" cmpd="sng" algn="ctr">
                      <a:solidFill>
                        <a:srgbClr val="D88579"/>
                      </a:solidFill>
                      <a:prstDash val="solid"/>
                    </a:lnT>
                    <a:lnB w="9525" cap="flat" cmpd="sng" algn="ctr">
                      <a:solidFill>
                        <a:srgbClr val="D88579"/>
                      </a:solidFill>
                      <a:prstDash val="solid"/>
                    </a:lnB>
                    <a:solidFill>
                      <a:srgbClr val="D88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8579"/>
                      </a:solidFill>
                      <a:prstDash val="solid"/>
                    </a:lnL>
                    <a:lnR w="9525" cap="flat" cmpd="sng" algn="ctr">
                      <a:solidFill>
                        <a:srgbClr val="D88579"/>
                      </a:solidFill>
                      <a:prstDash val="solid"/>
                    </a:lnR>
                    <a:lnT w="9525" cap="flat" cmpd="sng" algn="ctr">
                      <a:solidFill>
                        <a:srgbClr val="D88579"/>
                      </a:solidFill>
                      <a:prstDash val="solid"/>
                    </a:lnT>
                    <a:lnB w="9525" cap="flat" cmpd="sng" algn="ctr">
                      <a:solidFill>
                        <a:srgbClr val="D88579"/>
                      </a:solidFill>
                      <a:prstDash val="solid"/>
                    </a:lnB>
                    <a:solidFill>
                      <a:srgbClr val="D88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8579"/>
                      </a:solidFill>
                      <a:prstDash val="solid"/>
                    </a:lnL>
                    <a:lnR w="9525" cap="flat" cmpd="sng" algn="ctr">
                      <a:solidFill>
                        <a:srgbClr val="D88579"/>
                      </a:solidFill>
                      <a:prstDash val="solid"/>
                    </a:lnR>
                    <a:lnT w="9525" cap="flat" cmpd="sng" algn="ctr">
                      <a:solidFill>
                        <a:srgbClr val="D88579"/>
                      </a:solidFill>
                      <a:prstDash val="solid"/>
                    </a:lnT>
                    <a:lnB w="9525" cap="flat" cmpd="sng" algn="ctr">
                      <a:solidFill>
                        <a:srgbClr val="D88579"/>
                      </a:solidFill>
                      <a:prstDash val="solid"/>
                    </a:lnB>
                    <a:solidFill>
                      <a:srgbClr val="D885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8579"/>
                      </a:solidFill>
                      <a:prstDash val="solid"/>
                    </a:lnL>
                    <a:lnR w="9525" cap="flat" cmpd="sng" algn="ctr">
                      <a:solidFill>
                        <a:srgbClr val="D88579"/>
                      </a:solidFill>
                      <a:prstDash val="solid"/>
                    </a:lnR>
                    <a:lnT w="9525" cap="flat" cmpd="sng" algn="ctr">
                      <a:solidFill>
                        <a:srgbClr val="D88579"/>
                      </a:solidFill>
                      <a:prstDash val="solid"/>
                    </a:lnT>
                    <a:lnB w="9525" cap="flat" cmpd="sng" algn="ctr">
                      <a:solidFill>
                        <a:srgbClr val="D88579"/>
                      </a:solidFill>
                      <a:prstDash val="solid"/>
                    </a:lnB>
                    <a:solidFill>
                      <a:srgbClr val="D8857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C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6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C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6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BEE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C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6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C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6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BEE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C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6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C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01342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6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2316422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731501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6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492C27"/>
      </a:dk2>
      <a:lt2>
        <a:srgbClr val="FBEEEC"/>
      </a:lt2>
      <a:accent1>
        <a:srgbClr val="D88579"/>
      </a:accent1>
      <a:accent2>
        <a:srgbClr val="E1C498"/>
      </a:accent2>
      <a:accent3>
        <a:srgbClr val="492C27"/>
      </a:accent3>
      <a:accent4>
        <a:srgbClr val="F6D9D5"/>
      </a:accent4>
      <a:accent5>
        <a:srgbClr val="DCA488"/>
      </a:accent5>
      <a:accent6>
        <a:srgbClr val="92807D"/>
      </a:accent6>
      <a:hlink>
        <a:srgbClr val="D88579"/>
      </a:hlink>
      <a:folHlink>
        <a:srgbClr val="492C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