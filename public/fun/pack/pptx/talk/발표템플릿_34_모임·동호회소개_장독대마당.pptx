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talk-3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4D2019"/>
                </a:solidFill>
              </a:rPr>
              <a:t>발표 제목을 입력하세요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4D2019"/>
                </a:solidFill>
              </a:rPr>
              <a:t>회비와 운영 방식을 설명드립니다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모임·동호회 소개 · 발표자 이름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2027. 00. 00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1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035040"/>
            <a:ext cx="1737360" cy="822960"/>
          </a:xfrm>
          <a:prstGeom prst="rtTriangle">
            <a:avLst/>
          </a:prstGeom>
          <a:solidFill>
            <a:srgbClr val="F1D4D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6400800"/>
            <a:ext cx="914400" cy="457200"/>
          </a:xfrm>
          <a:prstGeom prst="rtTriangle">
            <a:avLst/>
          </a:prstGeom>
          <a:solidFill>
            <a:srgbClr val="9941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4D2019"/>
                </a:solidFill>
              </a:rPr>
              <a:t>목차</a:t>
            </a:r>
          </a:p>
        </p:txBody>
      </p:sp>
      <p:sp>
        <p:nvSpPr>
          <p:cNvPr id="5" name="줄 1"/>
          <p:cNvSpPr/>
          <p:nvPr/>
        </p:nvSpPr>
        <p:spPr>
          <a:xfrm>
            <a:off x="640080" y="1600200"/>
            <a:ext cx="10911535" cy="914400"/>
          </a:xfrm>
          <a:prstGeom prst="roundRect">
            <a:avLst>
              <a:gd name="adj" fmla="val 8000"/>
            </a:avLst>
          </a:prstGeom>
          <a:solidFill>
            <a:srgbClr val="FAF1F0"/>
          </a:solidFill>
          <a:ln w="12700">
            <a:solidFill>
              <a:srgbClr val="F1D4D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822959" y="1828800"/>
            <a:ext cx="457200" cy="457200"/>
          </a:xfrm>
          <a:prstGeom prst="ellipse">
            <a:avLst/>
          </a:prstGeom>
          <a:solidFill>
            <a:srgbClr val="99413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1645920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D2019"/>
                </a:solidFill>
              </a:rPr>
              <a:t>우리 모임 소개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1645920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  <p:sp>
        <p:nvSpPr>
          <p:cNvPr id="9" name="줄 2"/>
          <p:cNvSpPr/>
          <p:nvPr/>
        </p:nvSpPr>
        <p:spPr>
          <a:xfrm>
            <a:off x="640080" y="2651760"/>
            <a:ext cx="10911535" cy="914400"/>
          </a:xfrm>
          <a:prstGeom prst="roundRect">
            <a:avLst>
              <a:gd name="adj" fmla="val 8000"/>
            </a:avLst>
          </a:prstGeom>
          <a:solidFill>
            <a:srgbClr val="FAF1F0"/>
          </a:solidFill>
          <a:ln w="12700">
            <a:solidFill>
              <a:srgbClr val="F1D4D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822959" y="2880360"/>
            <a:ext cx="457200" cy="457200"/>
          </a:xfrm>
          <a:prstGeom prst="ellipse">
            <a:avLst/>
          </a:prstGeom>
          <a:solidFill>
            <a:srgbClr val="99413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269747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D2019"/>
                </a:solidFill>
              </a:rPr>
              <a:t>활동 이야기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2697479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  <p:sp>
        <p:nvSpPr>
          <p:cNvPr id="13" name="줄 3"/>
          <p:cNvSpPr/>
          <p:nvPr/>
        </p:nvSpPr>
        <p:spPr>
          <a:xfrm>
            <a:off x="640080" y="3703320"/>
            <a:ext cx="10911535" cy="914400"/>
          </a:xfrm>
          <a:prstGeom prst="roundRect">
            <a:avLst>
              <a:gd name="adj" fmla="val 8000"/>
            </a:avLst>
          </a:prstGeom>
          <a:solidFill>
            <a:srgbClr val="FAF1F0"/>
          </a:solidFill>
          <a:ln w="12700">
            <a:solidFill>
              <a:srgbClr val="F1D4D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822959" y="3931920"/>
            <a:ext cx="457200" cy="457200"/>
          </a:xfrm>
          <a:prstGeom prst="ellipse">
            <a:avLst/>
          </a:prstGeom>
          <a:solidFill>
            <a:srgbClr val="99413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374903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D2019"/>
                </a:solidFill>
              </a:rPr>
              <a:t>함께하는 사람들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3749039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  <p:sp>
        <p:nvSpPr>
          <p:cNvPr id="17" name="줄 4"/>
          <p:cNvSpPr/>
          <p:nvPr/>
        </p:nvSpPr>
        <p:spPr>
          <a:xfrm>
            <a:off x="640080" y="4754879"/>
            <a:ext cx="10911535" cy="914400"/>
          </a:xfrm>
          <a:prstGeom prst="roundRect">
            <a:avLst>
              <a:gd name="adj" fmla="val 8000"/>
            </a:avLst>
          </a:prstGeom>
          <a:solidFill>
            <a:srgbClr val="FAF1F0"/>
          </a:solidFill>
          <a:ln w="12700">
            <a:solidFill>
              <a:srgbClr val="F1D4D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번호 4"/>
          <p:cNvSpPr/>
          <p:nvPr/>
        </p:nvSpPr>
        <p:spPr>
          <a:xfrm>
            <a:off x="822959" y="4983479"/>
            <a:ext cx="457200" cy="457200"/>
          </a:xfrm>
          <a:prstGeom prst="ellipse">
            <a:avLst/>
          </a:prstGeom>
          <a:solidFill>
            <a:srgbClr val="99413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80059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D2019"/>
                </a:solidFill>
              </a:rPr>
              <a:t>참여 방법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4800599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1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035040"/>
            <a:ext cx="1737360" cy="822960"/>
          </a:xfrm>
          <a:prstGeom prst="rtTriangle">
            <a:avLst/>
          </a:prstGeom>
          <a:solidFill>
            <a:srgbClr val="F1D4D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6400800"/>
            <a:ext cx="914400" cy="457200"/>
          </a:xfrm>
          <a:prstGeom prst="rtTriangle">
            <a:avLst/>
          </a:prstGeom>
          <a:solidFill>
            <a:srgbClr val="9941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4D2019"/>
                </a:solidFill>
              </a:rPr>
              <a:t>핵심 메시지</a:t>
            </a:r>
          </a:p>
        </p:txBody>
      </p:sp>
      <p:sp>
        <p:nvSpPr>
          <p:cNvPr id="5" name="핵심 문장"/>
          <p:cNvSpPr txBox="1"/>
          <p:nvPr/>
        </p:nvSpPr>
        <p:spPr>
          <a:xfrm>
            <a:off x="640080" y="1600200"/>
            <a:ext cx="10911535" cy="11887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4D2019"/>
                </a:solidFill>
              </a:rPr>
              <a:t>한 문장으로 말하면 — 여기에 핵심 메시지를 입력하세요</a:t>
            </a:r>
          </a:p>
        </p:txBody>
      </p:sp>
      <p:sp>
        <p:nvSpPr>
          <p:cNvPr id="6" name="카드 1"/>
          <p:cNvSpPr/>
          <p:nvPr/>
        </p:nvSpPr>
        <p:spPr>
          <a:xfrm>
            <a:off x="640080" y="3063240"/>
            <a:ext cx="3484778" cy="3017520"/>
          </a:xfrm>
          <a:prstGeom prst="roundRect">
            <a:avLst>
              <a:gd name="adj" fmla="val 8000"/>
            </a:avLst>
          </a:prstGeom>
          <a:solidFill>
            <a:srgbClr val="FAF1F0"/>
          </a:solidFill>
          <a:ln w="15875">
            <a:solidFill>
              <a:srgbClr val="F1D4D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번호 1"/>
          <p:cNvSpPr/>
          <p:nvPr/>
        </p:nvSpPr>
        <p:spPr>
          <a:xfrm>
            <a:off x="822959" y="3246120"/>
            <a:ext cx="457200" cy="457200"/>
          </a:xfrm>
          <a:prstGeom prst="ellipse">
            <a:avLst/>
          </a:prstGeom>
          <a:solidFill>
            <a:srgbClr val="99413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84048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D2019"/>
                </a:solidFill>
              </a:rPr>
              <a:t>모임의 취지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526280"/>
            <a:ext cx="321045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0" name="카드 2"/>
          <p:cNvSpPr/>
          <p:nvPr/>
        </p:nvSpPr>
        <p:spPr>
          <a:xfrm>
            <a:off x="4353458" y="3063240"/>
            <a:ext cx="3484778" cy="3017520"/>
          </a:xfrm>
          <a:prstGeom prst="roundRect">
            <a:avLst>
              <a:gd name="adj" fmla="val 8000"/>
            </a:avLst>
          </a:prstGeom>
          <a:solidFill>
            <a:srgbClr val="FAF1F0"/>
          </a:solidFill>
          <a:ln w="15875">
            <a:solidFill>
              <a:srgbClr val="F1D4D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2"/>
          <p:cNvSpPr/>
          <p:nvPr/>
        </p:nvSpPr>
        <p:spPr>
          <a:xfrm>
            <a:off x="4536338" y="3246120"/>
            <a:ext cx="457200" cy="457200"/>
          </a:xfrm>
          <a:prstGeom prst="ellipse">
            <a:avLst/>
          </a:prstGeom>
          <a:solidFill>
            <a:srgbClr val="99413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384048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D2019"/>
                </a:solidFill>
              </a:rPr>
              <a:t>활동 내용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0618" y="4526280"/>
            <a:ext cx="321045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4" name="카드 3"/>
          <p:cNvSpPr/>
          <p:nvPr/>
        </p:nvSpPr>
        <p:spPr>
          <a:xfrm>
            <a:off x="8066836" y="3063240"/>
            <a:ext cx="3484778" cy="3017520"/>
          </a:xfrm>
          <a:prstGeom prst="roundRect">
            <a:avLst>
              <a:gd name="adj" fmla="val 8000"/>
            </a:avLst>
          </a:prstGeom>
          <a:solidFill>
            <a:srgbClr val="FAF1F0"/>
          </a:solidFill>
          <a:ln w="15875">
            <a:solidFill>
              <a:srgbClr val="F1D4D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번호 3"/>
          <p:cNvSpPr/>
          <p:nvPr/>
        </p:nvSpPr>
        <p:spPr>
          <a:xfrm>
            <a:off x="8249716" y="3246120"/>
            <a:ext cx="457200" cy="457200"/>
          </a:xfrm>
          <a:prstGeom prst="ellipse">
            <a:avLst/>
          </a:prstGeom>
          <a:solidFill>
            <a:srgbClr val="99413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03996" y="384048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D2019"/>
                </a:solidFill>
              </a:rPr>
              <a:t>참여 혜택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03996" y="4526280"/>
            <a:ext cx="321045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1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035040"/>
            <a:ext cx="1737360" cy="822960"/>
          </a:xfrm>
          <a:prstGeom prst="rtTriangle">
            <a:avLst/>
          </a:prstGeom>
          <a:solidFill>
            <a:srgbClr val="F1D4D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6400800"/>
            <a:ext cx="914400" cy="457200"/>
          </a:xfrm>
          <a:prstGeom prst="rtTriangle">
            <a:avLst/>
          </a:prstGeom>
          <a:solidFill>
            <a:srgbClr val="9941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4D2019"/>
                </a:solidFill>
              </a:rPr>
              <a:t>한눈에 비교</a:t>
            </a:r>
          </a:p>
        </p:txBody>
      </p:sp>
      <p:sp>
        <p:nvSpPr>
          <p:cNvPr id="5" name="왼쪽 칸"/>
          <p:cNvSpPr/>
          <p:nvPr/>
        </p:nvSpPr>
        <p:spPr>
          <a:xfrm>
            <a:off x="640080" y="1600200"/>
            <a:ext cx="5272887" cy="4800600"/>
          </a:xfrm>
          <a:prstGeom prst="roundRect">
            <a:avLst>
              <a:gd name="adj" fmla="val 8000"/>
            </a:avLst>
          </a:prstGeom>
          <a:solidFill>
            <a:srgbClr val="FAF1F0"/>
          </a:solidFill>
          <a:ln w="12700">
            <a:solidFill>
              <a:srgbClr val="F1D4D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칸 제목 바"/>
          <p:cNvSpPr/>
          <p:nvPr/>
        </p:nvSpPr>
        <p:spPr>
          <a:xfrm>
            <a:off x="640080" y="1600200"/>
            <a:ext cx="5272887" cy="640080"/>
          </a:xfrm>
          <a:prstGeom prst="roundRect">
            <a:avLst>
              <a:gd name="adj" fmla="val 25000"/>
            </a:avLst>
          </a:prstGeom>
          <a:solidFill>
            <a:srgbClr val="9941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600200"/>
            <a:ext cx="490712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처음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423160"/>
            <a:ext cx="4815687" cy="3886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9" name="오른쪽 칸"/>
          <p:cNvSpPr/>
          <p:nvPr/>
        </p:nvSpPr>
        <p:spPr>
          <a:xfrm>
            <a:off x="6278727" y="1600200"/>
            <a:ext cx="5272887" cy="4800600"/>
          </a:xfrm>
          <a:prstGeom prst="roundRect">
            <a:avLst>
              <a:gd name="adj" fmla="val 8000"/>
            </a:avLst>
          </a:prstGeom>
          <a:solidFill>
            <a:srgbClr val="F1D4D0"/>
          </a:solidFill>
          <a:ln w="12700">
            <a:solidFill>
              <a:srgbClr val="F1D4D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칸 제목 바"/>
          <p:cNvSpPr/>
          <p:nvPr/>
        </p:nvSpPr>
        <p:spPr>
          <a:xfrm>
            <a:off x="6278727" y="1600200"/>
            <a:ext cx="5272887" cy="640080"/>
          </a:xfrm>
          <a:prstGeom prst="roundRect">
            <a:avLst>
              <a:gd name="adj" fmla="val 25000"/>
            </a:avLst>
          </a:prstGeom>
          <a:solidFill>
            <a:srgbClr val="4D201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61607" y="1600200"/>
            <a:ext cx="490712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지금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07327" y="2423160"/>
            <a:ext cx="4815687" cy="3886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1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035040"/>
            <a:ext cx="1737360" cy="822960"/>
          </a:xfrm>
          <a:prstGeom prst="rtTriangle">
            <a:avLst/>
          </a:prstGeom>
          <a:solidFill>
            <a:srgbClr val="F1D4D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6400800"/>
            <a:ext cx="914400" cy="457200"/>
          </a:xfrm>
          <a:prstGeom prst="rtTriangle">
            <a:avLst/>
          </a:prstGeom>
          <a:solidFill>
            <a:srgbClr val="9941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4D2019"/>
                </a:solidFill>
              </a:rPr>
              <a:t>일정·현황</a:t>
            </a:r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640080" y="1600200"/>
          <a:ext cx="10911532" cy="38404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727883"/>
                <a:gridCol w="2727883"/>
                <a:gridCol w="2727883"/>
                <a:gridCol w="2727883"/>
              </a:tblGrid>
              <a:tr h="640080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날짜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994133"/>
                      </a:solidFill>
                      <a:prstDash val="solid"/>
                    </a:lnL>
                    <a:lnR w="9525" cap="flat" cmpd="sng" algn="ctr">
                      <a:solidFill>
                        <a:srgbClr val="994133"/>
                      </a:solidFill>
                      <a:prstDash val="solid"/>
                    </a:lnR>
                    <a:lnT w="9525" cap="flat" cmpd="sng" algn="ctr">
                      <a:solidFill>
                        <a:srgbClr val="994133"/>
                      </a:solidFill>
                      <a:prstDash val="solid"/>
                    </a:lnT>
                    <a:lnB w="9525" cap="flat" cmpd="sng" algn="ctr">
                      <a:solidFill>
                        <a:srgbClr val="994133"/>
                      </a:solidFill>
                      <a:prstDash val="solid"/>
                    </a:lnB>
                    <a:solidFill>
                      <a:srgbClr val="9941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활동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994133"/>
                      </a:solidFill>
                      <a:prstDash val="solid"/>
                    </a:lnL>
                    <a:lnR w="9525" cap="flat" cmpd="sng" algn="ctr">
                      <a:solidFill>
                        <a:srgbClr val="994133"/>
                      </a:solidFill>
                      <a:prstDash val="solid"/>
                    </a:lnR>
                    <a:lnT w="9525" cap="flat" cmpd="sng" algn="ctr">
                      <a:solidFill>
                        <a:srgbClr val="994133"/>
                      </a:solidFill>
                      <a:prstDash val="solid"/>
                    </a:lnT>
                    <a:lnB w="9525" cap="flat" cmpd="sng" algn="ctr">
                      <a:solidFill>
                        <a:srgbClr val="994133"/>
                      </a:solidFill>
                      <a:prstDash val="solid"/>
                    </a:lnB>
                    <a:solidFill>
                      <a:srgbClr val="9941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장소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994133"/>
                      </a:solidFill>
                      <a:prstDash val="solid"/>
                    </a:lnL>
                    <a:lnR w="9525" cap="flat" cmpd="sng" algn="ctr">
                      <a:solidFill>
                        <a:srgbClr val="994133"/>
                      </a:solidFill>
                      <a:prstDash val="solid"/>
                    </a:lnR>
                    <a:lnT w="9525" cap="flat" cmpd="sng" algn="ctr">
                      <a:solidFill>
                        <a:srgbClr val="994133"/>
                      </a:solidFill>
                      <a:prstDash val="solid"/>
                    </a:lnT>
                    <a:lnB w="9525" cap="flat" cmpd="sng" algn="ctr">
                      <a:solidFill>
                        <a:srgbClr val="994133"/>
                      </a:solidFill>
                      <a:prstDash val="solid"/>
                    </a:lnB>
                    <a:solidFill>
                      <a:srgbClr val="9941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참석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994133"/>
                      </a:solidFill>
                      <a:prstDash val="solid"/>
                    </a:lnL>
                    <a:lnR w="9525" cap="flat" cmpd="sng" algn="ctr">
                      <a:solidFill>
                        <a:srgbClr val="994133"/>
                      </a:solidFill>
                      <a:prstDash val="solid"/>
                    </a:lnR>
                    <a:lnT w="9525" cap="flat" cmpd="sng" algn="ctr">
                      <a:solidFill>
                        <a:srgbClr val="994133"/>
                      </a:solidFill>
                      <a:prstDash val="solid"/>
                    </a:lnT>
                    <a:lnB w="9525" cap="flat" cmpd="sng" algn="ctr">
                      <a:solidFill>
                        <a:srgbClr val="994133"/>
                      </a:solidFill>
                      <a:prstDash val="solid"/>
                    </a:lnB>
                    <a:solidFill>
                      <a:srgbClr val="994133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D2019"/>
                          </a:solidFill>
                        </a:rPr>
                        <a:t>1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1D4D0"/>
                      </a:solidFill>
                      <a:prstDash val="solid"/>
                    </a:lnL>
                    <a:lnR w="9525" cap="flat" cmpd="sng" algn="ctr">
                      <a:solidFill>
                        <a:srgbClr val="F1D4D0"/>
                      </a:solidFill>
                      <a:prstDash val="solid"/>
                    </a:lnR>
                    <a:lnT w="9525" cap="flat" cmpd="sng" algn="ctr">
                      <a:solidFill>
                        <a:srgbClr val="F1D4D0"/>
                      </a:solidFill>
                      <a:prstDash val="solid"/>
                    </a:lnT>
                    <a:lnB w="9525" cap="flat" cmpd="sng" algn="ctr">
                      <a:solidFill>
                        <a:srgbClr val="F1D4D0"/>
                      </a:solidFill>
                      <a:prstDash val="solid"/>
                    </a:lnB>
                    <a:solidFill>
                      <a:srgbClr val="F1D4D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1D4D0"/>
                      </a:solidFill>
                      <a:prstDash val="solid"/>
                    </a:lnL>
                    <a:lnR w="9525" cap="flat" cmpd="sng" algn="ctr">
                      <a:solidFill>
                        <a:srgbClr val="F1D4D0"/>
                      </a:solidFill>
                      <a:prstDash val="solid"/>
                    </a:lnR>
                    <a:lnT w="9525" cap="flat" cmpd="sng" algn="ctr">
                      <a:solidFill>
                        <a:srgbClr val="F1D4D0"/>
                      </a:solidFill>
                      <a:prstDash val="solid"/>
                    </a:lnT>
                    <a:lnB w="9525" cap="flat" cmpd="sng" algn="ctr">
                      <a:solidFill>
                        <a:srgbClr val="F1D4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1D4D0"/>
                      </a:solidFill>
                      <a:prstDash val="solid"/>
                    </a:lnL>
                    <a:lnR w="9525" cap="flat" cmpd="sng" algn="ctr">
                      <a:solidFill>
                        <a:srgbClr val="F1D4D0"/>
                      </a:solidFill>
                      <a:prstDash val="solid"/>
                    </a:lnR>
                    <a:lnT w="9525" cap="flat" cmpd="sng" algn="ctr">
                      <a:solidFill>
                        <a:srgbClr val="F1D4D0"/>
                      </a:solidFill>
                      <a:prstDash val="solid"/>
                    </a:lnT>
                    <a:lnB w="9525" cap="flat" cmpd="sng" algn="ctr">
                      <a:solidFill>
                        <a:srgbClr val="F1D4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1D4D0"/>
                      </a:solidFill>
                      <a:prstDash val="solid"/>
                    </a:lnL>
                    <a:lnR w="9525" cap="flat" cmpd="sng" algn="ctr">
                      <a:solidFill>
                        <a:srgbClr val="F1D4D0"/>
                      </a:solidFill>
                      <a:prstDash val="solid"/>
                    </a:lnR>
                    <a:lnT w="9525" cap="flat" cmpd="sng" algn="ctr">
                      <a:solidFill>
                        <a:srgbClr val="F1D4D0"/>
                      </a:solidFill>
                      <a:prstDash val="solid"/>
                    </a:lnT>
                    <a:lnB w="9525" cap="flat" cmpd="sng" algn="ctr">
                      <a:solidFill>
                        <a:srgbClr val="F1D4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D2019"/>
                          </a:solidFill>
                        </a:rPr>
                        <a:t>2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1D4D0"/>
                      </a:solidFill>
                      <a:prstDash val="solid"/>
                    </a:lnL>
                    <a:lnR w="9525" cap="flat" cmpd="sng" algn="ctr">
                      <a:solidFill>
                        <a:srgbClr val="F1D4D0"/>
                      </a:solidFill>
                      <a:prstDash val="solid"/>
                    </a:lnR>
                    <a:lnT w="9525" cap="flat" cmpd="sng" algn="ctr">
                      <a:solidFill>
                        <a:srgbClr val="F1D4D0"/>
                      </a:solidFill>
                      <a:prstDash val="solid"/>
                    </a:lnT>
                    <a:lnB w="9525" cap="flat" cmpd="sng" algn="ctr">
                      <a:solidFill>
                        <a:srgbClr val="F1D4D0"/>
                      </a:solidFill>
                      <a:prstDash val="solid"/>
                    </a:lnB>
                    <a:solidFill>
                      <a:srgbClr val="F1D4D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1D4D0"/>
                      </a:solidFill>
                      <a:prstDash val="solid"/>
                    </a:lnL>
                    <a:lnR w="9525" cap="flat" cmpd="sng" algn="ctr">
                      <a:solidFill>
                        <a:srgbClr val="F1D4D0"/>
                      </a:solidFill>
                      <a:prstDash val="solid"/>
                    </a:lnR>
                    <a:lnT w="9525" cap="flat" cmpd="sng" algn="ctr">
                      <a:solidFill>
                        <a:srgbClr val="F1D4D0"/>
                      </a:solidFill>
                      <a:prstDash val="solid"/>
                    </a:lnT>
                    <a:lnB w="9525" cap="flat" cmpd="sng" algn="ctr">
                      <a:solidFill>
                        <a:srgbClr val="F1D4D0"/>
                      </a:solidFill>
                      <a:prstDash val="solid"/>
                    </a:lnB>
                    <a:solidFill>
                      <a:srgbClr val="FAF1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1D4D0"/>
                      </a:solidFill>
                      <a:prstDash val="solid"/>
                    </a:lnL>
                    <a:lnR w="9525" cap="flat" cmpd="sng" algn="ctr">
                      <a:solidFill>
                        <a:srgbClr val="F1D4D0"/>
                      </a:solidFill>
                      <a:prstDash val="solid"/>
                    </a:lnR>
                    <a:lnT w="9525" cap="flat" cmpd="sng" algn="ctr">
                      <a:solidFill>
                        <a:srgbClr val="F1D4D0"/>
                      </a:solidFill>
                      <a:prstDash val="solid"/>
                    </a:lnT>
                    <a:lnB w="9525" cap="flat" cmpd="sng" algn="ctr">
                      <a:solidFill>
                        <a:srgbClr val="F1D4D0"/>
                      </a:solidFill>
                      <a:prstDash val="solid"/>
                    </a:lnB>
                    <a:solidFill>
                      <a:srgbClr val="FAF1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1D4D0"/>
                      </a:solidFill>
                      <a:prstDash val="solid"/>
                    </a:lnL>
                    <a:lnR w="9525" cap="flat" cmpd="sng" algn="ctr">
                      <a:solidFill>
                        <a:srgbClr val="F1D4D0"/>
                      </a:solidFill>
                      <a:prstDash val="solid"/>
                    </a:lnR>
                    <a:lnT w="9525" cap="flat" cmpd="sng" algn="ctr">
                      <a:solidFill>
                        <a:srgbClr val="F1D4D0"/>
                      </a:solidFill>
                      <a:prstDash val="solid"/>
                    </a:lnT>
                    <a:lnB w="9525" cap="flat" cmpd="sng" algn="ctr">
                      <a:solidFill>
                        <a:srgbClr val="F1D4D0"/>
                      </a:solidFill>
                      <a:prstDash val="solid"/>
                    </a:lnB>
                    <a:solidFill>
                      <a:srgbClr val="FAF1F0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D2019"/>
                          </a:solidFill>
                        </a:rPr>
                        <a:t>3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1D4D0"/>
                      </a:solidFill>
                      <a:prstDash val="solid"/>
                    </a:lnL>
                    <a:lnR w="9525" cap="flat" cmpd="sng" algn="ctr">
                      <a:solidFill>
                        <a:srgbClr val="F1D4D0"/>
                      </a:solidFill>
                      <a:prstDash val="solid"/>
                    </a:lnR>
                    <a:lnT w="9525" cap="flat" cmpd="sng" algn="ctr">
                      <a:solidFill>
                        <a:srgbClr val="F1D4D0"/>
                      </a:solidFill>
                      <a:prstDash val="solid"/>
                    </a:lnT>
                    <a:lnB w="9525" cap="flat" cmpd="sng" algn="ctr">
                      <a:solidFill>
                        <a:srgbClr val="F1D4D0"/>
                      </a:solidFill>
                      <a:prstDash val="solid"/>
                    </a:lnB>
                    <a:solidFill>
                      <a:srgbClr val="F1D4D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1D4D0"/>
                      </a:solidFill>
                      <a:prstDash val="solid"/>
                    </a:lnL>
                    <a:lnR w="9525" cap="flat" cmpd="sng" algn="ctr">
                      <a:solidFill>
                        <a:srgbClr val="F1D4D0"/>
                      </a:solidFill>
                      <a:prstDash val="solid"/>
                    </a:lnR>
                    <a:lnT w="9525" cap="flat" cmpd="sng" algn="ctr">
                      <a:solidFill>
                        <a:srgbClr val="F1D4D0"/>
                      </a:solidFill>
                      <a:prstDash val="solid"/>
                    </a:lnT>
                    <a:lnB w="9525" cap="flat" cmpd="sng" algn="ctr">
                      <a:solidFill>
                        <a:srgbClr val="F1D4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1D4D0"/>
                      </a:solidFill>
                      <a:prstDash val="solid"/>
                    </a:lnL>
                    <a:lnR w="9525" cap="flat" cmpd="sng" algn="ctr">
                      <a:solidFill>
                        <a:srgbClr val="F1D4D0"/>
                      </a:solidFill>
                      <a:prstDash val="solid"/>
                    </a:lnR>
                    <a:lnT w="9525" cap="flat" cmpd="sng" algn="ctr">
                      <a:solidFill>
                        <a:srgbClr val="F1D4D0"/>
                      </a:solidFill>
                      <a:prstDash val="solid"/>
                    </a:lnT>
                    <a:lnB w="9525" cap="flat" cmpd="sng" algn="ctr">
                      <a:solidFill>
                        <a:srgbClr val="F1D4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1D4D0"/>
                      </a:solidFill>
                      <a:prstDash val="solid"/>
                    </a:lnL>
                    <a:lnR w="9525" cap="flat" cmpd="sng" algn="ctr">
                      <a:solidFill>
                        <a:srgbClr val="F1D4D0"/>
                      </a:solidFill>
                      <a:prstDash val="solid"/>
                    </a:lnR>
                    <a:lnT w="9525" cap="flat" cmpd="sng" algn="ctr">
                      <a:solidFill>
                        <a:srgbClr val="F1D4D0"/>
                      </a:solidFill>
                      <a:prstDash val="solid"/>
                    </a:lnT>
                    <a:lnB w="9525" cap="flat" cmpd="sng" algn="ctr">
                      <a:solidFill>
                        <a:srgbClr val="F1D4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D2019"/>
                          </a:solidFill>
                        </a:rPr>
                        <a:t>4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1D4D0"/>
                      </a:solidFill>
                      <a:prstDash val="solid"/>
                    </a:lnL>
                    <a:lnR w="9525" cap="flat" cmpd="sng" algn="ctr">
                      <a:solidFill>
                        <a:srgbClr val="F1D4D0"/>
                      </a:solidFill>
                      <a:prstDash val="solid"/>
                    </a:lnR>
                    <a:lnT w="9525" cap="flat" cmpd="sng" algn="ctr">
                      <a:solidFill>
                        <a:srgbClr val="F1D4D0"/>
                      </a:solidFill>
                      <a:prstDash val="solid"/>
                    </a:lnT>
                    <a:lnB w="9525" cap="flat" cmpd="sng" algn="ctr">
                      <a:solidFill>
                        <a:srgbClr val="F1D4D0"/>
                      </a:solidFill>
                      <a:prstDash val="solid"/>
                    </a:lnB>
                    <a:solidFill>
                      <a:srgbClr val="F1D4D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1D4D0"/>
                      </a:solidFill>
                      <a:prstDash val="solid"/>
                    </a:lnL>
                    <a:lnR w="9525" cap="flat" cmpd="sng" algn="ctr">
                      <a:solidFill>
                        <a:srgbClr val="F1D4D0"/>
                      </a:solidFill>
                      <a:prstDash val="solid"/>
                    </a:lnR>
                    <a:lnT w="9525" cap="flat" cmpd="sng" algn="ctr">
                      <a:solidFill>
                        <a:srgbClr val="F1D4D0"/>
                      </a:solidFill>
                      <a:prstDash val="solid"/>
                    </a:lnT>
                    <a:lnB w="9525" cap="flat" cmpd="sng" algn="ctr">
                      <a:solidFill>
                        <a:srgbClr val="F1D4D0"/>
                      </a:solidFill>
                      <a:prstDash val="solid"/>
                    </a:lnB>
                    <a:solidFill>
                      <a:srgbClr val="FAF1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1D4D0"/>
                      </a:solidFill>
                      <a:prstDash val="solid"/>
                    </a:lnL>
                    <a:lnR w="9525" cap="flat" cmpd="sng" algn="ctr">
                      <a:solidFill>
                        <a:srgbClr val="F1D4D0"/>
                      </a:solidFill>
                      <a:prstDash val="solid"/>
                    </a:lnR>
                    <a:lnT w="9525" cap="flat" cmpd="sng" algn="ctr">
                      <a:solidFill>
                        <a:srgbClr val="F1D4D0"/>
                      </a:solidFill>
                      <a:prstDash val="solid"/>
                    </a:lnT>
                    <a:lnB w="9525" cap="flat" cmpd="sng" algn="ctr">
                      <a:solidFill>
                        <a:srgbClr val="F1D4D0"/>
                      </a:solidFill>
                      <a:prstDash val="solid"/>
                    </a:lnB>
                    <a:solidFill>
                      <a:srgbClr val="FAF1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1D4D0"/>
                      </a:solidFill>
                      <a:prstDash val="solid"/>
                    </a:lnL>
                    <a:lnR w="9525" cap="flat" cmpd="sng" algn="ctr">
                      <a:solidFill>
                        <a:srgbClr val="F1D4D0"/>
                      </a:solidFill>
                      <a:prstDash val="solid"/>
                    </a:lnR>
                    <a:lnT w="9525" cap="flat" cmpd="sng" algn="ctr">
                      <a:solidFill>
                        <a:srgbClr val="F1D4D0"/>
                      </a:solidFill>
                      <a:prstDash val="solid"/>
                    </a:lnT>
                    <a:lnB w="9525" cap="flat" cmpd="sng" algn="ctr">
                      <a:solidFill>
                        <a:srgbClr val="F1D4D0"/>
                      </a:solidFill>
                      <a:prstDash val="solid"/>
                    </a:lnB>
                    <a:solidFill>
                      <a:srgbClr val="FAF1F0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D2019"/>
                          </a:solidFill>
                        </a:rPr>
                        <a:t>5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1D4D0"/>
                      </a:solidFill>
                      <a:prstDash val="solid"/>
                    </a:lnL>
                    <a:lnR w="9525" cap="flat" cmpd="sng" algn="ctr">
                      <a:solidFill>
                        <a:srgbClr val="F1D4D0"/>
                      </a:solidFill>
                      <a:prstDash val="solid"/>
                    </a:lnR>
                    <a:lnT w="9525" cap="flat" cmpd="sng" algn="ctr">
                      <a:solidFill>
                        <a:srgbClr val="F1D4D0"/>
                      </a:solidFill>
                      <a:prstDash val="solid"/>
                    </a:lnT>
                    <a:lnB w="9525" cap="flat" cmpd="sng" algn="ctr">
                      <a:solidFill>
                        <a:srgbClr val="F1D4D0"/>
                      </a:solidFill>
                      <a:prstDash val="solid"/>
                    </a:lnB>
                    <a:solidFill>
                      <a:srgbClr val="F1D4D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1D4D0"/>
                      </a:solidFill>
                      <a:prstDash val="solid"/>
                    </a:lnL>
                    <a:lnR w="9525" cap="flat" cmpd="sng" algn="ctr">
                      <a:solidFill>
                        <a:srgbClr val="F1D4D0"/>
                      </a:solidFill>
                      <a:prstDash val="solid"/>
                    </a:lnR>
                    <a:lnT w="9525" cap="flat" cmpd="sng" algn="ctr">
                      <a:solidFill>
                        <a:srgbClr val="F1D4D0"/>
                      </a:solidFill>
                      <a:prstDash val="solid"/>
                    </a:lnT>
                    <a:lnB w="9525" cap="flat" cmpd="sng" algn="ctr">
                      <a:solidFill>
                        <a:srgbClr val="F1D4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1D4D0"/>
                      </a:solidFill>
                      <a:prstDash val="solid"/>
                    </a:lnL>
                    <a:lnR w="9525" cap="flat" cmpd="sng" algn="ctr">
                      <a:solidFill>
                        <a:srgbClr val="F1D4D0"/>
                      </a:solidFill>
                      <a:prstDash val="solid"/>
                    </a:lnR>
                    <a:lnT w="9525" cap="flat" cmpd="sng" algn="ctr">
                      <a:solidFill>
                        <a:srgbClr val="F1D4D0"/>
                      </a:solidFill>
                      <a:prstDash val="solid"/>
                    </a:lnT>
                    <a:lnB w="9525" cap="flat" cmpd="sng" algn="ctr">
                      <a:solidFill>
                        <a:srgbClr val="F1D4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1D4D0"/>
                      </a:solidFill>
                      <a:prstDash val="solid"/>
                    </a:lnL>
                    <a:lnR w="9525" cap="flat" cmpd="sng" algn="ctr">
                      <a:solidFill>
                        <a:srgbClr val="F1D4D0"/>
                      </a:solidFill>
                      <a:prstDash val="solid"/>
                    </a:lnR>
                    <a:lnT w="9525" cap="flat" cmpd="sng" algn="ctr">
                      <a:solidFill>
                        <a:srgbClr val="F1D4D0"/>
                      </a:solidFill>
                      <a:prstDash val="solid"/>
                    </a:lnT>
                    <a:lnB w="9525" cap="flat" cmpd="sng" algn="ctr">
                      <a:solidFill>
                        <a:srgbClr val="F1D4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talk-3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4D2019"/>
                </a:solidFill>
              </a:rPr>
              <a:t>감사합니다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4D2019"/>
                </a:solidFill>
              </a:rPr>
              <a:t>끝까지 들어 주셔서 고맙습니다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문의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모임·동호회 소개 발표 템플릿">
  <a:themeElements>
    <a:clrScheme name="Office">
      <a:dk1>
        <a:sysClr val="windowText" lastClr="000000"/>
      </a:dk1>
      <a:lt1>
        <a:sysClr val="window" lastClr="FFFFFF"/>
      </a:lt1>
      <a:dk2>
        <a:srgbClr val="4D2019"/>
      </a:dk2>
      <a:lt2>
        <a:srgbClr val="FAF1F0"/>
      </a:lt2>
      <a:accent1>
        <a:srgbClr val="994133"/>
      </a:accent1>
      <a:accent2>
        <a:srgbClr val="3B9171"/>
      </a:accent2>
      <a:accent3>
        <a:srgbClr val="4D2019"/>
      </a:accent3>
      <a:accent4>
        <a:srgbClr val="F1D4D0"/>
      </a:accent4>
      <a:accent5>
        <a:srgbClr val="6A6952"/>
      </a:accent5>
      <a:accent6>
        <a:srgbClr val="947975"/>
      </a:accent6>
      <a:hlink>
        <a:srgbClr val="994133"/>
      </a:hlink>
      <a:folHlink>
        <a:srgbClr val="4D2019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모임·동호회 소개 발표 템플릿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