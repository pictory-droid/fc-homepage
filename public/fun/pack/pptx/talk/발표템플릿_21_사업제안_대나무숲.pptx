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휴가철 전에 결정이 필요한 안건입니다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5F5B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1FAF8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15F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D"/>
                      </a:solidFill>
                      <a:prstDash val="solid"/>
                    </a:lnL>
                    <a:lnR w="9525" cap="flat" cmpd="sng" algn="ctr">
                      <a:solidFill>
                        <a:srgbClr val="26C5BD"/>
                      </a:solidFill>
                      <a:prstDash val="solid"/>
                    </a:lnR>
                    <a:lnT w="9525" cap="flat" cmpd="sng" algn="ctr">
                      <a:solidFill>
                        <a:srgbClr val="26C5BD"/>
                      </a:solidFill>
                      <a:prstDash val="solid"/>
                    </a:lnT>
                    <a:lnB w="9525" cap="flat" cmpd="sng" algn="ctr">
                      <a:solidFill>
                        <a:srgbClr val="26C5BD"/>
                      </a:solidFill>
                      <a:prstDash val="solid"/>
                    </a:lnB>
                    <a:solidFill>
                      <a:srgbClr val="26C5B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B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D1F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8"/>
                      </a:solidFill>
                      <a:prstDash val="solid"/>
                    </a:lnL>
                    <a:lnR w="9525" cap="flat" cmpd="sng" algn="ctr">
                      <a:solidFill>
                        <a:srgbClr val="D1FAF8"/>
                      </a:solidFill>
                      <a:prstDash val="solid"/>
                    </a:lnR>
                    <a:lnT w="9525" cap="flat" cmpd="sng" algn="ctr">
                      <a:solidFill>
                        <a:srgbClr val="D1FAF8"/>
                      </a:solidFill>
                      <a:prstDash val="solid"/>
                    </a:lnT>
                    <a:lnB w="9525" cap="flat" cmpd="sng" algn="ctr">
                      <a:solidFill>
                        <a:srgbClr val="D1FAF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115F5B"/>
      </a:dk2>
      <a:lt2>
        <a:srgbClr val="EEFCFB"/>
      </a:lt2>
      <a:accent1>
        <a:srgbClr val="26C5BD"/>
      </a:accent1>
      <a:accent2>
        <a:srgbClr val="209DB6"/>
      </a:accent2>
      <a:accent3>
        <a:srgbClr val="115F5B"/>
      </a:accent3>
      <a:accent4>
        <a:srgbClr val="D1FAF8"/>
      </a:accent4>
      <a:accent5>
        <a:srgbClr val="23B1BA"/>
      </a:accent5>
      <a:accent6>
        <a:srgbClr val="709F9D"/>
      </a:accent6>
      <a:hlink>
        <a:srgbClr val="26C5BD"/>
      </a:hlink>
      <a:folHlink>
        <a:srgbClr val="115F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