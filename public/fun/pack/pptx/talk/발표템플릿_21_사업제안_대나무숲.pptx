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C3629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C3629"/>
                </a:solidFill>
              </a:rPr>
              <a:t>휴가철 전에 결정이 필요한 안건입니다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3629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12700">
            <a:solidFill>
              <a:srgbClr val="D5E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396F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3629"/>
                </a:solidFill>
              </a:rPr>
              <a:t>문제와 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06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12700">
            <a:solidFill>
              <a:srgbClr val="D5E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34639"/>
            <a:ext cx="457200" cy="457200"/>
          </a:xfrm>
          <a:prstGeom prst="ellipse">
            <a:avLst/>
          </a:prstGeom>
          <a:solidFill>
            <a:srgbClr val="396F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3629"/>
                </a:solidFill>
              </a:rPr>
              <a:t>해결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51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657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12700">
            <a:solidFill>
              <a:srgbClr val="D5E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886200"/>
            <a:ext cx="457200" cy="457200"/>
          </a:xfrm>
          <a:prstGeom prst="ellipse">
            <a:avLst/>
          </a:prstGeom>
          <a:solidFill>
            <a:srgbClr val="396F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3629"/>
                </a:solidFill>
              </a:rPr>
              <a:t>기대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03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0915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12700">
            <a:solidFill>
              <a:srgbClr val="D5E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37759"/>
            <a:ext cx="457200" cy="457200"/>
          </a:xfrm>
          <a:prstGeom prst="ellipse">
            <a:avLst/>
          </a:prstGeom>
          <a:solidFill>
            <a:srgbClr val="396F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3629"/>
                </a:solidFill>
              </a:rPr>
              <a:t>진행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7548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3629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5544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C3629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15875">
            <a:solidFill>
              <a:srgbClr val="D5E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396F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3629"/>
                </a:solidFill>
              </a:rPr>
              <a:t>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15875">
            <a:solidFill>
              <a:srgbClr val="D5E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00400"/>
            <a:ext cx="457200" cy="457200"/>
          </a:xfrm>
          <a:prstGeom prst="ellipse">
            <a:avLst/>
          </a:prstGeom>
          <a:solidFill>
            <a:srgbClr val="396F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3629"/>
                </a:solidFill>
              </a:rPr>
              <a:t>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15875">
            <a:solidFill>
              <a:srgbClr val="D5E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00400"/>
            <a:ext cx="457200" cy="457200"/>
          </a:xfrm>
          <a:prstGeom prst="ellipse">
            <a:avLst/>
          </a:prstGeom>
          <a:solidFill>
            <a:srgbClr val="396F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3629"/>
                </a:solidFill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3629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12700">
            <a:solidFill>
              <a:srgbClr val="D5E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D5ECE0"/>
          </a:solidFill>
          <a:ln w="12700">
            <a:solidFill>
              <a:srgbClr val="D5E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C36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3629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96F54"/>
                      </a:solidFill>
                      <a:prstDash val="solid"/>
                    </a:lnL>
                    <a:lnR w="9525" cap="flat" cmpd="sng" algn="ctr">
                      <a:solidFill>
                        <a:srgbClr val="396F54"/>
                      </a:solidFill>
                      <a:prstDash val="solid"/>
                    </a:lnR>
                    <a:lnT w="9525" cap="flat" cmpd="sng" algn="ctr">
                      <a:solidFill>
                        <a:srgbClr val="396F54"/>
                      </a:solidFill>
                      <a:prstDash val="solid"/>
                    </a:lnT>
                    <a:lnB w="9525" cap="flat" cmpd="sng" algn="ctr">
                      <a:solidFill>
                        <a:srgbClr val="396F54"/>
                      </a:solidFill>
                      <a:prstDash val="solid"/>
                    </a:lnB>
                    <a:solidFill>
                      <a:srgbClr val="396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96F54"/>
                      </a:solidFill>
                      <a:prstDash val="solid"/>
                    </a:lnL>
                    <a:lnR w="9525" cap="flat" cmpd="sng" algn="ctr">
                      <a:solidFill>
                        <a:srgbClr val="396F54"/>
                      </a:solidFill>
                      <a:prstDash val="solid"/>
                    </a:lnR>
                    <a:lnT w="9525" cap="flat" cmpd="sng" algn="ctr">
                      <a:solidFill>
                        <a:srgbClr val="396F54"/>
                      </a:solidFill>
                      <a:prstDash val="solid"/>
                    </a:lnT>
                    <a:lnB w="9525" cap="flat" cmpd="sng" algn="ctr">
                      <a:solidFill>
                        <a:srgbClr val="396F54"/>
                      </a:solidFill>
                      <a:prstDash val="solid"/>
                    </a:lnB>
                    <a:solidFill>
                      <a:srgbClr val="396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96F54"/>
                      </a:solidFill>
                      <a:prstDash val="solid"/>
                    </a:lnL>
                    <a:lnR w="9525" cap="flat" cmpd="sng" algn="ctr">
                      <a:solidFill>
                        <a:srgbClr val="396F54"/>
                      </a:solidFill>
                      <a:prstDash val="solid"/>
                    </a:lnR>
                    <a:lnT w="9525" cap="flat" cmpd="sng" algn="ctr">
                      <a:solidFill>
                        <a:srgbClr val="396F54"/>
                      </a:solidFill>
                      <a:prstDash val="solid"/>
                    </a:lnT>
                    <a:lnB w="9525" cap="flat" cmpd="sng" algn="ctr">
                      <a:solidFill>
                        <a:srgbClr val="396F54"/>
                      </a:solidFill>
                      <a:prstDash val="solid"/>
                    </a:lnB>
                    <a:solidFill>
                      <a:srgbClr val="396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96F54"/>
                      </a:solidFill>
                      <a:prstDash val="solid"/>
                    </a:lnL>
                    <a:lnR w="9525" cap="flat" cmpd="sng" algn="ctr">
                      <a:solidFill>
                        <a:srgbClr val="396F54"/>
                      </a:solidFill>
                      <a:prstDash val="solid"/>
                    </a:lnR>
                    <a:lnT w="9525" cap="flat" cmpd="sng" algn="ctr">
                      <a:solidFill>
                        <a:srgbClr val="396F54"/>
                      </a:solidFill>
                      <a:prstDash val="solid"/>
                    </a:lnT>
                    <a:lnB w="9525" cap="flat" cmpd="sng" algn="ctr">
                      <a:solidFill>
                        <a:srgbClr val="396F54"/>
                      </a:solidFill>
                      <a:prstDash val="solid"/>
                    </a:lnB>
                    <a:solidFill>
                      <a:srgbClr val="396F5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3629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D5EC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3629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D5EC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2F8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2F8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2F8F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3629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D5EC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3629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D5EC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2F8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2F8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2F8F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3629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D5EC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ECE0"/>
                      </a:solidFill>
                      <a:prstDash val="solid"/>
                    </a:lnL>
                    <a:lnR w="9525" cap="flat" cmpd="sng" algn="ctr">
                      <a:solidFill>
                        <a:srgbClr val="D5ECE0"/>
                      </a:solidFill>
                      <a:prstDash val="solid"/>
                    </a:lnR>
                    <a:lnT w="9525" cap="flat" cmpd="sng" algn="ctr">
                      <a:solidFill>
                        <a:srgbClr val="D5ECE0"/>
                      </a:solidFill>
                      <a:prstDash val="solid"/>
                    </a:lnT>
                    <a:lnB w="9525" cap="flat" cmpd="sng" algn="ctr">
                      <a:solidFill>
                        <a:srgbClr val="D5E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C3629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C3629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1C3629"/>
      </a:dk2>
      <a:lt2>
        <a:srgbClr val="F2F8F5"/>
      </a:lt2>
      <a:accent1>
        <a:srgbClr val="396F54"/>
      </a:accent1>
      <a:accent2>
        <a:srgbClr val="874587"/>
      </a:accent2>
      <a:accent3>
        <a:srgbClr val="1C3629"/>
      </a:accent3>
      <a:accent4>
        <a:srgbClr val="D5ECE0"/>
      </a:accent4>
      <a:accent5>
        <a:srgbClr val="605A6E"/>
      </a:accent5>
      <a:accent6>
        <a:srgbClr val="77867F"/>
      </a:accent6>
      <a:hlink>
        <a:srgbClr val="396F54"/>
      </a:hlink>
      <a:folHlink>
        <a:srgbClr val="1C362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