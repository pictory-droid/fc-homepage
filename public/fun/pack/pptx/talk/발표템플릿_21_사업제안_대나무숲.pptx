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49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7BEA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일정 전에 결정이 필요한 안건입니다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사업 제안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5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EAF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694944"/>
          </a:xfrm>
          <a:prstGeom prst="rect">
            <a:avLst/>
          </a:prstGeom>
          <a:solidFill>
            <a:srgbClr val="7BEA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solidFill>
            <a:srgbClr val="9FEFE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8"/>
                </a:solidFill>
              </a:rPr>
              <a:t>문제와 기회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EAF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640080" y="2944368"/>
            <a:ext cx="54864" cy="694944"/>
          </a:xfrm>
          <a:prstGeom prst="rect">
            <a:avLst/>
          </a:prstGeom>
          <a:solidFill>
            <a:srgbClr val="7BEA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9FEFE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8"/>
                </a:solidFill>
              </a:rPr>
              <a:t>해결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EAF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640080" y="3995928"/>
            <a:ext cx="54864" cy="694944"/>
          </a:xfrm>
          <a:prstGeom prst="rect">
            <a:avLst/>
          </a:prstGeom>
          <a:solidFill>
            <a:srgbClr val="7BEA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9FEFE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8"/>
                </a:solidFill>
              </a:rPr>
              <a:t>기대 효과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21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EAF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포인트 막대"/>
          <p:cNvSpPr/>
          <p:nvPr/>
        </p:nvSpPr>
        <p:spPr>
          <a:xfrm>
            <a:off x="640080" y="5047488"/>
            <a:ext cx="54864" cy="694944"/>
          </a:xfrm>
          <a:prstGeom prst="rect">
            <a:avLst/>
          </a:prstGeom>
          <a:solidFill>
            <a:srgbClr val="7BEA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solidFill>
            <a:srgbClr val="9FEFE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8"/>
                </a:solidFill>
              </a:rPr>
              <a:t>진행 계획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5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74938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EAF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포인트 막대"/>
          <p:cNvSpPr/>
          <p:nvPr/>
        </p:nvSpPr>
        <p:spPr>
          <a:xfrm>
            <a:off x="640080" y="3355848"/>
            <a:ext cx="54864" cy="2798063"/>
          </a:xfrm>
          <a:prstGeom prst="rect">
            <a:avLst/>
          </a:prstGeom>
          <a:solidFill>
            <a:srgbClr val="7BEA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solidFill>
            <a:srgbClr val="9FEFE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8"/>
                </a:solidFill>
              </a:rPr>
              <a:t>현황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EAF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포인트 막대"/>
          <p:cNvSpPr/>
          <p:nvPr/>
        </p:nvSpPr>
        <p:spPr>
          <a:xfrm>
            <a:off x="4353458" y="3355848"/>
            <a:ext cx="54864" cy="2798063"/>
          </a:xfrm>
          <a:prstGeom prst="rect">
            <a:avLst/>
          </a:prstGeom>
          <a:solidFill>
            <a:srgbClr val="7BEA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solidFill>
            <a:srgbClr val="9FEFE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8"/>
                </a:solidFill>
              </a:rPr>
              <a:t>제안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EAF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포인트 막대"/>
          <p:cNvSpPr/>
          <p:nvPr/>
        </p:nvSpPr>
        <p:spPr>
          <a:xfrm>
            <a:off x="8066836" y="3355848"/>
            <a:ext cx="54864" cy="2798063"/>
          </a:xfrm>
          <a:prstGeom prst="rect">
            <a:avLst/>
          </a:prstGeom>
          <a:solidFill>
            <a:srgbClr val="7BEA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solidFill>
            <a:srgbClr val="9FEFE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8"/>
                </a:solidFill>
              </a:rPr>
              <a:t>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5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4000"/>
            </a:avLst>
          </a:prstGeom>
          <a:solidFill>
            <a:srgbClr val="EAF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3072384"/>
          </a:xfrm>
          <a:prstGeom prst="rect">
            <a:avLst/>
          </a:prstGeom>
          <a:solidFill>
            <a:srgbClr val="7BEA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7BEA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현재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4000"/>
            </a:avLst>
          </a:prstGeom>
          <a:solidFill>
            <a:srgbClr val="D1FA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6278727" y="1892807"/>
            <a:ext cx="54864" cy="3072384"/>
          </a:xfrm>
          <a:prstGeom prst="rect">
            <a:avLst/>
          </a:prstGeom>
          <a:solidFill>
            <a:srgbClr val="7BEA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49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A5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EAB3"/>
                      </a:solidFill>
                      <a:prstDash val="solid"/>
                    </a:lnL>
                    <a:lnR w="9525" cap="flat" cmpd="sng" algn="ctr">
                      <a:solidFill>
                        <a:srgbClr val="7BEAB3"/>
                      </a:solidFill>
                      <a:prstDash val="solid"/>
                    </a:lnR>
                    <a:lnT w="9525" cap="flat" cmpd="sng" algn="ctr">
                      <a:solidFill>
                        <a:srgbClr val="7BEAB3"/>
                      </a:solidFill>
                      <a:prstDash val="solid"/>
                    </a:lnT>
                    <a:lnB w="9525" cap="flat" cmpd="sng" algn="ctr">
                      <a:solidFill>
                        <a:srgbClr val="7BEAB3"/>
                      </a:solidFill>
                      <a:prstDash val="solid"/>
                    </a:lnB>
                    <a:solidFill>
                      <a:srgbClr val="7BEA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EAB3"/>
                      </a:solidFill>
                      <a:prstDash val="solid"/>
                    </a:lnL>
                    <a:lnR w="9525" cap="flat" cmpd="sng" algn="ctr">
                      <a:solidFill>
                        <a:srgbClr val="7BEAB3"/>
                      </a:solidFill>
                      <a:prstDash val="solid"/>
                    </a:lnR>
                    <a:lnT w="9525" cap="flat" cmpd="sng" algn="ctr">
                      <a:solidFill>
                        <a:srgbClr val="7BEAB3"/>
                      </a:solidFill>
                      <a:prstDash val="solid"/>
                    </a:lnT>
                    <a:lnB w="9525" cap="flat" cmpd="sng" algn="ctr">
                      <a:solidFill>
                        <a:srgbClr val="7BEAB3"/>
                      </a:solidFill>
                      <a:prstDash val="solid"/>
                    </a:lnB>
                    <a:solidFill>
                      <a:srgbClr val="7BEA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EAB3"/>
                      </a:solidFill>
                      <a:prstDash val="solid"/>
                    </a:lnL>
                    <a:lnR w="9525" cap="flat" cmpd="sng" algn="ctr">
                      <a:solidFill>
                        <a:srgbClr val="7BEAB3"/>
                      </a:solidFill>
                      <a:prstDash val="solid"/>
                    </a:lnR>
                    <a:lnT w="9525" cap="flat" cmpd="sng" algn="ctr">
                      <a:solidFill>
                        <a:srgbClr val="7BEAB3"/>
                      </a:solidFill>
                      <a:prstDash val="solid"/>
                    </a:lnT>
                    <a:lnB w="9525" cap="flat" cmpd="sng" algn="ctr">
                      <a:solidFill>
                        <a:srgbClr val="7BEAB3"/>
                      </a:solidFill>
                      <a:prstDash val="solid"/>
                    </a:lnB>
                    <a:solidFill>
                      <a:srgbClr val="7BEAB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EAB3"/>
                      </a:solidFill>
                      <a:prstDash val="solid"/>
                    </a:lnL>
                    <a:lnR w="9525" cap="flat" cmpd="sng" algn="ctr">
                      <a:solidFill>
                        <a:srgbClr val="7BEAB3"/>
                      </a:solidFill>
                      <a:prstDash val="solid"/>
                    </a:lnR>
                    <a:lnT w="9525" cap="flat" cmpd="sng" algn="ctr">
                      <a:solidFill>
                        <a:srgbClr val="7BEAB3"/>
                      </a:solidFill>
                      <a:prstDash val="solid"/>
                    </a:lnT>
                    <a:lnB w="9525" cap="flat" cmpd="sng" algn="ctr">
                      <a:solidFill>
                        <a:srgbClr val="7BEAB3"/>
                      </a:solidFill>
                      <a:prstDash val="solid"/>
                    </a:lnB>
                    <a:solidFill>
                      <a:srgbClr val="7BEAB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8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6"/>
                      </a:solidFill>
                      <a:prstDash val="solid"/>
                    </a:lnL>
                    <a:lnR w="9525" cap="flat" cmpd="sng" algn="ctr">
                      <a:solidFill>
                        <a:srgbClr val="D1FAE6"/>
                      </a:solidFill>
                      <a:prstDash val="solid"/>
                    </a:lnR>
                    <a:lnT w="9525" cap="flat" cmpd="sng" algn="ctr">
                      <a:solidFill>
                        <a:srgbClr val="D1FAE6"/>
                      </a:solidFill>
                      <a:prstDash val="solid"/>
                    </a:lnT>
                    <a:lnB w="9525" cap="flat" cmpd="sng" algn="ctr">
                      <a:solidFill>
                        <a:srgbClr val="D1FAE6"/>
                      </a:solidFill>
                      <a:prstDash val="solid"/>
                    </a:lnB>
                    <a:solidFill>
                      <a:srgbClr val="D1F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6"/>
                      </a:solidFill>
                      <a:prstDash val="solid"/>
                    </a:lnL>
                    <a:lnR w="9525" cap="flat" cmpd="sng" algn="ctr">
                      <a:solidFill>
                        <a:srgbClr val="D1FAE6"/>
                      </a:solidFill>
                      <a:prstDash val="solid"/>
                    </a:lnR>
                    <a:lnT w="9525" cap="flat" cmpd="sng" algn="ctr">
                      <a:solidFill>
                        <a:srgbClr val="D1FAE6"/>
                      </a:solidFill>
                      <a:prstDash val="solid"/>
                    </a:lnT>
                    <a:lnB w="9525" cap="flat" cmpd="sng" algn="ctr">
                      <a:solidFill>
                        <a:srgbClr val="D1FA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6"/>
                      </a:solidFill>
                      <a:prstDash val="solid"/>
                    </a:lnL>
                    <a:lnR w="9525" cap="flat" cmpd="sng" algn="ctr">
                      <a:solidFill>
                        <a:srgbClr val="D1FAE6"/>
                      </a:solidFill>
                      <a:prstDash val="solid"/>
                    </a:lnR>
                    <a:lnT w="9525" cap="flat" cmpd="sng" algn="ctr">
                      <a:solidFill>
                        <a:srgbClr val="D1FAE6"/>
                      </a:solidFill>
                      <a:prstDash val="solid"/>
                    </a:lnT>
                    <a:lnB w="9525" cap="flat" cmpd="sng" algn="ctr">
                      <a:solidFill>
                        <a:srgbClr val="D1FA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6"/>
                      </a:solidFill>
                      <a:prstDash val="solid"/>
                    </a:lnL>
                    <a:lnR w="9525" cap="flat" cmpd="sng" algn="ctr">
                      <a:solidFill>
                        <a:srgbClr val="D1FAE6"/>
                      </a:solidFill>
                      <a:prstDash val="solid"/>
                    </a:lnR>
                    <a:lnT w="9525" cap="flat" cmpd="sng" algn="ctr">
                      <a:solidFill>
                        <a:srgbClr val="D1FAE6"/>
                      </a:solidFill>
                      <a:prstDash val="solid"/>
                    </a:lnT>
                    <a:lnB w="9525" cap="flat" cmpd="sng" algn="ctr">
                      <a:solidFill>
                        <a:srgbClr val="D1FA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8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6"/>
                      </a:solidFill>
                      <a:prstDash val="solid"/>
                    </a:lnL>
                    <a:lnR w="9525" cap="flat" cmpd="sng" algn="ctr">
                      <a:solidFill>
                        <a:srgbClr val="D1FAE6"/>
                      </a:solidFill>
                      <a:prstDash val="solid"/>
                    </a:lnR>
                    <a:lnT w="9525" cap="flat" cmpd="sng" algn="ctr">
                      <a:solidFill>
                        <a:srgbClr val="D1FAE6"/>
                      </a:solidFill>
                      <a:prstDash val="solid"/>
                    </a:lnT>
                    <a:lnB w="9525" cap="flat" cmpd="sng" algn="ctr">
                      <a:solidFill>
                        <a:srgbClr val="D1FAE6"/>
                      </a:solidFill>
                      <a:prstDash val="solid"/>
                    </a:lnB>
                    <a:solidFill>
                      <a:srgbClr val="D1F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6"/>
                      </a:solidFill>
                      <a:prstDash val="solid"/>
                    </a:lnL>
                    <a:lnR w="9525" cap="flat" cmpd="sng" algn="ctr">
                      <a:solidFill>
                        <a:srgbClr val="D1FAE6"/>
                      </a:solidFill>
                      <a:prstDash val="solid"/>
                    </a:lnR>
                    <a:lnT w="9525" cap="flat" cmpd="sng" algn="ctr">
                      <a:solidFill>
                        <a:srgbClr val="D1FAE6"/>
                      </a:solidFill>
                      <a:prstDash val="solid"/>
                    </a:lnT>
                    <a:lnB w="9525" cap="flat" cmpd="sng" algn="ctr">
                      <a:solidFill>
                        <a:srgbClr val="D1FAE6"/>
                      </a:solidFill>
                      <a:prstDash val="solid"/>
                    </a:lnB>
                    <a:solidFill>
                      <a:srgbClr val="EA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6"/>
                      </a:solidFill>
                      <a:prstDash val="solid"/>
                    </a:lnL>
                    <a:lnR w="9525" cap="flat" cmpd="sng" algn="ctr">
                      <a:solidFill>
                        <a:srgbClr val="D1FAE6"/>
                      </a:solidFill>
                      <a:prstDash val="solid"/>
                    </a:lnR>
                    <a:lnT w="9525" cap="flat" cmpd="sng" algn="ctr">
                      <a:solidFill>
                        <a:srgbClr val="D1FAE6"/>
                      </a:solidFill>
                      <a:prstDash val="solid"/>
                    </a:lnT>
                    <a:lnB w="9525" cap="flat" cmpd="sng" algn="ctr">
                      <a:solidFill>
                        <a:srgbClr val="D1FAE6"/>
                      </a:solidFill>
                      <a:prstDash val="solid"/>
                    </a:lnB>
                    <a:solidFill>
                      <a:srgbClr val="EA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6"/>
                      </a:solidFill>
                      <a:prstDash val="solid"/>
                    </a:lnL>
                    <a:lnR w="9525" cap="flat" cmpd="sng" algn="ctr">
                      <a:solidFill>
                        <a:srgbClr val="D1FAE6"/>
                      </a:solidFill>
                      <a:prstDash val="solid"/>
                    </a:lnR>
                    <a:lnT w="9525" cap="flat" cmpd="sng" algn="ctr">
                      <a:solidFill>
                        <a:srgbClr val="D1FAE6"/>
                      </a:solidFill>
                      <a:prstDash val="solid"/>
                    </a:lnT>
                    <a:lnB w="9525" cap="flat" cmpd="sng" algn="ctr">
                      <a:solidFill>
                        <a:srgbClr val="D1FAE6"/>
                      </a:solidFill>
                      <a:prstDash val="solid"/>
                    </a:lnB>
                    <a:solidFill>
                      <a:srgbClr val="EAFDF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8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6"/>
                      </a:solidFill>
                      <a:prstDash val="solid"/>
                    </a:lnL>
                    <a:lnR w="9525" cap="flat" cmpd="sng" algn="ctr">
                      <a:solidFill>
                        <a:srgbClr val="D1FAE6"/>
                      </a:solidFill>
                      <a:prstDash val="solid"/>
                    </a:lnR>
                    <a:lnT w="9525" cap="flat" cmpd="sng" algn="ctr">
                      <a:solidFill>
                        <a:srgbClr val="D1FAE6"/>
                      </a:solidFill>
                      <a:prstDash val="solid"/>
                    </a:lnT>
                    <a:lnB w="9525" cap="flat" cmpd="sng" algn="ctr">
                      <a:solidFill>
                        <a:srgbClr val="D1FAE6"/>
                      </a:solidFill>
                      <a:prstDash val="solid"/>
                    </a:lnB>
                    <a:solidFill>
                      <a:srgbClr val="D1F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6"/>
                      </a:solidFill>
                      <a:prstDash val="solid"/>
                    </a:lnL>
                    <a:lnR w="9525" cap="flat" cmpd="sng" algn="ctr">
                      <a:solidFill>
                        <a:srgbClr val="D1FAE6"/>
                      </a:solidFill>
                      <a:prstDash val="solid"/>
                    </a:lnR>
                    <a:lnT w="9525" cap="flat" cmpd="sng" algn="ctr">
                      <a:solidFill>
                        <a:srgbClr val="D1FAE6"/>
                      </a:solidFill>
                      <a:prstDash val="solid"/>
                    </a:lnT>
                    <a:lnB w="9525" cap="flat" cmpd="sng" algn="ctr">
                      <a:solidFill>
                        <a:srgbClr val="D1FA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6"/>
                      </a:solidFill>
                      <a:prstDash val="solid"/>
                    </a:lnL>
                    <a:lnR w="9525" cap="flat" cmpd="sng" algn="ctr">
                      <a:solidFill>
                        <a:srgbClr val="D1FAE6"/>
                      </a:solidFill>
                      <a:prstDash val="solid"/>
                    </a:lnR>
                    <a:lnT w="9525" cap="flat" cmpd="sng" algn="ctr">
                      <a:solidFill>
                        <a:srgbClr val="D1FAE6"/>
                      </a:solidFill>
                      <a:prstDash val="solid"/>
                    </a:lnT>
                    <a:lnB w="9525" cap="flat" cmpd="sng" algn="ctr">
                      <a:solidFill>
                        <a:srgbClr val="D1FA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6"/>
                      </a:solidFill>
                      <a:prstDash val="solid"/>
                    </a:lnL>
                    <a:lnR w="9525" cap="flat" cmpd="sng" algn="ctr">
                      <a:solidFill>
                        <a:srgbClr val="D1FAE6"/>
                      </a:solidFill>
                      <a:prstDash val="solid"/>
                    </a:lnR>
                    <a:lnT w="9525" cap="flat" cmpd="sng" algn="ctr">
                      <a:solidFill>
                        <a:srgbClr val="D1FAE6"/>
                      </a:solidFill>
                      <a:prstDash val="solid"/>
                    </a:lnT>
                    <a:lnB w="9525" cap="flat" cmpd="sng" algn="ctr">
                      <a:solidFill>
                        <a:srgbClr val="D1FA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8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6"/>
                      </a:solidFill>
                      <a:prstDash val="solid"/>
                    </a:lnL>
                    <a:lnR w="9525" cap="flat" cmpd="sng" algn="ctr">
                      <a:solidFill>
                        <a:srgbClr val="D1FAE6"/>
                      </a:solidFill>
                      <a:prstDash val="solid"/>
                    </a:lnR>
                    <a:lnT w="9525" cap="flat" cmpd="sng" algn="ctr">
                      <a:solidFill>
                        <a:srgbClr val="D1FAE6"/>
                      </a:solidFill>
                      <a:prstDash val="solid"/>
                    </a:lnT>
                    <a:lnB w="9525" cap="flat" cmpd="sng" algn="ctr">
                      <a:solidFill>
                        <a:srgbClr val="D1FAE6"/>
                      </a:solidFill>
                      <a:prstDash val="solid"/>
                    </a:lnB>
                    <a:solidFill>
                      <a:srgbClr val="D1F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6"/>
                      </a:solidFill>
                      <a:prstDash val="solid"/>
                    </a:lnL>
                    <a:lnR w="9525" cap="flat" cmpd="sng" algn="ctr">
                      <a:solidFill>
                        <a:srgbClr val="D1FAE6"/>
                      </a:solidFill>
                      <a:prstDash val="solid"/>
                    </a:lnR>
                    <a:lnT w="9525" cap="flat" cmpd="sng" algn="ctr">
                      <a:solidFill>
                        <a:srgbClr val="D1FAE6"/>
                      </a:solidFill>
                      <a:prstDash val="solid"/>
                    </a:lnT>
                    <a:lnB w="9525" cap="flat" cmpd="sng" algn="ctr">
                      <a:solidFill>
                        <a:srgbClr val="D1FAE6"/>
                      </a:solidFill>
                      <a:prstDash val="solid"/>
                    </a:lnB>
                    <a:solidFill>
                      <a:srgbClr val="EA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6"/>
                      </a:solidFill>
                      <a:prstDash val="solid"/>
                    </a:lnL>
                    <a:lnR w="9525" cap="flat" cmpd="sng" algn="ctr">
                      <a:solidFill>
                        <a:srgbClr val="D1FAE6"/>
                      </a:solidFill>
                      <a:prstDash val="solid"/>
                    </a:lnR>
                    <a:lnT w="9525" cap="flat" cmpd="sng" algn="ctr">
                      <a:solidFill>
                        <a:srgbClr val="D1FAE6"/>
                      </a:solidFill>
                      <a:prstDash val="solid"/>
                    </a:lnT>
                    <a:lnB w="9525" cap="flat" cmpd="sng" algn="ctr">
                      <a:solidFill>
                        <a:srgbClr val="D1FAE6"/>
                      </a:solidFill>
                      <a:prstDash val="solid"/>
                    </a:lnB>
                    <a:solidFill>
                      <a:srgbClr val="EA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6"/>
                      </a:solidFill>
                      <a:prstDash val="solid"/>
                    </a:lnL>
                    <a:lnR w="9525" cap="flat" cmpd="sng" algn="ctr">
                      <a:solidFill>
                        <a:srgbClr val="D1FAE6"/>
                      </a:solidFill>
                      <a:prstDash val="solid"/>
                    </a:lnR>
                    <a:lnT w="9525" cap="flat" cmpd="sng" algn="ctr">
                      <a:solidFill>
                        <a:srgbClr val="D1FAE6"/>
                      </a:solidFill>
                      <a:prstDash val="solid"/>
                    </a:lnT>
                    <a:lnB w="9525" cap="flat" cmpd="sng" algn="ctr">
                      <a:solidFill>
                        <a:srgbClr val="D1FAE6"/>
                      </a:solidFill>
                      <a:prstDash val="solid"/>
                    </a:lnB>
                    <a:solidFill>
                      <a:srgbClr val="EAFDF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8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6"/>
                      </a:solidFill>
                      <a:prstDash val="solid"/>
                    </a:lnL>
                    <a:lnR w="9525" cap="flat" cmpd="sng" algn="ctr">
                      <a:solidFill>
                        <a:srgbClr val="D1FAE6"/>
                      </a:solidFill>
                      <a:prstDash val="solid"/>
                    </a:lnR>
                    <a:lnT w="9525" cap="flat" cmpd="sng" algn="ctr">
                      <a:solidFill>
                        <a:srgbClr val="D1FAE6"/>
                      </a:solidFill>
                      <a:prstDash val="solid"/>
                    </a:lnT>
                    <a:lnB w="9525" cap="flat" cmpd="sng" algn="ctr">
                      <a:solidFill>
                        <a:srgbClr val="D1FAE6"/>
                      </a:solidFill>
                      <a:prstDash val="solid"/>
                    </a:lnB>
                    <a:solidFill>
                      <a:srgbClr val="D1F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6"/>
                      </a:solidFill>
                      <a:prstDash val="solid"/>
                    </a:lnL>
                    <a:lnR w="9525" cap="flat" cmpd="sng" algn="ctr">
                      <a:solidFill>
                        <a:srgbClr val="D1FAE6"/>
                      </a:solidFill>
                      <a:prstDash val="solid"/>
                    </a:lnR>
                    <a:lnT w="9525" cap="flat" cmpd="sng" algn="ctr">
                      <a:solidFill>
                        <a:srgbClr val="D1FAE6"/>
                      </a:solidFill>
                      <a:prstDash val="solid"/>
                    </a:lnT>
                    <a:lnB w="9525" cap="flat" cmpd="sng" algn="ctr">
                      <a:solidFill>
                        <a:srgbClr val="D1FA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6"/>
                      </a:solidFill>
                      <a:prstDash val="solid"/>
                    </a:lnL>
                    <a:lnR w="9525" cap="flat" cmpd="sng" algn="ctr">
                      <a:solidFill>
                        <a:srgbClr val="D1FAE6"/>
                      </a:solidFill>
                      <a:prstDash val="solid"/>
                    </a:lnR>
                    <a:lnT w="9525" cap="flat" cmpd="sng" algn="ctr">
                      <a:solidFill>
                        <a:srgbClr val="D1FAE6"/>
                      </a:solidFill>
                      <a:prstDash val="solid"/>
                    </a:lnT>
                    <a:lnB w="9525" cap="flat" cmpd="sng" algn="ctr">
                      <a:solidFill>
                        <a:srgbClr val="D1FA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6"/>
                      </a:solidFill>
                      <a:prstDash val="solid"/>
                    </a:lnL>
                    <a:lnR w="9525" cap="flat" cmpd="sng" algn="ctr">
                      <a:solidFill>
                        <a:srgbClr val="D1FAE6"/>
                      </a:solidFill>
                      <a:prstDash val="solid"/>
                    </a:lnR>
                    <a:lnT w="9525" cap="flat" cmpd="sng" algn="ctr">
                      <a:solidFill>
                        <a:srgbClr val="D1FAE6"/>
                      </a:solidFill>
                      <a:prstDash val="solid"/>
                    </a:lnT>
                    <a:lnB w="9525" cap="flat" cmpd="sng" algn="ctr">
                      <a:solidFill>
                        <a:srgbClr val="D1FA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49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7BEA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274938"/>
      </a:dk2>
      <a:lt2>
        <a:srgbClr val="EAFDF4"/>
      </a:lt2>
      <a:accent1>
        <a:srgbClr val="7BEAB3"/>
      </a:accent1>
      <a:accent2>
        <a:srgbClr val="9FEFED"/>
      </a:accent2>
      <a:accent3>
        <a:srgbClr val="274938"/>
      </a:accent3>
      <a:accent4>
        <a:srgbClr val="D1FAE6"/>
      </a:accent4>
      <a:accent5>
        <a:srgbClr val="8DECD0"/>
      </a:accent5>
      <a:accent6>
        <a:srgbClr val="7D9288"/>
      </a:accent6>
      <a:hlink>
        <a:srgbClr val="7BEAB3"/>
      </a:hlink>
      <a:folHlink>
        <a:srgbClr val="27493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