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발표 제목을 입력하세요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보름달 아래 모여 앉아 나누는 이야기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목차</a:t>
            </a:r>
          </a:p>
        </p:txBody>
      </p:sp>
      <p:sp>
        <p:nvSpPr>
          <p:cNvPr id="8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오늘의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핵심 개념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실습과 예시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정리와 질문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핵심 메시지</a:t>
            </a:r>
          </a:p>
        </p:txBody>
      </p:sp>
      <p:sp>
        <p:nvSpPr>
          <p:cNvPr id="8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15214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9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알아야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해 볼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기억할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한눈에 비교</a:t>
            </a:r>
          </a:p>
        </p:txBody>
      </p:sp>
      <p:sp>
        <p:nvSpPr>
          <p:cNvPr id="8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7E8C9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152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일정·현황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79123"/>
                      </a:solidFill>
                      <a:prstDash val="solid"/>
                    </a:lnL>
                    <a:lnR w="9525" cap="flat" cmpd="sng" algn="ctr">
                      <a:solidFill>
                        <a:srgbClr val="C79123"/>
                      </a:solidFill>
                      <a:prstDash val="solid"/>
                    </a:lnR>
                    <a:lnT w="9525" cap="flat" cmpd="sng" algn="ctr">
                      <a:solidFill>
                        <a:srgbClr val="C79123"/>
                      </a:solidFill>
                      <a:prstDash val="solid"/>
                    </a:lnT>
                    <a:lnB w="9525" cap="flat" cmpd="sng" algn="ctr">
                      <a:solidFill>
                        <a:srgbClr val="C79123"/>
                      </a:solidFill>
                      <a:prstDash val="solid"/>
                    </a:lnB>
                    <a:solidFill>
                      <a:srgbClr val="C7912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들어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