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15214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15214"/>
                </a:solidFill>
              </a:rPr>
              <a:t>질문은 말씀 중에 바로 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교육·강의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5214"/>
                </a:solidFill>
              </a:rPr>
              <a:t>목차</a:t>
            </a:r>
          </a:p>
        </p:txBody>
      </p:sp>
      <p:sp>
        <p:nvSpPr>
          <p:cNvPr id="4" name="줄 1"/>
          <p:cNvSpPr/>
          <p:nvPr/>
        </p:nvSpPr>
        <p:spPr>
          <a:xfrm>
            <a:off x="777240" y="155448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2700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60120" y="178308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19" y="1600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오늘의 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1600200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8" name="줄 2"/>
          <p:cNvSpPr/>
          <p:nvPr/>
        </p:nvSpPr>
        <p:spPr>
          <a:xfrm>
            <a:off x="777240" y="2606039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2700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960120" y="2834639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2651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65175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2" name="줄 3"/>
          <p:cNvSpPr/>
          <p:nvPr/>
        </p:nvSpPr>
        <p:spPr>
          <a:xfrm>
            <a:off x="777240" y="365760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2700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960120" y="388620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3703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실습과 예시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703320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6" name="줄 4"/>
          <p:cNvSpPr/>
          <p:nvPr/>
        </p:nvSpPr>
        <p:spPr>
          <a:xfrm>
            <a:off x="777240" y="4709159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2700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4"/>
          <p:cNvSpPr/>
          <p:nvPr/>
        </p:nvSpPr>
        <p:spPr>
          <a:xfrm>
            <a:off x="960120" y="4937759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47548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정리와 질문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75487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5214"/>
                </a:solidFill>
              </a:rPr>
              <a:t>핵심 메시지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777240" y="1554480"/>
            <a:ext cx="1063721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715214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5" name="카드 1"/>
          <p:cNvSpPr/>
          <p:nvPr/>
        </p:nvSpPr>
        <p:spPr>
          <a:xfrm>
            <a:off x="777240" y="301752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5875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960120" y="320040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알아야 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99178" y="301752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5875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82058" y="320040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338" y="379476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해 볼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6338" y="448056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21116" y="301752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5875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03996" y="320040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8276" y="379476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기억할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8276" y="448056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5214"/>
                </a:solidFill>
              </a:rPr>
              <a:t>한눈에 비교</a:t>
            </a:r>
          </a:p>
        </p:txBody>
      </p:sp>
      <p:sp>
        <p:nvSpPr>
          <p:cNvPr id="4" name="왼쪽 칸"/>
          <p:cNvSpPr/>
          <p:nvPr/>
        </p:nvSpPr>
        <p:spPr>
          <a:xfrm>
            <a:off x="777240" y="1554480"/>
            <a:ext cx="5135727" cy="466344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2700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칸 제목 바"/>
          <p:cNvSpPr/>
          <p:nvPr/>
        </p:nvSpPr>
        <p:spPr>
          <a:xfrm>
            <a:off x="777240" y="155448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알기 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678527" cy="37490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오른쪽 칸"/>
          <p:cNvSpPr/>
          <p:nvPr/>
        </p:nvSpPr>
        <p:spPr>
          <a:xfrm>
            <a:off x="6278727" y="1554480"/>
            <a:ext cx="5135727" cy="4663440"/>
          </a:xfrm>
          <a:prstGeom prst="roundRect">
            <a:avLst>
              <a:gd name="adj" fmla="val 8000"/>
            </a:avLst>
          </a:prstGeom>
          <a:solidFill>
            <a:srgbClr val="F7E8C9"/>
          </a:solidFill>
          <a:ln w="12700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칸 제목 바"/>
          <p:cNvSpPr/>
          <p:nvPr/>
        </p:nvSpPr>
        <p:spPr>
          <a:xfrm>
            <a:off x="6278727" y="155448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71521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155448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알고 난 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377440"/>
            <a:ext cx="4678527" cy="37490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5214"/>
                </a:solidFill>
              </a:rPr>
              <a:t>일정·현황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77240" y="1554480"/>
          <a:ext cx="1063721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9303"/>
                <a:gridCol w="2659303"/>
                <a:gridCol w="2659303"/>
                <a:gridCol w="265930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차시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79123"/>
                      </a:solidFill>
                      <a:prstDash val="solid"/>
                    </a:lnL>
                    <a:lnR w="9525" cap="flat" cmpd="sng" algn="ctr">
                      <a:solidFill>
                        <a:srgbClr val="C79123"/>
                      </a:solidFill>
                      <a:prstDash val="solid"/>
                    </a:lnR>
                    <a:lnT w="9525" cap="flat" cmpd="sng" algn="ctr">
                      <a:solidFill>
                        <a:srgbClr val="C79123"/>
                      </a:solidFill>
                      <a:prstDash val="solid"/>
                    </a:lnT>
                    <a:lnB w="9525" cap="flat" cmpd="sng" algn="ctr">
                      <a:solidFill>
                        <a:srgbClr val="C79123"/>
                      </a:solidFill>
                      <a:prstDash val="solid"/>
                    </a:lnB>
                    <a:solidFill>
                      <a:srgbClr val="C791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주제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79123"/>
                      </a:solidFill>
                      <a:prstDash val="solid"/>
                    </a:lnL>
                    <a:lnR w="9525" cap="flat" cmpd="sng" algn="ctr">
                      <a:solidFill>
                        <a:srgbClr val="C79123"/>
                      </a:solidFill>
                      <a:prstDash val="solid"/>
                    </a:lnR>
                    <a:lnT w="9525" cap="flat" cmpd="sng" algn="ctr">
                      <a:solidFill>
                        <a:srgbClr val="C79123"/>
                      </a:solidFill>
                      <a:prstDash val="solid"/>
                    </a:lnT>
                    <a:lnB w="9525" cap="flat" cmpd="sng" algn="ctr">
                      <a:solidFill>
                        <a:srgbClr val="C79123"/>
                      </a:solidFill>
                      <a:prstDash val="solid"/>
                    </a:lnB>
                    <a:solidFill>
                      <a:srgbClr val="C791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79123"/>
                      </a:solidFill>
                      <a:prstDash val="solid"/>
                    </a:lnL>
                    <a:lnR w="9525" cap="flat" cmpd="sng" algn="ctr">
                      <a:solidFill>
                        <a:srgbClr val="C79123"/>
                      </a:solidFill>
                      <a:prstDash val="solid"/>
                    </a:lnR>
                    <a:lnT w="9525" cap="flat" cmpd="sng" algn="ctr">
                      <a:solidFill>
                        <a:srgbClr val="C79123"/>
                      </a:solidFill>
                      <a:prstDash val="solid"/>
                    </a:lnT>
                    <a:lnB w="9525" cap="flat" cmpd="sng" algn="ctr">
                      <a:solidFill>
                        <a:srgbClr val="C79123"/>
                      </a:solidFill>
                      <a:prstDash val="solid"/>
                    </a:lnB>
                    <a:solidFill>
                      <a:srgbClr val="C791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준비물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79123"/>
                      </a:solidFill>
                      <a:prstDash val="solid"/>
                    </a:lnL>
                    <a:lnR w="9525" cap="flat" cmpd="sng" algn="ctr">
                      <a:solidFill>
                        <a:srgbClr val="C79123"/>
                      </a:solidFill>
                      <a:prstDash val="solid"/>
                    </a:lnR>
                    <a:lnT w="9525" cap="flat" cmpd="sng" algn="ctr">
                      <a:solidFill>
                        <a:srgbClr val="C79123"/>
                      </a:solidFill>
                      <a:prstDash val="solid"/>
                    </a:lnT>
                    <a:lnB w="9525" cap="flat" cmpd="sng" algn="ctr">
                      <a:solidFill>
                        <a:srgbClr val="C79123"/>
                      </a:solidFill>
                      <a:prstDash val="solid"/>
                    </a:lnB>
                    <a:solidFill>
                      <a:srgbClr val="C79123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5214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5214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5214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5214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5214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15214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15214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교육·강의 발표 템플릿">
  <a:themeElements>
    <a:clrScheme name="Office">
      <a:dk1>
        <a:sysClr val="windowText" lastClr="000000"/>
      </a:dk1>
      <a:lt1>
        <a:sysClr val="window" lastClr="FFFFFF"/>
      </a:lt1>
      <a:dk2>
        <a:srgbClr val="715214"/>
      </a:dk2>
      <a:lt2>
        <a:srgbClr val="FCF7EE"/>
      </a:lt2>
      <a:accent1>
        <a:srgbClr val="C79123"/>
      </a:accent1>
      <a:accent2>
        <a:srgbClr val="3B8391"/>
      </a:accent2>
      <a:accent3>
        <a:srgbClr val="715214"/>
      </a:accent3>
      <a:accent4>
        <a:srgbClr val="F7E8C9"/>
      </a:accent4>
      <a:accent5>
        <a:srgbClr val="818A5A"/>
      </a:accent5>
      <a:accent6>
        <a:srgbClr val="AA9772"/>
      </a:accent6>
      <a:hlink>
        <a:srgbClr val="C79123"/>
      </a:hlink>
      <a:folHlink>
        <a:srgbClr val="715214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