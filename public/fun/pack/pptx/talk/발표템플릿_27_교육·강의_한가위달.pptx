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8168335" y="3749039"/>
            <a:ext cx="5486400" cy="5486400"/>
          </a:xfrm>
          <a:prstGeom prst="ellipse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737305" y="1371600"/>
            <a:ext cx="457200" cy="457200"/>
          </a:xfrm>
          <a:prstGeom prst="ellipse">
            <a:avLst/>
          </a:prstGeom>
          <a:solidFill>
            <a:srgbClr val="EBD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36289" y="2468879"/>
            <a:ext cx="182880" cy="182880"/>
          </a:xfrm>
          <a:prstGeom prst="ellipse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라벨"/>
          <p:cNvSpPr txBox="1"/>
          <p:nvPr/>
        </p:nvSpPr>
        <p:spPr>
          <a:xfrm>
            <a:off x="5120511" y="160020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511" y="205740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발표 제목을 입력하세요</a:t>
            </a:r>
          </a:p>
        </p:txBody>
      </p:sp>
      <p:sp>
        <p:nvSpPr>
          <p:cNvPr id="7" name="한 줄 문구"/>
          <p:cNvSpPr txBox="1"/>
          <p:nvPr/>
        </p:nvSpPr>
        <p:spPr>
          <a:xfrm>
            <a:off x="5120511" y="333756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질문은 말씀 중에 바로 해 주세요</a:t>
            </a:r>
          </a:p>
        </p:txBody>
      </p:sp>
      <p:sp>
        <p:nvSpPr>
          <p:cNvPr id="8" name="안내 문구"/>
          <p:cNvSpPr txBox="1"/>
          <p:nvPr/>
        </p:nvSpPr>
        <p:spPr>
          <a:xfrm>
            <a:off x="5120511" y="420624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교육·강의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round2SameRect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목차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B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609344"/>
            <a:ext cx="10893247" cy="82296"/>
          </a:xfrm>
          <a:prstGeom prst="rect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번호 1"/>
          <p:cNvSpPr/>
          <p:nvPr/>
        </p:nvSpPr>
        <p:spPr>
          <a:xfrm>
            <a:off x="822959" y="182880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B8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E27"/>
                </a:solidFill>
              </a:rPr>
              <a:t>오늘의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1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B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649224" y="2660903"/>
            <a:ext cx="10893247" cy="82296"/>
          </a:xfrm>
          <a:prstGeom prst="rect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2"/>
          <p:cNvSpPr/>
          <p:nvPr/>
        </p:nvSpPr>
        <p:spPr>
          <a:xfrm>
            <a:off x="822959" y="288036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B8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E27"/>
                </a:solidFill>
              </a:rPr>
              <a:t>핵심 개념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16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B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위쪽 띠"/>
          <p:cNvSpPr/>
          <p:nvPr/>
        </p:nvSpPr>
        <p:spPr>
          <a:xfrm>
            <a:off x="649224" y="3712463"/>
            <a:ext cx="10893247" cy="82296"/>
          </a:xfrm>
          <a:prstGeom prst="rect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3"/>
          <p:cNvSpPr/>
          <p:nvPr/>
        </p:nvSpPr>
        <p:spPr>
          <a:xfrm>
            <a:off x="822959" y="39319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B8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E27"/>
                </a:solidFill>
              </a:rPr>
              <a:t>실습과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  <p:sp>
        <p:nvSpPr>
          <p:cNvPr id="21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B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위쪽 띠"/>
          <p:cNvSpPr/>
          <p:nvPr/>
        </p:nvSpPr>
        <p:spPr>
          <a:xfrm>
            <a:off x="649224" y="4764023"/>
            <a:ext cx="10893247" cy="82296"/>
          </a:xfrm>
          <a:prstGeom prst="rect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번호 4"/>
          <p:cNvSpPr/>
          <p:nvPr/>
        </p:nvSpPr>
        <p:spPr>
          <a:xfrm>
            <a:off x="822959" y="4983479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B8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E27"/>
                </a:solidFill>
              </a:rPr>
              <a:t>정리와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round2SameRect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핵심 메시지</a:t>
            </a:r>
          </a:p>
        </p:txBody>
      </p:sp>
      <p:sp>
        <p:nvSpPr>
          <p:cNvPr id="6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493E27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7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B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위쪽 띠"/>
          <p:cNvSpPr/>
          <p:nvPr/>
        </p:nvSpPr>
        <p:spPr>
          <a:xfrm>
            <a:off x="649224" y="3072384"/>
            <a:ext cx="3466490" cy="82296"/>
          </a:xfrm>
          <a:prstGeom prst="rect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1"/>
          <p:cNvSpPr/>
          <p:nvPr/>
        </p:nvSpPr>
        <p:spPr>
          <a:xfrm>
            <a:off x="822959" y="32461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B8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E27"/>
                </a:solidFill>
              </a:rPr>
              <a:t>알아야 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2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B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위쪽 띠"/>
          <p:cNvSpPr/>
          <p:nvPr/>
        </p:nvSpPr>
        <p:spPr>
          <a:xfrm>
            <a:off x="4362602" y="3072384"/>
            <a:ext cx="3466490" cy="82296"/>
          </a:xfrm>
          <a:prstGeom prst="rect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2"/>
          <p:cNvSpPr/>
          <p:nvPr/>
        </p:nvSpPr>
        <p:spPr>
          <a:xfrm>
            <a:off x="4536338" y="32461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B8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E27"/>
                </a:solidFill>
              </a:rPr>
              <a:t>해 볼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7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B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위쪽 띠"/>
          <p:cNvSpPr/>
          <p:nvPr/>
        </p:nvSpPr>
        <p:spPr>
          <a:xfrm>
            <a:off x="8075980" y="3072384"/>
            <a:ext cx="3466490" cy="82296"/>
          </a:xfrm>
          <a:prstGeom prst="rect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번호 3"/>
          <p:cNvSpPr/>
          <p:nvPr/>
        </p:nvSpPr>
        <p:spPr>
          <a:xfrm>
            <a:off x="8249716" y="32461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D8B8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E27"/>
                </a:solidFill>
              </a:rPr>
              <a:t>기억할 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round2SameRect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한눈에 비교</a:t>
            </a:r>
          </a:p>
        </p:txBody>
      </p:sp>
      <p:sp>
        <p:nvSpPr>
          <p:cNvPr id="6" name="왼쪽 칸"/>
          <p:cNvSpPr/>
          <p:nvPr/>
        </p:nvSpPr>
        <p:spPr>
          <a:xfrm>
            <a:off x="640080" y="1600200"/>
            <a:ext cx="5272887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B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쪽 띠"/>
          <p:cNvSpPr/>
          <p:nvPr/>
        </p:nvSpPr>
        <p:spPr>
          <a:xfrm>
            <a:off x="649224" y="1609344"/>
            <a:ext cx="5254599" cy="82296"/>
          </a:xfrm>
          <a:prstGeom prst="rect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6231F"/>
                </a:solidFill>
              </a:rPr>
              <a:t>알기 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2316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1" name="오른쪽 칸"/>
          <p:cNvSpPr/>
          <p:nvPr/>
        </p:nvSpPr>
        <p:spPr>
          <a:xfrm>
            <a:off x="6278727" y="1600200"/>
            <a:ext cx="5272887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F6EB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위쪽 띠"/>
          <p:cNvSpPr/>
          <p:nvPr/>
        </p:nvSpPr>
        <p:spPr>
          <a:xfrm>
            <a:off x="6287871" y="1609344"/>
            <a:ext cx="5254599" cy="82296"/>
          </a:xfrm>
          <a:prstGeom prst="rect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493E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알고 난 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7327" y="2423160"/>
            <a:ext cx="4815687" cy="23774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5" name="포인트"/>
          <p:cNvSpPr/>
          <p:nvPr/>
        </p:nvSpPr>
        <p:spPr>
          <a:xfrm>
            <a:off x="11213287" y="6473952"/>
            <a:ext cx="219456" cy="219456"/>
          </a:xfrm>
          <a:prstGeom prst="round2SameRect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일정·현황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차시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B879"/>
                      </a:solidFill>
                      <a:prstDash val="solid"/>
                    </a:lnL>
                    <a:lnR w="9525" cap="flat" cmpd="sng" algn="ctr">
                      <a:solidFill>
                        <a:srgbClr val="D8B879"/>
                      </a:solidFill>
                      <a:prstDash val="solid"/>
                    </a:lnR>
                    <a:lnT w="9525" cap="flat" cmpd="sng" algn="ctr">
                      <a:solidFill>
                        <a:srgbClr val="D8B879"/>
                      </a:solidFill>
                      <a:prstDash val="solid"/>
                    </a:lnT>
                    <a:lnB w="9525" cap="flat" cmpd="sng" algn="ctr">
                      <a:solidFill>
                        <a:srgbClr val="D8B879"/>
                      </a:solidFill>
                      <a:prstDash val="solid"/>
                    </a:lnB>
                    <a:solidFill>
                      <a:srgbClr val="D8B8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주제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B879"/>
                      </a:solidFill>
                      <a:prstDash val="solid"/>
                    </a:lnL>
                    <a:lnR w="9525" cap="flat" cmpd="sng" algn="ctr">
                      <a:solidFill>
                        <a:srgbClr val="D8B879"/>
                      </a:solidFill>
                      <a:prstDash val="solid"/>
                    </a:lnR>
                    <a:lnT w="9525" cap="flat" cmpd="sng" algn="ctr">
                      <a:solidFill>
                        <a:srgbClr val="D8B879"/>
                      </a:solidFill>
                      <a:prstDash val="solid"/>
                    </a:lnT>
                    <a:lnB w="9525" cap="flat" cmpd="sng" algn="ctr">
                      <a:solidFill>
                        <a:srgbClr val="D8B879"/>
                      </a:solidFill>
                      <a:prstDash val="solid"/>
                    </a:lnB>
                    <a:solidFill>
                      <a:srgbClr val="D8B8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B879"/>
                      </a:solidFill>
                      <a:prstDash val="solid"/>
                    </a:lnL>
                    <a:lnR w="9525" cap="flat" cmpd="sng" algn="ctr">
                      <a:solidFill>
                        <a:srgbClr val="D8B879"/>
                      </a:solidFill>
                      <a:prstDash val="solid"/>
                    </a:lnR>
                    <a:lnT w="9525" cap="flat" cmpd="sng" algn="ctr">
                      <a:solidFill>
                        <a:srgbClr val="D8B879"/>
                      </a:solidFill>
                      <a:prstDash val="solid"/>
                    </a:lnT>
                    <a:lnB w="9525" cap="flat" cmpd="sng" algn="ctr">
                      <a:solidFill>
                        <a:srgbClr val="D8B879"/>
                      </a:solidFill>
                      <a:prstDash val="solid"/>
                    </a:lnB>
                    <a:solidFill>
                      <a:srgbClr val="D8B8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31F"/>
                          </a:solidFill>
                        </a:rPr>
                        <a:t>준비물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B879"/>
                      </a:solidFill>
                      <a:prstDash val="solid"/>
                    </a:lnL>
                    <a:lnR w="9525" cap="flat" cmpd="sng" algn="ctr">
                      <a:solidFill>
                        <a:srgbClr val="D8B879"/>
                      </a:solidFill>
                      <a:prstDash val="solid"/>
                    </a:lnR>
                    <a:lnT w="9525" cap="flat" cmpd="sng" algn="ctr">
                      <a:solidFill>
                        <a:srgbClr val="D8B879"/>
                      </a:solidFill>
                      <a:prstDash val="solid"/>
                    </a:lnT>
                    <a:lnB w="9525" cap="flat" cmpd="sng" algn="ctr">
                      <a:solidFill>
                        <a:srgbClr val="D8B879"/>
                      </a:solidFill>
                      <a:prstDash val="solid"/>
                    </a:lnB>
                    <a:solidFill>
                      <a:srgbClr val="D8B87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E27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6EB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E27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6EB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E27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6EB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E27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6EB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BF6EC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3E27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6EB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BD5"/>
                      </a:solidFill>
                      <a:prstDash val="solid"/>
                    </a:lnL>
                    <a:lnR w="9525" cap="flat" cmpd="sng" algn="ctr">
                      <a:solidFill>
                        <a:srgbClr val="F6EBD5"/>
                      </a:solidFill>
                      <a:prstDash val="solid"/>
                    </a:lnR>
                    <a:lnT w="9525" cap="flat" cmpd="sng" algn="ctr">
                      <a:solidFill>
                        <a:srgbClr val="F6EBD5"/>
                      </a:solidFill>
                      <a:prstDash val="solid"/>
                    </a:lnT>
                    <a:lnB w="9525" cap="flat" cmpd="sng" algn="ctr">
                      <a:solidFill>
                        <a:srgbClr val="F6EB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8168335" y="3749039"/>
            <a:ext cx="5486400" cy="5486400"/>
          </a:xfrm>
          <a:prstGeom prst="ellipse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737305" y="1371600"/>
            <a:ext cx="457200" cy="457200"/>
          </a:xfrm>
          <a:prstGeom prst="ellipse">
            <a:avLst/>
          </a:prstGeom>
          <a:solidFill>
            <a:srgbClr val="EBD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장식"/>
          <p:cNvSpPr/>
          <p:nvPr/>
        </p:nvSpPr>
        <p:spPr>
          <a:xfrm>
            <a:off x="1036289" y="2468879"/>
            <a:ext cx="182880" cy="182880"/>
          </a:xfrm>
          <a:prstGeom prst="ellipse">
            <a:avLst/>
          </a:prstGeom>
          <a:solidFill>
            <a:srgbClr val="D8B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라벨"/>
          <p:cNvSpPr txBox="1"/>
          <p:nvPr/>
        </p:nvSpPr>
        <p:spPr>
          <a:xfrm>
            <a:off x="5120511" y="160020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PRESENTATION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511" y="205740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감사합니다</a:t>
            </a:r>
          </a:p>
        </p:txBody>
      </p:sp>
      <p:sp>
        <p:nvSpPr>
          <p:cNvPr id="7" name="한 줄 문구"/>
          <p:cNvSpPr txBox="1"/>
          <p:nvPr/>
        </p:nvSpPr>
        <p:spPr>
          <a:xfrm>
            <a:off x="5120511" y="333756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끝까지 들어 주셔서 고맙습니다</a:t>
            </a:r>
          </a:p>
        </p:txBody>
      </p:sp>
      <p:sp>
        <p:nvSpPr>
          <p:cNvPr id="8" name="안내 문구"/>
          <p:cNvSpPr txBox="1"/>
          <p:nvPr/>
        </p:nvSpPr>
        <p:spPr>
          <a:xfrm>
            <a:off x="5120511" y="420624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교육·강의 발표 템플릿">
  <a:themeElements>
    <a:clrScheme name="Office">
      <a:dk1>
        <a:sysClr val="windowText" lastClr="000000"/>
      </a:dk1>
      <a:lt1>
        <a:sysClr val="window" lastClr="FFFFFF"/>
      </a:lt1>
      <a:dk2>
        <a:srgbClr val="493E27"/>
      </a:dk2>
      <a:lt2>
        <a:srgbClr val="FBF6EC"/>
      </a:lt2>
      <a:accent1>
        <a:srgbClr val="D8B879"/>
      </a:accent1>
      <a:accent2>
        <a:srgbClr val="D7E198"/>
      </a:accent2>
      <a:accent3>
        <a:srgbClr val="493E27"/>
      </a:accent3>
      <a:accent4>
        <a:srgbClr val="F6EBD5"/>
      </a:accent4>
      <a:accent5>
        <a:srgbClr val="D8CC88"/>
      </a:accent5>
      <a:accent6>
        <a:srgbClr val="928B7D"/>
      </a:accent6>
      <a:hlink>
        <a:srgbClr val="D8B879"/>
      </a:hlink>
      <a:folHlink>
        <a:srgbClr val="493E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