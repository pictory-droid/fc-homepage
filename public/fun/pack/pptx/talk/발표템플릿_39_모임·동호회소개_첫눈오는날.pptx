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발표 제목을 입력하세요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첫눈처럼 설레는 첫 장을 엽니다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목차</a:t>
            </a:r>
          </a:p>
        </p:txBody>
      </p:sp>
      <p:sp>
        <p:nvSpPr>
          <p:cNvPr id="10" name="줄 1"/>
          <p:cNvSpPr/>
          <p:nvPr/>
        </p:nvSpPr>
        <p:spPr>
          <a:xfrm>
            <a:off x="731520" y="160020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우리 모임 소개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4" name="줄 2"/>
          <p:cNvSpPr/>
          <p:nvPr/>
        </p:nvSpPr>
        <p:spPr>
          <a:xfrm>
            <a:off x="731520" y="265176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914400" y="288036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활동 이야기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9747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8" name="줄 3"/>
          <p:cNvSpPr/>
          <p:nvPr/>
        </p:nvSpPr>
        <p:spPr>
          <a:xfrm>
            <a:off x="731520" y="3703320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함께하는 사람들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3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2" name="줄 4"/>
          <p:cNvSpPr/>
          <p:nvPr/>
        </p:nvSpPr>
        <p:spPr>
          <a:xfrm>
            <a:off x="731520" y="4754879"/>
            <a:ext cx="10728655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914400" y="4983479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참여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00599"/>
            <a:ext cx="688817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핵심 메시지</a:t>
            </a:r>
          </a:p>
        </p:txBody>
      </p:sp>
      <p:sp>
        <p:nvSpPr>
          <p:cNvPr id="10" name="핵심 문장"/>
          <p:cNvSpPr txBox="1"/>
          <p:nvPr/>
        </p:nvSpPr>
        <p:spPr>
          <a:xfrm>
            <a:off x="731520" y="1600200"/>
            <a:ext cx="1072865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3A5E8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1" name="카드 1"/>
          <p:cNvSpPr/>
          <p:nvPr/>
        </p:nvSpPr>
        <p:spPr>
          <a:xfrm>
            <a:off x="731520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914400" y="32461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모임의 취지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83938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66818" y="32461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활동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098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36356" y="3063240"/>
            <a:ext cx="3423818" cy="30175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19236" y="32461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84048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참여 혜택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3516" y="4526280"/>
            <a:ext cx="314949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한눈에 비교</a:t>
            </a:r>
          </a:p>
        </p:txBody>
      </p:sp>
      <p:sp>
        <p:nvSpPr>
          <p:cNvPr id="10" name="왼쪽 칸"/>
          <p:cNvSpPr/>
          <p:nvPr/>
        </p:nvSpPr>
        <p:spPr>
          <a:xfrm>
            <a:off x="731520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731520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오른쪽 칸"/>
          <p:cNvSpPr/>
          <p:nvPr/>
        </p:nvSpPr>
        <p:spPr>
          <a:xfrm>
            <a:off x="6278727" y="1600200"/>
            <a:ext cx="5181447" cy="4617720"/>
          </a:xfrm>
          <a:prstGeom prst="roundRect">
            <a:avLst>
              <a:gd name="adj" fmla="val 8000"/>
            </a:avLst>
          </a:prstGeom>
          <a:solidFill>
            <a:srgbClr val="D3DFEE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칸 제목 바"/>
          <p:cNvSpPr/>
          <p:nvPr/>
        </p:nvSpPr>
        <p:spPr>
          <a:xfrm>
            <a:off x="6278727" y="1600200"/>
            <a:ext cx="5181447" cy="640080"/>
          </a:xfrm>
          <a:prstGeom prst="roundRect">
            <a:avLst>
              <a:gd name="adj" fmla="val 25000"/>
            </a:avLst>
          </a:prstGeom>
          <a:solidFill>
            <a:srgbClr val="3A5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600200"/>
            <a:ext cx="481568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423160"/>
            <a:ext cx="4724247" cy="3703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일정·현황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A5E8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들어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