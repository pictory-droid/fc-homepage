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7AA9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36454" y="530040"/>
            <a:ext cx="546217" cy="5462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094260" y="3720413"/>
            <a:ext cx="618972" cy="61897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217132" y="1276566"/>
            <a:ext cx="506859" cy="50685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2541412" y="4144525"/>
            <a:ext cx="484077" cy="4840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213588" y="3551097"/>
            <a:ext cx="667992" cy="66799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91595" y="1555373"/>
            <a:ext cx="682733" cy="68273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2536144" y="4013377"/>
            <a:ext cx="778231" cy="7782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218543" y="558655"/>
            <a:ext cx="292039" cy="292039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2113401" y="1674958"/>
            <a:ext cx="495635" cy="495635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543038" y="1384291"/>
            <a:ext cx="546888" cy="5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2065202" y="493764"/>
            <a:ext cx="391634" cy="391634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F22"/>
                </a:solidFill>
              </a:rPr>
              <a:t>발표 제목을 입력하세요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긴 여름 오후도 지루하지 않게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목차</a:t>
            </a:r>
          </a:p>
        </p:txBody>
      </p:sp>
      <p:sp>
        <p:nvSpPr>
          <p:cNvPr id="16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추진 경과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주요 성과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4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이슈와 대응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8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향후 계획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핵심 메시지</a:t>
            </a:r>
          </a:p>
        </p:txBody>
      </p:sp>
      <p:sp>
        <p:nvSpPr>
          <p:cNvPr id="16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14F22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7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진행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성과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5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이슈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한눈에 비교</a:t>
            </a:r>
          </a:p>
        </p:txBody>
      </p:sp>
      <p:sp>
        <p:nvSpPr>
          <p:cNvPr id="16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CEED3"/>
          </a:solidFill>
          <a:ln w="127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14F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일정·현황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7AA9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36454" y="530040"/>
            <a:ext cx="546217" cy="5462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094260" y="3720413"/>
            <a:ext cx="618972" cy="61897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217132" y="1276566"/>
            <a:ext cx="506859" cy="50685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2541412" y="4144525"/>
            <a:ext cx="484077" cy="4840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213588" y="3551097"/>
            <a:ext cx="667992" cy="66799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91595" y="1555373"/>
            <a:ext cx="682733" cy="68273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2536144" y="4013377"/>
            <a:ext cx="778231" cy="7782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218543" y="558655"/>
            <a:ext cx="292039" cy="292039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2113401" y="1674958"/>
            <a:ext cx="495635" cy="495635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543038" y="1384291"/>
            <a:ext cx="546888" cy="5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2065202" y="493764"/>
            <a:ext cx="391634" cy="391634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F22"/>
                </a:solidFill>
              </a:rPr>
              <a:t>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들어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314F22"/>
      </a:dk2>
      <a:lt2>
        <a:srgbClr val="F3F9F1"/>
      </a:lt2>
      <a:accent1>
        <a:srgbClr val="5D9640"/>
      </a:accent1>
      <a:accent2>
        <a:srgbClr val="4B3D8F"/>
      </a:accent2>
      <a:accent3>
        <a:srgbClr val="314F22"/>
      </a:accent3>
      <a:accent4>
        <a:srgbClr val="DCEED3"/>
      </a:accent4>
      <a:accent5>
        <a:srgbClr val="546A68"/>
      </a:accent5>
      <a:accent6>
        <a:srgbClr val="83957A"/>
      </a:accent6>
      <a:hlink>
        <a:srgbClr val="5D9640"/>
      </a:hlink>
      <a:folHlink>
        <a:srgbClr val="314F2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