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5C6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실습 먼저, 설명은 나중에 하겠습니다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donu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CEE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solidFill>
            <a:srgbClr val="7985D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오늘의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CEE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7985D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핵심 개념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CEE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7985D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실습과 예시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8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CEE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solidFill>
            <a:srgbClr val="7985D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정리와 질문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donu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72C49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ECEE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solidFill>
            <a:srgbClr val="7985D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알아야 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ECEE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solidFill>
            <a:srgbClr val="7985D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해 볼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ECEE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solidFill>
            <a:srgbClr val="7985D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기억할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donu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ECEE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알기 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D5D9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donu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85D8"/>
                      </a:solidFill>
                      <a:prstDash val="solid"/>
                    </a:lnL>
                    <a:lnR w="9525" cap="flat" cmpd="sng" algn="ctr">
                      <a:solidFill>
                        <a:srgbClr val="7985D8"/>
                      </a:solidFill>
                      <a:prstDash val="solid"/>
                    </a:lnR>
                    <a:lnT w="9525" cap="flat" cmpd="sng" algn="ctr">
                      <a:solidFill>
                        <a:srgbClr val="7985D8"/>
                      </a:solidFill>
                      <a:prstDash val="solid"/>
                    </a:lnT>
                    <a:lnB w="9525" cap="flat" cmpd="sng" algn="ctr">
                      <a:solidFill>
                        <a:srgbClr val="7985D8"/>
                      </a:solidFill>
                      <a:prstDash val="solid"/>
                    </a:lnB>
                    <a:solidFill>
                      <a:srgbClr val="798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85D8"/>
                      </a:solidFill>
                      <a:prstDash val="solid"/>
                    </a:lnL>
                    <a:lnR w="9525" cap="flat" cmpd="sng" algn="ctr">
                      <a:solidFill>
                        <a:srgbClr val="7985D8"/>
                      </a:solidFill>
                      <a:prstDash val="solid"/>
                    </a:lnR>
                    <a:lnT w="9525" cap="flat" cmpd="sng" algn="ctr">
                      <a:solidFill>
                        <a:srgbClr val="7985D8"/>
                      </a:solidFill>
                      <a:prstDash val="solid"/>
                    </a:lnT>
                    <a:lnB w="9525" cap="flat" cmpd="sng" algn="ctr">
                      <a:solidFill>
                        <a:srgbClr val="7985D8"/>
                      </a:solidFill>
                      <a:prstDash val="solid"/>
                    </a:lnB>
                    <a:solidFill>
                      <a:srgbClr val="798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85D8"/>
                      </a:solidFill>
                      <a:prstDash val="solid"/>
                    </a:lnL>
                    <a:lnR w="9525" cap="flat" cmpd="sng" algn="ctr">
                      <a:solidFill>
                        <a:srgbClr val="7985D8"/>
                      </a:solidFill>
                      <a:prstDash val="solid"/>
                    </a:lnR>
                    <a:lnT w="9525" cap="flat" cmpd="sng" algn="ctr">
                      <a:solidFill>
                        <a:srgbClr val="7985D8"/>
                      </a:solidFill>
                      <a:prstDash val="solid"/>
                    </a:lnT>
                    <a:lnB w="9525" cap="flat" cmpd="sng" algn="ctr">
                      <a:solidFill>
                        <a:srgbClr val="7985D8"/>
                      </a:solidFill>
                      <a:prstDash val="solid"/>
                    </a:lnB>
                    <a:solidFill>
                      <a:srgbClr val="798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85D8"/>
                      </a:solidFill>
                      <a:prstDash val="solid"/>
                    </a:lnL>
                    <a:lnR w="9525" cap="flat" cmpd="sng" algn="ctr">
                      <a:solidFill>
                        <a:srgbClr val="7985D8"/>
                      </a:solidFill>
                      <a:prstDash val="solid"/>
                    </a:lnR>
                    <a:lnT w="9525" cap="flat" cmpd="sng" algn="ctr">
                      <a:solidFill>
                        <a:srgbClr val="7985D8"/>
                      </a:solidFill>
                      <a:prstDash val="solid"/>
                    </a:lnT>
                    <a:lnB w="9525" cap="flat" cmpd="sng" algn="ctr">
                      <a:solidFill>
                        <a:srgbClr val="7985D8"/>
                      </a:solidFill>
                      <a:prstDash val="solid"/>
                    </a:lnB>
                    <a:solidFill>
                      <a:srgbClr val="7985D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C49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C49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C49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C49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C49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5C6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272C49"/>
      </a:dk2>
      <a:lt2>
        <a:srgbClr val="ECEEFB"/>
      </a:lt2>
      <a:accent1>
        <a:srgbClr val="7985D8"/>
      </a:accent1>
      <a:accent2>
        <a:srgbClr val="B198E1"/>
      </a:accent2>
      <a:accent3>
        <a:srgbClr val="272C49"/>
      </a:accent3>
      <a:accent4>
        <a:srgbClr val="D5D9F6"/>
      </a:accent4>
      <a:accent5>
        <a:srgbClr val="958EDC"/>
      </a:accent5>
      <a:accent6>
        <a:srgbClr val="7D8092"/>
      </a:accent6>
      <a:hlink>
        <a:srgbClr val="7985D8"/>
      </a:hlink>
      <a:folHlink>
        <a:srgbClr val="272C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