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F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38100">
            <a:solidFill>
              <a:srgbClr val="CC334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12700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643219" y="918971"/>
            <a:ext cx="905256" cy="905256"/>
          </a:xfrm>
          <a:prstGeom prst="heart">
            <a:avLst/>
          </a:prstGeom>
          <a:solidFill>
            <a:srgbClr val="CC33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520000">
            <a:off x="5174132" y="1602028"/>
            <a:ext cx="526694" cy="526694"/>
          </a:xfrm>
          <a:prstGeom prst="heart">
            <a:avLst/>
          </a:prstGeom>
          <a:solidFill>
            <a:srgbClr val="F4CD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960000">
            <a:off x="6540246" y="1585569"/>
            <a:ext cx="493775" cy="493775"/>
          </a:xfrm>
          <a:prstGeom prst="hear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7A1F2E"/>
                </a:solidFill>
              </a:rPr>
              <a:t>발표 제목을 입력하세요</a:t>
            </a:r>
          </a:p>
        </p:txBody>
      </p:sp>
      <p:sp>
        <p:nvSpPr>
          <p:cNvPr id="8" name="한 줄 문구"/>
          <p:cNvSpPr txBox="1"/>
          <p:nvPr/>
        </p:nvSpPr>
        <p:spPr>
          <a:xfrm>
            <a:off x="1463003" y="379476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7A1F2E"/>
                </a:solidFill>
              </a:rPr>
              <a:t>가장 고마운 분들께 드리는 이야기</a:t>
            </a:r>
          </a:p>
        </p:txBody>
      </p:sp>
      <p:sp>
        <p:nvSpPr>
          <p:cNvPr id="9" name="안내 문구"/>
          <p:cNvSpPr txBox="1"/>
          <p:nvPr/>
        </p:nvSpPr>
        <p:spPr>
          <a:xfrm>
            <a:off x="1463003" y="466344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연말 결산·회고 · 발표자 이름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F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CC334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97235" y="708660"/>
            <a:ext cx="502920" cy="502920"/>
          </a:xfrm>
          <a:prstGeom prst="heart">
            <a:avLst/>
          </a:prstGeom>
          <a:solidFill>
            <a:srgbClr val="CC33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520000">
            <a:off x="10536631" y="1088136"/>
            <a:ext cx="292608" cy="292608"/>
          </a:xfrm>
          <a:prstGeom prst="heart">
            <a:avLst/>
          </a:prstGeom>
          <a:solidFill>
            <a:srgbClr val="F4CD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960000">
            <a:off x="11295583" y="1078992"/>
            <a:ext cx="274320" cy="274320"/>
          </a:xfrm>
          <a:prstGeom prst="hear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A1F2E"/>
                </a:solidFill>
              </a:rPr>
              <a:t>목차</a:t>
            </a:r>
          </a:p>
        </p:txBody>
      </p:sp>
      <p:sp>
        <p:nvSpPr>
          <p:cNvPr id="8" name="줄 1"/>
          <p:cNvSpPr/>
          <p:nvPr/>
        </p:nvSpPr>
        <p:spPr>
          <a:xfrm>
            <a:off x="822960" y="1554480"/>
            <a:ext cx="10545775" cy="914400"/>
          </a:xfrm>
          <a:prstGeom prst="roundRect">
            <a:avLst>
              <a:gd name="adj" fmla="val 8000"/>
            </a:avLst>
          </a:prstGeom>
          <a:solidFill>
            <a:srgbClr val="FBEFF1"/>
          </a:solidFill>
          <a:ln w="12700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1"/>
          <p:cNvSpPr/>
          <p:nvPr/>
        </p:nvSpPr>
        <p:spPr>
          <a:xfrm>
            <a:off x="1005840" y="1783080"/>
            <a:ext cx="457200" cy="457200"/>
          </a:xfrm>
          <a:prstGeom prst="ellipse">
            <a:avLst/>
          </a:prstGeom>
          <a:solidFill>
            <a:srgbClr val="CC334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60020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A1F2E"/>
                </a:solidFill>
              </a:rPr>
              <a:t>올해의 한 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600200"/>
            <a:ext cx="670529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2" name="줄 2"/>
          <p:cNvSpPr/>
          <p:nvPr/>
        </p:nvSpPr>
        <p:spPr>
          <a:xfrm>
            <a:off x="822960" y="2606039"/>
            <a:ext cx="10545775" cy="914400"/>
          </a:xfrm>
          <a:prstGeom prst="roundRect">
            <a:avLst>
              <a:gd name="adj" fmla="val 8000"/>
            </a:avLst>
          </a:prstGeom>
          <a:solidFill>
            <a:srgbClr val="FBEFF1"/>
          </a:solidFill>
          <a:ln w="12700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1005840" y="2834639"/>
            <a:ext cx="457200" cy="457200"/>
          </a:xfrm>
          <a:prstGeom prst="ellipse">
            <a:avLst/>
          </a:prstGeom>
          <a:solidFill>
            <a:srgbClr val="CC334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65175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A1F2E"/>
                </a:solidFill>
              </a:rPr>
              <a:t>잘한 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651759"/>
            <a:ext cx="670529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6" name="줄 3"/>
          <p:cNvSpPr/>
          <p:nvPr/>
        </p:nvSpPr>
        <p:spPr>
          <a:xfrm>
            <a:off x="822960" y="3657600"/>
            <a:ext cx="10545775" cy="914400"/>
          </a:xfrm>
          <a:prstGeom prst="roundRect">
            <a:avLst>
              <a:gd name="adj" fmla="val 8000"/>
            </a:avLst>
          </a:prstGeom>
          <a:solidFill>
            <a:srgbClr val="FBEFF1"/>
          </a:solidFill>
          <a:ln w="12700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3"/>
          <p:cNvSpPr/>
          <p:nvPr/>
        </p:nvSpPr>
        <p:spPr>
          <a:xfrm>
            <a:off x="1005840" y="3886200"/>
            <a:ext cx="457200" cy="457200"/>
          </a:xfrm>
          <a:prstGeom prst="ellipse">
            <a:avLst/>
          </a:prstGeom>
          <a:solidFill>
            <a:srgbClr val="CC334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37033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A1F2E"/>
                </a:solidFill>
              </a:rPr>
              <a:t>아쉬운 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703320"/>
            <a:ext cx="670529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20" name="줄 4"/>
          <p:cNvSpPr/>
          <p:nvPr/>
        </p:nvSpPr>
        <p:spPr>
          <a:xfrm>
            <a:off x="822960" y="4709159"/>
            <a:ext cx="10545775" cy="914400"/>
          </a:xfrm>
          <a:prstGeom prst="roundRect">
            <a:avLst>
              <a:gd name="adj" fmla="val 8000"/>
            </a:avLst>
          </a:prstGeom>
          <a:solidFill>
            <a:srgbClr val="FBEFF1"/>
          </a:solidFill>
          <a:ln w="12700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4"/>
          <p:cNvSpPr/>
          <p:nvPr/>
        </p:nvSpPr>
        <p:spPr>
          <a:xfrm>
            <a:off x="1005840" y="4937759"/>
            <a:ext cx="457200" cy="457200"/>
          </a:xfrm>
          <a:prstGeom prst="ellipse">
            <a:avLst/>
          </a:prstGeom>
          <a:solidFill>
            <a:srgbClr val="CC334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47548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A1F2E"/>
                </a:solidFill>
              </a:rPr>
              <a:t>내년의 다짐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754879"/>
            <a:ext cx="670529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F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CC334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97235" y="708660"/>
            <a:ext cx="502920" cy="502920"/>
          </a:xfrm>
          <a:prstGeom prst="heart">
            <a:avLst/>
          </a:prstGeom>
          <a:solidFill>
            <a:srgbClr val="CC33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520000">
            <a:off x="10536631" y="1088136"/>
            <a:ext cx="292608" cy="292608"/>
          </a:xfrm>
          <a:prstGeom prst="heart">
            <a:avLst/>
          </a:prstGeom>
          <a:solidFill>
            <a:srgbClr val="F4CD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960000">
            <a:off x="11295583" y="1078992"/>
            <a:ext cx="274320" cy="274320"/>
          </a:xfrm>
          <a:prstGeom prst="hear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A1F2E"/>
                </a:solidFill>
              </a:rPr>
              <a:t>핵심 메시지</a:t>
            </a:r>
          </a:p>
        </p:txBody>
      </p:sp>
      <p:sp>
        <p:nvSpPr>
          <p:cNvPr id="8" name="핵심 문장"/>
          <p:cNvSpPr txBox="1"/>
          <p:nvPr/>
        </p:nvSpPr>
        <p:spPr>
          <a:xfrm>
            <a:off x="822960" y="1554480"/>
            <a:ext cx="1054577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7A1F2E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9" name="카드 1"/>
          <p:cNvSpPr/>
          <p:nvPr/>
        </p:nvSpPr>
        <p:spPr>
          <a:xfrm>
            <a:off x="822960" y="3017520"/>
            <a:ext cx="3362858" cy="3017520"/>
          </a:xfrm>
          <a:prstGeom prst="roundRect">
            <a:avLst>
              <a:gd name="adj" fmla="val 8000"/>
            </a:avLst>
          </a:prstGeom>
          <a:solidFill>
            <a:srgbClr val="FBEFF1"/>
          </a:solidFill>
          <a:ln w="15875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1"/>
          <p:cNvSpPr/>
          <p:nvPr/>
        </p:nvSpPr>
        <p:spPr>
          <a:xfrm>
            <a:off x="1005840" y="3200400"/>
            <a:ext cx="457200" cy="457200"/>
          </a:xfrm>
          <a:prstGeom prst="ellipse">
            <a:avLst/>
          </a:prstGeom>
          <a:solidFill>
            <a:srgbClr val="CC334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79476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A1F2E"/>
                </a:solidFill>
              </a:rPr>
              <a:t>잘한 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480560"/>
            <a:ext cx="308853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3" name="카드 2"/>
          <p:cNvSpPr/>
          <p:nvPr/>
        </p:nvSpPr>
        <p:spPr>
          <a:xfrm>
            <a:off x="4414418" y="3017520"/>
            <a:ext cx="3362858" cy="3017520"/>
          </a:xfrm>
          <a:prstGeom prst="roundRect">
            <a:avLst>
              <a:gd name="adj" fmla="val 8000"/>
            </a:avLst>
          </a:prstGeom>
          <a:solidFill>
            <a:srgbClr val="FBEFF1"/>
          </a:solidFill>
          <a:ln w="15875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2"/>
          <p:cNvSpPr/>
          <p:nvPr/>
        </p:nvSpPr>
        <p:spPr>
          <a:xfrm>
            <a:off x="4597298" y="3200400"/>
            <a:ext cx="457200" cy="457200"/>
          </a:xfrm>
          <a:prstGeom prst="ellipse">
            <a:avLst/>
          </a:prstGeom>
          <a:solidFill>
            <a:srgbClr val="CC334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1578" y="379476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A1F2E"/>
                </a:solidFill>
              </a:rPr>
              <a:t>배운 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1578" y="4480560"/>
            <a:ext cx="308853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7" name="카드 3"/>
          <p:cNvSpPr/>
          <p:nvPr/>
        </p:nvSpPr>
        <p:spPr>
          <a:xfrm>
            <a:off x="8005876" y="3017520"/>
            <a:ext cx="3362858" cy="3017520"/>
          </a:xfrm>
          <a:prstGeom prst="roundRect">
            <a:avLst>
              <a:gd name="adj" fmla="val 8000"/>
            </a:avLst>
          </a:prstGeom>
          <a:solidFill>
            <a:srgbClr val="FBEFF1"/>
          </a:solidFill>
          <a:ln w="15875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3"/>
          <p:cNvSpPr/>
          <p:nvPr/>
        </p:nvSpPr>
        <p:spPr>
          <a:xfrm>
            <a:off x="8188756" y="3200400"/>
            <a:ext cx="457200" cy="457200"/>
          </a:xfrm>
          <a:prstGeom prst="ellipse">
            <a:avLst/>
          </a:prstGeom>
          <a:solidFill>
            <a:srgbClr val="CC334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43036" y="379476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A1F2E"/>
                </a:solidFill>
              </a:rPr>
              <a:t>다음 목표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3036" y="4480560"/>
            <a:ext cx="308853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F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CC334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97235" y="708660"/>
            <a:ext cx="502920" cy="502920"/>
          </a:xfrm>
          <a:prstGeom prst="heart">
            <a:avLst/>
          </a:prstGeom>
          <a:solidFill>
            <a:srgbClr val="CC33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520000">
            <a:off x="10536631" y="1088136"/>
            <a:ext cx="292608" cy="292608"/>
          </a:xfrm>
          <a:prstGeom prst="heart">
            <a:avLst/>
          </a:prstGeom>
          <a:solidFill>
            <a:srgbClr val="F4CD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960000">
            <a:off x="11295583" y="1078992"/>
            <a:ext cx="274320" cy="274320"/>
          </a:xfrm>
          <a:prstGeom prst="hear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A1F2E"/>
                </a:solidFill>
              </a:rPr>
              <a:t>한눈에 비교</a:t>
            </a:r>
          </a:p>
        </p:txBody>
      </p:sp>
      <p:sp>
        <p:nvSpPr>
          <p:cNvPr id="8" name="왼쪽 칸"/>
          <p:cNvSpPr/>
          <p:nvPr/>
        </p:nvSpPr>
        <p:spPr>
          <a:xfrm>
            <a:off x="822960" y="1554480"/>
            <a:ext cx="5090007" cy="4617720"/>
          </a:xfrm>
          <a:prstGeom prst="roundRect">
            <a:avLst>
              <a:gd name="adj" fmla="val 8000"/>
            </a:avLst>
          </a:prstGeom>
          <a:solidFill>
            <a:srgbClr val="FBEFF1"/>
          </a:solidFill>
          <a:ln w="12700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칸 제목 바"/>
          <p:cNvSpPr/>
          <p:nvPr/>
        </p:nvSpPr>
        <p:spPr>
          <a:xfrm>
            <a:off x="822960" y="1554480"/>
            <a:ext cx="5090007" cy="640080"/>
          </a:xfrm>
          <a:prstGeom prst="roundRect">
            <a:avLst>
              <a:gd name="adj" fmla="val 25000"/>
            </a:avLst>
          </a:prstGeom>
          <a:solidFill>
            <a:srgbClr val="CC33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554480"/>
            <a:ext cx="472424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올해 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377440"/>
            <a:ext cx="4632807" cy="3703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2" name="오른쪽 칸"/>
          <p:cNvSpPr/>
          <p:nvPr/>
        </p:nvSpPr>
        <p:spPr>
          <a:xfrm>
            <a:off x="6278727" y="1554480"/>
            <a:ext cx="5090007" cy="4617720"/>
          </a:xfrm>
          <a:prstGeom prst="roundRect">
            <a:avLst>
              <a:gd name="adj" fmla="val 8000"/>
            </a:avLst>
          </a:prstGeom>
          <a:solidFill>
            <a:srgbClr val="F4CDD3"/>
          </a:solidFill>
          <a:ln w="12700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칸 제목 바"/>
          <p:cNvSpPr/>
          <p:nvPr/>
        </p:nvSpPr>
        <p:spPr>
          <a:xfrm>
            <a:off x="6278727" y="1554480"/>
            <a:ext cx="5090007" cy="640080"/>
          </a:xfrm>
          <a:prstGeom prst="roundRect">
            <a:avLst>
              <a:gd name="adj" fmla="val 25000"/>
            </a:avLst>
          </a:prstGeom>
          <a:solidFill>
            <a:srgbClr val="7A1F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1607" y="1554480"/>
            <a:ext cx="472424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올해 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7" y="2377440"/>
            <a:ext cx="4632807" cy="3703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F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CC334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97235" y="708660"/>
            <a:ext cx="502920" cy="502920"/>
          </a:xfrm>
          <a:prstGeom prst="heart">
            <a:avLst/>
          </a:prstGeom>
          <a:solidFill>
            <a:srgbClr val="CC33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520000">
            <a:off x="10536631" y="1088136"/>
            <a:ext cx="292608" cy="292608"/>
          </a:xfrm>
          <a:prstGeom prst="heart">
            <a:avLst/>
          </a:prstGeom>
          <a:solidFill>
            <a:srgbClr val="F4CD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960000">
            <a:off x="11295583" y="1078992"/>
            <a:ext cx="274320" cy="274320"/>
          </a:xfrm>
          <a:prstGeom prst="hear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A1F2E"/>
                </a:solidFill>
              </a:rPr>
              <a:t>일정·현황</a:t>
            </a:r>
          </a:p>
        </p:txBody>
      </p:sp>
      <p:graphicFrame>
        <p:nvGraphicFramePr>
          <p:cNvPr id="8" name="표"/>
          <p:cNvGraphicFramePr>
            <a:graphicFrameLocks noGrp="1"/>
          </p:cNvGraphicFramePr>
          <p:nvPr/>
        </p:nvGraphicFramePr>
        <p:xfrm>
          <a:off x="822960" y="1554480"/>
          <a:ext cx="1054577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36443"/>
                <a:gridCol w="2636443"/>
                <a:gridCol w="2636443"/>
                <a:gridCol w="263644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334D"/>
                      </a:solidFill>
                      <a:prstDash val="solid"/>
                    </a:lnL>
                    <a:lnR w="9525" cap="flat" cmpd="sng" algn="ctr">
                      <a:solidFill>
                        <a:srgbClr val="CC334D"/>
                      </a:solidFill>
                      <a:prstDash val="solid"/>
                    </a:lnR>
                    <a:lnT w="9525" cap="flat" cmpd="sng" algn="ctr">
                      <a:solidFill>
                        <a:srgbClr val="CC334D"/>
                      </a:solidFill>
                      <a:prstDash val="solid"/>
                    </a:lnT>
                    <a:lnB w="9525" cap="flat" cmpd="sng" algn="ctr">
                      <a:solidFill>
                        <a:srgbClr val="CC334D"/>
                      </a:solidFill>
                      <a:prstDash val="solid"/>
                    </a:lnB>
                    <a:solidFill>
                      <a:srgbClr val="CC33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한 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334D"/>
                      </a:solidFill>
                      <a:prstDash val="solid"/>
                    </a:lnL>
                    <a:lnR w="9525" cap="flat" cmpd="sng" algn="ctr">
                      <a:solidFill>
                        <a:srgbClr val="CC334D"/>
                      </a:solidFill>
                      <a:prstDash val="solid"/>
                    </a:lnR>
                    <a:lnT w="9525" cap="flat" cmpd="sng" algn="ctr">
                      <a:solidFill>
                        <a:srgbClr val="CC334D"/>
                      </a:solidFill>
                      <a:prstDash val="solid"/>
                    </a:lnT>
                    <a:lnB w="9525" cap="flat" cmpd="sng" algn="ctr">
                      <a:solidFill>
                        <a:srgbClr val="CC334D"/>
                      </a:solidFill>
                      <a:prstDash val="solid"/>
                    </a:lnB>
                    <a:solidFill>
                      <a:srgbClr val="CC33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배운 점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334D"/>
                      </a:solidFill>
                      <a:prstDash val="solid"/>
                    </a:lnL>
                    <a:lnR w="9525" cap="flat" cmpd="sng" algn="ctr">
                      <a:solidFill>
                        <a:srgbClr val="CC334D"/>
                      </a:solidFill>
                      <a:prstDash val="solid"/>
                    </a:lnR>
                    <a:lnT w="9525" cap="flat" cmpd="sng" algn="ctr">
                      <a:solidFill>
                        <a:srgbClr val="CC334D"/>
                      </a:solidFill>
                      <a:prstDash val="solid"/>
                    </a:lnT>
                    <a:lnB w="9525" cap="flat" cmpd="sng" algn="ctr">
                      <a:solidFill>
                        <a:srgbClr val="CC334D"/>
                      </a:solidFill>
                      <a:prstDash val="solid"/>
                    </a:lnB>
                    <a:solidFill>
                      <a:srgbClr val="CC33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C334D"/>
                      </a:solidFill>
                      <a:prstDash val="solid"/>
                    </a:lnL>
                    <a:lnR w="9525" cap="flat" cmpd="sng" algn="ctr">
                      <a:solidFill>
                        <a:srgbClr val="CC334D"/>
                      </a:solidFill>
                      <a:prstDash val="solid"/>
                    </a:lnR>
                    <a:lnT w="9525" cap="flat" cmpd="sng" algn="ctr">
                      <a:solidFill>
                        <a:srgbClr val="CC334D"/>
                      </a:solidFill>
                      <a:prstDash val="solid"/>
                    </a:lnT>
                    <a:lnB w="9525" cap="flat" cmpd="sng" algn="ctr">
                      <a:solidFill>
                        <a:srgbClr val="CC334D"/>
                      </a:solidFill>
                      <a:prstDash val="solid"/>
                    </a:lnB>
                    <a:solidFill>
                      <a:srgbClr val="CC334D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A1F2E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4CD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A1F2E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4CD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BEF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BEF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BEFF1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A1F2E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4CD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A1F2E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4CD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BEF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BEF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BEFF1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A1F2E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4CD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CDD3"/>
                      </a:solidFill>
                      <a:prstDash val="solid"/>
                    </a:lnL>
                    <a:lnR w="9525" cap="flat" cmpd="sng" algn="ctr">
                      <a:solidFill>
                        <a:srgbClr val="F4CDD3"/>
                      </a:solidFill>
                      <a:prstDash val="solid"/>
                    </a:lnR>
                    <a:lnT w="9525" cap="flat" cmpd="sng" algn="ctr">
                      <a:solidFill>
                        <a:srgbClr val="F4CDD3"/>
                      </a:solidFill>
                      <a:prstDash val="solid"/>
                    </a:lnT>
                    <a:lnB w="9525" cap="flat" cmpd="sng" algn="ctr">
                      <a:solidFill>
                        <a:srgbClr val="F4CD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F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38100">
            <a:solidFill>
              <a:srgbClr val="CC334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12700">
            <a:solidFill>
              <a:srgbClr val="F4CD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643219" y="918971"/>
            <a:ext cx="905256" cy="905256"/>
          </a:xfrm>
          <a:prstGeom prst="heart">
            <a:avLst/>
          </a:prstGeom>
          <a:solidFill>
            <a:srgbClr val="CC33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520000">
            <a:off x="5174132" y="1602028"/>
            <a:ext cx="526694" cy="526694"/>
          </a:xfrm>
          <a:prstGeom prst="heart">
            <a:avLst/>
          </a:prstGeom>
          <a:solidFill>
            <a:srgbClr val="F4CD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960000">
            <a:off x="6540246" y="1585569"/>
            <a:ext cx="493775" cy="493775"/>
          </a:xfrm>
          <a:prstGeom prst="heart">
            <a:avLst/>
          </a:prstGeom>
          <a:solidFill>
            <a:srgbClr val="3B91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7A1F2E"/>
                </a:solidFill>
              </a:rPr>
              <a:t>감사합니다</a:t>
            </a:r>
          </a:p>
        </p:txBody>
      </p:sp>
      <p:sp>
        <p:nvSpPr>
          <p:cNvPr id="8" name="한 줄 문구"/>
          <p:cNvSpPr txBox="1"/>
          <p:nvPr/>
        </p:nvSpPr>
        <p:spPr>
          <a:xfrm>
            <a:off x="1463003" y="379476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7A1F2E"/>
                </a:solidFill>
              </a:rPr>
              <a:t>들어 주셔서 고맙습니다</a:t>
            </a:r>
          </a:p>
        </p:txBody>
      </p:sp>
      <p:sp>
        <p:nvSpPr>
          <p:cNvPr id="9" name="안내 문구"/>
          <p:cNvSpPr txBox="1"/>
          <p:nvPr/>
        </p:nvSpPr>
        <p:spPr>
          <a:xfrm>
            <a:off x="1463003" y="466344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연말 결산·회고 발표 템플릿">
  <a:themeElements>
    <a:clrScheme name="Office">
      <a:dk1>
        <a:sysClr val="windowText" lastClr="000000"/>
      </a:dk1>
      <a:lt1>
        <a:sysClr val="window" lastClr="FFFFFF"/>
      </a:lt1>
      <a:dk2>
        <a:srgbClr val="7A1F2E"/>
      </a:dk2>
      <a:lt2>
        <a:srgbClr val="FBEFF1"/>
      </a:lt2>
      <a:accent1>
        <a:srgbClr val="CC334D"/>
      </a:accent1>
      <a:accent2>
        <a:srgbClr val="3B9158"/>
      </a:accent2>
      <a:accent3>
        <a:srgbClr val="7A1F2E"/>
      </a:accent3>
      <a:accent4>
        <a:srgbClr val="F4CDD3"/>
      </a:accent4>
      <a:accent5>
        <a:srgbClr val="846252"/>
      </a:accent5>
      <a:accent6>
        <a:srgbClr val="AF7982"/>
      </a:accent6>
      <a:hlink>
        <a:srgbClr val="CC334D"/>
      </a:hlink>
      <a:folHlink>
        <a:srgbClr val="7A1F2E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연말 결산·회고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