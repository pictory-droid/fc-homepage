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0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731666" y="137159"/>
            <a:ext cx="6583680" cy="6583680"/>
          </a:xfrm>
          <a:prstGeom prst="ellipse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70438" y="1325880"/>
            <a:ext cx="4206240" cy="4206240"/>
          </a:xfrm>
          <a:prstGeom prst="ellipse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누가 어떤 일을 하는 모임인지 알려 드립니다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mathPlus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AF0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noFill/>
          <a:ln w="19050">
            <a:solidFill>
              <a:srgbClr val="7B9CEA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149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우리 모임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AF0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noFill/>
          <a:ln w="19050">
            <a:solidFill>
              <a:srgbClr val="7B9CEA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149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활동 이야기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AF0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noFill/>
          <a:ln w="19050">
            <a:solidFill>
              <a:srgbClr val="7B9CEA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149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함께하는 사람들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8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AF0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noFill/>
          <a:ln w="19050">
            <a:solidFill>
              <a:srgbClr val="7B9CEA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149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참여 방법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mathPlus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7314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EAF0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noFill/>
          <a:ln w="19050">
            <a:solidFill>
              <a:srgbClr val="7B9CEA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149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모임의 취지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EAF0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noFill/>
          <a:ln w="19050">
            <a:solidFill>
              <a:srgbClr val="7B9CEA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149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활동 내용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EAF0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noFill/>
          <a:ln w="19050">
            <a:solidFill>
              <a:srgbClr val="7B9CEA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149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참여 혜택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mathPlus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EAF0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처음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D1D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31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mathPlus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9CEA"/>
                      </a:solidFill>
                      <a:prstDash val="solid"/>
                    </a:lnL>
                    <a:lnR w="9525" cap="flat" cmpd="sng" algn="ctr">
                      <a:solidFill>
                        <a:srgbClr val="7B9CEA"/>
                      </a:solidFill>
                      <a:prstDash val="solid"/>
                    </a:lnR>
                    <a:lnT w="9525" cap="flat" cmpd="sng" algn="ctr">
                      <a:solidFill>
                        <a:srgbClr val="7B9CEA"/>
                      </a:solidFill>
                      <a:prstDash val="solid"/>
                    </a:lnT>
                    <a:lnB w="9525" cap="flat" cmpd="sng" algn="ctr">
                      <a:solidFill>
                        <a:srgbClr val="7B9CEA"/>
                      </a:solidFill>
                      <a:prstDash val="solid"/>
                    </a:lnB>
                    <a:solidFill>
                      <a:srgbClr val="7B9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9CEA"/>
                      </a:solidFill>
                      <a:prstDash val="solid"/>
                    </a:lnL>
                    <a:lnR w="9525" cap="flat" cmpd="sng" algn="ctr">
                      <a:solidFill>
                        <a:srgbClr val="7B9CEA"/>
                      </a:solidFill>
                      <a:prstDash val="solid"/>
                    </a:lnR>
                    <a:lnT w="9525" cap="flat" cmpd="sng" algn="ctr">
                      <a:solidFill>
                        <a:srgbClr val="7B9CEA"/>
                      </a:solidFill>
                      <a:prstDash val="solid"/>
                    </a:lnT>
                    <a:lnB w="9525" cap="flat" cmpd="sng" algn="ctr">
                      <a:solidFill>
                        <a:srgbClr val="7B9CEA"/>
                      </a:solidFill>
                      <a:prstDash val="solid"/>
                    </a:lnB>
                    <a:solidFill>
                      <a:srgbClr val="7B9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9CEA"/>
                      </a:solidFill>
                      <a:prstDash val="solid"/>
                    </a:lnL>
                    <a:lnR w="9525" cap="flat" cmpd="sng" algn="ctr">
                      <a:solidFill>
                        <a:srgbClr val="7B9CEA"/>
                      </a:solidFill>
                      <a:prstDash val="solid"/>
                    </a:lnR>
                    <a:lnT w="9525" cap="flat" cmpd="sng" algn="ctr">
                      <a:solidFill>
                        <a:srgbClr val="7B9CEA"/>
                      </a:solidFill>
                      <a:prstDash val="solid"/>
                    </a:lnT>
                    <a:lnB w="9525" cap="flat" cmpd="sng" algn="ctr">
                      <a:solidFill>
                        <a:srgbClr val="7B9CEA"/>
                      </a:solidFill>
                      <a:prstDash val="solid"/>
                    </a:lnB>
                    <a:solidFill>
                      <a:srgbClr val="7B9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9CEA"/>
                      </a:solidFill>
                      <a:prstDash val="solid"/>
                    </a:lnL>
                    <a:lnR w="9525" cap="flat" cmpd="sng" algn="ctr">
                      <a:solidFill>
                        <a:srgbClr val="7B9CEA"/>
                      </a:solidFill>
                      <a:prstDash val="solid"/>
                    </a:lnR>
                    <a:lnT w="9525" cap="flat" cmpd="sng" algn="ctr">
                      <a:solidFill>
                        <a:srgbClr val="7B9CEA"/>
                      </a:solidFill>
                      <a:prstDash val="solid"/>
                    </a:lnT>
                    <a:lnB w="9525" cap="flat" cmpd="sng" algn="ctr">
                      <a:solidFill>
                        <a:srgbClr val="7B9CEA"/>
                      </a:solidFill>
                      <a:prstDash val="solid"/>
                    </a:lnB>
                    <a:solidFill>
                      <a:srgbClr val="7B9C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14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14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14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14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14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0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731666" y="137159"/>
            <a:ext cx="6583680" cy="6583680"/>
          </a:xfrm>
          <a:prstGeom prst="ellipse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70438" y="1325880"/>
            <a:ext cx="4206240" cy="4206240"/>
          </a:xfrm>
          <a:prstGeom prst="ellipse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273149"/>
      </a:dk2>
      <a:lt2>
        <a:srgbClr val="EAF0FD"/>
      </a:lt2>
      <a:accent1>
        <a:srgbClr val="7B9CEA"/>
      </a:accent1>
      <a:accent2>
        <a:srgbClr val="AC9FEF"/>
      </a:accent2>
      <a:accent3>
        <a:srgbClr val="273149"/>
      </a:accent3>
      <a:accent4>
        <a:srgbClr val="D1DDFA"/>
      </a:accent4>
      <a:accent5>
        <a:srgbClr val="949EEC"/>
      </a:accent5>
      <a:accent6>
        <a:srgbClr val="7D8392"/>
      </a:accent6>
      <a:hlink>
        <a:srgbClr val="7B9CEA"/>
      </a:hlink>
      <a:folHlink>
        <a:srgbClr val="273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