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263744" y="704815"/>
            <a:ext cx="452864" cy="4528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95107" y="856829"/>
            <a:ext cx="275764" cy="27576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246098" y="2492187"/>
            <a:ext cx="292227" cy="292227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56002" y="963247"/>
            <a:ext cx="216899" cy="216899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9592789" y="299863"/>
            <a:ext cx="236902" cy="236902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671528" y="2282743"/>
            <a:ext cx="391317" cy="391317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999413" y="442115"/>
            <a:ext cx="455801" cy="455801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212933" y="489281"/>
            <a:ext cx="358123" cy="35812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865382" y="1333302"/>
            <a:ext cx="269303" cy="2693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308724" y="1757165"/>
            <a:ext cx="317138" cy="317138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664609" y="74145"/>
            <a:ext cx="370756" cy="370756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발표 제목을 입력하세요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3D15"/>
                </a:solidFill>
              </a:rPr>
              <a:t>따뜻한 붕어빵 같은 이야기 한 봉지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1076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65390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46210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77933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3017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729729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39796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100531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813352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573225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63999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15" name="줄 1"/>
          <p:cNvSpPr/>
          <p:nvPr/>
        </p:nvSpPr>
        <p:spPr>
          <a:xfrm>
            <a:off x="640080" y="164592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2700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169164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올해의 한 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69164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9" name="줄 2"/>
          <p:cNvSpPr/>
          <p:nvPr/>
        </p:nvSpPr>
        <p:spPr>
          <a:xfrm>
            <a:off x="640080" y="269748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2700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822959" y="292608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743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잘한 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27432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3" name="줄 3"/>
          <p:cNvSpPr/>
          <p:nvPr/>
        </p:nvSpPr>
        <p:spPr>
          <a:xfrm>
            <a:off x="640080" y="3749039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2700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822959" y="3977639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794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아쉬운 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7947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7" name="줄 4"/>
          <p:cNvSpPr/>
          <p:nvPr/>
        </p:nvSpPr>
        <p:spPr>
          <a:xfrm>
            <a:off x="640080" y="48006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2700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4"/>
          <p:cNvSpPr/>
          <p:nvPr/>
        </p:nvSpPr>
        <p:spPr>
          <a:xfrm>
            <a:off x="822959" y="502920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4846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내년의 다짐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8463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1076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65390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46210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77933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3017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729729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39796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100531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813352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573225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63999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핵심 메시지</a:t>
            </a:r>
          </a:p>
        </p:txBody>
      </p:sp>
      <p:sp>
        <p:nvSpPr>
          <p:cNvPr id="15" name="핵심 문장"/>
          <p:cNvSpPr txBox="1"/>
          <p:nvPr/>
        </p:nvSpPr>
        <p:spPr>
          <a:xfrm>
            <a:off x="640080" y="164592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5B3D15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16" name="카드 1"/>
          <p:cNvSpPr/>
          <p:nvPr/>
        </p:nvSpPr>
        <p:spPr>
          <a:xfrm>
            <a:off x="640080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1"/>
          <p:cNvSpPr/>
          <p:nvPr/>
        </p:nvSpPr>
        <p:spPr>
          <a:xfrm>
            <a:off x="822959" y="329184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잘한 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카드 2"/>
          <p:cNvSpPr/>
          <p:nvPr/>
        </p:nvSpPr>
        <p:spPr>
          <a:xfrm>
            <a:off x="4353458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2"/>
          <p:cNvSpPr/>
          <p:nvPr/>
        </p:nvSpPr>
        <p:spPr>
          <a:xfrm>
            <a:off x="4536338" y="329184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0618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배운 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0618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4" name="카드 3"/>
          <p:cNvSpPr/>
          <p:nvPr/>
        </p:nvSpPr>
        <p:spPr>
          <a:xfrm>
            <a:off x="8066836" y="3108960"/>
            <a:ext cx="3484778" cy="301752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5875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번호 3"/>
          <p:cNvSpPr/>
          <p:nvPr/>
        </p:nvSpPr>
        <p:spPr>
          <a:xfrm>
            <a:off x="8249716" y="3291840"/>
            <a:ext cx="457200" cy="45720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3996" y="388620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B3D15"/>
                </a:solidFill>
              </a:rPr>
              <a:t>다음 목표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3996" y="457200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1076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65390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46210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77933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3017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729729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39796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100531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813352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573225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63999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한눈에 비교</a:t>
            </a:r>
          </a:p>
        </p:txBody>
      </p:sp>
      <p:sp>
        <p:nvSpPr>
          <p:cNvPr id="15" name="왼쪽 칸"/>
          <p:cNvSpPr/>
          <p:nvPr/>
        </p:nvSpPr>
        <p:spPr>
          <a:xfrm>
            <a:off x="640080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FBF6EE"/>
          </a:solidFill>
          <a:ln w="12700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칸 제목 바"/>
          <p:cNvSpPr/>
          <p:nvPr/>
        </p:nvSpPr>
        <p:spPr>
          <a:xfrm>
            <a:off x="640080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오른쪽 칸"/>
          <p:cNvSpPr/>
          <p:nvPr/>
        </p:nvSpPr>
        <p:spPr>
          <a:xfrm>
            <a:off x="6278727" y="1645920"/>
            <a:ext cx="5272887" cy="4754880"/>
          </a:xfrm>
          <a:prstGeom prst="roundRect">
            <a:avLst>
              <a:gd name="adj" fmla="val 8000"/>
            </a:avLst>
          </a:prstGeom>
          <a:solidFill>
            <a:srgbClr val="F5E3CC"/>
          </a:solidFill>
          <a:ln w="12700">
            <a:solidFill>
              <a:srgbClr val="F5E3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칸 제목 바"/>
          <p:cNvSpPr/>
          <p:nvPr/>
        </p:nvSpPr>
        <p:spPr>
          <a:xfrm>
            <a:off x="6278727" y="164592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5B3D1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1607" y="164592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7327" y="2468880"/>
            <a:ext cx="4815687" cy="3840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384048"/>
            <a:ext cx="9509522" cy="896112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91076" y="489607"/>
            <a:ext cx="195353" cy="195353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265390" y="555182"/>
            <a:ext cx="118957" cy="118957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546210" y="1260630"/>
            <a:ext cx="126058" cy="126058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77933" y="601087"/>
            <a:ext cx="93564" cy="935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33017" y="314922"/>
            <a:ext cx="102193" cy="10219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729729" y="1170282"/>
            <a:ext cx="168803" cy="1688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439796" y="376285"/>
            <a:ext cx="196620" cy="196620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100531" y="396632"/>
            <a:ext cx="154484" cy="15448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813352" y="760719"/>
            <a:ext cx="116170" cy="116170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573225" y="943562"/>
            <a:ext cx="136804" cy="13680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863999" y="217553"/>
            <a:ext cx="159934" cy="15993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11480"/>
            <a:ext cx="8412242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</a:rPr>
              <a:t>일정·현황</a:t>
            </a:r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640080" y="164592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E7429"/>
                      </a:solidFill>
                      <a:prstDash val="solid"/>
                    </a:lnL>
                    <a:lnR w="9525" cap="flat" cmpd="sng" algn="ctr">
                      <a:solidFill>
                        <a:srgbClr val="AE7429"/>
                      </a:solidFill>
                      <a:prstDash val="solid"/>
                    </a:lnR>
                    <a:lnT w="9525" cap="flat" cmpd="sng" algn="ctr">
                      <a:solidFill>
                        <a:srgbClr val="AE7429"/>
                      </a:solidFill>
                      <a:prstDash val="solid"/>
                    </a:lnT>
                    <a:lnB w="9525" cap="flat" cmpd="sng" algn="ctr">
                      <a:solidFill>
                        <a:srgbClr val="AE7429"/>
                      </a:solidFill>
                      <a:prstDash val="solid"/>
                    </a:lnB>
                    <a:solidFill>
                      <a:srgbClr val="AE742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3D15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3D15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3D15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3D15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BF6EE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B3D15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5E3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5E3CC"/>
                      </a:solidFill>
                      <a:prstDash val="solid"/>
                    </a:lnL>
                    <a:lnR w="9525" cap="flat" cmpd="sng" algn="ctr">
                      <a:solidFill>
                        <a:srgbClr val="F5E3CC"/>
                      </a:solidFill>
                      <a:prstDash val="solid"/>
                    </a:lnR>
                    <a:lnT w="9525" cap="flat" cmpd="sng" algn="ctr">
                      <a:solidFill>
                        <a:srgbClr val="F5E3CC"/>
                      </a:solidFill>
                      <a:prstDash val="solid"/>
                    </a:lnT>
                    <a:lnB w="9525" cap="flat" cmpd="sng" algn="ctr">
                      <a:solidFill>
                        <a:srgbClr val="F5E3C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2057400"/>
            <a:ext cx="10241023" cy="1828800"/>
          </a:xfrm>
          <a:prstGeom prst="homePlat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3886200"/>
            <a:ext cx="9509522" cy="64008"/>
          </a:xfrm>
          <a:prstGeom prst="rect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263744" y="704815"/>
            <a:ext cx="452864" cy="452864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595107" y="856829"/>
            <a:ext cx="275764" cy="275764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246098" y="2492187"/>
            <a:ext cx="292227" cy="292227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0856002" y="963247"/>
            <a:ext cx="216899" cy="216899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9592789" y="299863"/>
            <a:ext cx="236902" cy="236902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671528" y="2282743"/>
            <a:ext cx="391317" cy="391317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0999413" y="442115"/>
            <a:ext cx="455801" cy="455801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212933" y="489281"/>
            <a:ext cx="358123" cy="358123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865382" y="1333302"/>
            <a:ext cx="269303" cy="269303"/>
          </a:xfrm>
          <a:prstGeom prst="ellipse">
            <a:avLst/>
          </a:prstGeom>
          <a:solidFill>
            <a:srgbClr val="3B8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1308724" y="1757165"/>
            <a:ext cx="317138" cy="317138"/>
          </a:xfrm>
          <a:prstGeom prst="ellipse">
            <a:avLst/>
          </a:prstGeom>
          <a:solidFill>
            <a:srgbClr val="AE7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9664609" y="74145"/>
            <a:ext cx="370756" cy="370756"/>
          </a:xfrm>
          <a:prstGeom prst="ellipse">
            <a:avLst/>
          </a:prstGeom>
          <a:solidFill>
            <a:srgbClr val="F5E3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01" y="2167128"/>
            <a:ext cx="8778020" cy="1609344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731501" y="4160520"/>
            <a:ext cx="8534186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B3D15"/>
                </a:solidFill>
              </a:rPr>
              <a:t>들어 주셔서 고맙습니다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731501" y="5029200"/>
            <a:ext cx="8534186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5B3D15"/>
      </a:dk2>
      <a:lt2>
        <a:srgbClr val="FBF6EE"/>
      </a:lt2>
      <a:accent1>
        <a:srgbClr val="AE7429"/>
      </a:accent1>
      <a:accent2>
        <a:srgbClr val="3B8B91"/>
      </a:accent2>
      <a:accent3>
        <a:srgbClr val="5B3D15"/>
      </a:accent3>
      <a:accent4>
        <a:srgbClr val="F5E3CC"/>
      </a:accent4>
      <a:accent5>
        <a:srgbClr val="74805D"/>
      </a:accent5>
      <a:accent6>
        <a:srgbClr val="9D8B73"/>
      </a:accent6>
      <a:hlink>
        <a:srgbClr val="AE7429"/>
      </a:hlink>
      <a:folHlink>
        <a:srgbClr val="5B3D1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