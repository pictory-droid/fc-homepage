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지금 바로 시작할 수 있는 제안입니다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 제안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문제와 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해결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기대 효과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진행 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73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35"/>
                </a:solidFill>
              </a:rPr>
              <a:t>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DEA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현재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AD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273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제안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단계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BB"/>
                      </a:solidFill>
                      <a:prstDash val="solid"/>
                    </a:lnL>
                    <a:lnR w="9525" cap="flat" cmpd="sng" algn="ctr">
                      <a:solidFill>
                        <a:srgbClr val="ED97BB"/>
                      </a:solidFill>
                      <a:prstDash val="solid"/>
                    </a:lnR>
                    <a:lnT w="9525" cap="flat" cmpd="sng" algn="ctr">
                      <a:solidFill>
                        <a:srgbClr val="ED97BB"/>
                      </a:solidFill>
                      <a:prstDash val="solid"/>
                    </a:lnT>
                    <a:lnB w="9525" cap="flat" cmpd="sng" algn="ctr">
                      <a:solidFill>
                        <a:srgbClr val="ED97BB"/>
                      </a:solidFill>
                      <a:prstDash val="solid"/>
                    </a:lnB>
                    <a:solidFill>
                      <a:srgbClr val="ED97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BB"/>
                      </a:solidFill>
                      <a:prstDash val="solid"/>
                    </a:lnL>
                    <a:lnR w="9525" cap="flat" cmpd="sng" algn="ctr">
                      <a:solidFill>
                        <a:srgbClr val="ED97BB"/>
                      </a:solidFill>
                      <a:prstDash val="solid"/>
                    </a:lnR>
                    <a:lnT w="9525" cap="flat" cmpd="sng" algn="ctr">
                      <a:solidFill>
                        <a:srgbClr val="ED97BB"/>
                      </a:solidFill>
                      <a:prstDash val="solid"/>
                    </a:lnT>
                    <a:lnB w="9525" cap="flat" cmpd="sng" algn="ctr">
                      <a:solidFill>
                        <a:srgbClr val="ED97BB"/>
                      </a:solidFill>
                      <a:prstDash val="solid"/>
                    </a:lnB>
                    <a:solidFill>
                      <a:srgbClr val="ED97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기간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BB"/>
                      </a:solidFill>
                      <a:prstDash val="solid"/>
                    </a:lnL>
                    <a:lnR w="9525" cap="flat" cmpd="sng" algn="ctr">
                      <a:solidFill>
                        <a:srgbClr val="ED97BB"/>
                      </a:solidFill>
                      <a:prstDash val="solid"/>
                    </a:lnR>
                    <a:lnT w="9525" cap="flat" cmpd="sng" algn="ctr">
                      <a:solidFill>
                        <a:srgbClr val="ED97BB"/>
                      </a:solidFill>
                      <a:prstDash val="solid"/>
                    </a:lnT>
                    <a:lnB w="9525" cap="flat" cmpd="sng" algn="ctr">
                      <a:solidFill>
                        <a:srgbClr val="ED97BB"/>
                      </a:solidFill>
                      <a:prstDash val="solid"/>
                    </a:lnB>
                    <a:solidFill>
                      <a:srgbClr val="ED97B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담당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D97BB"/>
                      </a:solidFill>
                      <a:prstDash val="solid"/>
                    </a:lnL>
                    <a:lnR w="9525" cap="flat" cmpd="sng" algn="ctr">
                      <a:solidFill>
                        <a:srgbClr val="ED97BB"/>
                      </a:solidFill>
                      <a:prstDash val="solid"/>
                    </a:lnR>
                    <a:lnT w="9525" cap="flat" cmpd="sng" algn="ctr">
                      <a:solidFill>
                        <a:srgbClr val="ED97BB"/>
                      </a:solidFill>
                      <a:prstDash val="solid"/>
                    </a:lnT>
                    <a:lnB w="9525" cap="flat" cmpd="sng" algn="ctr">
                      <a:solidFill>
                        <a:srgbClr val="ED97BB"/>
                      </a:solidFill>
                      <a:prstDash val="solid"/>
                    </a:lnB>
                    <a:solidFill>
                      <a:srgbClr val="ED97B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AD1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AD1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AD1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AD1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DEAF2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3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AD1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AD1E2"/>
                      </a:solidFill>
                      <a:prstDash val="solid"/>
                    </a:lnL>
                    <a:lnR w="9525" cap="flat" cmpd="sng" algn="ctr">
                      <a:solidFill>
                        <a:srgbClr val="FAD1E2"/>
                      </a:solidFill>
                      <a:prstDash val="solid"/>
                    </a:lnR>
                    <a:lnT w="9525" cap="flat" cmpd="sng" algn="ctr">
                      <a:solidFill>
                        <a:srgbClr val="FAD1E2"/>
                      </a:solidFill>
                      <a:prstDash val="solid"/>
                    </a:lnT>
                    <a:lnB w="9525" cap="flat" cmpd="sng" algn="ctr">
                      <a:solidFill>
                        <a:srgbClr val="FAD1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사업 제안 발표 템플릿">
  <a:themeElements>
    <a:clrScheme name="Office">
      <a:dk1>
        <a:sysClr val="windowText" lastClr="000000"/>
      </a:dk1>
      <a:lt1>
        <a:sysClr val="window" lastClr="FFFFFF"/>
      </a:lt1>
      <a:dk2>
        <a:srgbClr val="492735"/>
      </a:dk2>
      <a:lt2>
        <a:srgbClr val="FDEAF2"/>
      </a:lt2>
      <a:accent1>
        <a:srgbClr val="ED97BB"/>
      </a:accent1>
      <a:accent2>
        <a:srgbClr val="F3BCBA"/>
      </a:accent2>
      <a:accent3>
        <a:srgbClr val="492735"/>
      </a:accent3>
      <a:accent4>
        <a:srgbClr val="FAD1E2"/>
      </a:accent4>
      <a:accent5>
        <a:srgbClr val="F0AABA"/>
      </a:accent5>
      <a:accent6>
        <a:srgbClr val="927D86"/>
      </a:accent6>
      <a:hlink>
        <a:srgbClr val="ED97BB"/>
      </a:hlink>
      <a:folHlink>
        <a:srgbClr val="49273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사업 제안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