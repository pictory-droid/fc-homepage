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485F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485F"/>
                </a:solidFill>
              </a:rPr>
              <a:t>문제 된 부분과 조치 결과를 정리했습니다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459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8FC"/>
          </a:solidFill>
          <a:ln w="12700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269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추진 경과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697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8FC"/>
          </a:solidFill>
          <a:ln w="12700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2926080"/>
            <a:ext cx="457200" cy="457200"/>
          </a:xfrm>
          <a:prstGeom prst="ellipse">
            <a:avLst/>
          </a:prstGeom>
          <a:solidFill>
            <a:srgbClr val="269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43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주요 성과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749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8FC"/>
          </a:solidFill>
          <a:ln w="12700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3977639"/>
            <a:ext cx="457200" cy="457200"/>
          </a:xfrm>
          <a:prstGeom prst="ellipse">
            <a:avLst/>
          </a:prstGeom>
          <a:solidFill>
            <a:srgbClr val="269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94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이슈와 대응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94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640080" y="4800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8FC"/>
          </a:solidFill>
          <a:ln w="12700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822959" y="5029200"/>
            <a:ext cx="457200" cy="457200"/>
          </a:xfrm>
          <a:prstGeom prst="ellipse">
            <a:avLst/>
          </a:prstGeom>
          <a:solidFill>
            <a:srgbClr val="269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46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향후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46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640080" y="164592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1485F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EF8FC"/>
          </a:solidFill>
          <a:ln w="1587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3291840"/>
            <a:ext cx="457200" cy="457200"/>
          </a:xfrm>
          <a:prstGeom prst="ellipse">
            <a:avLst/>
          </a:prstGeom>
          <a:solidFill>
            <a:srgbClr val="269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EF8FC"/>
          </a:solidFill>
          <a:ln w="1587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3291840"/>
            <a:ext cx="457200" cy="457200"/>
          </a:xfrm>
          <a:prstGeom prst="ellipse">
            <a:avLst/>
          </a:prstGeom>
          <a:solidFill>
            <a:srgbClr val="269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EF8FC"/>
          </a:solidFill>
          <a:ln w="1587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3291840"/>
            <a:ext cx="457200" cy="457200"/>
          </a:xfrm>
          <a:prstGeom prst="ellipse">
            <a:avLst/>
          </a:prstGeom>
          <a:solidFill>
            <a:srgbClr val="269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이슈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EEF8FC"/>
          </a:solidFill>
          <a:ln w="12700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D1EEFA"/>
          </a:solidFill>
          <a:ln w="12700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1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95C5"/>
                      </a:solidFill>
                      <a:prstDash val="solid"/>
                    </a:lnL>
                    <a:lnR w="9525" cap="flat" cmpd="sng" algn="ctr">
                      <a:solidFill>
                        <a:srgbClr val="2695C5"/>
                      </a:solidFill>
                      <a:prstDash val="solid"/>
                    </a:lnR>
                    <a:lnT w="9525" cap="flat" cmpd="sng" algn="ctr">
                      <a:solidFill>
                        <a:srgbClr val="2695C5"/>
                      </a:solidFill>
                      <a:prstDash val="solid"/>
                    </a:lnT>
                    <a:lnB w="9525" cap="flat" cmpd="sng" algn="ctr">
                      <a:solidFill>
                        <a:srgbClr val="2695C5"/>
                      </a:solidFill>
                      <a:prstDash val="solid"/>
                    </a:lnB>
                    <a:solidFill>
                      <a:srgbClr val="2695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95C5"/>
                      </a:solidFill>
                      <a:prstDash val="solid"/>
                    </a:lnL>
                    <a:lnR w="9525" cap="flat" cmpd="sng" algn="ctr">
                      <a:solidFill>
                        <a:srgbClr val="2695C5"/>
                      </a:solidFill>
                      <a:prstDash val="solid"/>
                    </a:lnR>
                    <a:lnT w="9525" cap="flat" cmpd="sng" algn="ctr">
                      <a:solidFill>
                        <a:srgbClr val="2695C5"/>
                      </a:solidFill>
                      <a:prstDash val="solid"/>
                    </a:lnT>
                    <a:lnB w="9525" cap="flat" cmpd="sng" algn="ctr">
                      <a:solidFill>
                        <a:srgbClr val="2695C5"/>
                      </a:solidFill>
                      <a:prstDash val="solid"/>
                    </a:lnB>
                    <a:solidFill>
                      <a:srgbClr val="2695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95C5"/>
                      </a:solidFill>
                      <a:prstDash val="solid"/>
                    </a:lnL>
                    <a:lnR w="9525" cap="flat" cmpd="sng" algn="ctr">
                      <a:solidFill>
                        <a:srgbClr val="2695C5"/>
                      </a:solidFill>
                      <a:prstDash val="solid"/>
                    </a:lnR>
                    <a:lnT w="9525" cap="flat" cmpd="sng" algn="ctr">
                      <a:solidFill>
                        <a:srgbClr val="2695C5"/>
                      </a:solidFill>
                      <a:prstDash val="solid"/>
                    </a:lnT>
                    <a:lnB w="9525" cap="flat" cmpd="sng" algn="ctr">
                      <a:solidFill>
                        <a:srgbClr val="2695C5"/>
                      </a:solidFill>
                      <a:prstDash val="solid"/>
                    </a:lnB>
                    <a:solidFill>
                      <a:srgbClr val="2695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95C5"/>
                      </a:solidFill>
                      <a:prstDash val="solid"/>
                    </a:lnL>
                    <a:lnR w="9525" cap="flat" cmpd="sng" algn="ctr">
                      <a:solidFill>
                        <a:srgbClr val="2695C5"/>
                      </a:solidFill>
                      <a:prstDash val="solid"/>
                    </a:lnR>
                    <a:lnT w="9525" cap="flat" cmpd="sng" algn="ctr">
                      <a:solidFill>
                        <a:srgbClr val="2695C5"/>
                      </a:solidFill>
                      <a:prstDash val="solid"/>
                    </a:lnT>
                    <a:lnB w="9525" cap="flat" cmpd="sng" algn="ctr">
                      <a:solidFill>
                        <a:srgbClr val="2695C5"/>
                      </a:solidFill>
                      <a:prstDash val="solid"/>
                    </a:lnB>
                    <a:solidFill>
                      <a:srgbClr val="2695C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485F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485F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E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E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EF8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485F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485F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E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E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EF8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485F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485F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485F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11485F"/>
      </a:dk2>
      <a:lt2>
        <a:srgbClr val="EEF8FC"/>
      </a:lt2>
      <a:accent1>
        <a:srgbClr val="2695C5"/>
      </a:accent1>
      <a:accent2>
        <a:srgbClr val="209DB6"/>
      </a:accent2>
      <a:accent3>
        <a:srgbClr val="11485F"/>
      </a:accent3>
      <a:accent4>
        <a:srgbClr val="D1EEFA"/>
      </a:accent4>
      <a:accent5>
        <a:srgbClr val="2399BE"/>
      </a:accent5>
      <a:accent6>
        <a:srgbClr val="70919F"/>
      </a:accent6>
      <a:hlink>
        <a:srgbClr val="2695C5"/>
      </a:hlink>
      <a:folHlink>
        <a:srgbClr val="1148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