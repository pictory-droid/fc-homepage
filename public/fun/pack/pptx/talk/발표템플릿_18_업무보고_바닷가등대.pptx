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280288" y="-3200400"/>
            <a:ext cx="6400800" cy="640080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65668" y="-914400"/>
            <a:ext cx="3291840" cy="3291840"/>
          </a:xfrm>
          <a:prstGeom prst="ellipse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문제 된 부분과 조치 결과를 정리했습니다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star4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10893247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2011680"/>
            <a:ext cx="457200" cy="457200"/>
          </a:xfrm>
          <a:prstGeom prst="ellipse">
            <a:avLst/>
          </a:prstGeom>
          <a:solidFill>
            <a:srgbClr val="9FB1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추진 경과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49224" y="2843783"/>
            <a:ext cx="10893247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solidFill>
            <a:srgbClr val="9FB1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주요 성과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49224" y="3895344"/>
            <a:ext cx="10893247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solidFill>
            <a:srgbClr val="9FB1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이슈와 대응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21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위쪽 띠"/>
          <p:cNvSpPr/>
          <p:nvPr/>
        </p:nvSpPr>
        <p:spPr>
          <a:xfrm>
            <a:off x="649224" y="4946903"/>
            <a:ext cx="10893247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822959" y="5166359"/>
            <a:ext cx="457200" cy="457200"/>
          </a:xfrm>
          <a:prstGeom prst="ellipse">
            <a:avLst/>
          </a:prstGeom>
          <a:solidFill>
            <a:srgbClr val="9FB1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향후 계획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star4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73F49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쪽 띠"/>
          <p:cNvSpPr/>
          <p:nvPr/>
        </p:nvSpPr>
        <p:spPr>
          <a:xfrm>
            <a:off x="649224" y="3255263"/>
            <a:ext cx="3466490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3429000"/>
            <a:ext cx="457200" cy="457200"/>
          </a:xfrm>
          <a:prstGeom prst="ellipse">
            <a:avLst/>
          </a:prstGeom>
          <a:solidFill>
            <a:srgbClr val="9FB1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진행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위쪽 띠"/>
          <p:cNvSpPr/>
          <p:nvPr/>
        </p:nvSpPr>
        <p:spPr>
          <a:xfrm>
            <a:off x="4362602" y="3255263"/>
            <a:ext cx="3466490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4536338" y="3429000"/>
            <a:ext cx="457200" cy="457200"/>
          </a:xfrm>
          <a:prstGeom prst="ellipse">
            <a:avLst/>
          </a:prstGeom>
          <a:solidFill>
            <a:srgbClr val="9FB1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성과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7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위쪽 띠"/>
          <p:cNvSpPr/>
          <p:nvPr/>
        </p:nvSpPr>
        <p:spPr>
          <a:xfrm>
            <a:off x="8075980" y="3255263"/>
            <a:ext cx="3466490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3"/>
          <p:cNvSpPr/>
          <p:nvPr/>
        </p:nvSpPr>
        <p:spPr>
          <a:xfrm>
            <a:off x="8249716" y="3429000"/>
            <a:ext cx="457200" cy="457200"/>
          </a:xfrm>
          <a:prstGeom prst="ellipse">
            <a:avLst/>
          </a:prstGeom>
          <a:solidFill>
            <a:srgbClr val="9FB1E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이슈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star4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5254599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계획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287871" y="1792224"/>
            <a:ext cx="5254599" cy="82296"/>
          </a:xfrm>
          <a:prstGeom prst="rect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73F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star4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F49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280288" y="-3200400"/>
            <a:ext cx="6400800" cy="640080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65668" y="-914400"/>
            <a:ext cx="3291840" cy="3291840"/>
          </a:xfrm>
          <a:prstGeom prst="ellipse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273F49"/>
      </a:dk2>
      <a:lt2>
        <a:srgbClr val="EAF7FD"/>
      </a:lt2>
      <a:accent1>
        <a:srgbClr val="7BC9EA"/>
      </a:accent1>
      <a:accent2>
        <a:srgbClr val="9FB1EF"/>
      </a:accent2>
      <a:accent3>
        <a:srgbClr val="273F49"/>
      </a:accent3>
      <a:accent4>
        <a:srgbClr val="D1EEFA"/>
      </a:accent4>
      <a:accent5>
        <a:srgbClr val="8DBDEC"/>
      </a:accent5>
      <a:accent6>
        <a:srgbClr val="7D8C92"/>
      </a:accent6>
      <a:hlink>
        <a:srgbClr val="7BC9EA"/>
      </a:hlink>
      <a:folHlink>
        <a:srgbClr val="273F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