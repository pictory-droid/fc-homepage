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888231" y="1419499"/>
            <a:ext cx="340925" cy="34092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286915" y="1531294"/>
            <a:ext cx="527267" cy="527267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763778" y="1894602"/>
            <a:ext cx="370290" cy="37029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26878" y="383698"/>
            <a:ext cx="516380" cy="51638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541295" y="1715794"/>
            <a:ext cx="476379" cy="476379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360737" y="2657312"/>
            <a:ext cx="388914" cy="388914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026699" y="1065212"/>
            <a:ext cx="211151" cy="211151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368594" y="558069"/>
            <a:ext cx="207051" cy="20705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004839" y="2926884"/>
            <a:ext cx="310829" cy="310829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154620" y="1436472"/>
            <a:ext cx="494465" cy="49446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85572" y="1681770"/>
            <a:ext cx="309746" cy="309746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7347F"/>
                </a:solidFill>
              </a:rPr>
              <a:t>발표 제목을 입력하세요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7347F"/>
                </a:solidFill>
              </a:rPr>
              <a:t>한 송이씩 피어나는 생각을 소개합니다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목차</a:t>
            </a:r>
          </a:p>
        </p:txBody>
      </p:sp>
      <p:sp>
        <p:nvSpPr>
          <p:cNvPr id="16" name="줄 1"/>
          <p:cNvSpPr/>
          <p:nvPr/>
        </p:nvSpPr>
        <p:spPr>
          <a:xfrm>
            <a:off x="640080" y="155448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2700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올해의 한 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6002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0" name="줄 2"/>
          <p:cNvSpPr/>
          <p:nvPr/>
        </p:nvSpPr>
        <p:spPr>
          <a:xfrm>
            <a:off x="640080" y="260603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2700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822959" y="2834639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잘한 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6517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4" name="줄 3"/>
          <p:cNvSpPr/>
          <p:nvPr/>
        </p:nvSpPr>
        <p:spPr>
          <a:xfrm>
            <a:off x="640080" y="36576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2700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2959" y="388620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아쉬운 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033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8" name="줄 4"/>
          <p:cNvSpPr/>
          <p:nvPr/>
        </p:nvSpPr>
        <p:spPr>
          <a:xfrm>
            <a:off x="640080" y="470915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2700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번호 4"/>
          <p:cNvSpPr/>
          <p:nvPr/>
        </p:nvSpPr>
        <p:spPr>
          <a:xfrm>
            <a:off x="822959" y="4937759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내년의 다짐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7548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핵심 메시지</a:t>
            </a:r>
          </a:p>
        </p:txBody>
      </p:sp>
      <p:sp>
        <p:nvSpPr>
          <p:cNvPr id="16" name="핵심 문장"/>
          <p:cNvSpPr txBox="1"/>
          <p:nvPr/>
        </p:nvSpPr>
        <p:spPr>
          <a:xfrm>
            <a:off x="640080" y="15544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7347F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7" name="카드 1"/>
          <p:cNvSpPr/>
          <p:nvPr/>
        </p:nvSpPr>
        <p:spPr>
          <a:xfrm>
            <a:off x="640080" y="301752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1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947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잘한 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805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1" name="카드 2"/>
          <p:cNvSpPr/>
          <p:nvPr/>
        </p:nvSpPr>
        <p:spPr>
          <a:xfrm>
            <a:off x="4353458" y="301752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2"/>
          <p:cNvSpPr/>
          <p:nvPr/>
        </p:nvSpPr>
        <p:spPr>
          <a:xfrm>
            <a:off x="4536338" y="320040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618" y="37947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배운 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0618" y="44805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5" name="카드 3"/>
          <p:cNvSpPr/>
          <p:nvPr/>
        </p:nvSpPr>
        <p:spPr>
          <a:xfrm>
            <a:off x="8066836" y="301752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번호 3"/>
          <p:cNvSpPr/>
          <p:nvPr/>
        </p:nvSpPr>
        <p:spPr>
          <a:xfrm>
            <a:off x="8249716" y="320040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37947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다음 목표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3996" y="44805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한눈에 비교</a:t>
            </a:r>
          </a:p>
        </p:txBody>
      </p:sp>
      <p:sp>
        <p:nvSpPr>
          <p:cNvPr id="16" name="왼쪽 칸"/>
          <p:cNvSpPr/>
          <p:nvPr/>
        </p:nvSpPr>
        <p:spPr>
          <a:xfrm>
            <a:off x="640080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2700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칸 제목 바"/>
          <p:cNvSpPr/>
          <p:nvPr/>
        </p:nvSpPr>
        <p:spPr>
          <a:xfrm>
            <a:off x="640080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오른쪽 칸"/>
          <p:cNvSpPr/>
          <p:nvPr/>
        </p:nvSpPr>
        <p:spPr>
          <a:xfrm>
            <a:off x="6278727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D9D2EF"/>
          </a:solidFill>
          <a:ln w="12700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칸 제목 바"/>
          <p:cNvSpPr/>
          <p:nvPr/>
        </p:nvSpPr>
        <p:spPr>
          <a:xfrm>
            <a:off x="6278727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734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일정·현황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640080" y="15544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7347F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7347F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7347F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7347F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7347F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888231" y="1419499"/>
            <a:ext cx="340925" cy="34092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286915" y="1531294"/>
            <a:ext cx="527267" cy="527267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763778" y="1894602"/>
            <a:ext cx="370290" cy="37029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26878" y="383698"/>
            <a:ext cx="516380" cy="51638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541295" y="1715794"/>
            <a:ext cx="476379" cy="476379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360737" y="2657312"/>
            <a:ext cx="388914" cy="388914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026699" y="1065212"/>
            <a:ext cx="211151" cy="211151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368594" y="558069"/>
            <a:ext cx="207051" cy="20705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004839" y="2926884"/>
            <a:ext cx="310829" cy="310829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154620" y="1436472"/>
            <a:ext cx="494465" cy="49446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85572" y="1681770"/>
            <a:ext cx="309746" cy="309746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7347F"/>
                </a:solidFill>
              </a:rPr>
              <a:t>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7347F"/>
                </a:solidFill>
              </a:rPr>
              <a:t>들어 주셔서 고맙습니다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47347F"/>
      </a:dk2>
      <a:lt2>
        <a:srgbClr val="F3F1F9"/>
      </a:lt2>
      <a:accent1>
        <a:srgbClr val="745CBC"/>
      </a:accent1>
      <a:accent2>
        <a:srgbClr val="917B3B"/>
      </a:accent2>
      <a:accent3>
        <a:srgbClr val="47347F"/>
      </a:accent3>
      <a:accent4>
        <a:srgbClr val="D9D2EF"/>
      </a:accent4>
      <a:accent5>
        <a:srgbClr val="826C7C"/>
      </a:accent5>
      <a:accent6>
        <a:srgbClr val="9185B2"/>
      </a:accent6>
      <a:hlink>
        <a:srgbClr val="745CBC"/>
      </a:hlink>
      <a:folHlink>
        <a:srgbClr val="47347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