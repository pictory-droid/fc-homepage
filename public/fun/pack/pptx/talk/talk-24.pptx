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발표 제목을 입력하세요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풍경 소리처럼 맑게 울리는 한마디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목차</a:t>
            </a:r>
          </a:p>
        </p:txBody>
      </p:sp>
      <p:sp>
        <p:nvSpPr>
          <p:cNvPr id="14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우리 모임 소개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활동 이야기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함께하는 사람들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6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참여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핵심 메시지</a:t>
            </a:r>
          </a:p>
        </p:txBody>
      </p:sp>
      <p:sp>
        <p:nvSpPr>
          <p:cNvPr id="14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6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5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모임의 취지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활동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참여 혜택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한눈에 비교</a:t>
            </a:r>
          </a:p>
        </p:txBody>
      </p:sp>
      <p:sp>
        <p:nvSpPr>
          <p:cNvPr id="14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6E9EB"/>
          </a:solidFill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2746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일정·현황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B868B"/>
                      </a:solidFill>
                      <a:prstDash val="solid"/>
                    </a:lnL>
                    <a:lnR w="9525" cap="flat" cmpd="sng" algn="ctr">
                      <a:solidFill>
                        <a:srgbClr val="4B868B"/>
                      </a:solidFill>
                      <a:prstDash val="solid"/>
                    </a:lnR>
                    <a:lnT w="9525" cap="flat" cmpd="sng" algn="ctr">
                      <a:solidFill>
                        <a:srgbClr val="4B868B"/>
                      </a:solidFill>
                      <a:prstDash val="solid"/>
                    </a:lnT>
                    <a:lnB w="9525" cap="flat" cmpd="sng" algn="ctr">
                      <a:solidFill>
                        <a:srgbClr val="4B868B"/>
                      </a:solidFill>
                      <a:prstDash val="solid"/>
                    </a:lnB>
                    <a:solidFill>
                      <a:srgbClr val="4B868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6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들어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