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8534186" y="0"/>
            <a:ext cx="3657508" cy="6858000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985546" y="2880360"/>
            <a:ext cx="1097280" cy="109728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더운 날이니 중간에 쉬는 시간을 두겠습니다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B6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6596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B6EA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오늘의 목표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B6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731519" y="301752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B6EA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핵심 개념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B6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731519" y="40690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B6EA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실습과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B6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 txBox="1"/>
          <p:nvPr/>
        </p:nvSpPr>
        <p:spPr>
          <a:xfrm>
            <a:off x="731519" y="51206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B6EA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정리와 질문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7394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B6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B6EA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알아야 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B6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4444898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B6EA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해 볼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B6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8158276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B6EA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기억할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B6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알기 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B6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39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8534186" y="0"/>
            <a:ext cx="3657508" cy="6858000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985546" y="2880360"/>
            <a:ext cx="1097280" cy="109728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273949"/>
      </a:dk2>
      <a:lt2>
        <a:srgbClr val="EAF4FD"/>
      </a:lt2>
      <a:accent1>
        <a:srgbClr val="7BB6EA"/>
      </a:accent1>
      <a:accent2>
        <a:srgbClr val="9FA4EF"/>
      </a:accent2>
      <a:accent3>
        <a:srgbClr val="273949"/>
      </a:accent3>
      <a:accent4>
        <a:srgbClr val="D1E7FA"/>
      </a:accent4>
      <a:accent5>
        <a:srgbClr val="8DADEC"/>
      </a:accent5>
      <a:accent6>
        <a:srgbClr val="7D8892"/>
      </a:accent6>
      <a:hlink>
        <a:srgbClr val="7BB6EA"/>
      </a:hlink>
      <a:folHlink>
        <a:srgbClr val="2739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