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3B5F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B5F"/>
                </a:solidFill>
              </a:rPr>
              <a:t>더운 날이니 중간에 쉬는 시간을 두겠습니다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2700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오늘의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2700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2700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실습과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2700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정리와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3B5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알아야 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해 볼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5875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67B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3B5F"/>
                </a:solidFill>
              </a:rPr>
              <a:t>기억할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 w="12700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67B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1E7FA"/>
          </a:solidFill>
          <a:ln w="12700">
            <a:solidFill>
              <a:srgbClr val="D1E7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13B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E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3B5F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7BC5"/>
                      </a:solidFill>
                      <a:prstDash val="solid"/>
                    </a:lnL>
                    <a:lnR w="9525" cap="flat" cmpd="sng" algn="ctr">
                      <a:solidFill>
                        <a:srgbClr val="267BC5"/>
                      </a:solidFill>
                      <a:prstDash val="solid"/>
                    </a:lnR>
                    <a:lnT w="9525" cap="flat" cmpd="sng" algn="ctr">
                      <a:solidFill>
                        <a:srgbClr val="267BC5"/>
                      </a:solidFill>
                      <a:prstDash val="solid"/>
                    </a:lnT>
                    <a:lnB w="9525" cap="flat" cmpd="sng" algn="ctr">
                      <a:solidFill>
                        <a:srgbClr val="267BC5"/>
                      </a:solidFill>
                      <a:prstDash val="solid"/>
                    </a:lnB>
                    <a:solidFill>
                      <a:srgbClr val="267BC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B5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B5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B5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B5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EEF5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3B5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D1E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7FA"/>
                      </a:solidFill>
                      <a:prstDash val="solid"/>
                    </a:lnL>
                    <a:lnR w="9525" cap="flat" cmpd="sng" algn="ctr">
                      <a:solidFill>
                        <a:srgbClr val="D1E7FA"/>
                      </a:solidFill>
                      <a:prstDash val="solid"/>
                    </a:lnR>
                    <a:lnT w="9525" cap="flat" cmpd="sng" algn="ctr">
                      <a:solidFill>
                        <a:srgbClr val="D1E7FA"/>
                      </a:solidFill>
                      <a:prstDash val="solid"/>
                    </a:lnT>
                    <a:lnB w="9525" cap="flat" cmpd="sng" algn="ctr">
                      <a:solidFill>
                        <a:srgbClr val="D1E7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3B5F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3B5F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113B5F"/>
      </a:dk2>
      <a:lt2>
        <a:srgbClr val="EEF5FC"/>
      </a:lt2>
      <a:accent1>
        <a:srgbClr val="267BC5"/>
      </a:accent1>
      <a:accent2>
        <a:srgbClr val="209DB6"/>
      </a:accent2>
      <a:accent3>
        <a:srgbClr val="113B5F"/>
      </a:accent3>
      <a:accent4>
        <a:srgbClr val="D1E7FA"/>
      </a:accent4>
      <a:accent5>
        <a:srgbClr val="238CBE"/>
      </a:accent5>
      <a:accent6>
        <a:srgbClr val="70899F"/>
      </a:accent6>
      <a:hlink>
        <a:srgbClr val="267BC5"/>
      </a:hlink>
      <a:folHlink>
        <a:srgbClr val="113B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