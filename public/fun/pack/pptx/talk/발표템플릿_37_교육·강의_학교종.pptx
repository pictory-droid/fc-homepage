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377" y="2130425"/>
            <a:ext cx="1036294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754" y="3886200"/>
            <a:ext cx="8534186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59" y="4406900"/>
            <a:ext cx="1036294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59" y="2906713"/>
            <a:ext cx="1036294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58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44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535113"/>
            <a:ext cx="5386782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584" y="2174875"/>
            <a:ext cx="5386782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211" y="1535113"/>
            <a:ext cx="538889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211" y="2174875"/>
            <a:ext cx="538889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84" y="273050"/>
            <a:ext cx="401098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614" y="273050"/>
            <a:ext cx="681549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84" y="1435100"/>
            <a:ext cx="401098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657" y="4800600"/>
            <a:ext cx="7315016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657" y="612775"/>
            <a:ext cx="7315016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657" y="5367338"/>
            <a:ext cx="7315016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2758" y="0"/>
            <a:ext cx="14629667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8978" y="274638"/>
            <a:ext cx="2743131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584" y="274638"/>
            <a:ext cx="8026199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talk-3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1B2041"/>
                </a:solidFill>
              </a:rPr>
              <a:t>발표 제목을 입력하세요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1B2041"/>
                </a:solidFill>
              </a:rPr>
              <a:t>실습 먼저, 설명은 나중에 하겠습니다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교육·강의 · 발표자 이름</a:t>
            </a:r>
          </a:p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2027. 00. 00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2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0"/>
            <a:ext cx="12191695" cy="274320"/>
          </a:xfrm>
          <a:prstGeom prst="rect">
            <a:avLst/>
          </a:prstGeom>
          <a:solidFill>
            <a:srgbClr val="38438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0" y="274320"/>
            <a:ext cx="12191695" cy="54864"/>
          </a:xfrm>
          <a:prstGeom prst="rect">
            <a:avLst/>
          </a:prstGeom>
          <a:solidFill>
            <a:srgbClr val="915B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B2041"/>
                </a:solidFill>
              </a:rPr>
              <a:t>목차</a:t>
            </a:r>
          </a:p>
        </p:txBody>
      </p:sp>
      <p:sp>
        <p:nvSpPr>
          <p:cNvPr id="5" name="줄 1"/>
          <p:cNvSpPr/>
          <p:nvPr/>
        </p:nvSpPr>
        <p:spPr>
          <a:xfrm>
            <a:off x="640080" y="1600200"/>
            <a:ext cx="10911535" cy="914400"/>
          </a:xfrm>
          <a:prstGeom prst="roundRect">
            <a:avLst>
              <a:gd name="adj" fmla="val 8000"/>
            </a:avLst>
          </a:prstGeom>
          <a:solidFill>
            <a:srgbClr val="F1F2F9"/>
          </a:solidFill>
          <a:ln w="12700">
            <a:solidFill>
              <a:srgbClr val="D2D6E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번호 1"/>
          <p:cNvSpPr/>
          <p:nvPr/>
        </p:nvSpPr>
        <p:spPr>
          <a:xfrm>
            <a:off x="822959" y="1828800"/>
            <a:ext cx="457200" cy="457200"/>
          </a:xfrm>
          <a:prstGeom prst="ellipse">
            <a:avLst/>
          </a:prstGeom>
          <a:solidFill>
            <a:srgbClr val="38438A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08760" y="1645920"/>
            <a:ext cx="2743200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B2041"/>
                </a:solidFill>
              </a:rPr>
              <a:t>오늘의 목표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1645920"/>
            <a:ext cx="7071055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2B2B2B"/>
                </a:solidFill>
              </a:rPr>
              <a:t>한 줄로 내용을 적어 주세요</a:t>
            </a:r>
          </a:p>
        </p:txBody>
      </p:sp>
      <p:sp>
        <p:nvSpPr>
          <p:cNvPr id="9" name="줄 2"/>
          <p:cNvSpPr/>
          <p:nvPr/>
        </p:nvSpPr>
        <p:spPr>
          <a:xfrm>
            <a:off x="640080" y="2651760"/>
            <a:ext cx="10911535" cy="914400"/>
          </a:xfrm>
          <a:prstGeom prst="roundRect">
            <a:avLst>
              <a:gd name="adj" fmla="val 8000"/>
            </a:avLst>
          </a:prstGeom>
          <a:solidFill>
            <a:srgbClr val="F1F2F9"/>
          </a:solidFill>
          <a:ln w="12700">
            <a:solidFill>
              <a:srgbClr val="D2D6E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번호 2"/>
          <p:cNvSpPr/>
          <p:nvPr/>
        </p:nvSpPr>
        <p:spPr>
          <a:xfrm>
            <a:off x="822959" y="2880360"/>
            <a:ext cx="457200" cy="457200"/>
          </a:xfrm>
          <a:prstGeom prst="ellipse">
            <a:avLst/>
          </a:prstGeom>
          <a:solidFill>
            <a:srgbClr val="38438A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2697479"/>
            <a:ext cx="2743200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B2041"/>
                </a:solidFill>
              </a:rPr>
              <a:t>핵심 개념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2697479"/>
            <a:ext cx="7071055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2B2B2B"/>
                </a:solidFill>
              </a:rPr>
              <a:t>한 줄로 내용을 적어 주세요</a:t>
            </a:r>
          </a:p>
        </p:txBody>
      </p:sp>
      <p:sp>
        <p:nvSpPr>
          <p:cNvPr id="13" name="줄 3"/>
          <p:cNvSpPr/>
          <p:nvPr/>
        </p:nvSpPr>
        <p:spPr>
          <a:xfrm>
            <a:off x="640080" y="3703320"/>
            <a:ext cx="10911535" cy="914400"/>
          </a:xfrm>
          <a:prstGeom prst="roundRect">
            <a:avLst>
              <a:gd name="adj" fmla="val 8000"/>
            </a:avLst>
          </a:prstGeom>
          <a:solidFill>
            <a:srgbClr val="F1F2F9"/>
          </a:solidFill>
          <a:ln w="12700">
            <a:solidFill>
              <a:srgbClr val="D2D6E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번호 3"/>
          <p:cNvSpPr/>
          <p:nvPr/>
        </p:nvSpPr>
        <p:spPr>
          <a:xfrm>
            <a:off x="822959" y="3931920"/>
            <a:ext cx="457200" cy="457200"/>
          </a:xfrm>
          <a:prstGeom prst="ellipse">
            <a:avLst/>
          </a:prstGeom>
          <a:solidFill>
            <a:srgbClr val="38438A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08760" y="3749039"/>
            <a:ext cx="2743200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B2041"/>
                </a:solidFill>
              </a:rPr>
              <a:t>실습과 예시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97680" y="3749039"/>
            <a:ext cx="7071055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2B2B2B"/>
                </a:solidFill>
              </a:rPr>
              <a:t>한 줄로 내용을 적어 주세요</a:t>
            </a:r>
          </a:p>
        </p:txBody>
      </p:sp>
      <p:sp>
        <p:nvSpPr>
          <p:cNvPr id="17" name="줄 4"/>
          <p:cNvSpPr/>
          <p:nvPr/>
        </p:nvSpPr>
        <p:spPr>
          <a:xfrm>
            <a:off x="640080" y="4754879"/>
            <a:ext cx="10911535" cy="914400"/>
          </a:xfrm>
          <a:prstGeom prst="roundRect">
            <a:avLst>
              <a:gd name="adj" fmla="val 8000"/>
            </a:avLst>
          </a:prstGeom>
          <a:solidFill>
            <a:srgbClr val="F1F2F9"/>
          </a:solidFill>
          <a:ln w="12700">
            <a:solidFill>
              <a:srgbClr val="D2D6E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번호 4"/>
          <p:cNvSpPr/>
          <p:nvPr/>
        </p:nvSpPr>
        <p:spPr>
          <a:xfrm>
            <a:off x="822959" y="4983479"/>
            <a:ext cx="457200" cy="457200"/>
          </a:xfrm>
          <a:prstGeom prst="ellipse">
            <a:avLst/>
          </a:prstGeom>
          <a:solidFill>
            <a:srgbClr val="38438A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800599"/>
            <a:ext cx="2743200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B2041"/>
                </a:solidFill>
              </a:rPr>
              <a:t>정리와 질문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0" y="4800599"/>
            <a:ext cx="7071055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2B2B2B"/>
                </a:solidFill>
              </a:rPr>
              <a:t>한 줄로 내용을 적어 주세요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2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0"/>
            <a:ext cx="12191695" cy="274320"/>
          </a:xfrm>
          <a:prstGeom prst="rect">
            <a:avLst/>
          </a:prstGeom>
          <a:solidFill>
            <a:srgbClr val="38438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0" y="274320"/>
            <a:ext cx="12191695" cy="54864"/>
          </a:xfrm>
          <a:prstGeom prst="rect">
            <a:avLst/>
          </a:prstGeom>
          <a:solidFill>
            <a:srgbClr val="915B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B2041"/>
                </a:solidFill>
              </a:rPr>
              <a:t>핵심 메시지</a:t>
            </a:r>
          </a:p>
        </p:txBody>
      </p:sp>
      <p:sp>
        <p:nvSpPr>
          <p:cNvPr id="5" name="핵심 문장"/>
          <p:cNvSpPr txBox="1"/>
          <p:nvPr/>
        </p:nvSpPr>
        <p:spPr>
          <a:xfrm>
            <a:off x="640080" y="1600200"/>
            <a:ext cx="10911535" cy="11887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2600" b="1" i="0">
                <a:solidFill>
                  <a:srgbClr val="1B2041"/>
                </a:solidFill>
              </a:rPr>
              <a:t>한 문장으로 말하면 — 여기에 핵심 메시지를 입력하세요</a:t>
            </a:r>
          </a:p>
        </p:txBody>
      </p:sp>
      <p:sp>
        <p:nvSpPr>
          <p:cNvPr id="6" name="카드 1"/>
          <p:cNvSpPr/>
          <p:nvPr/>
        </p:nvSpPr>
        <p:spPr>
          <a:xfrm>
            <a:off x="640080" y="3063240"/>
            <a:ext cx="3484778" cy="3017520"/>
          </a:xfrm>
          <a:prstGeom prst="roundRect">
            <a:avLst>
              <a:gd name="adj" fmla="val 8000"/>
            </a:avLst>
          </a:prstGeom>
          <a:solidFill>
            <a:srgbClr val="F1F2F9"/>
          </a:solidFill>
          <a:ln w="15875">
            <a:solidFill>
              <a:srgbClr val="D2D6E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번호 1"/>
          <p:cNvSpPr/>
          <p:nvPr/>
        </p:nvSpPr>
        <p:spPr>
          <a:xfrm>
            <a:off x="822959" y="3246120"/>
            <a:ext cx="457200" cy="457200"/>
          </a:xfrm>
          <a:prstGeom prst="ellipse">
            <a:avLst/>
          </a:prstGeom>
          <a:solidFill>
            <a:srgbClr val="38438A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84048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B2041"/>
                </a:solidFill>
              </a:rPr>
              <a:t>알아야 할 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526280"/>
            <a:ext cx="3210458" cy="141731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B2B2B"/>
                </a:solidFill>
              </a:rPr>
              <a:t>내용을 입력하세요</a:t>
            </a:r>
          </a:p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B2B2B"/>
                </a:solidFill>
              </a:rPr>
              <a:t>내용을 입력하세요</a:t>
            </a:r>
          </a:p>
        </p:txBody>
      </p:sp>
      <p:sp>
        <p:nvSpPr>
          <p:cNvPr id="10" name="카드 2"/>
          <p:cNvSpPr/>
          <p:nvPr/>
        </p:nvSpPr>
        <p:spPr>
          <a:xfrm>
            <a:off x="4353458" y="3063240"/>
            <a:ext cx="3484778" cy="3017520"/>
          </a:xfrm>
          <a:prstGeom prst="roundRect">
            <a:avLst>
              <a:gd name="adj" fmla="val 8000"/>
            </a:avLst>
          </a:prstGeom>
          <a:solidFill>
            <a:srgbClr val="F1F2F9"/>
          </a:solidFill>
          <a:ln w="15875">
            <a:solidFill>
              <a:srgbClr val="D2D6E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2"/>
          <p:cNvSpPr/>
          <p:nvPr/>
        </p:nvSpPr>
        <p:spPr>
          <a:xfrm>
            <a:off x="4536338" y="3246120"/>
            <a:ext cx="457200" cy="457200"/>
          </a:xfrm>
          <a:prstGeom prst="ellipse">
            <a:avLst/>
          </a:prstGeom>
          <a:solidFill>
            <a:srgbClr val="38438A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90618" y="384048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B2041"/>
                </a:solidFill>
              </a:rPr>
              <a:t>해 볼 것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90618" y="4526280"/>
            <a:ext cx="3210458" cy="141731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B2B2B"/>
                </a:solidFill>
              </a:rPr>
              <a:t>내용을 입력하세요</a:t>
            </a:r>
          </a:p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B2B2B"/>
                </a:solidFill>
              </a:rPr>
              <a:t>내용을 입력하세요</a:t>
            </a:r>
          </a:p>
        </p:txBody>
      </p:sp>
      <p:sp>
        <p:nvSpPr>
          <p:cNvPr id="14" name="카드 3"/>
          <p:cNvSpPr/>
          <p:nvPr/>
        </p:nvSpPr>
        <p:spPr>
          <a:xfrm>
            <a:off x="8066836" y="3063240"/>
            <a:ext cx="3484778" cy="3017520"/>
          </a:xfrm>
          <a:prstGeom prst="roundRect">
            <a:avLst>
              <a:gd name="adj" fmla="val 8000"/>
            </a:avLst>
          </a:prstGeom>
          <a:solidFill>
            <a:srgbClr val="F1F2F9"/>
          </a:solidFill>
          <a:ln w="15875">
            <a:solidFill>
              <a:srgbClr val="D2D6E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번호 3"/>
          <p:cNvSpPr/>
          <p:nvPr/>
        </p:nvSpPr>
        <p:spPr>
          <a:xfrm>
            <a:off x="8249716" y="3246120"/>
            <a:ext cx="457200" cy="457200"/>
          </a:xfrm>
          <a:prstGeom prst="ellipse">
            <a:avLst/>
          </a:prstGeom>
          <a:solidFill>
            <a:srgbClr val="38438A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03996" y="384048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B2041"/>
                </a:solidFill>
              </a:rPr>
              <a:t>기억할 것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03996" y="4526280"/>
            <a:ext cx="3210458" cy="141731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B2B2B"/>
                </a:solidFill>
              </a:rPr>
              <a:t>내용을 입력하세요</a:t>
            </a:r>
          </a:p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B2B2B"/>
                </a:solidFill>
              </a:rPr>
              <a:t>내용을 입력하세요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2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0"/>
            <a:ext cx="12191695" cy="274320"/>
          </a:xfrm>
          <a:prstGeom prst="rect">
            <a:avLst/>
          </a:prstGeom>
          <a:solidFill>
            <a:srgbClr val="38438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0" y="274320"/>
            <a:ext cx="12191695" cy="54864"/>
          </a:xfrm>
          <a:prstGeom prst="rect">
            <a:avLst/>
          </a:prstGeom>
          <a:solidFill>
            <a:srgbClr val="915B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B2041"/>
                </a:solidFill>
              </a:rPr>
              <a:t>한눈에 비교</a:t>
            </a:r>
          </a:p>
        </p:txBody>
      </p:sp>
      <p:sp>
        <p:nvSpPr>
          <p:cNvPr id="5" name="왼쪽 칸"/>
          <p:cNvSpPr/>
          <p:nvPr/>
        </p:nvSpPr>
        <p:spPr>
          <a:xfrm>
            <a:off x="640080" y="1600200"/>
            <a:ext cx="5272887" cy="4800600"/>
          </a:xfrm>
          <a:prstGeom prst="roundRect">
            <a:avLst>
              <a:gd name="adj" fmla="val 8000"/>
            </a:avLst>
          </a:prstGeom>
          <a:solidFill>
            <a:srgbClr val="F1F2F9"/>
          </a:solidFill>
          <a:ln w="12700">
            <a:solidFill>
              <a:srgbClr val="D2D6E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칸 제목 바"/>
          <p:cNvSpPr/>
          <p:nvPr/>
        </p:nvSpPr>
        <p:spPr>
          <a:xfrm>
            <a:off x="640080" y="1600200"/>
            <a:ext cx="5272887" cy="640080"/>
          </a:xfrm>
          <a:prstGeom prst="roundRect">
            <a:avLst>
              <a:gd name="adj" fmla="val 25000"/>
            </a:avLst>
          </a:prstGeom>
          <a:solidFill>
            <a:srgbClr val="38438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1600200"/>
            <a:ext cx="4907127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FFFFFF"/>
                </a:solidFill>
              </a:rPr>
              <a:t>알기 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423160"/>
            <a:ext cx="4815687" cy="3886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</p:txBody>
      </p:sp>
      <p:sp>
        <p:nvSpPr>
          <p:cNvPr id="9" name="오른쪽 칸"/>
          <p:cNvSpPr/>
          <p:nvPr/>
        </p:nvSpPr>
        <p:spPr>
          <a:xfrm>
            <a:off x="6278727" y="1600200"/>
            <a:ext cx="5272887" cy="4800600"/>
          </a:xfrm>
          <a:prstGeom prst="roundRect">
            <a:avLst>
              <a:gd name="adj" fmla="val 8000"/>
            </a:avLst>
          </a:prstGeom>
          <a:solidFill>
            <a:srgbClr val="D2D6EF"/>
          </a:solidFill>
          <a:ln w="12700">
            <a:solidFill>
              <a:srgbClr val="D2D6E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칸 제목 바"/>
          <p:cNvSpPr/>
          <p:nvPr/>
        </p:nvSpPr>
        <p:spPr>
          <a:xfrm>
            <a:off x="6278727" y="1600200"/>
            <a:ext cx="5272887" cy="640080"/>
          </a:xfrm>
          <a:prstGeom prst="roundRect">
            <a:avLst>
              <a:gd name="adj" fmla="val 25000"/>
            </a:avLst>
          </a:prstGeom>
          <a:solidFill>
            <a:srgbClr val="1B204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61607" y="1600200"/>
            <a:ext cx="4907127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FFFFFF"/>
                </a:solidFill>
              </a:rPr>
              <a:t>알고 난 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07327" y="2423160"/>
            <a:ext cx="4815687" cy="3886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2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0"/>
            <a:ext cx="12191695" cy="274320"/>
          </a:xfrm>
          <a:prstGeom prst="rect">
            <a:avLst/>
          </a:prstGeom>
          <a:solidFill>
            <a:srgbClr val="38438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0" y="274320"/>
            <a:ext cx="12191695" cy="54864"/>
          </a:xfrm>
          <a:prstGeom prst="rect">
            <a:avLst/>
          </a:prstGeom>
          <a:solidFill>
            <a:srgbClr val="915B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B2041"/>
                </a:solidFill>
              </a:rPr>
              <a:t>일정·현황</a:t>
            </a:r>
          </a:p>
        </p:txBody>
      </p:sp>
      <p:graphicFrame>
        <p:nvGraphicFramePr>
          <p:cNvPr id="5" name="표"/>
          <p:cNvGraphicFramePr>
            <a:graphicFrameLocks noGrp="1"/>
          </p:cNvGraphicFramePr>
          <p:nvPr/>
        </p:nvGraphicFramePr>
        <p:xfrm>
          <a:off x="640080" y="1600200"/>
          <a:ext cx="10911532" cy="384048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727883"/>
                <a:gridCol w="2727883"/>
                <a:gridCol w="2727883"/>
                <a:gridCol w="2727883"/>
              </a:tblGrid>
              <a:tr h="640080"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차시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38438A"/>
                      </a:solidFill>
                      <a:prstDash val="solid"/>
                    </a:lnL>
                    <a:lnR w="9525" cap="flat" cmpd="sng" algn="ctr">
                      <a:solidFill>
                        <a:srgbClr val="38438A"/>
                      </a:solidFill>
                      <a:prstDash val="solid"/>
                    </a:lnR>
                    <a:lnT w="9525" cap="flat" cmpd="sng" algn="ctr">
                      <a:solidFill>
                        <a:srgbClr val="38438A"/>
                      </a:solidFill>
                      <a:prstDash val="solid"/>
                    </a:lnT>
                    <a:lnB w="9525" cap="flat" cmpd="sng" algn="ctr">
                      <a:solidFill>
                        <a:srgbClr val="38438A"/>
                      </a:solidFill>
                      <a:prstDash val="solid"/>
                    </a:lnB>
                    <a:solidFill>
                      <a:srgbClr val="38438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주제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38438A"/>
                      </a:solidFill>
                      <a:prstDash val="solid"/>
                    </a:lnL>
                    <a:lnR w="9525" cap="flat" cmpd="sng" algn="ctr">
                      <a:solidFill>
                        <a:srgbClr val="38438A"/>
                      </a:solidFill>
                      <a:prstDash val="solid"/>
                    </a:lnR>
                    <a:lnT w="9525" cap="flat" cmpd="sng" algn="ctr">
                      <a:solidFill>
                        <a:srgbClr val="38438A"/>
                      </a:solidFill>
                      <a:prstDash val="solid"/>
                    </a:lnT>
                    <a:lnB w="9525" cap="flat" cmpd="sng" algn="ctr">
                      <a:solidFill>
                        <a:srgbClr val="38438A"/>
                      </a:solidFill>
                      <a:prstDash val="solid"/>
                    </a:lnB>
                    <a:solidFill>
                      <a:srgbClr val="38438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시간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38438A"/>
                      </a:solidFill>
                      <a:prstDash val="solid"/>
                    </a:lnL>
                    <a:lnR w="9525" cap="flat" cmpd="sng" algn="ctr">
                      <a:solidFill>
                        <a:srgbClr val="38438A"/>
                      </a:solidFill>
                      <a:prstDash val="solid"/>
                    </a:lnR>
                    <a:lnT w="9525" cap="flat" cmpd="sng" algn="ctr">
                      <a:solidFill>
                        <a:srgbClr val="38438A"/>
                      </a:solidFill>
                      <a:prstDash val="solid"/>
                    </a:lnT>
                    <a:lnB w="9525" cap="flat" cmpd="sng" algn="ctr">
                      <a:solidFill>
                        <a:srgbClr val="38438A"/>
                      </a:solidFill>
                      <a:prstDash val="solid"/>
                    </a:lnB>
                    <a:solidFill>
                      <a:srgbClr val="38438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준비물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38438A"/>
                      </a:solidFill>
                      <a:prstDash val="solid"/>
                    </a:lnL>
                    <a:lnR w="9525" cap="flat" cmpd="sng" algn="ctr">
                      <a:solidFill>
                        <a:srgbClr val="38438A"/>
                      </a:solidFill>
                      <a:prstDash val="solid"/>
                    </a:lnR>
                    <a:lnT w="9525" cap="flat" cmpd="sng" algn="ctr">
                      <a:solidFill>
                        <a:srgbClr val="38438A"/>
                      </a:solidFill>
                      <a:prstDash val="solid"/>
                    </a:lnT>
                    <a:lnB w="9525" cap="flat" cmpd="sng" algn="ctr">
                      <a:solidFill>
                        <a:srgbClr val="38438A"/>
                      </a:solidFill>
                      <a:prstDash val="solid"/>
                    </a:lnB>
                    <a:solidFill>
                      <a:srgbClr val="38438A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1B2041"/>
                          </a:solidFill>
                        </a:rPr>
                        <a:t>1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2D6EF"/>
                      </a:solidFill>
                      <a:prstDash val="solid"/>
                    </a:lnL>
                    <a:lnR w="9525" cap="flat" cmpd="sng" algn="ctr">
                      <a:solidFill>
                        <a:srgbClr val="D2D6EF"/>
                      </a:solidFill>
                      <a:prstDash val="solid"/>
                    </a:lnR>
                    <a:lnT w="9525" cap="flat" cmpd="sng" algn="ctr">
                      <a:solidFill>
                        <a:srgbClr val="D2D6EF"/>
                      </a:solidFill>
                      <a:prstDash val="solid"/>
                    </a:lnT>
                    <a:lnB w="9525" cap="flat" cmpd="sng" algn="ctr">
                      <a:solidFill>
                        <a:srgbClr val="D2D6EF"/>
                      </a:solidFill>
                      <a:prstDash val="solid"/>
                    </a:lnB>
                    <a:solidFill>
                      <a:srgbClr val="D2D6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내용 입력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2D6EF"/>
                      </a:solidFill>
                      <a:prstDash val="solid"/>
                    </a:lnL>
                    <a:lnR w="9525" cap="flat" cmpd="sng" algn="ctr">
                      <a:solidFill>
                        <a:srgbClr val="D2D6EF"/>
                      </a:solidFill>
                      <a:prstDash val="solid"/>
                    </a:lnR>
                    <a:lnT w="9525" cap="flat" cmpd="sng" algn="ctr">
                      <a:solidFill>
                        <a:srgbClr val="D2D6EF"/>
                      </a:solidFill>
                      <a:prstDash val="solid"/>
                    </a:lnT>
                    <a:lnB w="9525" cap="flat" cmpd="sng" algn="ctr">
                      <a:solidFill>
                        <a:srgbClr val="D2D6E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2D6EF"/>
                      </a:solidFill>
                      <a:prstDash val="solid"/>
                    </a:lnL>
                    <a:lnR w="9525" cap="flat" cmpd="sng" algn="ctr">
                      <a:solidFill>
                        <a:srgbClr val="D2D6EF"/>
                      </a:solidFill>
                      <a:prstDash val="solid"/>
                    </a:lnR>
                    <a:lnT w="9525" cap="flat" cmpd="sng" algn="ctr">
                      <a:solidFill>
                        <a:srgbClr val="D2D6EF"/>
                      </a:solidFill>
                      <a:prstDash val="solid"/>
                    </a:lnT>
                    <a:lnB w="9525" cap="flat" cmpd="sng" algn="ctr">
                      <a:solidFill>
                        <a:srgbClr val="D2D6E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2D6EF"/>
                      </a:solidFill>
                      <a:prstDash val="solid"/>
                    </a:lnL>
                    <a:lnR w="9525" cap="flat" cmpd="sng" algn="ctr">
                      <a:solidFill>
                        <a:srgbClr val="D2D6EF"/>
                      </a:solidFill>
                      <a:prstDash val="solid"/>
                    </a:lnR>
                    <a:lnT w="9525" cap="flat" cmpd="sng" algn="ctr">
                      <a:solidFill>
                        <a:srgbClr val="D2D6EF"/>
                      </a:solidFill>
                      <a:prstDash val="solid"/>
                    </a:lnT>
                    <a:lnB w="9525" cap="flat" cmpd="sng" algn="ctr">
                      <a:solidFill>
                        <a:srgbClr val="D2D6E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1B2041"/>
                          </a:solidFill>
                        </a:rPr>
                        <a:t>2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2D6EF"/>
                      </a:solidFill>
                      <a:prstDash val="solid"/>
                    </a:lnL>
                    <a:lnR w="9525" cap="flat" cmpd="sng" algn="ctr">
                      <a:solidFill>
                        <a:srgbClr val="D2D6EF"/>
                      </a:solidFill>
                      <a:prstDash val="solid"/>
                    </a:lnR>
                    <a:lnT w="9525" cap="flat" cmpd="sng" algn="ctr">
                      <a:solidFill>
                        <a:srgbClr val="D2D6EF"/>
                      </a:solidFill>
                      <a:prstDash val="solid"/>
                    </a:lnT>
                    <a:lnB w="9525" cap="flat" cmpd="sng" algn="ctr">
                      <a:solidFill>
                        <a:srgbClr val="D2D6EF"/>
                      </a:solidFill>
                      <a:prstDash val="solid"/>
                    </a:lnB>
                    <a:solidFill>
                      <a:srgbClr val="D2D6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내용 입력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2D6EF"/>
                      </a:solidFill>
                      <a:prstDash val="solid"/>
                    </a:lnL>
                    <a:lnR w="9525" cap="flat" cmpd="sng" algn="ctr">
                      <a:solidFill>
                        <a:srgbClr val="D2D6EF"/>
                      </a:solidFill>
                      <a:prstDash val="solid"/>
                    </a:lnR>
                    <a:lnT w="9525" cap="flat" cmpd="sng" algn="ctr">
                      <a:solidFill>
                        <a:srgbClr val="D2D6EF"/>
                      </a:solidFill>
                      <a:prstDash val="solid"/>
                    </a:lnT>
                    <a:lnB w="9525" cap="flat" cmpd="sng" algn="ctr">
                      <a:solidFill>
                        <a:srgbClr val="D2D6EF"/>
                      </a:solidFill>
                      <a:prstDash val="solid"/>
                    </a:lnB>
                    <a:solidFill>
                      <a:srgbClr val="F1F2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2D6EF"/>
                      </a:solidFill>
                      <a:prstDash val="solid"/>
                    </a:lnL>
                    <a:lnR w="9525" cap="flat" cmpd="sng" algn="ctr">
                      <a:solidFill>
                        <a:srgbClr val="D2D6EF"/>
                      </a:solidFill>
                      <a:prstDash val="solid"/>
                    </a:lnR>
                    <a:lnT w="9525" cap="flat" cmpd="sng" algn="ctr">
                      <a:solidFill>
                        <a:srgbClr val="D2D6EF"/>
                      </a:solidFill>
                      <a:prstDash val="solid"/>
                    </a:lnT>
                    <a:lnB w="9525" cap="flat" cmpd="sng" algn="ctr">
                      <a:solidFill>
                        <a:srgbClr val="D2D6EF"/>
                      </a:solidFill>
                      <a:prstDash val="solid"/>
                    </a:lnB>
                    <a:solidFill>
                      <a:srgbClr val="F1F2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2D6EF"/>
                      </a:solidFill>
                      <a:prstDash val="solid"/>
                    </a:lnL>
                    <a:lnR w="9525" cap="flat" cmpd="sng" algn="ctr">
                      <a:solidFill>
                        <a:srgbClr val="D2D6EF"/>
                      </a:solidFill>
                      <a:prstDash val="solid"/>
                    </a:lnR>
                    <a:lnT w="9525" cap="flat" cmpd="sng" algn="ctr">
                      <a:solidFill>
                        <a:srgbClr val="D2D6EF"/>
                      </a:solidFill>
                      <a:prstDash val="solid"/>
                    </a:lnT>
                    <a:lnB w="9525" cap="flat" cmpd="sng" algn="ctr">
                      <a:solidFill>
                        <a:srgbClr val="D2D6EF"/>
                      </a:solidFill>
                      <a:prstDash val="solid"/>
                    </a:lnB>
                    <a:solidFill>
                      <a:srgbClr val="F1F2F9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1B2041"/>
                          </a:solidFill>
                        </a:rPr>
                        <a:t>3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2D6EF"/>
                      </a:solidFill>
                      <a:prstDash val="solid"/>
                    </a:lnL>
                    <a:lnR w="9525" cap="flat" cmpd="sng" algn="ctr">
                      <a:solidFill>
                        <a:srgbClr val="D2D6EF"/>
                      </a:solidFill>
                      <a:prstDash val="solid"/>
                    </a:lnR>
                    <a:lnT w="9525" cap="flat" cmpd="sng" algn="ctr">
                      <a:solidFill>
                        <a:srgbClr val="D2D6EF"/>
                      </a:solidFill>
                      <a:prstDash val="solid"/>
                    </a:lnT>
                    <a:lnB w="9525" cap="flat" cmpd="sng" algn="ctr">
                      <a:solidFill>
                        <a:srgbClr val="D2D6EF"/>
                      </a:solidFill>
                      <a:prstDash val="solid"/>
                    </a:lnB>
                    <a:solidFill>
                      <a:srgbClr val="D2D6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내용 입력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2D6EF"/>
                      </a:solidFill>
                      <a:prstDash val="solid"/>
                    </a:lnL>
                    <a:lnR w="9525" cap="flat" cmpd="sng" algn="ctr">
                      <a:solidFill>
                        <a:srgbClr val="D2D6EF"/>
                      </a:solidFill>
                      <a:prstDash val="solid"/>
                    </a:lnR>
                    <a:lnT w="9525" cap="flat" cmpd="sng" algn="ctr">
                      <a:solidFill>
                        <a:srgbClr val="D2D6EF"/>
                      </a:solidFill>
                      <a:prstDash val="solid"/>
                    </a:lnT>
                    <a:lnB w="9525" cap="flat" cmpd="sng" algn="ctr">
                      <a:solidFill>
                        <a:srgbClr val="D2D6E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2D6EF"/>
                      </a:solidFill>
                      <a:prstDash val="solid"/>
                    </a:lnL>
                    <a:lnR w="9525" cap="flat" cmpd="sng" algn="ctr">
                      <a:solidFill>
                        <a:srgbClr val="D2D6EF"/>
                      </a:solidFill>
                      <a:prstDash val="solid"/>
                    </a:lnR>
                    <a:lnT w="9525" cap="flat" cmpd="sng" algn="ctr">
                      <a:solidFill>
                        <a:srgbClr val="D2D6EF"/>
                      </a:solidFill>
                      <a:prstDash val="solid"/>
                    </a:lnT>
                    <a:lnB w="9525" cap="flat" cmpd="sng" algn="ctr">
                      <a:solidFill>
                        <a:srgbClr val="D2D6E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2D6EF"/>
                      </a:solidFill>
                      <a:prstDash val="solid"/>
                    </a:lnL>
                    <a:lnR w="9525" cap="flat" cmpd="sng" algn="ctr">
                      <a:solidFill>
                        <a:srgbClr val="D2D6EF"/>
                      </a:solidFill>
                      <a:prstDash val="solid"/>
                    </a:lnR>
                    <a:lnT w="9525" cap="flat" cmpd="sng" algn="ctr">
                      <a:solidFill>
                        <a:srgbClr val="D2D6EF"/>
                      </a:solidFill>
                      <a:prstDash val="solid"/>
                    </a:lnT>
                    <a:lnB w="9525" cap="flat" cmpd="sng" algn="ctr">
                      <a:solidFill>
                        <a:srgbClr val="D2D6E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1B2041"/>
                          </a:solidFill>
                        </a:rPr>
                        <a:t>4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2D6EF"/>
                      </a:solidFill>
                      <a:prstDash val="solid"/>
                    </a:lnL>
                    <a:lnR w="9525" cap="flat" cmpd="sng" algn="ctr">
                      <a:solidFill>
                        <a:srgbClr val="D2D6EF"/>
                      </a:solidFill>
                      <a:prstDash val="solid"/>
                    </a:lnR>
                    <a:lnT w="9525" cap="flat" cmpd="sng" algn="ctr">
                      <a:solidFill>
                        <a:srgbClr val="D2D6EF"/>
                      </a:solidFill>
                      <a:prstDash val="solid"/>
                    </a:lnT>
                    <a:lnB w="9525" cap="flat" cmpd="sng" algn="ctr">
                      <a:solidFill>
                        <a:srgbClr val="D2D6EF"/>
                      </a:solidFill>
                      <a:prstDash val="solid"/>
                    </a:lnB>
                    <a:solidFill>
                      <a:srgbClr val="D2D6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내용 입력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2D6EF"/>
                      </a:solidFill>
                      <a:prstDash val="solid"/>
                    </a:lnL>
                    <a:lnR w="9525" cap="flat" cmpd="sng" algn="ctr">
                      <a:solidFill>
                        <a:srgbClr val="D2D6EF"/>
                      </a:solidFill>
                      <a:prstDash val="solid"/>
                    </a:lnR>
                    <a:lnT w="9525" cap="flat" cmpd="sng" algn="ctr">
                      <a:solidFill>
                        <a:srgbClr val="D2D6EF"/>
                      </a:solidFill>
                      <a:prstDash val="solid"/>
                    </a:lnT>
                    <a:lnB w="9525" cap="flat" cmpd="sng" algn="ctr">
                      <a:solidFill>
                        <a:srgbClr val="D2D6EF"/>
                      </a:solidFill>
                      <a:prstDash val="solid"/>
                    </a:lnB>
                    <a:solidFill>
                      <a:srgbClr val="F1F2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2D6EF"/>
                      </a:solidFill>
                      <a:prstDash val="solid"/>
                    </a:lnL>
                    <a:lnR w="9525" cap="flat" cmpd="sng" algn="ctr">
                      <a:solidFill>
                        <a:srgbClr val="D2D6EF"/>
                      </a:solidFill>
                      <a:prstDash val="solid"/>
                    </a:lnR>
                    <a:lnT w="9525" cap="flat" cmpd="sng" algn="ctr">
                      <a:solidFill>
                        <a:srgbClr val="D2D6EF"/>
                      </a:solidFill>
                      <a:prstDash val="solid"/>
                    </a:lnT>
                    <a:lnB w="9525" cap="flat" cmpd="sng" algn="ctr">
                      <a:solidFill>
                        <a:srgbClr val="D2D6EF"/>
                      </a:solidFill>
                      <a:prstDash val="solid"/>
                    </a:lnB>
                    <a:solidFill>
                      <a:srgbClr val="F1F2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2D6EF"/>
                      </a:solidFill>
                      <a:prstDash val="solid"/>
                    </a:lnL>
                    <a:lnR w="9525" cap="flat" cmpd="sng" algn="ctr">
                      <a:solidFill>
                        <a:srgbClr val="D2D6EF"/>
                      </a:solidFill>
                      <a:prstDash val="solid"/>
                    </a:lnR>
                    <a:lnT w="9525" cap="flat" cmpd="sng" algn="ctr">
                      <a:solidFill>
                        <a:srgbClr val="D2D6EF"/>
                      </a:solidFill>
                      <a:prstDash val="solid"/>
                    </a:lnT>
                    <a:lnB w="9525" cap="flat" cmpd="sng" algn="ctr">
                      <a:solidFill>
                        <a:srgbClr val="D2D6EF"/>
                      </a:solidFill>
                      <a:prstDash val="solid"/>
                    </a:lnB>
                    <a:solidFill>
                      <a:srgbClr val="F1F2F9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1B2041"/>
                          </a:solidFill>
                        </a:rPr>
                        <a:t>5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2D6EF"/>
                      </a:solidFill>
                      <a:prstDash val="solid"/>
                    </a:lnL>
                    <a:lnR w="9525" cap="flat" cmpd="sng" algn="ctr">
                      <a:solidFill>
                        <a:srgbClr val="D2D6EF"/>
                      </a:solidFill>
                      <a:prstDash val="solid"/>
                    </a:lnR>
                    <a:lnT w="9525" cap="flat" cmpd="sng" algn="ctr">
                      <a:solidFill>
                        <a:srgbClr val="D2D6EF"/>
                      </a:solidFill>
                      <a:prstDash val="solid"/>
                    </a:lnT>
                    <a:lnB w="9525" cap="flat" cmpd="sng" algn="ctr">
                      <a:solidFill>
                        <a:srgbClr val="D2D6EF"/>
                      </a:solidFill>
                      <a:prstDash val="solid"/>
                    </a:lnB>
                    <a:solidFill>
                      <a:srgbClr val="D2D6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내용 입력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2D6EF"/>
                      </a:solidFill>
                      <a:prstDash val="solid"/>
                    </a:lnL>
                    <a:lnR w="9525" cap="flat" cmpd="sng" algn="ctr">
                      <a:solidFill>
                        <a:srgbClr val="D2D6EF"/>
                      </a:solidFill>
                      <a:prstDash val="solid"/>
                    </a:lnR>
                    <a:lnT w="9525" cap="flat" cmpd="sng" algn="ctr">
                      <a:solidFill>
                        <a:srgbClr val="D2D6EF"/>
                      </a:solidFill>
                      <a:prstDash val="solid"/>
                    </a:lnT>
                    <a:lnB w="9525" cap="flat" cmpd="sng" algn="ctr">
                      <a:solidFill>
                        <a:srgbClr val="D2D6E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2D6EF"/>
                      </a:solidFill>
                      <a:prstDash val="solid"/>
                    </a:lnL>
                    <a:lnR w="9525" cap="flat" cmpd="sng" algn="ctr">
                      <a:solidFill>
                        <a:srgbClr val="D2D6EF"/>
                      </a:solidFill>
                      <a:prstDash val="solid"/>
                    </a:lnR>
                    <a:lnT w="9525" cap="flat" cmpd="sng" algn="ctr">
                      <a:solidFill>
                        <a:srgbClr val="D2D6EF"/>
                      </a:solidFill>
                      <a:prstDash val="solid"/>
                    </a:lnT>
                    <a:lnB w="9525" cap="flat" cmpd="sng" algn="ctr">
                      <a:solidFill>
                        <a:srgbClr val="D2D6E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2D6EF"/>
                      </a:solidFill>
                      <a:prstDash val="solid"/>
                    </a:lnL>
                    <a:lnR w="9525" cap="flat" cmpd="sng" algn="ctr">
                      <a:solidFill>
                        <a:srgbClr val="D2D6EF"/>
                      </a:solidFill>
                      <a:prstDash val="solid"/>
                    </a:lnR>
                    <a:lnT w="9525" cap="flat" cmpd="sng" algn="ctr">
                      <a:solidFill>
                        <a:srgbClr val="D2D6EF"/>
                      </a:solidFill>
                      <a:prstDash val="solid"/>
                    </a:lnT>
                    <a:lnB w="9525" cap="flat" cmpd="sng" algn="ctr">
                      <a:solidFill>
                        <a:srgbClr val="D2D6E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talk-3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1B2041"/>
                </a:solidFill>
              </a:rPr>
              <a:t>감사합니다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1B2041"/>
                </a:solidFill>
              </a:rPr>
              <a:t>끝까지 들어 주셔서 고맙습니다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문의 · 연락처를 입력하세요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교육·강의 발표 템플릿">
  <a:themeElements>
    <a:clrScheme name="Office">
      <a:dk1>
        <a:sysClr val="windowText" lastClr="000000"/>
      </a:dk1>
      <a:lt1>
        <a:sysClr val="window" lastClr="FFFFFF"/>
      </a:lt1>
      <a:dk2>
        <a:srgbClr val="1B2041"/>
      </a:dk2>
      <a:lt2>
        <a:srgbClr val="F1F2F9"/>
      </a:lt2>
      <a:accent1>
        <a:srgbClr val="38438A"/>
      </a:accent1>
      <a:accent2>
        <a:srgbClr val="915B3B"/>
      </a:accent2>
      <a:accent3>
        <a:srgbClr val="1B2041"/>
      </a:accent3>
      <a:accent4>
        <a:srgbClr val="D2D6EF"/>
      </a:accent4>
      <a:accent5>
        <a:srgbClr val="644F62"/>
      </a:accent5>
      <a:accent6>
        <a:srgbClr val="76798D"/>
      </a:accent6>
      <a:hlink>
        <a:srgbClr val="38438A"/>
      </a:hlink>
      <a:folHlink>
        <a:srgbClr val="1B2041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교육·강의 발표 템플릿</dc:title>
  <dc:subject/>
  <dc:creator>우체국보험 상담 안내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