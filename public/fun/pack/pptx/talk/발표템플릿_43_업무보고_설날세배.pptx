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3294" y="1234440"/>
            <a:ext cx="822959" cy="137160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49034" y="109728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49034" y="260604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585710" y="1728216"/>
            <a:ext cx="822959" cy="1152144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791450" y="1591056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91450" y="288036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628126" y="1234440"/>
            <a:ext cx="822959" cy="137160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833866" y="109728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833866" y="260604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31920"/>
                </a:solidFill>
              </a:rPr>
              <a:t>발표 제목을 입력하세요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31920"/>
                </a:solidFill>
              </a:rPr>
              <a:t>새해 복 많이 받으세요, 올해의 이야기를 시작합니다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목차</a:t>
            </a:r>
          </a:p>
        </p:txBody>
      </p:sp>
      <p:sp>
        <p:nvSpPr>
          <p:cNvPr id="14" name="줄 1"/>
          <p:cNvSpPr/>
          <p:nvPr/>
        </p:nvSpPr>
        <p:spPr>
          <a:xfrm>
            <a:off x="640080" y="1554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2700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추진 경과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600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2"/>
          <p:cNvSpPr/>
          <p:nvPr/>
        </p:nvSpPr>
        <p:spPr>
          <a:xfrm>
            <a:off x="640080" y="2606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2700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822959" y="2834639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주요 성과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651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3"/>
          <p:cNvSpPr/>
          <p:nvPr/>
        </p:nvSpPr>
        <p:spPr>
          <a:xfrm>
            <a:off x="640080" y="3657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2700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2959" y="388620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이슈와 대응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703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6" name="줄 4"/>
          <p:cNvSpPr/>
          <p:nvPr/>
        </p:nvSpPr>
        <p:spPr>
          <a:xfrm>
            <a:off x="640080" y="470915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2700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4"/>
          <p:cNvSpPr/>
          <p:nvPr/>
        </p:nvSpPr>
        <p:spPr>
          <a:xfrm>
            <a:off x="822959" y="4937759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향후 계획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7548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핵심 메시지</a:t>
            </a:r>
          </a:p>
        </p:txBody>
      </p:sp>
      <p:sp>
        <p:nvSpPr>
          <p:cNvPr id="14" name="핵심 문장"/>
          <p:cNvSpPr txBox="1"/>
          <p:nvPr/>
        </p:nvSpPr>
        <p:spPr>
          <a:xfrm>
            <a:off x="640080" y="15544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31920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5" name="카드 1"/>
          <p:cNvSpPr/>
          <p:nvPr/>
        </p:nvSpPr>
        <p:spPr>
          <a:xfrm>
            <a:off x="640080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진행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353458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36338" y="320040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성과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66836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49716" y="320040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이슈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한눈에 비교</a:t>
            </a:r>
          </a:p>
        </p:txBody>
      </p:sp>
      <p:sp>
        <p:nvSpPr>
          <p:cNvPr id="14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2700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0D1D6"/>
          </a:solidFill>
          <a:ln w="12700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3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일정·현황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640080" y="15544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3294" y="1234440"/>
            <a:ext cx="822959" cy="1371600"/>
          </a:xfrm>
          <a:prstGeom prst="round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49034" y="109728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49034" y="260604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585710" y="1728216"/>
            <a:ext cx="822959" cy="1152144"/>
          </a:xfrm>
          <a:prstGeom prst="roundRect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791450" y="1591056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91450" y="2880360"/>
            <a:ext cx="411479" cy="13716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628126" y="1234440"/>
            <a:ext cx="822959" cy="1371600"/>
          </a:xfrm>
          <a:prstGeom prst="round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833866" y="109728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833866" y="2606040"/>
            <a:ext cx="411479" cy="13716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31920"/>
                </a:solidFill>
              </a:rPr>
              <a:t>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31920"/>
                </a:solidFill>
              </a:rPr>
              <a:t>들어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431920"/>
      </a:dk2>
      <a:lt2>
        <a:srgbClr val="F9F0F2"/>
      </a:lt2>
      <a:accent1>
        <a:srgbClr val="8D3443"/>
      </a:accent1>
      <a:accent2>
        <a:srgbClr val="3B9158"/>
      </a:accent2>
      <a:accent3>
        <a:srgbClr val="431920"/>
      </a:accent3>
      <a:accent4>
        <a:srgbClr val="F0D1D6"/>
      </a:accent4>
      <a:accent5>
        <a:srgbClr val="64624E"/>
      </a:accent5>
      <a:accent6>
        <a:srgbClr val="8E7579"/>
      </a:accent6>
      <a:hlink>
        <a:srgbClr val="8D3443"/>
      </a:hlink>
      <a:folHlink>
        <a:srgbClr val="43192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