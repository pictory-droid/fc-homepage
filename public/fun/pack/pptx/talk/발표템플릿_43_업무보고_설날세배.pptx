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31920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31920"/>
                </a:solidFill>
              </a:rPr>
              <a:t>연말 전에 마무리할 일 목록입니다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55448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2700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추진 경과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002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0603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2700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34639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주요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517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6576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2700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88620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이슈와 대응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033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0915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2700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37759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향후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7548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5544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31920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0040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성과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0040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이슈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2700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F0D1D6"/>
          </a:solidFill>
          <a:ln w="12700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3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31920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31920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431920"/>
      </a:dk2>
      <a:lt2>
        <a:srgbClr val="F9F0F2"/>
      </a:lt2>
      <a:accent1>
        <a:srgbClr val="8D3443"/>
      </a:accent1>
      <a:accent2>
        <a:srgbClr val="3B9158"/>
      </a:accent2>
      <a:accent3>
        <a:srgbClr val="431920"/>
      </a:accent3>
      <a:accent4>
        <a:srgbClr val="F0D1D6"/>
      </a:accent4>
      <a:accent5>
        <a:srgbClr val="64624E"/>
      </a:accent5>
      <a:accent6>
        <a:srgbClr val="8E7579"/>
      </a:accent6>
      <a:hlink>
        <a:srgbClr val="8D3443"/>
      </a:hlink>
      <a:folHlink>
        <a:srgbClr val="43192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