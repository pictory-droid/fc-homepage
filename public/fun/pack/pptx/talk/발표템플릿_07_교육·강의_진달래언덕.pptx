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발표 제목을 입력하세요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붉은 언덕을 오르듯 한 장 한 장 차분히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목차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오늘의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핵심 개념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실습과 예시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5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정리와 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핵심 메시지</a:t>
            </a:r>
          </a:p>
        </p:txBody>
      </p:sp>
      <p:sp>
        <p:nvSpPr>
          <p:cNvPr id="23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1285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24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알아야 할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해 볼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2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기억할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한눈에 비교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1D0E7"/>
          </a:solidFill>
          <a:ln w="12700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12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일정·현황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285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들어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