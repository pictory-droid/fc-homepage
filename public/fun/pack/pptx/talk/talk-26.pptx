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5326A"/>
                </a:solidFill>
              </a:rPr>
              <a:t>발표 제목을 입력하세요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코스모스 길을 걷듯 한 장씩 천천히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목차</a:t>
            </a:r>
          </a:p>
        </p:txBody>
      </p:sp>
      <p:sp>
        <p:nvSpPr>
          <p:cNvPr id="23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문제와 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7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해결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1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기대 효과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5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진행 계획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핵심 메시지</a:t>
            </a:r>
          </a:p>
        </p:txBody>
      </p:sp>
      <p:sp>
        <p:nvSpPr>
          <p:cNvPr id="23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85326A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24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현황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제안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2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효과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한눈에 비교</a:t>
            </a:r>
          </a:p>
        </p:txBody>
      </p:sp>
      <p:sp>
        <p:nvSpPr>
          <p:cNvPr id="23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0D1E5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532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일정·현황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5326A"/>
                </a:solidFill>
              </a:rPr>
              <a:t>감사합니다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들어 주셔서 고맙습니다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