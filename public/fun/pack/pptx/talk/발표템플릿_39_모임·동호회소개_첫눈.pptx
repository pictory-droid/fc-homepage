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올해 새로 오신 분들께 인사드립니다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우리 모임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활동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함께하는 사람들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참여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A5E88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모임의 취지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활동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참여 혜택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D3DFEE"/>
          </a:solidFill>
          <a:ln w="12700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3A5E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6991BF"/>
                      </a:solidFill>
                      <a:prstDash val="solid"/>
                    </a:lnL>
                    <a:lnR w="9525" cap="flat" cmpd="sng" algn="ctr">
                      <a:solidFill>
                        <a:srgbClr val="6991BF"/>
                      </a:solidFill>
                      <a:prstDash val="solid"/>
                    </a:lnR>
                    <a:lnT w="9525" cap="flat" cmpd="sng" algn="ctr">
                      <a:solidFill>
                        <a:srgbClr val="6991BF"/>
                      </a:solidFill>
                      <a:prstDash val="solid"/>
                    </a:lnT>
                    <a:lnB w="9525" cap="flat" cmpd="sng" algn="ctr">
                      <a:solidFill>
                        <a:srgbClr val="6991BF"/>
                      </a:solidFill>
                      <a:prstDash val="solid"/>
                    </a:lnB>
                    <a:solidFill>
                      <a:srgbClr val="6991B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A5E88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