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올해 새로 오신 분들께 인사드립니다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우리 모임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활동 이야기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함께하는 사람들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참여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A5E88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모임의 취지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활동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참여 혜택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D3DFEE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3A5E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