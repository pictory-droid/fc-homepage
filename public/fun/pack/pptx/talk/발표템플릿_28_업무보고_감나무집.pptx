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3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339681" y="137159"/>
            <a:ext cx="6583680" cy="6583680"/>
          </a:xfrm>
          <a:prstGeom prst="ellipse">
            <a:avLst/>
          </a:prstGeom>
          <a:solidFill>
            <a:srgbClr val="A67E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7315017" y="1325880"/>
            <a:ext cx="4206240" cy="4206240"/>
          </a:xfrm>
          <a:prstGeom prst="ellipse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앞으로의 계획과 진행률입니다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donut">
            <a:avLst/>
          </a:prstGeom>
          <a:solidFill>
            <a:srgbClr val="EBC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BF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2011680"/>
            <a:ext cx="457200" cy="457200"/>
          </a:xfrm>
          <a:prstGeom prst="ellipse">
            <a:avLst/>
          </a:prstGeom>
          <a:noFill/>
          <a:ln w="19050">
            <a:solidFill>
              <a:srgbClr val="D8A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727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727"/>
                </a:solidFill>
              </a:rPr>
              <a:t>추진 경과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834639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BF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822959" y="3063239"/>
            <a:ext cx="457200" cy="457200"/>
          </a:xfrm>
          <a:prstGeom prst="ellipse">
            <a:avLst/>
          </a:prstGeom>
          <a:noFill/>
          <a:ln w="19050">
            <a:solidFill>
              <a:srgbClr val="D8A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727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803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727"/>
                </a:solidFill>
              </a:rPr>
              <a:t>주요 성과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8803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388620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BF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2959" y="4114800"/>
            <a:ext cx="457200" cy="457200"/>
          </a:xfrm>
          <a:prstGeom prst="ellipse">
            <a:avLst/>
          </a:prstGeom>
          <a:noFill/>
          <a:ln w="19050">
            <a:solidFill>
              <a:srgbClr val="D8A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727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931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727"/>
                </a:solidFill>
              </a:rPr>
              <a:t>이슈와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931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8" name="줄 4"/>
          <p:cNvSpPr/>
          <p:nvPr/>
        </p:nvSpPr>
        <p:spPr>
          <a:xfrm>
            <a:off x="640080" y="4937759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BF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/>
          <p:nvPr/>
        </p:nvSpPr>
        <p:spPr>
          <a:xfrm>
            <a:off x="822959" y="5166359"/>
            <a:ext cx="457200" cy="457200"/>
          </a:xfrm>
          <a:prstGeom prst="ellipse">
            <a:avLst/>
          </a:prstGeom>
          <a:noFill/>
          <a:ln w="19050">
            <a:solidFill>
              <a:srgbClr val="D8A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727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983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727"/>
                </a:solidFill>
              </a:rPr>
              <a:t>향후 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983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donut">
            <a:avLst/>
          </a:prstGeom>
          <a:solidFill>
            <a:srgbClr val="EBC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7830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93727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24612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BF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3429000"/>
            <a:ext cx="457200" cy="457200"/>
          </a:xfrm>
          <a:prstGeom prst="ellipse">
            <a:avLst/>
          </a:prstGeom>
          <a:noFill/>
          <a:ln w="19050">
            <a:solidFill>
              <a:srgbClr val="D8A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727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727"/>
                </a:solidFill>
              </a:rPr>
              <a:t>진행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324612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BF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/>
          <p:nvPr/>
        </p:nvSpPr>
        <p:spPr>
          <a:xfrm>
            <a:off x="4536338" y="3429000"/>
            <a:ext cx="457200" cy="457200"/>
          </a:xfrm>
          <a:prstGeom prst="ellipse">
            <a:avLst/>
          </a:prstGeom>
          <a:noFill/>
          <a:ln w="19050">
            <a:solidFill>
              <a:srgbClr val="D8A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727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727"/>
                </a:solidFill>
              </a:rPr>
              <a:t>성과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324612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BF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/>
          <p:nvPr/>
        </p:nvSpPr>
        <p:spPr>
          <a:xfrm>
            <a:off x="8249716" y="3429000"/>
            <a:ext cx="457200" cy="457200"/>
          </a:xfrm>
          <a:prstGeom prst="ellipse">
            <a:avLst/>
          </a:prstGeom>
          <a:noFill/>
          <a:ln w="19050">
            <a:solidFill>
              <a:srgbClr val="D8A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727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727"/>
                </a:solidFill>
              </a:rPr>
              <a:t>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donut">
            <a:avLst/>
          </a:prstGeom>
          <a:solidFill>
            <a:srgbClr val="EBC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3291840"/>
          </a:xfrm>
          <a:prstGeom prst="roundRect">
            <a:avLst>
              <a:gd name="adj" fmla="val 7000"/>
            </a:avLst>
          </a:prstGeom>
          <a:solidFill>
            <a:srgbClr val="FBF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783080"/>
            <a:ext cx="5272887" cy="3291840"/>
          </a:xfrm>
          <a:prstGeom prst="roundRect">
            <a:avLst>
              <a:gd name="adj" fmla="val 7000"/>
            </a:avLst>
          </a:prstGeom>
          <a:solidFill>
            <a:srgbClr val="F6E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37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donut">
            <a:avLst/>
          </a:prstGeom>
          <a:solidFill>
            <a:srgbClr val="EBC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3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339681" y="137159"/>
            <a:ext cx="6583680" cy="6583680"/>
          </a:xfrm>
          <a:prstGeom prst="ellipse">
            <a:avLst/>
          </a:prstGeom>
          <a:solidFill>
            <a:srgbClr val="A67E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7315017" y="1325880"/>
            <a:ext cx="4206240" cy="4206240"/>
          </a:xfrm>
          <a:prstGeom prst="ellipse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493727"/>
      </a:dk2>
      <a:lt2>
        <a:srgbClr val="FBF3EC"/>
      </a:lt2>
      <a:accent1>
        <a:srgbClr val="D8A579"/>
      </a:accent1>
      <a:accent2>
        <a:srgbClr val="E1DC98"/>
      </a:accent2>
      <a:accent3>
        <a:srgbClr val="493727"/>
      </a:accent3>
      <a:accent4>
        <a:srgbClr val="F6E4D5"/>
      </a:accent4>
      <a:accent5>
        <a:srgbClr val="DCC088"/>
      </a:accent5>
      <a:accent6>
        <a:srgbClr val="92877D"/>
      </a:accent6>
      <a:hlink>
        <a:srgbClr val="D8A579"/>
      </a:hlink>
      <a:folHlink>
        <a:srgbClr val="4937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