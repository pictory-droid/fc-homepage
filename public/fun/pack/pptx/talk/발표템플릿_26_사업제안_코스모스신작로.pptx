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하반기 마무리 전에 결정할 안건입니다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85326A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D1E5"/>
          </a:solidFill>
          <a:ln w="12700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8532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