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27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827349" y="2057400"/>
            <a:ext cx="1463003" cy="4800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65C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412269" y="1577339"/>
            <a:ext cx="1463003" cy="52806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997190" y="1097279"/>
            <a:ext cx="1463003" cy="57607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65C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발표 제목을 입력하세요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마무리 전에 결정할 안건입니다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사업 제안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204143" y="246888"/>
            <a:ext cx="237744" cy="237744"/>
          </a:xfrm>
          <a:prstGeom prst="teardrop">
            <a:avLst/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FBEC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694944"/>
          </a:xfrm>
          <a:prstGeom prst="rect">
            <a:avLst/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solidFill>
            <a:srgbClr val="D879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E"/>
                </a:solidFill>
              </a:rPr>
              <a:t>문제와 기회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FBEC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640080" y="2944368"/>
            <a:ext cx="54864" cy="694944"/>
          </a:xfrm>
          <a:prstGeom prst="rect">
            <a:avLst/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D879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E"/>
                </a:solidFill>
              </a:rPr>
              <a:t>해결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FBEC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640080" y="3995928"/>
            <a:ext cx="54864" cy="694944"/>
          </a:xfrm>
          <a:prstGeom prst="rect">
            <a:avLst/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D879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E"/>
                </a:solidFill>
              </a:rPr>
              <a:t>기대 효과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21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FBEC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포인트 막대"/>
          <p:cNvSpPr/>
          <p:nvPr/>
        </p:nvSpPr>
        <p:spPr>
          <a:xfrm>
            <a:off x="640080" y="5047488"/>
            <a:ext cx="54864" cy="694944"/>
          </a:xfrm>
          <a:prstGeom prst="rect">
            <a:avLst/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solidFill>
            <a:srgbClr val="D879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E"/>
                </a:solidFill>
              </a:rPr>
              <a:t>진행 계획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204143" y="246888"/>
            <a:ext cx="237744" cy="237744"/>
          </a:xfrm>
          <a:prstGeom prst="teardrop">
            <a:avLst/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9273E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FBEC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포인트 막대"/>
          <p:cNvSpPr/>
          <p:nvPr/>
        </p:nvSpPr>
        <p:spPr>
          <a:xfrm>
            <a:off x="640080" y="3355848"/>
            <a:ext cx="54864" cy="2798063"/>
          </a:xfrm>
          <a:prstGeom prst="rect">
            <a:avLst/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solidFill>
            <a:srgbClr val="D879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E"/>
                </a:solidFill>
              </a:rPr>
              <a:t>현황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FBEC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포인트 막대"/>
          <p:cNvSpPr/>
          <p:nvPr/>
        </p:nvSpPr>
        <p:spPr>
          <a:xfrm>
            <a:off x="4353458" y="3355848"/>
            <a:ext cx="54864" cy="2798063"/>
          </a:xfrm>
          <a:prstGeom prst="rect">
            <a:avLst/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solidFill>
            <a:srgbClr val="D879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E"/>
                </a:solidFill>
              </a:rPr>
              <a:t>제안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FBEC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포인트 막대"/>
          <p:cNvSpPr/>
          <p:nvPr/>
        </p:nvSpPr>
        <p:spPr>
          <a:xfrm>
            <a:off x="8066836" y="3355848"/>
            <a:ext cx="54864" cy="2798063"/>
          </a:xfrm>
          <a:prstGeom prst="rect">
            <a:avLst/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solidFill>
            <a:srgbClr val="D879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E"/>
                </a:solidFill>
              </a:rPr>
              <a:t>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204143" y="246888"/>
            <a:ext cx="237744" cy="237744"/>
          </a:xfrm>
          <a:prstGeom prst="teardrop">
            <a:avLst/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4000"/>
            </a:avLst>
          </a:prstGeom>
          <a:solidFill>
            <a:srgbClr val="FBEC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3072384"/>
          </a:xfrm>
          <a:prstGeom prst="rect">
            <a:avLst/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현재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4000"/>
            </a:avLst>
          </a:prstGeom>
          <a:solidFill>
            <a:srgbClr val="F6D5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6278727" y="1892807"/>
            <a:ext cx="54864" cy="3072384"/>
          </a:xfrm>
          <a:prstGeom prst="rect">
            <a:avLst/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27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204143" y="246888"/>
            <a:ext cx="237744" cy="237744"/>
          </a:xfrm>
          <a:prstGeom prst="teardrop">
            <a:avLst/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79B8"/>
                      </a:solidFill>
                      <a:prstDash val="solid"/>
                    </a:lnL>
                    <a:lnR w="9525" cap="flat" cmpd="sng" algn="ctr">
                      <a:solidFill>
                        <a:srgbClr val="D879B8"/>
                      </a:solidFill>
                      <a:prstDash val="solid"/>
                    </a:lnR>
                    <a:lnT w="9525" cap="flat" cmpd="sng" algn="ctr">
                      <a:solidFill>
                        <a:srgbClr val="D879B8"/>
                      </a:solidFill>
                      <a:prstDash val="solid"/>
                    </a:lnT>
                    <a:lnB w="9525" cap="flat" cmpd="sng" algn="ctr">
                      <a:solidFill>
                        <a:srgbClr val="D879B8"/>
                      </a:solidFill>
                      <a:prstDash val="solid"/>
                    </a:lnB>
                    <a:solidFill>
                      <a:srgbClr val="D879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79B8"/>
                      </a:solidFill>
                      <a:prstDash val="solid"/>
                    </a:lnL>
                    <a:lnR w="9525" cap="flat" cmpd="sng" algn="ctr">
                      <a:solidFill>
                        <a:srgbClr val="D879B8"/>
                      </a:solidFill>
                      <a:prstDash val="solid"/>
                    </a:lnR>
                    <a:lnT w="9525" cap="flat" cmpd="sng" algn="ctr">
                      <a:solidFill>
                        <a:srgbClr val="D879B8"/>
                      </a:solidFill>
                      <a:prstDash val="solid"/>
                    </a:lnT>
                    <a:lnB w="9525" cap="flat" cmpd="sng" algn="ctr">
                      <a:solidFill>
                        <a:srgbClr val="D879B8"/>
                      </a:solidFill>
                      <a:prstDash val="solid"/>
                    </a:lnB>
                    <a:solidFill>
                      <a:srgbClr val="D879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79B8"/>
                      </a:solidFill>
                      <a:prstDash val="solid"/>
                    </a:lnL>
                    <a:lnR w="9525" cap="flat" cmpd="sng" algn="ctr">
                      <a:solidFill>
                        <a:srgbClr val="D879B8"/>
                      </a:solidFill>
                      <a:prstDash val="solid"/>
                    </a:lnR>
                    <a:lnT w="9525" cap="flat" cmpd="sng" algn="ctr">
                      <a:solidFill>
                        <a:srgbClr val="D879B8"/>
                      </a:solidFill>
                      <a:prstDash val="solid"/>
                    </a:lnT>
                    <a:lnB w="9525" cap="flat" cmpd="sng" algn="ctr">
                      <a:solidFill>
                        <a:srgbClr val="D879B8"/>
                      </a:solidFill>
                      <a:prstDash val="solid"/>
                    </a:lnB>
                    <a:solidFill>
                      <a:srgbClr val="D879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79B8"/>
                      </a:solidFill>
                      <a:prstDash val="solid"/>
                    </a:lnL>
                    <a:lnR w="9525" cap="flat" cmpd="sng" algn="ctr">
                      <a:solidFill>
                        <a:srgbClr val="D879B8"/>
                      </a:solidFill>
                      <a:prstDash val="solid"/>
                    </a:lnR>
                    <a:lnT w="9525" cap="flat" cmpd="sng" algn="ctr">
                      <a:solidFill>
                        <a:srgbClr val="D879B8"/>
                      </a:solidFill>
                      <a:prstDash val="solid"/>
                    </a:lnT>
                    <a:lnB w="9525" cap="flat" cmpd="sng" algn="ctr">
                      <a:solidFill>
                        <a:srgbClr val="D879B8"/>
                      </a:solidFill>
                      <a:prstDash val="solid"/>
                    </a:lnB>
                    <a:solidFill>
                      <a:srgbClr val="D879B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E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EB"/>
                      </a:solidFill>
                      <a:prstDash val="solid"/>
                    </a:lnL>
                    <a:lnR w="9525" cap="flat" cmpd="sng" algn="ctr">
                      <a:solidFill>
                        <a:srgbClr val="F6D5EB"/>
                      </a:solidFill>
                      <a:prstDash val="solid"/>
                    </a:lnR>
                    <a:lnT w="9525" cap="flat" cmpd="sng" algn="ctr">
                      <a:solidFill>
                        <a:srgbClr val="F6D5EB"/>
                      </a:solidFill>
                      <a:prstDash val="solid"/>
                    </a:lnT>
                    <a:lnB w="9525" cap="flat" cmpd="sng" algn="ctr">
                      <a:solidFill>
                        <a:srgbClr val="F6D5EB"/>
                      </a:solidFill>
                      <a:prstDash val="solid"/>
                    </a:lnB>
                    <a:solidFill>
                      <a:srgbClr val="F6D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EB"/>
                      </a:solidFill>
                      <a:prstDash val="solid"/>
                    </a:lnL>
                    <a:lnR w="9525" cap="flat" cmpd="sng" algn="ctr">
                      <a:solidFill>
                        <a:srgbClr val="F6D5EB"/>
                      </a:solidFill>
                      <a:prstDash val="solid"/>
                    </a:lnR>
                    <a:lnT w="9525" cap="flat" cmpd="sng" algn="ctr">
                      <a:solidFill>
                        <a:srgbClr val="F6D5EB"/>
                      </a:solidFill>
                      <a:prstDash val="solid"/>
                    </a:lnT>
                    <a:lnB w="9525" cap="flat" cmpd="sng" algn="ctr">
                      <a:solidFill>
                        <a:srgbClr val="F6D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EB"/>
                      </a:solidFill>
                      <a:prstDash val="solid"/>
                    </a:lnL>
                    <a:lnR w="9525" cap="flat" cmpd="sng" algn="ctr">
                      <a:solidFill>
                        <a:srgbClr val="F6D5EB"/>
                      </a:solidFill>
                      <a:prstDash val="solid"/>
                    </a:lnR>
                    <a:lnT w="9525" cap="flat" cmpd="sng" algn="ctr">
                      <a:solidFill>
                        <a:srgbClr val="F6D5EB"/>
                      </a:solidFill>
                      <a:prstDash val="solid"/>
                    </a:lnT>
                    <a:lnB w="9525" cap="flat" cmpd="sng" algn="ctr">
                      <a:solidFill>
                        <a:srgbClr val="F6D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EB"/>
                      </a:solidFill>
                      <a:prstDash val="solid"/>
                    </a:lnL>
                    <a:lnR w="9525" cap="flat" cmpd="sng" algn="ctr">
                      <a:solidFill>
                        <a:srgbClr val="F6D5EB"/>
                      </a:solidFill>
                      <a:prstDash val="solid"/>
                    </a:lnR>
                    <a:lnT w="9525" cap="flat" cmpd="sng" algn="ctr">
                      <a:solidFill>
                        <a:srgbClr val="F6D5EB"/>
                      </a:solidFill>
                      <a:prstDash val="solid"/>
                    </a:lnT>
                    <a:lnB w="9525" cap="flat" cmpd="sng" algn="ctr">
                      <a:solidFill>
                        <a:srgbClr val="F6D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E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EB"/>
                      </a:solidFill>
                      <a:prstDash val="solid"/>
                    </a:lnL>
                    <a:lnR w="9525" cap="flat" cmpd="sng" algn="ctr">
                      <a:solidFill>
                        <a:srgbClr val="F6D5EB"/>
                      </a:solidFill>
                      <a:prstDash val="solid"/>
                    </a:lnR>
                    <a:lnT w="9525" cap="flat" cmpd="sng" algn="ctr">
                      <a:solidFill>
                        <a:srgbClr val="F6D5EB"/>
                      </a:solidFill>
                      <a:prstDash val="solid"/>
                    </a:lnT>
                    <a:lnB w="9525" cap="flat" cmpd="sng" algn="ctr">
                      <a:solidFill>
                        <a:srgbClr val="F6D5EB"/>
                      </a:solidFill>
                      <a:prstDash val="solid"/>
                    </a:lnB>
                    <a:solidFill>
                      <a:srgbClr val="F6D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EB"/>
                      </a:solidFill>
                      <a:prstDash val="solid"/>
                    </a:lnL>
                    <a:lnR w="9525" cap="flat" cmpd="sng" algn="ctr">
                      <a:solidFill>
                        <a:srgbClr val="F6D5EB"/>
                      </a:solidFill>
                      <a:prstDash val="solid"/>
                    </a:lnR>
                    <a:lnT w="9525" cap="flat" cmpd="sng" algn="ctr">
                      <a:solidFill>
                        <a:srgbClr val="F6D5EB"/>
                      </a:solidFill>
                      <a:prstDash val="solid"/>
                    </a:lnT>
                    <a:lnB w="9525" cap="flat" cmpd="sng" algn="ctr">
                      <a:solidFill>
                        <a:srgbClr val="F6D5EB"/>
                      </a:solidFill>
                      <a:prstDash val="solid"/>
                    </a:lnB>
                    <a:solidFill>
                      <a:srgbClr val="FB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EB"/>
                      </a:solidFill>
                      <a:prstDash val="solid"/>
                    </a:lnL>
                    <a:lnR w="9525" cap="flat" cmpd="sng" algn="ctr">
                      <a:solidFill>
                        <a:srgbClr val="F6D5EB"/>
                      </a:solidFill>
                      <a:prstDash val="solid"/>
                    </a:lnR>
                    <a:lnT w="9525" cap="flat" cmpd="sng" algn="ctr">
                      <a:solidFill>
                        <a:srgbClr val="F6D5EB"/>
                      </a:solidFill>
                      <a:prstDash val="solid"/>
                    </a:lnT>
                    <a:lnB w="9525" cap="flat" cmpd="sng" algn="ctr">
                      <a:solidFill>
                        <a:srgbClr val="F6D5EB"/>
                      </a:solidFill>
                      <a:prstDash val="solid"/>
                    </a:lnB>
                    <a:solidFill>
                      <a:srgbClr val="FB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EB"/>
                      </a:solidFill>
                      <a:prstDash val="solid"/>
                    </a:lnL>
                    <a:lnR w="9525" cap="flat" cmpd="sng" algn="ctr">
                      <a:solidFill>
                        <a:srgbClr val="F6D5EB"/>
                      </a:solidFill>
                      <a:prstDash val="solid"/>
                    </a:lnR>
                    <a:lnT w="9525" cap="flat" cmpd="sng" algn="ctr">
                      <a:solidFill>
                        <a:srgbClr val="F6D5EB"/>
                      </a:solidFill>
                      <a:prstDash val="solid"/>
                    </a:lnT>
                    <a:lnB w="9525" cap="flat" cmpd="sng" algn="ctr">
                      <a:solidFill>
                        <a:srgbClr val="F6D5EB"/>
                      </a:solidFill>
                      <a:prstDash val="solid"/>
                    </a:lnB>
                    <a:solidFill>
                      <a:srgbClr val="FBEC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E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EB"/>
                      </a:solidFill>
                      <a:prstDash val="solid"/>
                    </a:lnL>
                    <a:lnR w="9525" cap="flat" cmpd="sng" algn="ctr">
                      <a:solidFill>
                        <a:srgbClr val="F6D5EB"/>
                      </a:solidFill>
                      <a:prstDash val="solid"/>
                    </a:lnR>
                    <a:lnT w="9525" cap="flat" cmpd="sng" algn="ctr">
                      <a:solidFill>
                        <a:srgbClr val="F6D5EB"/>
                      </a:solidFill>
                      <a:prstDash val="solid"/>
                    </a:lnT>
                    <a:lnB w="9525" cap="flat" cmpd="sng" algn="ctr">
                      <a:solidFill>
                        <a:srgbClr val="F6D5EB"/>
                      </a:solidFill>
                      <a:prstDash val="solid"/>
                    </a:lnB>
                    <a:solidFill>
                      <a:srgbClr val="F6D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EB"/>
                      </a:solidFill>
                      <a:prstDash val="solid"/>
                    </a:lnL>
                    <a:lnR w="9525" cap="flat" cmpd="sng" algn="ctr">
                      <a:solidFill>
                        <a:srgbClr val="F6D5EB"/>
                      </a:solidFill>
                      <a:prstDash val="solid"/>
                    </a:lnR>
                    <a:lnT w="9525" cap="flat" cmpd="sng" algn="ctr">
                      <a:solidFill>
                        <a:srgbClr val="F6D5EB"/>
                      </a:solidFill>
                      <a:prstDash val="solid"/>
                    </a:lnT>
                    <a:lnB w="9525" cap="flat" cmpd="sng" algn="ctr">
                      <a:solidFill>
                        <a:srgbClr val="F6D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EB"/>
                      </a:solidFill>
                      <a:prstDash val="solid"/>
                    </a:lnL>
                    <a:lnR w="9525" cap="flat" cmpd="sng" algn="ctr">
                      <a:solidFill>
                        <a:srgbClr val="F6D5EB"/>
                      </a:solidFill>
                      <a:prstDash val="solid"/>
                    </a:lnR>
                    <a:lnT w="9525" cap="flat" cmpd="sng" algn="ctr">
                      <a:solidFill>
                        <a:srgbClr val="F6D5EB"/>
                      </a:solidFill>
                      <a:prstDash val="solid"/>
                    </a:lnT>
                    <a:lnB w="9525" cap="flat" cmpd="sng" algn="ctr">
                      <a:solidFill>
                        <a:srgbClr val="F6D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EB"/>
                      </a:solidFill>
                      <a:prstDash val="solid"/>
                    </a:lnL>
                    <a:lnR w="9525" cap="flat" cmpd="sng" algn="ctr">
                      <a:solidFill>
                        <a:srgbClr val="F6D5EB"/>
                      </a:solidFill>
                      <a:prstDash val="solid"/>
                    </a:lnR>
                    <a:lnT w="9525" cap="flat" cmpd="sng" algn="ctr">
                      <a:solidFill>
                        <a:srgbClr val="F6D5EB"/>
                      </a:solidFill>
                      <a:prstDash val="solid"/>
                    </a:lnT>
                    <a:lnB w="9525" cap="flat" cmpd="sng" algn="ctr">
                      <a:solidFill>
                        <a:srgbClr val="F6D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E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EB"/>
                      </a:solidFill>
                      <a:prstDash val="solid"/>
                    </a:lnL>
                    <a:lnR w="9525" cap="flat" cmpd="sng" algn="ctr">
                      <a:solidFill>
                        <a:srgbClr val="F6D5EB"/>
                      </a:solidFill>
                      <a:prstDash val="solid"/>
                    </a:lnR>
                    <a:lnT w="9525" cap="flat" cmpd="sng" algn="ctr">
                      <a:solidFill>
                        <a:srgbClr val="F6D5EB"/>
                      </a:solidFill>
                      <a:prstDash val="solid"/>
                    </a:lnT>
                    <a:lnB w="9525" cap="flat" cmpd="sng" algn="ctr">
                      <a:solidFill>
                        <a:srgbClr val="F6D5EB"/>
                      </a:solidFill>
                      <a:prstDash val="solid"/>
                    </a:lnB>
                    <a:solidFill>
                      <a:srgbClr val="F6D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EB"/>
                      </a:solidFill>
                      <a:prstDash val="solid"/>
                    </a:lnL>
                    <a:lnR w="9525" cap="flat" cmpd="sng" algn="ctr">
                      <a:solidFill>
                        <a:srgbClr val="F6D5EB"/>
                      </a:solidFill>
                      <a:prstDash val="solid"/>
                    </a:lnR>
                    <a:lnT w="9525" cap="flat" cmpd="sng" algn="ctr">
                      <a:solidFill>
                        <a:srgbClr val="F6D5EB"/>
                      </a:solidFill>
                      <a:prstDash val="solid"/>
                    </a:lnT>
                    <a:lnB w="9525" cap="flat" cmpd="sng" algn="ctr">
                      <a:solidFill>
                        <a:srgbClr val="F6D5EB"/>
                      </a:solidFill>
                      <a:prstDash val="solid"/>
                    </a:lnB>
                    <a:solidFill>
                      <a:srgbClr val="FB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EB"/>
                      </a:solidFill>
                      <a:prstDash val="solid"/>
                    </a:lnL>
                    <a:lnR w="9525" cap="flat" cmpd="sng" algn="ctr">
                      <a:solidFill>
                        <a:srgbClr val="F6D5EB"/>
                      </a:solidFill>
                      <a:prstDash val="solid"/>
                    </a:lnR>
                    <a:lnT w="9525" cap="flat" cmpd="sng" algn="ctr">
                      <a:solidFill>
                        <a:srgbClr val="F6D5EB"/>
                      </a:solidFill>
                      <a:prstDash val="solid"/>
                    </a:lnT>
                    <a:lnB w="9525" cap="flat" cmpd="sng" algn="ctr">
                      <a:solidFill>
                        <a:srgbClr val="F6D5EB"/>
                      </a:solidFill>
                      <a:prstDash val="solid"/>
                    </a:lnB>
                    <a:solidFill>
                      <a:srgbClr val="FBE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EB"/>
                      </a:solidFill>
                      <a:prstDash val="solid"/>
                    </a:lnL>
                    <a:lnR w="9525" cap="flat" cmpd="sng" algn="ctr">
                      <a:solidFill>
                        <a:srgbClr val="F6D5EB"/>
                      </a:solidFill>
                      <a:prstDash val="solid"/>
                    </a:lnR>
                    <a:lnT w="9525" cap="flat" cmpd="sng" algn="ctr">
                      <a:solidFill>
                        <a:srgbClr val="F6D5EB"/>
                      </a:solidFill>
                      <a:prstDash val="solid"/>
                    </a:lnT>
                    <a:lnB w="9525" cap="flat" cmpd="sng" algn="ctr">
                      <a:solidFill>
                        <a:srgbClr val="F6D5EB"/>
                      </a:solidFill>
                      <a:prstDash val="solid"/>
                    </a:lnB>
                    <a:solidFill>
                      <a:srgbClr val="FBEC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E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EB"/>
                      </a:solidFill>
                      <a:prstDash val="solid"/>
                    </a:lnL>
                    <a:lnR w="9525" cap="flat" cmpd="sng" algn="ctr">
                      <a:solidFill>
                        <a:srgbClr val="F6D5EB"/>
                      </a:solidFill>
                      <a:prstDash val="solid"/>
                    </a:lnR>
                    <a:lnT w="9525" cap="flat" cmpd="sng" algn="ctr">
                      <a:solidFill>
                        <a:srgbClr val="F6D5EB"/>
                      </a:solidFill>
                      <a:prstDash val="solid"/>
                    </a:lnT>
                    <a:lnB w="9525" cap="flat" cmpd="sng" algn="ctr">
                      <a:solidFill>
                        <a:srgbClr val="F6D5EB"/>
                      </a:solidFill>
                      <a:prstDash val="solid"/>
                    </a:lnB>
                    <a:solidFill>
                      <a:srgbClr val="F6D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EB"/>
                      </a:solidFill>
                      <a:prstDash val="solid"/>
                    </a:lnL>
                    <a:lnR w="9525" cap="flat" cmpd="sng" algn="ctr">
                      <a:solidFill>
                        <a:srgbClr val="F6D5EB"/>
                      </a:solidFill>
                      <a:prstDash val="solid"/>
                    </a:lnR>
                    <a:lnT w="9525" cap="flat" cmpd="sng" algn="ctr">
                      <a:solidFill>
                        <a:srgbClr val="F6D5EB"/>
                      </a:solidFill>
                      <a:prstDash val="solid"/>
                    </a:lnT>
                    <a:lnB w="9525" cap="flat" cmpd="sng" algn="ctr">
                      <a:solidFill>
                        <a:srgbClr val="F6D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EB"/>
                      </a:solidFill>
                      <a:prstDash val="solid"/>
                    </a:lnL>
                    <a:lnR w="9525" cap="flat" cmpd="sng" algn="ctr">
                      <a:solidFill>
                        <a:srgbClr val="F6D5EB"/>
                      </a:solidFill>
                      <a:prstDash val="solid"/>
                    </a:lnR>
                    <a:lnT w="9525" cap="flat" cmpd="sng" algn="ctr">
                      <a:solidFill>
                        <a:srgbClr val="F6D5EB"/>
                      </a:solidFill>
                      <a:prstDash val="solid"/>
                    </a:lnT>
                    <a:lnB w="9525" cap="flat" cmpd="sng" algn="ctr">
                      <a:solidFill>
                        <a:srgbClr val="F6D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EB"/>
                      </a:solidFill>
                      <a:prstDash val="solid"/>
                    </a:lnL>
                    <a:lnR w="9525" cap="flat" cmpd="sng" algn="ctr">
                      <a:solidFill>
                        <a:srgbClr val="F6D5EB"/>
                      </a:solidFill>
                      <a:prstDash val="solid"/>
                    </a:lnR>
                    <a:lnT w="9525" cap="flat" cmpd="sng" algn="ctr">
                      <a:solidFill>
                        <a:srgbClr val="F6D5EB"/>
                      </a:solidFill>
                      <a:prstDash val="solid"/>
                    </a:lnT>
                    <a:lnB w="9525" cap="flat" cmpd="sng" algn="ctr">
                      <a:solidFill>
                        <a:srgbClr val="F6D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27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827349" y="2057400"/>
            <a:ext cx="1463003" cy="4800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65C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412269" y="1577339"/>
            <a:ext cx="1463003" cy="52806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879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997190" y="1097279"/>
            <a:ext cx="1463003" cy="57607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65C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끝까지 들어 주셔서 고맙습니다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49273E"/>
      </a:dk2>
      <a:lt2>
        <a:srgbClr val="FBECF6"/>
      </a:lt2>
      <a:accent1>
        <a:srgbClr val="D879B8"/>
      </a:accent1>
      <a:accent2>
        <a:srgbClr val="E198A7"/>
      </a:accent2>
      <a:accent3>
        <a:srgbClr val="49273E"/>
      </a:accent3>
      <a:accent4>
        <a:srgbClr val="F6D5EB"/>
      </a:accent4>
      <a:accent5>
        <a:srgbClr val="DC88B0"/>
      </a:accent5>
      <a:accent6>
        <a:srgbClr val="927D8B"/>
      </a:accent6>
      <a:hlink>
        <a:srgbClr val="D879B8"/>
      </a:hlink>
      <a:folHlink>
        <a:srgbClr val="49273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