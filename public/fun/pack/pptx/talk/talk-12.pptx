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10068978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9173590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11110533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9522855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10215716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10759703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9231863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10003526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562E"/>
                </a:solidFill>
              </a:rPr>
              <a:t>발표 제목을 입력하세요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달콤한 오후, 귀 기울여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목차</a:t>
            </a:r>
          </a:p>
        </p:txBody>
      </p:sp>
      <p:sp>
        <p:nvSpPr>
          <p:cNvPr id="13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오늘의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핵심 개념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1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실습과 예시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5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정리와 질문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핵심 메시지</a:t>
            </a:r>
          </a:p>
        </p:txBody>
      </p:sp>
      <p:sp>
        <p:nvSpPr>
          <p:cNvPr id="13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562E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4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알아야 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해 볼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기억할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한눈에 비교</a:t>
            </a:r>
          </a:p>
        </p:txBody>
      </p:sp>
      <p:sp>
        <p:nvSpPr>
          <p:cNvPr id="13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4EBD6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56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일정·현황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10068978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9173590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11110533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9522855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10215716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10759703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9231863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10003526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562E"/>
                </a:solidFill>
              </a:rPr>
              <a:t>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들어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49562E"/>
      </a:dk2>
      <a:lt2>
        <a:srgbClr val="F6F8F2"/>
      </a:lt2>
      <a:accent1>
        <a:srgbClr val="819852"/>
      </a:accent1>
      <a:accent2>
        <a:srgbClr val="475285"/>
      </a:accent2>
      <a:accent3>
        <a:srgbClr val="49562E"/>
      </a:accent3>
      <a:accent4>
        <a:srgbClr val="E4EBD6"/>
      </a:accent4>
      <a:accent5>
        <a:srgbClr val="64756C"/>
      </a:accent5>
      <a:accent6>
        <a:srgbClr val="929A82"/>
      </a:accent6>
      <a:hlink>
        <a:srgbClr val="819852"/>
      </a:hlink>
      <a:folHlink>
        <a:srgbClr val="4956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