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B57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502920" y="502920"/>
            <a:ext cx="11185855" cy="5852160"/>
          </a:xfrm>
          <a:prstGeom prst="rect">
            <a:avLst/>
          </a:prstGeom>
          <a:solidFill>
            <a:srgbClr val="FFFFFF"/>
          </a:solidFill>
          <a:ln w="38100">
            <a:solidFill>
              <a:srgbClr val="EFE0D2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6639423" y="467436"/>
            <a:ext cx="145927" cy="145927"/>
          </a:xfrm>
          <a:prstGeom prst="ellipse">
            <a:avLst/>
          </a:prstGeom>
          <a:solidFill>
            <a:srgbClr val="7B57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6278460" y="715600"/>
            <a:ext cx="262036" cy="262036"/>
          </a:xfrm>
          <a:prstGeom prst="ellipse">
            <a:avLst/>
          </a:prstGeom>
          <a:solidFill>
            <a:srgbClr val="EFE0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6505186" y="1471598"/>
            <a:ext cx="326739" cy="326739"/>
          </a:xfrm>
          <a:prstGeom prst="ellipse">
            <a:avLst/>
          </a:prstGeom>
          <a:solidFill>
            <a:srgbClr val="3B9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6124093" y="2182998"/>
            <a:ext cx="186392" cy="186392"/>
          </a:xfrm>
          <a:prstGeom prst="ellipse">
            <a:avLst/>
          </a:prstGeom>
          <a:solidFill>
            <a:srgbClr val="7B57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6370844" y="1800461"/>
            <a:ext cx="164409" cy="164409"/>
          </a:xfrm>
          <a:prstGeom prst="ellipse">
            <a:avLst/>
          </a:prstGeom>
          <a:solidFill>
            <a:srgbClr val="EFE0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5692994" y="464431"/>
            <a:ext cx="212011" cy="212011"/>
          </a:xfrm>
          <a:prstGeom prst="ellipse">
            <a:avLst/>
          </a:prstGeom>
          <a:solidFill>
            <a:srgbClr val="3B9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6781285" y="1454819"/>
            <a:ext cx="236418" cy="236418"/>
          </a:xfrm>
          <a:prstGeom prst="ellipse">
            <a:avLst/>
          </a:prstGeom>
          <a:solidFill>
            <a:srgbClr val="7B57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6857074" y="1810825"/>
            <a:ext cx="286929" cy="286929"/>
          </a:xfrm>
          <a:prstGeom prst="ellipse">
            <a:avLst/>
          </a:prstGeom>
          <a:solidFill>
            <a:srgbClr val="EFE0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5641233" y="2077086"/>
            <a:ext cx="231738" cy="231738"/>
          </a:xfrm>
          <a:prstGeom prst="ellipse">
            <a:avLst/>
          </a:prstGeom>
          <a:solidFill>
            <a:srgbClr val="3B9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5683233" y="984970"/>
            <a:ext cx="224886" cy="224886"/>
          </a:xfrm>
          <a:prstGeom prst="ellipse">
            <a:avLst/>
          </a:prstGeom>
          <a:solidFill>
            <a:srgbClr val="7B57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5438449" y="1883540"/>
            <a:ext cx="219837" cy="219837"/>
          </a:xfrm>
          <a:prstGeom prst="ellipse">
            <a:avLst/>
          </a:prstGeom>
          <a:solidFill>
            <a:srgbClr val="EFE0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03" y="2263140"/>
            <a:ext cx="9265688" cy="13716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3A2918"/>
                </a:solidFill>
              </a:rPr>
              <a:t>발표 제목을 입력하세요</a:t>
            </a:r>
          </a:p>
        </p:txBody>
      </p:sp>
      <p:sp>
        <p:nvSpPr>
          <p:cNvPr id="15" name="한 줄 문구"/>
          <p:cNvSpPr txBox="1"/>
          <p:nvPr/>
        </p:nvSpPr>
        <p:spPr>
          <a:xfrm>
            <a:off x="1463003" y="3726180"/>
            <a:ext cx="9265688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700" b="0" i="1">
                <a:solidFill>
                  <a:srgbClr val="3A2918"/>
                </a:solidFill>
              </a:rPr>
              <a:t>밤송이 속 알밤 같은 핵심을 꺼내요</a:t>
            </a:r>
          </a:p>
        </p:txBody>
      </p:sp>
      <p:sp>
        <p:nvSpPr>
          <p:cNvPr id="16" name="안내 문구"/>
          <p:cNvSpPr txBox="1"/>
          <p:nvPr/>
        </p:nvSpPr>
        <p:spPr>
          <a:xfrm>
            <a:off x="1463003" y="4594860"/>
            <a:ext cx="9265688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연말 결산·회고 · 발표자 이름</a:t>
            </a:r>
          </a:p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2026. 00. 00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0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7B5732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304961" y="419706"/>
            <a:ext cx="81071" cy="81071"/>
          </a:xfrm>
          <a:prstGeom prst="ellipse">
            <a:avLst/>
          </a:prstGeom>
          <a:solidFill>
            <a:srgbClr val="7B57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104426" y="557575"/>
            <a:ext cx="145576" cy="145576"/>
          </a:xfrm>
          <a:prstGeom prst="ellipse">
            <a:avLst/>
          </a:prstGeom>
          <a:solidFill>
            <a:srgbClr val="EFE0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230385" y="977574"/>
            <a:ext cx="181522" cy="181522"/>
          </a:xfrm>
          <a:prstGeom prst="ellipse">
            <a:avLst/>
          </a:prstGeom>
          <a:solidFill>
            <a:srgbClr val="3B9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018667" y="1372796"/>
            <a:ext cx="103551" cy="103551"/>
          </a:xfrm>
          <a:prstGeom prst="ellipse">
            <a:avLst/>
          </a:prstGeom>
          <a:solidFill>
            <a:srgbClr val="7B57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1155751" y="1160276"/>
            <a:ext cx="91338" cy="91338"/>
          </a:xfrm>
          <a:prstGeom prst="ellipse">
            <a:avLst/>
          </a:prstGeom>
          <a:solidFill>
            <a:srgbClr val="EFE0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0779167" y="418037"/>
            <a:ext cx="117784" cy="117784"/>
          </a:xfrm>
          <a:prstGeom prst="ellipse">
            <a:avLst/>
          </a:prstGeom>
          <a:solidFill>
            <a:srgbClr val="3B9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383773" y="968252"/>
            <a:ext cx="131343" cy="131343"/>
          </a:xfrm>
          <a:prstGeom prst="ellipse">
            <a:avLst/>
          </a:prstGeom>
          <a:solidFill>
            <a:srgbClr val="7B57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425878" y="1166034"/>
            <a:ext cx="159405" cy="159405"/>
          </a:xfrm>
          <a:prstGeom prst="ellipse">
            <a:avLst/>
          </a:prstGeom>
          <a:solidFill>
            <a:srgbClr val="EFE0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0750412" y="1313957"/>
            <a:ext cx="128743" cy="128743"/>
          </a:xfrm>
          <a:prstGeom prst="ellipse">
            <a:avLst/>
          </a:prstGeom>
          <a:solidFill>
            <a:srgbClr val="3B9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0773744" y="707225"/>
            <a:ext cx="124937" cy="124937"/>
          </a:xfrm>
          <a:prstGeom prst="ellipse">
            <a:avLst/>
          </a:prstGeom>
          <a:solidFill>
            <a:srgbClr val="7B57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0637753" y="1206431"/>
            <a:ext cx="122131" cy="122131"/>
          </a:xfrm>
          <a:prstGeom prst="ellipse">
            <a:avLst/>
          </a:prstGeom>
          <a:solidFill>
            <a:srgbClr val="EFE0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935705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A2918"/>
                </a:solidFill>
              </a:rPr>
              <a:t>목차</a:t>
            </a:r>
          </a:p>
        </p:txBody>
      </p:sp>
      <p:sp>
        <p:nvSpPr>
          <p:cNvPr id="15" name="줄 1"/>
          <p:cNvSpPr/>
          <p:nvPr/>
        </p:nvSpPr>
        <p:spPr>
          <a:xfrm>
            <a:off x="777240" y="1554480"/>
            <a:ext cx="10637215" cy="914400"/>
          </a:xfrm>
          <a:prstGeom prst="roundRect">
            <a:avLst>
              <a:gd name="adj" fmla="val 8000"/>
            </a:avLst>
          </a:prstGeom>
          <a:solidFill>
            <a:srgbClr val="F9F5F1"/>
          </a:solidFill>
          <a:ln w="12700">
            <a:solidFill>
              <a:srgbClr val="EFE0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번호 1"/>
          <p:cNvSpPr/>
          <p:nvPr/>
        </p:nvSpPr>
        <p:spPr>
          <a:xfrm>
            <a:off x="960120" y="1783080"/>
            <a:ext cx="457200" cy="457200"/>
          </a:xfrm>
          <a:prstGeom prst="ellipse">
            <a:avLst/>
          </a:prstGeom>
          <a:solidFill>
            <a:srgbClr val="7B5732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19" y="1600200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A2918"/>
                </a:solidFill>
              </a:rPr>
              <a:t>올해의 한 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1600200"/>
            <a:ext cx="679673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19" name="줄 2"/>
          <p:cNvSpPr/>
          <p:nvPr/>
        </p:nvSpPr>
        <p:spPr>
          <a:xfrm>
            <a:off x="777240" y="2606039"/>
            <a:ext cx="10637215" cy="914400"/>
          </a:xfrm>
          <a:prstGeom prst="roundRect">
            <a:avLst>
              <a:gd name="adj" fmla="val 8000"/>
            </a:avLst>
          </a:prstGeom>
          <a:solidFill>
            <a:srgbClr val="F9F5F1"/>
          </a:solidFill>
          <a:ln w="12700">
            <a:solidFill>
              <a:srgbClr val="EFE0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번호 2"/>
          <p:cNvSpPr/>
          <p:nvPr/>
        </p:nvSpPr>
        <p:spPr>
          <a:xfrm>
            <a:off x="960120" y="2834639"/>
            <a:ext cx="457200" cy="457200"/>
          </a:xfrm>
          <a:prstGeom prst="ellipse">
            <a:avLst/>
          </a:prstGeom>
          <a:solidFill>
            <a:srgbClr val="7B5732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19" y="265175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A2918"/>
                </a:solidFill>
              </a:rPr>
              <a:t>잘한 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2651759"/>
            <a:ext cx="679673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23" name="줄 3"/>
          <p:cNvSpPr/>
          <p:nvPr/>
        </p:nvSpPr>
        <p:spPr>
          <a:xfrm>
            <a:off x="777240" y="3657600"/>
            <a:ext cx="10637215" cy="914400"/>
          </a:xfrm>
          <a:prstGeom prst="roundRect">
            <a:avLst>
              <a:gd name="adj" fmla="val 8000"/>
            </a:avLst>
          </a:prstGeom>
          <a:solidFill>
            <a:srgbClr val="F9F5F1"/>
          </a:solidFill>
          <a:ln w="12700">
            <a:solidFill>
              <a:srgbClr val="EFE0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번호 3"/>
          <p:cNvSpPr/>
          <p:nvPr/>
        </p:nvSpPr>
        <p:spPr>
          <a:xfrm>
            <a:off x="960120" y="3886200"/>
            <a:ext cx="457200" cy="457200"/>
          </a:xfrm>
          <a:prstGeom prst="ellipse">
            <a:avLst/>
          </a:prstGeom>
          <a:solidFill>
            <a:srgbClr val="7B5732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45919" y="3703320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A2918"/>
                </a:solidFill>
              </a:rPr>
              <a:t>아쉬운 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4840" y="3703320"/>
            <a:ext cx="679673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27" name="줄 4"/>
          <p:cNvSpPr/>
          <p:nvPr/>
        </p:nvSpPr>
        <p:spPr>
          <a:xfrm>
            <a:off x="777240" y="4709159"/>
            <a:ext cx="10637215" cy="914400"/>
          </a:xfrm>
          <a:prstGeom prst="roundRect">
            <a:avLst>
              <a:gd name="adj" fmla="val 8000"/>
            </a:avLst>
          </a:prstGeom>
          <a:solidFill>
            <a:srgbClr val="F9F5F1"/>
          </a:solidFill>
          <a:ln w="12700">
            <a:solidFill>
              <a:srgbClr val="EFE0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번호 4"/>
          <p:cNvSpPr/>
          <p:nvPr/>
        </p:nvSpPr>
        <p:spPr>
          <a:xfrm>
            <a:off x="960120" y="4937759"/>
            <a:ext cx="457200" cy="457200"/>
          </a:xfrm>
          <a:prstGeom prst="ellipse">
            <a:avLst/>
          </a:prstGeom>
          <a:solidFill>
            <a:srgbClr val="7B5732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45919" y="475487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A2918"/>
                </a:solidFill>
              </a:rPr>
              <a:t>내년의 다짐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34840" y="4754879"/>
            <a:ext cx="679673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0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7B5732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304961" y="419706"/>
            <a:ext cx="81071" cy="81071"/>
          </a:xfrm>
          <a:prstGeom prst="ellipse">
            <a:avLst/>
          </a:prstGeom>
          <a:solidFill>
            <a:srgbClr val="7B57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104426" y="557575"/>
            <a:ext cx="145576" cy="145576"/>
          </a:xfrm>
          <a:prstGeom prst="ellipse">
            <a:avLst/>
          </a:prstGeom>
          <a:solidFill>
            <a:srgbClr val="EFE0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230385" y="977574"/>
            <a:ext cx="181522" cy="181522"/>
          </a:xfrm>
          <a:prstGeom prst="ellipse">
            <a:avLst/>
          </a:prstGeom>
          <a:solidFill>
            <a:srgbClr val="3B9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018667" y="1372796"/>
            <a:ext cx="103551" cy="103551"/>
          </a:xfrm>
          <a:prstGeom prst="ellipse">
            <a:avLst/>
          </a:prstGeom>
          <a:solidFill>
            <a:srgbClr val="7B57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1155751" y="1160276"/>
            <a:ext cx="91338" cy="91338"/>
          </a:xfrm>
          <a:prstGeom prst="ellipse">
            <a:avLst/>
          </a:prstGeom>
          <a:solidFill>
            <a:srgbClr val="EFE0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0779167" y="418037"/>
            <a:ext cx="117784" cy="117784"/>
          </a:xfrm>
          <a:prstGeom prst="ellipse">
            <a:avLst/>
          </a:prstGeom>
          <a:solidFill>
            <a:srgbClr val="3B9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383773" y="968252"/>
            <a:ext cx="131343" cy="131343"/>
          </a:xfrm>
          <a:prstGeom prst="ellipse">
            <a:avLst/>
          </a:prstGeom>
          <a:solidFill>
            <a:srgbClr val="7B57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425878" y="1166034"/>
            <a:ext cx="159405" cy="159405"/>
          </a:xfrm>
          <a:prstGeom prst="ellipse">
            <a:avLst/>
          </a:prstGeom>
          <a:solidFill>
            <a:srgbClr val="EFE0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0750412" y="1313957"/>
            <a:ext cx="128743" cy="128743"/>
          </a:xfrm>
          <a:prstGeom prst="ellipse">
            <a:avLst/>
          </a:prstGeom>
          <a:solidFill>
            <a:srgbClr val="3B9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0773744" y="707225"/>
            <a:ext cx="124937" cy="124937"/>
          </a:xfrm>
          <a:prstGeom prst="ellipse">
            <a:avLst/>
          </a:prstGeom>
          <a:solidFill>
            <a:srgbClr val="7B57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0637753" y="1206431"/>
            <a:ext cx="122131" cy="122131"/>
          </a:xfrm>
          <a:prstGeom prst="ellipse">
            <a:avLst/>
          </a:prstGeom>
          <a:solidFill>
            <a:srgbClr val="EFE0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935705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A2918"/>
                </a:solidFill>
              </a:rPr>
              <a:t>핵심 메시지</a:t>
            </a:r>
          </a:p>
        </p:txBody>
      </p:sp>
      <p:sp>
        <p:nvSpPr>
          <p:cNvPr id="15" name="핵심 문장"/>
          <p:cNvSpPr txBox="1"/>
          <p:nvPr/>
        </p:nvSpPr>
        <p:spPr>
          <a:xfrm>
            <a:off x="777240" y="1554480"/>
            <a:ext cx="10637215" cy="11887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3A2918"/>
                </a:solidFill>
              </a:rPr>
              <a:t>한 문장으로 말하면 — 여기에 핵심 메시지를 입력하세요</a:t>
            </a:r>
          </a:p>
        </p:txBody>
      </p:sp>
      <p:sp>
        <p:nvSpPr>
          <p:cNvPr id="16" name="카드 1"/>
          <p:cNvSpPr/>
          <p:nvPr/>
        </p:nvSpPr>
        <p:spPr>
          <a:xfrm>
            <a:off x="777240" y="3017520"/>
            <a:ext cx="3393338" cy="3017520"/>
          </a:xfrm>
          <a:prstGeom prst="roundRect">
            <a:avLst>
              <a:gd name="adj" fmla="val 8000"/>
            </a:avLst>
          </a:prstGeom>
          <a:solidFill>
            <a:srgbClr val="F9F5F1"/>
          </a:solidFill>
          <a:ln w="15875">
            <a:solidFill>
              <a:srgbClr val="EFE0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번호 1"/>
          <p:cNvSpPr/>
          <p:nvPr/>
        </p:nvSpPr>
        <p:spPr>
          <a:xfrm>
            <a:off x="960120" y="3200400"/>
            <a:ext cx="457200" cy="457200"/>
          </a:xfrm>
          <a:prstGeom prst="ellipse">
            <a:avLst/>
          </a:prstGeom>
          <a:solidFill>
            <a:srgbClr val="7B5732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79476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A2918"/>
                </a:solidFill>
              </a:rPr>
              <a:t>잘한 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480560"/>
            <a:ext cx="311901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20" name="카드 2"/>
          <p:cNvSpPr/>
          <p:nvPr/>
        </p:nvSpPr>
        <p:spPr>
          <a:xfrm>
            <a:off x="4399178" y="3017520"/>
            <a:ext cx="3393338" cy="3017520"/>
          </a:xfrm>
          <a:prstGeom prst="roundRect">
            <a:avLst>
              <a:gd name="adj" fmla="val 8000"/>
            </a:avLst>
          </a:prstGeom>
          <a:solidFill>
            <a:srgbClr val="F9F5F1"/>
          </a:solidFill>
          <a:ln w="15875">
            <a:solidFill>
              <a:srgbClr val="EFE0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번호 2"/>
          <p:cNvSpPr/>
          <p:nvPr/>
        </p:nvSpPr>
        <p:spPr>
          <a:xfrm>
            <a:off x="4582058" y="3200400"/>
            <a:ext cx="457200" cy="457200"/>
          </a:xfrm>
          <a:prstGeom prst="ellipse">
            <a:avLst/>
          </a:prstGeom>
          <a:solidFill>
            <a:srgbClr val="7B5732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36338" y="379476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A2918"/>
                </a:solidFill>
              </a:rPr>
              <a:t>배운 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36338" y="4480560"/>
            <a:ext cx="311901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24" name="카드 3"/>
          <p:cNvSpPr/>
          <p:nvPr/>
        </p:nvSpPr>
        <p:spPr>
          <a:xfrm>
            <a:off x="8021116" y="3017520"/>
            <a:ext cx="3393338" cy="3017520"/>
          </a:xfrm>
          <a:prstGeom prst="roundRect">
            <a:avLst>
              <a:gd name="adj" fmla="val 8000"/>
            </a:avLst>
          </a:prstGeom>
          <a:solidFill>
            <a:srgbClr val="F9F5F1"/>
          </a:solidFill>
          <a:ln w="15875">
            <a:solidFill>
              <a:srgbClr val="EFE0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번호 3"/>
          <p:cNvSpPr/>
          <p:nvPr/>
        </p:nvSpPr>
        <p:spPr>
          <a:xfrm>
            <a:off x="8203996" y="3200400"/>
            <a:ext cx="457200" cy="457200"/>
          </a:xfrm>
          <a:prstGeom prst="ellipse">
            <a:avLst/>
          </a:prstGeom>
          <a:solidFill>
            <a:srgbClr val="7B5732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58276" y="379476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A2918"/>
                </a:solidFill>
              </a:rPr>
              <a:t>다음 목표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58276" y="4480560"/>
            <a:ext cx="311901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0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7B5732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304961" y="419706"/>
            <a:ext cx="81071" cy="81071"/>
          </a:xfrm>
          <a:prstGeom prst="ellipse">
            <a:avLst/>
          </a:prstGeom>
          <a:solidFill>
            <a:srgbClr val="7B57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104426" y="557575"/>
            <a:ext cx="145576" cy="145576"/>
          </a:xfrm>
          <a:prstGeom prst="ellipse">
            <a:avLst/>
          </a:prstGeom>
          <a:solidFill>
            <a:srgbClr val="EFE0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230385" y="977574"/>
            <a:ext cx="181522" cy="181522"/>
          </a:xfrm>
          <a:prstGeom prst="ellipse">
            <a:avLst/>
          </a:prstGeom>
          <a:solidFill>
            <a:srgbClr val="3B9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018667" y="1372796"/>
            <a:ext cx="103551" cy="103551"/>
          </a:xfrm>
          <a:prstGeom prst="ellipse">
            <a:avLst/>
          </a:prstGeom>
          <a:solidFill>
            <a:srgbClr val="7B57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1155751" y="1160276"/>
            <a:ext cx="91338" cy="91338"/>
          </a:xfrm>
          <a:prstGeom prst="ellipse">
            <a:avLst/>
          </a:prstGeom>
          <a:solidFill>
            <a:srgbClr val="EFE0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0779167" y="418037"/>
            <a:ext cx="117784" cy="117784"/>
          </a:xfrm>
          <a:prstGeom prst="ellipse">
            <a:avLst/>
          </a:prstGeom>
          <a:solidFill>
            <a:srgbClr val="3B9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383773" y="968252"/>
            <a:ext cx="131343" cy="131343"/>
          </a:xfrm>
          <a:prstGeom prst="ellipse">
            <a:avLst/>
          </a:prstGeom>
          <a:solidFill>
            <a:srgbClr val="7B57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425878" y="1166034"/>
            <a:ext cx="159405" cy="159405"/>
          </a:xfrm>
          <a:prstGeom prst="ellipse">
            <a:avLst/>
          </a:prstGeom>
          <a:solidFill>
            <a:srgbClr val="EFE0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0750412" y="1313957"/>
            <a:ext cx="128743" cy="128743"/>
          </a:xfrm>
          <a:prstGeom prst="ellipse">
            <a:avLst/>
          </a:prstGeom>
          <a:solidFill>
            <a:srgbClr val="3B9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0773744" y="707225"/>
            <a:ext cx="124937" cy="124937"/>
          </a:xfrm>
          <a:prstGeom prst="ellipse">
            <a:avLst/>
          </a:prstGeom>
          <a:solidFill>
            <a:srgbClr val="7B57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0637753" y="1206431"/>
            <a:ext cx="122131" cy="122131"/>
          </a:xfrm>
          <a:prstGeom prst="ellipse">
            <a:avLst/>
          </a:prstGeom>
          <a:solidFill>
            <a:srgbClr val="EFE0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935705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A2918"/>
                </a:solidFill>
              </a:rPr>
              <a:t>한눈에 비교</a:t>
            </a:r>
          </a:p>
        </p:txBody>
      </p:sp>
      <p:sp>
        <p:nvSpPr>
          <p:cNvPr id="15" name="왼쪽 칸"/>
          <p:cNvSpPr/>
          <p:nvPr/>
        </p:nvSpPr>
        <p:spPr>
          <a:xfrm>
            <a:off x="777240" y="1554480"/>
            <a:ext cx="5135727" cy="4663440"/>
          </a:xfrm>
          <a:prstGeom prst="roundRect">
            <a:avLst>
              <a:gd name="adj" fmla="val 8000"/>
            </a:avLst>
          </a:prstGeom>
          <a:solidFill>
            <a:srgbClr val="F9F5F1"/>
          </a:solidFill>
          <a:ln w="12700">
            <a:solidFill>
              <a:srgbClr val="EFE0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칸 제목 바"/>
          <p:cNvSpPr/>
          <p:nvPr/>
        </p:nvSpPr>
        <p:spPr>
          <a:xfrm>
            <a:off x="777240" y="1554480"/>
            <a:ext cx="5135727" cy="640080"/>
          </a:xfrm>
          <a:prstGeom prst="roundRect">
            <a:avLst>
              <a:gd name="adj" fmla="val 25000"/>
            </a:avLst>
          </a:prstGeom>
          <a:solidFill>
            <a:srgbClr val="7B57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1554480"/>
            <a:ext cx="476996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올해 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2377440"/>
            <a:ext cx="4678527" cy="374903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9" name="오른쪽 칸"/>
          <p:cNvSpPr/>
          <p:nvPr/>
        </p:nvSpPr>
        <p:spPr>
          <a:xfrm>
            <a:off x="6278727" y="1554480"/>
            <a:ext cx="5135727" cy="4663440"/>
          </a:xfrm>
          <a:prstGeom prst="roundRect">
            <a:avLst>
              <a:gd name="adj" fmla="val 8000"/>
            </a:avLst>
          </a:prstGeom>
          <a:solidFill>
            <a:srgbClr val="EFE0D2"/>
          </a:solidFill>
          <a:ln w="12700">
            <a:solidFill>
              <a:srgbClr val="EFE0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칸 제목 바"/>
          <p:cNvSpPr/>
          <p:nvPr/>
        </p:nvSpPr>
        <p:spPr>
          <a:xfrm>
            <a:off x="6278727" y="1554480"/>
            <a:ext cx="5135727" cy="640080"/>
          </a:xfrm>
          <a:prstGeom prst="roundRect">
            <a:avLst>
              <a:gd name="adj" fmla="val 25000"/>
            </a:avLst>
          </a:prstGeom>
          <a:solidFill>
            <a:srgbClr val="3A291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61607" y="1554480"/>
            <a:ext cx="476996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올해 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07327" y="2377440"/>
            <a:ext cx="4678527" cy="374903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0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7B5732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304961" y="419706"/>
            <a:ext cx="81071" cy="81071"/>
          </a:xfrm>
          <a:prstGeom prst="ellipse">
            <a:avLst/>
          </a:prstGeom>
          <a:solidFill>
            <a:srgbClr val="7B57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104426" y="557575"/>
            <a:ext cx="145576" cy="145576"/>
          </a:xfrm>
          <a:prstGeom prst="ellipse">
            <a:avLst/>
          </a:prstGeom>
          <a:solidFill>
            <a:srgbClr val="EFE0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230385" y="977574"/>
            <a:ext cx="181522" cy="181522"/>
          </a:xfrm>
          <a:prstGeom prst="ellipse">
            <a:avLst/>
          </a:prstGeom>
          <a:solidFill>
            <a:srgbClr val="3B9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018667" y="1372796"/>
            <a:ext cx="103551" cy="103551"/>
          </a:xfrm>
          <a:prstGeom prst="ellipse">
            <a:avLst/>
          </a:prstGeom>
          <a:solidFill>
            <a:srgbClr val="7B57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1155751" y="1160276"/>
            <a:ext cx="91338" cy="91338"/>
          </a:xfrm>
          <a:prstGeom prst="ellipse">
            <a:avLst/>
          </a:prstGeom>
          <a:solidFill>
            <a:srgbClr val="EFE0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0779167" y="418037"/>
            <a:ext cx="117784" cy="117784"/>
          </a:xfrm>
          <a:prstGeom prst="ellipse">
            <a:avLst/>
          </a:prstGeom>
          <a:solidFill>
            <a:srgbClr val="3B9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383773" y="968252"/>
            <a:ext cx="131343" cy="131343"/>
          </a:xfrm>
          <a:prstGeom prst="ellipse">
            <a:avLst/>
          </a:prstGeom>
          <a:solidFill>
            <a:srgbClr val="7B57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425878" y="1166034"/>
            <a:ext cx="159405" cy="159405"/>
          </a:xfrm>
          <a:prstGeom prst="ellipse">
            <a:avLst/>
          </a:prstGeom>
          <a:solidFill>
            <a:srgbClr val="EFE0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0750412" y="1313957"/>
            <a:ext cx="128743" cy="128743"/>
          </a:xfrm>
          <a:prstGeom prst="ellipse">
            <a:avLst/>
          </a:prstGeom>
          <a:solidFill>
            <a:srgbClr val="3B9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0773744" y="707225"/>
            <a:ext cx="124937" cy="124937"/>
          </a:xfrm>
          <a:prstGeom prst="ellipse">
            <a:avLst/>
          </a:prstGeom>
          <a:solidFill>
            <a:srgbClr val="7B57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0637753" y="1206431"/>
            <a:ext cx="122131" cy="122131"/>
          </a:xfrm>
          <a:prstGeom prst="ellipse">
            <a:avLst/>
          </a:prstGeom>
          <a:solidFill>
            <a:srgbClr val="EFE0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935705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A2918"/>
                </a:solidFill>
              </a:rPr>
              <a:t>일정·현황</a:t>
            </a:r>
          </a:p>
        </p:txBody>
      </p:sp>
      <p:graphicFrame>
        <p:nvGraphicFramePr>
          <p:cNvPr id="15" name="표"/>
          <p:cNvGraphicFramePr>
            <a:graphicFrameLocks noGrp="1"/>
          </p:cNvGraphicFramePr>
          <p:nvPr/>
        </p:nvGraphicFramePr>
        <p:xfrm>
          <a:off x="777240" y="1554480"/>
          <a:ext cx="10637212" cy="38404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659303"/>
                <a:gridCol w="2659303"/>
                <a:gridCol w="2659303"/>
                <a:gridCol w="2659303"/>
              </a:tblGrid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B5732"/>
                      </a:solidFill>
                      <a:prstDash val="solid"/>
                    </a:lnL>
                    <a:lnR w="9525" cap="flat" cmpd="sng" algn="ctr">
                      <a:solidFill>
                        <a:srgbClr val="7B5732"/>
                      </a:solidFill>
                      <a:prstDash val="solid"/>
                    </a:lnR>
                    <a:lnT w="9525" cap="flat" cmpd="sng" algn="ctr">
                      <a:solidFill>
                        <a:srgbClr val="7B5732"/>
                      </a:solidFill>
                      <a:prstDash val="solid"/>
                    </a:lnT>
                    <a:lnB w="9525" cap="flat" cmpd="sng" algn="ctr">
                      <a:solidFill>
                        <a:srgbClr val="7B5732"/>
                      </a:solidFill>
                      <a:prstDash val="solid"/>
                    </a:lnB>
                    <a:solidFill>
                      <a:srgbClr val="7B57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한 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B5732"/>
                      </a:solidFill>
                      <a:prstDash val="solid"/>
                    </a:lnL>
                    <a:lnR w="9525" cap="flat" cmpd="sng" algn="ctr">
                      <a:solidFill>
                        <a:srgbClr val="7B5732"/>
                      </a:solidFill>
                      <a:prstDash val="solid"/>
                    </a:lnR>
                    <a:lnT w="9525" cap="flat" cmpd="sng" algn="ctr">
                      <a:solidFill>
                        <a:srgbClr val="7B5732"/>
                      </a:solidFill>
                      <a:prstDash val="solid"/>
                    </a:lnT>
                    <a:lnB w="9525" cap="flat" cmpd="sng" algn="ctr">
                      <a:solidFill>
                        <a:srgbClr val="7B5732"/>
                      </a:solidFill>
                      <a:prstDash val="solid"/>
                    </a:lnB>
                    <a:solidFill>
                      <a:srgbClr val="7B57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배운 점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B5732"/>
                      </a:solidFill>
                      <a:prstDash val="solid"/>
                    </a:lnL>
                    <a:lnR w="9525" cap="flat" cmpd="sng" algn="ctr">
                      <a:solidFill>
                        <a:srgbClr val="7B5732"/>
                      </a:solidFill>
                      <a:prstDash val="solid"/>
                    </a:lnR>
                    <a:lnT w="9525" cap="flat" cmpd="sng" algn="ctr">
                      <a:solidFill>
                        <a:srgbClr val="7B5732"/>
                      </a:solidFill>
                      <a:prstDash val="solid"/>
                    </a:lnT>
                    <a:lnB w="9525" cap="flat" cmpd="sng" algn="ctr">
                      <a:solidFill>
                        <a:srgbClr val="7B5732"/>
                      </a:solidFill>
                      <a:prstDash val="solid"/>
                    </a:lnB>
                    <a:solidFill>
                      <a:srgbClr val="7B57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점수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B5732"/>
                      </a:solidFill>
                      <a:prstDash val="solid"/>
                    </a:lnL>
                    <a:lnR w="9525" cap="flat" cmpd="sng" algn="ctr">
                      <a:solidFill>
                        <a:srgbClr val="7B5732"/>
                      </a:solidFill>
                      <a:prstDash val="solid"/>
                    </a:lnR>
                    <a:lnT w="9525" cap="flat" cmpd="sng" algn="ctr">
                      <a:solidFill>
                        <a:srgbClr val="7B5732"/>
                      </a:solidFill>
                      <a:prstDash val="solid"/>
                    </a:lnT>
                    <a:lnB w="9525" cap="flat" cmpd="sng" algn="ctr">
                      <a:solidFill>
                        <a:srgbClr val="7B5732"/>
                      </a:solidFill>
                      <a:prstDash val="solid"/>
                    </a:lnB>
                    <a:solidFill>
                      <a:srgbClr val="7B5732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A2918"/>
                          </a:solidFill>
                        </a:rPr>
                        <a:t>1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EFE0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A2918"/>
                          </a:solidFill>
                        </a:rPr>
                        <a:t>2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EFE0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F9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F9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F9F5F1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A2918"/>
                          </a:solidFill>
                        </a:rPr>
                        <a:t>3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EFE0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A2918"/>
                          </a:solidFill>
                        </a:rPr>
                        <a:t>4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EFE0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F9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F9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F9F5F1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A2918"/>
                          </a:solidFill>
                        </a:rPr>
                        <a:t>5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EFE0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B57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502920" y="502920"/>
            <a:ext cx="11185855" cy="5852160"/>
          </a:xfrm>
          <a:prstGeom prst="rect">
            <a:avLst/>
          </a:prstGeom>
          <a:solidFill>
            <a:srgbClr val="FFFFFF"/>
          </a:solidFill>
          <a:ln w="38100">
            <a:solidFill>
              <a:srgbClr val="EFE0D2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6639423" y="467436"/>
            <a:ext cx="145927" cy="145927"/>
          </a:xfrm>
          <a:prstGeom prst="ellipse">
            <a:avLst/>
          </a:prstGeom>
          <a:solidFill>
            <a:srgbClr val="7B57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6278460" y="715600"/>
            <a:ext cx="262036" cy="262036"/>
          </a:xfrm>
          <a:prstGeom prst="ellipse">
            <a:avLst/>
          </a:prstGeom>
          <a:solidFill>
            <a:srgbClr val="EFE0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6505186" y="1471598"/>
            <a:ext cx="326739" cy="326739"/>
          </a:xfrm>
          <a:prstGeom prst="ellipse">
            <a:avLst/>
          </a:prstGeom>
          <a:solidFill>
            <a:srgbClr val="3B9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6124093" y="2182998"/>
            <a:ext cx="186392" cy="186392"/>
          </a:xfrm>
          <a:prstGeom prst="ellipse">
            <a:avLst/>
          </a:prstGeom>
          <a:solidFill>
            <a:srgbClr val="7B57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6370844" y="1800461"/>
            <a:ext cx="164409" cy="164409"/>
          </a:xfrm>
          <a:prstGeom prst="ellipse">
            <a:avLst/>
          </a:prstGeom>
          <a:solidFill>
            <a:srgbClr val="EFE0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5692994" y="464431"/>
            <a:ext cx="212011" cy="212011"/>
          </a:xfrm>
          <a:prstGeom prst="ellipse">
            <a:avLst/>
          </a:prstGeom>
          <a:solidFill>
            <a:srgbClr val="3B9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6781285" y="1454819"/>
            <a:ext cx="236418" cy="236418"/>
          </a:xfrm>
          <a:prstGeom prst="ellipse">
            <a:avLst/>
          </a:prstGeom>
          <a:solidFill>
            <a:srgbClr val="7B57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6857074" y="1810825"/>
            <a:ext cx="286929" cy="286929"/>
          </a:xfrm>
          <a:prstGeom prst="ellipse">
            <a:avLst/>
          </a:prstGeom>
          <a:solidFill>
            <a:srgbClr val="EFE0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5641233" y="2077086"/>
            <a:ext cx="231738" cy="231738"/>
          </a:xfrm>
          <a:prstGeom prst="ellipse">
            <a:avLst/>
          </a:prstGeom>
          <a:solidFill>
            <a:srgbClr val="3B9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5683233" y="984970"/>
            <a:ext cx="224886" cy="224886"/>
          </a:xfrm>
          <a:prstGeom prst="ellipse">
            <a:avLst/>
          </a:prstGeom>
          <a:solidFill>
            <a:srgbClr val="7B57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5438449" y="1883540"/>
            <a:ext cx="219837" cy="219837"/>
          </a:xfrm>
          <a:prstGeom prst="ellipse">
            <a:avLst/>
          </a:prstGeom>
          <a:solidFill>
            <a:srgbClr val="EFE0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03" y="2263140"/>
            <a:ext cx="9265688" cy="13716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3A2918"/>
                </a:solidFill>
              </a:rPr>
              <a:t>감사합니다</a:t>
            </a:r>
          </a:p>
        </p:txBody>
      </p:sp>
      <p:sp>
        <p:nvSpPr>
          <p:cNvPr id="15" name="한 줄 문구"/>
          <p:cNvSpPr txBox="1"/>
          <p:nvPr/>
        </p:nvSpPr>
        <p:spPr>
          <a:xfrm>
            <a:off x="1463003" y="3726180"/>
            <a:ext cx="9265688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700" b="0" i="1">
                <a:solidFill>
                  <a:srgbClr val="3A2918"/>
                </a:solidFill>
              </a:rPr>
              <a:t>들어 주셔서 고맙습니다</a:t>
            </a:r>
          </a:p>
        </p:txBody>
      </p:sp>
      <p:sp>
        <p:nvSpPr>
          <p:cNvPr id="16" name="안내 문구"/>
          <p:cNvSpPr txBox="1"/>
          <p:nvPr/>
        </p:nvSpPr>
        <p:spPr>
          <a:xfrm>
            <a:off x="1463003" y="4594860"/>
            <a:ext cx="9265688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문의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연말 결산·회고 발표 템플릿">
  <a:themeElements>
    <a:clrScheme name="Office">
      <a:dk1>
        <a:sysClr val="windowText" lastClr="000000"/>
      </a:dk1>
      <a:lt1>
        <a:sysClr val="window" lastClr="FFFFFF"/>
      </a:lt1>
      <a:dk2>
        <a:srgbClr val="3A2918"/>
      </a:dk2>
      <a:lt2>
        <a:srgbClr val="F9F5F1"/>
      </a:lt2>
      <a:accent1>
        <a:srgbClr val="7B5732"/>
      </a:accent1>
      <a:accent2>
        <a:srgbClr val="3B9191"/>
      </a:accent2>
      <a:accent3>
        <a:srgbClr val="3A2918"/>
      </a:accent3>
      <a:accent4>
        <a:srgbClr val="EFE0D2"/>
      </a:accent4>
      <a:accent5>
        <a:srgbClr val="5B7462"/>
      </a:accent5>
      <a:accent6>
        <a:srgbClr val="897F74"/>
      </a:accent6>
      <a:hlink>
        <a:srgbClr val="7B5732"/>
      </a:hlink>
      <a:folHlink>
        <a:srgbClr val="3A2918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연말 결산·회고 발표 템플릿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