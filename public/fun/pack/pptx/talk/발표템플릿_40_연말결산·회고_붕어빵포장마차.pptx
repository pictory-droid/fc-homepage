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3D15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고마운 분들 이름을 한 장에 담았습니다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올해의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잘한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아쉬운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내년의 다짐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B3D15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잘한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다음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5E3CC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B3D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3D15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