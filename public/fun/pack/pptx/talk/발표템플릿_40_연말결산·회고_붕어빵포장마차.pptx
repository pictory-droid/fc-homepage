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4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5B3D15"/>
                </a:solidFill>
              </a:rPr>
              <a:t>발표 제목을 입력하세요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5B3D15"/>
                </a:solidFill>
              </a:rPr>
              <a:t>고마운 분들 이름을 한 장에 담았습니다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연말 결산·회고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목차</a:t>
            </a:r>
          </a:p>
        </p:txBody>
      </p:sp>
      <p:sp>
        <p:nvSpPr>
          <p:cNvPr id="4" name="줄 1"/>
          <p:cNvSpPr/>
          <p:nvPr/>
        </p:nvSpPr>
        <p:spPr>
          <a:xfrm>
            <a:off x="640080" y="164592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BF6EE"/>
          </a:solidFill>
          <a:ln w="12700">
            <a:solidFill>
              <a:srgbClr val="F5E3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822959" y="1874519"/>
            <a:ext cx="457200" cy="457200"/>
          </a:xfrm>
          <a:prstGeom prst="ellipse">
            <a:avLst/>
          </a:prstGeom>
          <a:solidFill>
            <a:srgbClr val="AE74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169164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B3D15"/>
                </a:solidFill>
              </a:rPr>
              <a:t>올해의 한 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69164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8" name="줄 2"/>
          <p:cNvSpPr/>
          <p:nvPr/>
        </p:nvSpPr>
        <p:spPr>
          <a:xfrm>
            <a:off x="640080" y="269748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BF6EE"/>
          </a:solidFill>
          <a:ln w="12700">
            <a:solidFill>
              <a:srgbClr val="F5E3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822959" y="2926080"/>
            <a:ext cx="457200" cy="457200"/>
          </a:xfrm>
          <a:prstGeom prst="ellipse">
            <a:avLst/>
          </a:prstGeom>
          <a:solidFill>
            <a:srgbClr val="AE74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74320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B3D15"/>
                </a:solidFill>
              </a:rPr>
              <a:t>잘한 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4320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2" name="줄 3"/>
          <p:cNvSpPr/>
          <p:nvPr/>
        </p:nvSpPr>
        <p:spPr>
          <a:xfrm>
            <a:off x="640080" y="3749039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BF6EE"/>
          </a:solidFill>
          <a:ln w="12700">
            <a:solidFill>
              <a:srgbClr val="F5E3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2959" y="3977639"/>
            <a:ext cx="457200" cy="457200"/>
          </a:xfrm>
          <a:prstGeom prst="ellipse">
            <a:avLst/>
          </a:prstGeom>
          <a:solidFill>
            <a:srgbClr val="AE74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79475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B3D15"/>
                </a:solidFill>
              </a:rPr>
              <a:t>아쉬운 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79475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6" name="줄 4"/>
          <p:cNvSpPr/>
          <p:nvPr/>
        </p:nvSpPr>
        <p:spPr>
          <a:xfrm>
            <a:off x="640080" y="480060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BF6EE"/>
          </a:solidFill>
          <a:ln w="12700">
            <a:solidFill>
              <a:srgbClr val="F5E3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번호 4"/>
          <p:cNvSpPr/>
          <p:nvPr/>
        </p:nvSpPr>
        <p:spPr>
          <a:xfrm>
            <a:off x="822959" y="5029200"/>
            <a:ext cx="457200" cy="457200"/>
          </a:xfrm>
          <a:prstGeom prst="ellipse">
            <a:avLst/>
          </a:prstGeom>
          <a:solidFill>
            <a:srgbClr val="AE74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8463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B3D15"/>
                </a:solidFill>
              </a:rPr>
              <a:t>내년의 다짐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84632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핵심 메시지</a:t>
            </a:r>
          </a:p>
        </p:txBody>
      </p:sp>
      <p:sp>
        <p:nvSpPr>
          <p:cNvPr id="4" name="핵심 문장"/>
          <p:cNvSpPr txBox="1"/>
          <p:nvPr/>
        </p:nvSpPr>
        <p:spPr>
          <a:xfrm>
            <a:off x="640080" y="1645920"/>
            <a:ext cx="1091153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5B3D15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310896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BF6EE"/>
          </a:solidFill>
          <a:ln w="15875">
            <a:solidFill>
              <a:srgbClr val="F5E3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3291840"/>
            <a:ext cx="457200" cy="457200"/>
          </a:xfrm>
          <a:prstGeom prst="ellipse">
            <a:avLst/>
          </a:prstGeom>
          <a:solidFill>
            <a:srgbClr val="AE74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8620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B3D15"/>
                </a:solidFill>
              </a:rPr>
              <a:t>잘한 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57200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310896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BF6EE"/>
          </a:solidFill>
          <a:ln w="15875">
            <a:solidFill>
              <a:srgbClr val="F5E3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3291840"/>
            <a:ext cx="457200" cy="457200"/>
          </a:xfrm>
          <a:prstGeom prst="ellipse">
            <a:avLst/>
          </a:prstGeom>
          <a:solidFill>
            <a:srgbClr val="AE74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388620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B3D15"/>
                </a:solidFill>
              </a:rPr>
              <a:t>배운 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457200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310896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BF6EE"/>
          </a:solidFill>
          <a:ln w="15875">
            <a:solidFill>
              <a:srgbClr val="F5E3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3291840"/>
            <a:ext cx="457200" cy="457200"/>
          </a:xfrm>
          <a:prstGeom prst="ellipse">
            <a:avLst/>
          </a:prstGeom>
          <a:solidFill>
            <a:srgbClr val="AE74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388620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B3D15"/>
                </a:solidFill>
              </a:rPr>
              <a:t>다음 목표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457200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한눈에 비교</a:t>
            </a:r>
          </a:p>
        </p:txBody>
      </p:sp>
      <p:sp>
        <p:nvSpPr>
          <p:cNvPr id="4" name="왼쪽 칸"/>
          <p:cNvSpPr/>
          <p:nvPr/>
        </p:nvSpPr>
        <p:spPr>
          <a:xfrm>
            <a:off x="640080" y="1645920"/>
            <a:ext cx="5272887" cy="4754880"/>
          </a:xfrm>
          <a:prstGeom prst="roundRect">
            <a:avLst>
              <a:gd name="adj" fmla="val 8000"/>
            </a:avLst>
          </a:prstGeom>
          <a:solidFill>
            <a:srgbClr val="FBF6EE"/>
          </a:solidFill>
          <a:ln w="12700">
            <a:solidFill>
              <a:srgbClr val="F5E3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칸 제목 바"/>
          <p:cNvSpPr/>
          <p:nvPr/>
        </p:nvSpPr>
        <p:spPr>
          <a:xfrm>
            <a:off x="640080" y="164592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4592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올해 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4815687" cy="3840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8" name="오른쪽 칸"/>
          <p:cNvSpPr/>
          <p:nvPr/>
        </p:nvSpPr>
        <p:spPr>
          <a:xfrm>
            <a:off x="6278727" y="1645920"/>
            <a:ext cx="5272887" cy="4754880"/>
          </a:xfrm>
          <a:prstGeom prst="roundRect">
            <a:avLst>
              <a:gd name="adj" fmla="val 8000"/>
            </a:avLst>
          </a:prstGeom>
          <a:solidFill>
            <a:srgbClr val="F5E3CC"/>
          </a:solidFill>
          <a:ln w="12700">
            <a:solidFill>
              <a:srgbClr val="F5E3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칸 제목 바"/>
          <p:cNvSpPr/>
          <p:nvPr/>
        </p:nvSpPr>
        <p:spPr>
          <a:xfrm>
            <a:off x="6278727" y="164592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5B3D1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1607" y="164592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올해 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7327" y="2468880"/>
            <a:ext cx="4815687" cy="3840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일정·현황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640080" y="1645920"/>
          <a:ext cx="1091153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AE7429"/>
                      </a:solidFill>
                      <a:prstDash val="solid"/>
                    </a:lnL>
                    <a:lnR w="9525" cap="flat" cmpd="sng" algn="ctr">
                      <a:solidFill>
                        <a:srgbClr val="AE7429"/>
                      </a:solidFill>
                      <a:prstDash val="solid"/>
                    </a:lnR>
                    <a:lnT w="9525" cap="flat" cmpd="sng" algn="ctr">
                      <a:solidFill>
                        <a:srgbClr val="AE7429"/>
                      </a:solidFill>
                      <a:prstDash val="solid"/>
                    </a:lnT>
                    <a:lnB w="9525" cap="flat" cmpd="sng" algn="ctr">
                      <a:solidFill>
                        <a:srgbClr val="AE7429"/>
                      </a:solidFill>
                      <a:prstDash val="solid"/>
                    </a:lnB>
                    <a:solidFill>
                      <a:srgbClr val="AE742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한 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AE7429"/>
                      </a:solidFill>
                      <a:prstDash val="solid"/>
                    </a:lnL>
                    <a:lnR w="9525" cap="flat" cmpd="sng" algn="ctr">
                      <a:solidFill>
                        <a:srgbClr val="AE7429"/>
                      </a:solidFill>
                      <a:prstDash val="solid"/>
                    </a:lnR>
                    <a:lnT w="9525" cap="flat" cmpd="sng" algn="ctr">
                      <a:solidFill>
                        <a:srgbClr val="AE7429"/>
                      </a:solidFill>
                      <a:prstDash val="solid"/>
                    </a:lnT>
                    <a:lnB w="9525" cap="flat" cmpd="sng" algn="ctr">
                      <a:solidFill>
                        <a:srgbClr val="AE7429"/>
                      </a:solidFill>
                      <a:prstDash val="solid"/>
                    </a:lnB>
                    <a:solidFill>
                      <a:srgbClr val="AE742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배운 점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AE7429"/>
                      </a:solidFill>
                      <a:prstDash val="solid"/>
                    </a:lnL>
                    <a:lnR w="9525" cap="flat" cmpd="sng" algn="ctr">
                      <a:solidFill>
                        <a:srgbClr val="AE7429"/>
                      </a:solidFill>
                      <a:prstDash val="solid"/>
                    </a:lnR>
                    <a:lnT w="9525" cap="flat" cmpd="sng" algn="ctr">
                      <a:solidFill>
                        <a:srgbClr val="AE7429"/>
                      </a:solidFill>
                      <a:prstDash val="solid"/>
                    </a:lnT>
                    <a:lnB w="9525" cap="flat" cmpd="sng" algn="ctr">
                      <a:solidFill>
                        <a:srgbClr val="AE7429"/>
                      </a:solidFill>
                      <a:prstDash val="solid"/>
                    </a:lnB>
                    <a:solidFill>
                      <a:srgbClr val="AE742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점수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AE7429"/>
                      </a:solidFill>
                      <a:prstDash val="solid"/>
                    </a:lnL>
                    <a:lnR w="9525" cap="flat" cmpd="sng" algn="ctr">
                      <a:solidFill>
                        <a:srgbClr val="AE7429"/>
                      </a:solidFill>
                      <a:prstDash val="solid"/>
                    </a:lnR>
                    <a:lnT w="9525" cap="flat" cmpd="sng" algn="ctr">
                      <a:solidFill>
                        <a:srgbClr val="AE7429"/>
                      </a:solidFill>
                      <a:prstDash val="solid"/>
                    </a:lnT>
                    <a:lnB w="9525" cap="flat" cmpd="sng" algn="ctr">
                      <a:solidFill>
                        <a:srgbClr val="AE7429"/>
                      </a:solidFill>
                      <a:prstDash val="solid"/>
                    </a:lnB>
                    <a:solidFill>
                      <a:srgbClr val="AE7429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B3D15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5E3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B3D15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5E3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BF6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BF6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BF6EE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B3D15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5E3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B3D15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5E3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BF6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BF6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BF6EE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B3D15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5E3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4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5B3D15"/>
                </a:solidFill>
              </a:rPr>
              <a:t>감사합니다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5B3D15"/>
                </a:solidFill>
              </a:rPr>
              <a:t>끝까지 들어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연말 결산·회고 발표 템플릿">
  <a:themeElements>
    <a:clrScheme name="Office">
      <a:dk1>
        <a:sysClr val="windowText" lastClr="000000"/>
      </a:dk1>
      <a:lt1>
        <a:sysClr val="window" lastClr="FFFFFF"/>
      </a:lt1>
      <a:dk2>
        <a:srgbClr val="5B3D15"/>
      </a:dk2>
      <a:lt2>
        <a:srgbClr val="FBF6EE"/>
      </a:lt2>
      <a:accent1>
        <a:srgbClr val="AE7429"/>
      </a:accent1>
      <a:accent2>
        <a:srgbClr val="3B8B91"/>
      </a:accent2>
      <a:accent3>
        <a:srgbClr val="5B3D15"/>
      </a:accent3>
      <a:accent4>
        <a:srgbClr val="F5E3CC"/>
      </a:accent4>
      <a:accent5>
        <a:srgbClr val="74805D"/>
      </a:accent5>
      <a:accent6>
        <a:srgbClr val="9D8B73"/>
      </a:accent6>
      <a:hlink>
        <a:srgbClr val="AE7429"/>
      </a:hlink>
      <a:folHlink>
        <a:srgbClr val="5B3D15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연말 결산·회고 발표 템플릿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