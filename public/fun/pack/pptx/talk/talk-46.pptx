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46245" y="555497"/>
            <a:ext cx="2215134" cy="1282446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495519" y="1138428"/>
            <a:ext cx="1399032" cy="886053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029175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728691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28207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새벽 시장처럼 활기차게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9" name="줄 1"/>
          <p:cNvSpPr/>
          <p:nvPr/>
        </p:nvSpPr>
        <p:spPr>
          <a:xfrm>
            <a:off x="640080" y="16459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문제와 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2"/>
          <p:cNvSpPr/>
          <p:nvPr/>
        </p:nvSpPr>
        <p:spPr>
          <a:xfrm>
            <a:off x="640080" y="2697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292608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743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해결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43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3749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3977639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94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기대 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94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800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4"/>
          <p:cNvSpPr/>
          <p:nvPr/>
        </p:nvSpPr>
        <p:spPr>
          <a:xfrm>
            <a:off x="822959" y="502920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46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진행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846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9" name="핵심 문장"/>
          <p:cNvSpPr txBox="1"/>
          <p:nvPr/>
        </p:nvSpPr>
        <p:spPr>
          <a:xfrm>
            <a:off x="640080" y="164592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53A41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5875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329184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5875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329184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제안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5875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29184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한눈에 비교</a:t>
            </a:r>
          </a:p>
        </p:txBody>
      </p:sp>
      <p:sp>
        <p:nvSpPr>
          <p:cNvPr id="9" name="왼쪽 칸"/>
          <p:cNvSpPr/>
          <p:nvPr/>
        </p:nvSpPr>
        <p:spPr>
          <a:xfrm>
            <a:off x="640080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0080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오른쪽 칸"/>
          <p:cNvSpPr/>
          <p:nvPr/>
        </p:nvSpPr>
        <p:spPr>
          <a:xfrm>
            <a:off x="6278727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D6E5EA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278727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53A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일정·현황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640080" y="164592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46245" y="555497"/>
            <a:ext cx="2215134" cy="1282446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495519" y="1138428"/>
            <a:ext cx="1399032" cy="886053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029175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728691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28207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들어 주셔서 고맙습니다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253A41"/>
      </a:dk2>
      <a:lt2>
        <a:srgbClr val="F2F6F8"/>
      </a:lt2>
      <a:accent1>
        <a:srgbClr val="497483"/>
      </a:accent1>
      <a:accent2>
        <a:srgbClr val="834958"/>
      </a:accent2>
      <a:accent3>
        <a:srgbClr val="253A41"/>
      </a:accent3>
      <a:accent4>
        <a:srgbClr val="D6E5EA"/>
      </a:accent4>
      <a:accent5>
        <a:srgbClr val="665E6E"/>
      </a:accent5>
      <a:accent6>
        <a:srgbClr val="7C898D"/>
      </a:accent6>
      <a:hlink>
        <a:srgbClr val="497483"/>
      </a:hlink>
      <a:folHlink>
        <a:srgbClr val="253A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