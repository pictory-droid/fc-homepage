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소나기 뒤 맑게 개듯 명쾌하게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목차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올해의 한 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잘한 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아쉬운 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내년의 다짐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핵심 메시지</a:t>
            </a:r>
          </a:p>
        </p:txBody>
      </p:sp>
      <p:sp>
        <p:nvSpPr>
          <p:cNvPr id="10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3535C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잘한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배운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다음 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한눈에 비교</a:t>
            </a:r>
          </a:p>
        </p:txBody>
      </p:sp>
      <p:sp>
        <p:nvSpPr>
          <p:cNvPr id="10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1EBF0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353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일정·현황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