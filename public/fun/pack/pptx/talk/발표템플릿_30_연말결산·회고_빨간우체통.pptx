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2315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아쉬웠던 일부터 먼저 말씀드립니다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올해의 한 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잘한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아쉬운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내년의 다짐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5B2315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잘한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5875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다음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AE43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5D4CC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B231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4329"/>
                      </a:solidFill>
                      <a:prstDash val="solid"/>
                    </a:lnL>
                    <a:lnR w="9525" cap="flat" cmpd="sng" algn="ctr">
                      <a:solidFill>
                        <a:srgbClr val="AE4329"/>
                      </a:solidFill>
                      <a:prstDash val="solid"/>
                    </a:lnR>
                    <a:lnT w="9525" cap="flat" cmpd="sng" algn="ctr">
                      <a:solidFill>
                        <a:srgbClr val="AE4329"/>
                      </a:solidFill>
                      <a:prstDash val="solid"/>
                    </a:lnT>
                    <a:lnB w="9525" cap="flat" cmpd="sng" algn="ctr">
                      <a:solidFill>
                        <a:srgbClr val="AE4329"/>
                      </a:solidFill>
                      <a:prstDash val="solid"/>
                    </a:lnB>
                    <a:solidFill>
                      <a:srgbClr val="AE432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B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2315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5D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D4CC"/>
                      </a:solidFill>
                      <a:prstDash val="solid"/>
                    </a:lnL>
                    <a:lnR w="9525" cap="flat" cmpd="sng" algn="ctr">
                      <a:solidFill>
                        <a:srgbClr val="F5D4CC"/>
                      </a:solidFill>
                      <a:prstDash val="solid"/>
                    </a:lnR>
                    <a:lnT w="9525" cap="flat" cmpd="sng" algn="ctr">
                      <a:solidFill>
                        <a:srgbClr val="F5D4CC"/>
                      </a:solidFill>
                      <a:prstDash val="solid"/>
                    </a:lnT>
                    <a:lnB w="9525" cap="flat" cmpd="sng" algn="ctr">
                      <a:solidFill>
                        <a:srgbClr val="F5D4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2315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5B2315"/>
      </a:dk2>
      <a:lt2>
        <a:srgbClr val="FBF1EE"/>
      </a:lt2>
      <a:accent1>
        <a:srgbClr val="AE4329"/>
      </a:accent1>
      <a:accent2>
        <a:srgbClr val="3B9177"/>
      </a:accent2>
      <a:accent3>
        <a:srgbClr val="5B2315"/>
      </a:accent3>
      <a:accent4>
        <a:srgbClr val="F5D4CC"/>
      </a:accent4>
      <a:accent5>
        <a:srgbClr val="746A50"/>
      </a:accent5>
      <a:accent6>
        <a:srgbClr val="9D7B73"/>
      </a:accent6>
      <a:hlink>
        <a:srgbClr val="AE4329"/>
      </a:hlink>
      <a:folHlink>
        <a:srgbClr val="5B23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