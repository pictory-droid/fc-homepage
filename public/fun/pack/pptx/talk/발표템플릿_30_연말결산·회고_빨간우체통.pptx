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3657508" cy="6858000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108868" y="2880360"/>
            <a:ext cx="1097280" cy="1097280"/>
          </a:xfrm>
          <a:prstGeom prst="ellipse">
            <a:avLst/>
          </a:prstGeom>
          <a:solidFill>
            <a:srgbClr val="A66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4632844" y="2148840"/>
            <a:ext cx="6705432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2844" y="2606040"/>
            <a:ext cx="6705432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4632844" y="3886200"/>
            <a:ext cx="6705432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아쉬웠던 일부터 먼저 말씀드립니다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4632844" y="4754880"/>
            <a:ext cx="6705432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6596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C79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올해의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731519" y="301752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C79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잘한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731519" y="40690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C79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아쉬운 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8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 txBox="1"/>
          <p:nvPr/>
        </p:nvSpPr>
        <p:spPr>
          <a:xfrm>
            <a:off x="731519" y="51206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C79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내년의 다짐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2E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 txBox="1"/>
          <p:nvPr/>
        </p:nvSpPr>
        <p:spPr>
          <a:xfrm>
            <a:off x="731519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C79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잘한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 txBox="1"/>
          <p:nvPr/>
        </p:nvSpPr>
        <p:spPr>
          <a:xfrm>
            <a:off x="4444898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C79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배운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 txBox="1"/>
          <p:nvPr/>
        </p:nvSpPr>
        <p:spPr>
          <a:xfrm>
            <a:off x="8158276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C79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다음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올해 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2E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E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E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E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E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E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3657508" cy="6858000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108868" y="2880360"/>
            <a:ext cx="1097280" cy="1097280"/>
          </a:xfrm>
          <a:prstGeom prst="ellipse">
            <a:avLst/>
          </a:prstGeom>
          <a:solidFill>
            <a:srgbClr val="A66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4632844" y="2148840"/>
            <a:ext cx="6705432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2844" y="2606040"/>
            <a:ext cx="6705432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4632844" y="3886200"/>
            <a:ext cx="6705432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4632844" y="4754880"/>
            <a:ext cx="6705432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492E27"/>
      </a:dk2>
      <a:lt2>
        <a:srgbClr val="FBEFEC"/>
      </a:lt2>
      <a:accent1>
        <a:srgbClr val="D88C79"/>
      </a:accent1>
      <a:accent2>
        <a:srgbClr val="E1C998"/>
      </a:accent2>
      <a:accent3>
        <a:srgbClr val="492E27"/>
      </a:accent3>
      <a:accent4>
        <a:srgbClr val="F6DCD5"/>
      </a:accent4>
      <a:accent5>
        <a:srgbClr val="DCAA88"/>
      </a:accent5>
      <a:accent6>
        <a:srgbClr val="92827D"/>
      </a:accent6>
      <a:hlink>
        <a:srgbClr val="D88C79"/>
      </a:hlink>
      <a:folHlink>
        <a:srgbClr val="492E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