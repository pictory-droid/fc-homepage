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아쉬웠던 일부터 먼저 말씀드립니다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올해의 한 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잘한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아쉬운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내년의 다짐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B2315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잘한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다음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5D4CC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B23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