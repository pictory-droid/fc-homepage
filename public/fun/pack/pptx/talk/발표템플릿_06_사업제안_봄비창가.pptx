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4E6D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24E6D"/>
                </a:solidFill>
              </a:rPr>
              <a:t>결론부터 말씀드리고 근거를 보여 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문제와 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65176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288036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해결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70332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393192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기대 효과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914400" y="475487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1097280" y="4983479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진행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0059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914400" y="160020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4E6D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914400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현황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536338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719218" y="324612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158276" y="306324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5875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341156" y="3246120"/>
            <a:ext cx="457200" cy="457200"/>
          </a:xfrm>
          <a:prstGeom prst="ellipse">
            <a:avLst/>
          </a:prstGeom>
          <a:solidFill>
            <a:srgbClr val="5196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384048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4E6D"/>
                </a:solidFill>
              </a:rPr>
              <a:t>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452628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914400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F3F8FC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914400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현재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415887" y="1600200"/>
            <a:ext cx="5135727" cy="4800600"/>
          </a:xfrm>
          <a:prstGeom prst="roundRect">
            <a:avLst>
              <a:gd name="adj" fmla="val 8000"/>
            </a:avLst>
          </a:prstGeom>
          <a:solidFill>
            <a:srgbClr val="D4E8F7"/>
          </a:solidFill>
          <a:ln w="12700">
            <a:solidFill>
              <a:srgbClr val="D4E8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415887" y="160020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24E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160020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423160"/>
            <a:ext cx="467852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196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24E6D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914400" y="160020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196C8"/>
                      </a:solidFill>
                      <a:prstDash val="solid"/>
                    </a:lnL>
                    <a:lnR w="9525" cap="flat" cmpd="sng" algn="ctr">
                      <a:solidFill>
                        <a:srgbClr val="5196C8"/>
                      </a:solidFill>
                      <a:prstDash val="solid"/>
                    </a:lnR>
                    <a:lnT w="9525" cap="flat" cmpd="sng" algn="ctr">
                      <a:solidFill>
                        <a:srgbClr val="5196C8"/>
                      </a:solidFill>
                      <a:prstDash val="solid"/>
                    </a:lnT>
                    <a:lnB w="9525" cap="flat" cmpd="sng" algn="ctr">
                      <a:solidFill>
                        <a:srgbClr val="5196C8"/>
                      </a:solidFill>
                      <a:prstDash val="solid"/>
                    </a:lnB>
                    <a:solidFill>
                      <a:srgbClr val="5196C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4E6D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4E6D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4E6D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4E6D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3F8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4E6D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D4E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E8F7"/>
                      </a:solidFill>
                      <a:prstDash val="solid"/>
                    </a:lnL>
                    <a:lnR w="9525" cap="flat" cmpd="sng" algn="ctr">
                      <a:solidFill>
                        <a:srgbClr val="D4E8F7"/>
                      </a:solidFill>
                      <a:prstDash val="solid"/>
                    </a:lnR>
                    <a:lnT w="9525" cap="flat" cmpd="sng" algn="ctr">
                      <a:solidFill>
                        <a:srgbClr val="D4E8F7"/>
                      </a:solidFill>
                      <a:prstDash val="solid"/>
                    </a:lnT>
                    <a:lnB w="9525" cap="flat" cmpd="sng" algn="ctr">
                      <a:solidFill>
                        <a:srgbClr val="D4E8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24E6D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24E6D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24E6D"/>
      </a:dk2>
      <a:lt2>
        <a:srgbClr val="F3F8FC"/>
      </a:lt2>
      <a:accent1>
        <a:srgbClr val="5196C8"/>
      </a:accent1>
      <a:accent2>
        <a:srgbClr val="339941"/>
      </a:accent2>
      <a:accent3>
        <a:srgbClr val="224E6D"/>
      </a:accent3>
      <a:accent4>
        <a:srgbClr val="D4E8F7"/>
      </a:accent4>
      <a:accent5>
        <a:srgbClr val="429884"/>
      </a:accent5>
      <a:accent6>
        <a:srgbClr val="7A95A7"/>
      </a:accent6>
      <a:hlink>
        <a:srgbClr val="5196C8"/>
      </a:hlink>
      <a:folHlink>
        <a:srgbClr val="224E6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