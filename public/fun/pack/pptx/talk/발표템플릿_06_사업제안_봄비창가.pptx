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9465B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9465B"/>
                </a:solidFill>
              </a:rPr>
              <a:t>결론부터 말씀드리고 근거를 보여 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2880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6517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288036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70332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393192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914400" y="475487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97280" y="4983479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0059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914400" y="160020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9465B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914400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536338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719218" y="324612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158276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341156" y="324612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914400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914400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415887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D3E3EE"/>
          </a:solidFill>
          <a:ln w="12700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415887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2946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9465B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9465B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9465B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9465B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9465B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9465B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9465B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29465B"/>
      </a:dk2>
      <a:lt2>
        <a:srgbClr val="F1F5F9"/>
      </a:lt2>
      <a:accent1>
        <a:srgbClr val="497DA2"/>
      </a:accent1>
      <a:accent2>
        <a:srgbClr val="8D3F46"/>
      </a:accent2>
      <a:accent3>
        <a:srgbClr val="29465B"/>
      </a:accent3>
      <a:accent4>
        <a:srgbClr val="D3E3EE"/>
      </a:accent4>
      <a:accent5>
        <a:srgbClr val="6B5E74"/>
      </a:accent5>
      <a:accent6>
        <a:srgbClr val="7F909D"/>
      </a:accent6>
      <a:hlink>
        <a:srgbClr val="497DA2"/>
      </a:hlink>
      <a:folHlink>
        <a:srgbClr val="2946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