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3901342" y="2057400"/>
            <a:ext cx="1463003" cy="4800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5E6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2316422" y="1577339"/>
            <a:ext cx="1463003" cy="52806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731501" y="1097279"/>
            <a:ext cx="1463003" cy="57607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발표 제목을 입력하세요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한 해 동안 배운 것을 정리했습니다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연말 결산·회고 · 발표자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날짜 입력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un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목차</a:t>
            </a:r>
          </a:p>
        </p:txBody>
      </p:sp>
      <p:sp>
        <p:nvSpPr>
          <p:cNvPr id="6" name="줄 1"/>
          <p:cNvSpPr/>
          <p:nvPr/>
        </p:nvSpPr>
        <p:spPr>
          <a:xfrm>
            <a:off x="640080" y="178308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694944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번호 1"/>
          <p:cNvSpPr/>
          <p:nvPr/>
        </p:nvSpPr>
        <p:spPr>
          <a:xfrm>
            <a:off x="822959" y="2011680"/>
            <a:ext cx="457200" cy="457200"/>
          </a:xfrm>
          <a:prstGeom prst="ellipse">
            <a:avLst/>
          </a:prstGeom>
          <a:solidFill>
            <a:srgbClr val="7BD7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82880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올해의 한 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182880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1" name="줄 2"/>
          <p:cNvSpPr/>
          <p:nvPr/>
        </p:nvSpPr>
        <p:spPr>
          <a:xfrm>
            <a:off x="640080" y="2834639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40080" y="2944368"/>
            <a:ext cx="54864" cy="694944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822959" y="3063239"/>
            <a:ext cx="457200" cy="457200"/>
          </a:xfrm>
          <a:prstGeom prst="ellipse">
            <a:avLst/>
          </a:prstGeom>
          <a:solidFill>
            <a:srgbClr val="7BD7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288035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잘한 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288035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16" name="줄 3"/>
          <p:cNvSpPr/>
          <p:nvPr/>
        </p:nvSpPr>
        <p:spPr>
          <a:xfrm>
            <a:off x="640080" y="3886200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포인트 막대"/>
          <p:cNvSpPr/>
          <p:nvPr/>
        </p:nvSpPr>
        <p:spPr>
          <a:xfrm>
            <a:off x="640080" y="3995928"/>
            <a:ext cx="54864" cy="694944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번호 3"/>
          <p:cNvSpPr/>
          <p:nvPr/>
        </p:nvSpPr>
        <p:spPr>
          <a:xfrm>
            <a:off x="822959" y="4114800"/>
            <a:ext cx="457200" cy="457200"/>
          </a:xfrm>
          <a:prstGeom prst="ellipse">
            <a:avLst/>
          </a:prstGeom>
          <a:solidFill>
            <a:srgbClr val="7BD7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931920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아쉬운 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3931920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  <p:sp>
        <p:nvSpPr>
          <p:cNvPr id="21" name="줄 4"/>
          <p:cNvSpPr/>
          <p:nvPr/>
        </p:nvSpPr>
        <p:spPr>
          <a:xfrm>
            <a:off x="640080" y="4937759"/>
            <a:ext cx="10911535" cy="914400"/>
          </a:xfrm>
          <a:prstGeom prst="roundRect">
            <a:avLst>
              <a:gd name="adj" fmla="val 4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포인트 막대"/>
          <p:cNvSpPr/>
          <p:nvPr/>
        </p:nvSpPr>
        <p:spPr>
          <a:xfrm>
            <a:off x="640080" y="5047488"/>
            <a:ext cx="54864" cy="694944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번호 4"/>
          <p:cNvSpPr/>
          <p:nvPr/>
        </p:nvSpPr>
        <p:spPr>
          <a:xfrm>
            <a:off x="822959" y="5166359"/>
            <a:ext cx="457200" cy="457200"/>
          </a:xfrm>
          <a:prstGeom prst="ellipse">
            <a:avLst/>
          </a:prstGeom>
          <a:solidFill>
            <a:srgbClr val="7BD7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4983479"/>
            <a:ext cx="2743200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내년의 다짐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983479"/>
            <a:ext cx="7071055" cy="82296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500" b="0" i="0">
                <a:solidFill>
                  <a:srgbClr val="26231F"/>
                </a:solidFill>
              </a:rPr>
              <a:t>한 줄로 내용을 적어 주세요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un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핵심 메시지</a:t>
            </a:r>
          </a:p>
        </p:txBody>
      </p:sp>
      <p:sp>
        <p:nvSpPr>
          <p:cNvPr id="6" name="핵심 문장"/>
          <p:cNvSpPr txBox="1"/>
          <p:nvPr/>
        </p:nvSpPr>
        <p:spPr>
          <a:xfrm>
            <a:off x="640080" y="1783080"/>
            <a:ext cx="10911535" cy="11887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ctr">
              <a:lnSpc>
                <a:spcPct val="115000"/>
              </a:lnSpc>
            </a:pPr>
            <a:r>
              <a:rPr sz="2600" b="1" i="0">
                <a:solidFill>
                  <a:srgbClr val="274349"/>
                </a:solidFill>
              </a:rPr>
              <a:t>한 문장으로 말하면 — 여기에 핵심 메시지를 입력하세요</a:t>
            </a:r>
          </a:p>
        </p:txBody>
      </p:sp>
      <p:sp>
        <p:nvSpPr>
          <p:cNvPr id="7" name="카드 1"/>
          <p:cNvSpPr/>
          <p:nvPr/>
        </p:nvSpPr>
        <p:spPr>
          <a:xfrm>
            <a:off x="640080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포인트 막대"/>
          <p:cNvSpPr/>
          <p:nvPr/>
        </p:nvSpPr>
        <p:spPr>
          <a:xfrm>
            <a:off x="640080" y="3355848"/>
            <a:ext cx="54864" cy="2798063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3429000"/>
            <a:ext cx="457200" cy="457200"/>
          </a:xfrm>
          <a:prstGeom prst="ellipse">
            <a:avLst/>
          </a:prstGeom>
          <a:solidFill>
            <a:srgbClr val="7BD7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잘한 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포인트 막대"/>
          <p:cNvSpPr/>
          <p:nvPr/>
        </p:nvSpPr>
        <p:spPr>
          <a:xfrm>
            <a:off x="4353458" y="3355848"/>
            <a:ext cx="54864" cy="2798063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2"/>
          <p:cNvSpPr/>
          <p:nvPr/>
        </p:nvSpPr>
        <p:spPr>
          <a:xfrm>
            <a:off x="4536338" y="3429000"/>
            <a:ext cx="457200" cy="457200"/>
          </a:xfrm>
          <a:prstGeom prst="ellipse">
            <a:avLst/>
          </a:prstGeom>
          <a:solidFill>
            <a:srgbClr val="7BD7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배운 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90618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7" name="카드 3"/>
          <p:cNvSpPr/>
          <p:nvPr/>
        </p:nvSpPr>
        <p:spPr>
          <a:xfrm>
            <a:off x="8066836" y="3246120"/>
            <a:ext cx="3484778" cy="3017520"/>
          </a:xfrm>
          <a:prstGeom prst="roundRect">
            <a:avLst>
              <a:gd name="adj" fmla="val 4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포인트 막대"/>
          <p:cNvSpPr/>
          <p:nvPr/>
        </p:nvSpPr>
        <p:spPr>
          <a:xfrm>
            <a:off x="8066836" y="3355848"/>
            <a:ext cx="54864" cy="2798063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번호 3"/>
          <p:cNvSpPr/>
          <p:nvPr/>
        </p:nvSpPr>
        <p:spPr>
          <a:xfrm>
            <a:off x="8249716" y="3429000"/>
            <a:ext cx="457200" cy="457200"/>
          </a:xfrm>
          <a:prstGeom prst="ellipse">
            <a:avLst/>
          </a:prstGeom>
          <a:solidFill>
            <a:srgbClr val="7BD7EA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26231F"/>
                </a:solidFill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03996" y="402336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74349"/>
                </a:solidFill>
              </a:rPr>
              <a:t>다음 목표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3996" y="4709160"/>
            <a:ext cx="3210458" cy="141731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  <a:p>
            <a:pPr algn="l">
              <a:lnSpc>
                <a:spcPct val="125000"/>
              </a:lnSpc>
            </a:pPr>
            <a:r>
              <a:rPr sz="16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un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한눈에 비교</a:t>
            </a:r>
          </a:p>
        </p:txBody>
      </p:sp>
      <p:sp>
        <p:nvSpPr>
          <p:cNvPr id="6" name="왼쪽 칸"/>
          <p:cNvSpPr/>
          <p:nvPr/>
        </p:nvSpPr>
        <p:spPr>
          <a:xfrm>
            <a:off x="640080" y="1783080"/>
            <a:ext cx="5272887" cy="3291840"/>
          </a:xfrm>
          <a:prstGeom prst="roundRect">
            <a:avLst>
              <a:gd name="adj" fmla="val 4000"/>
            </a:avLst>
          </a:prstGeom>
          <a:solidFill>
            <a:srgbClr val="EAFAF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포인트 막대"/>
          <p:cNvSpPr/>
          <p:nvPr/>
        </p:nvSpPr>
        <p:spPr>
          <a:xfrm>
            <a:off x="640080" y="1892807"/>
            <a:ext cx="54864" cy="3072384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칸 제목 바"/>
          <p:cNvSpPr/>
          <p:nvPr/>
        </p:nvSpPr>
        <p:spPr>
          <a:xfrm>
            <a:off x="640080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26231F"/>
                </a:solidFill>
              </a:rPr>
              <a:t>올해 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  <p:sp>
        <p:nvSpPr>
          <p:cNvPr id="11" name="오른쪽 칸"/>
          <p:cNvSpPr/>
          <p:nvPr/>
        </p:nvSpPr>
        <p:spPr>
          <a:xfrm>
            <a:off x="6278727" y="1783080"/>
            <a:ext cx="5272887" cy="3291840"/>
          </a:xfrm>
          <a:prstGeom prst="roundRect">
            <a:avLst>
              <a:gd name="adj" fmla="val 4000"/>
            </a:avLst>
          </a:prstGeom>
          <a:solidFill>
            <a:srgbClr val="D1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포인트 막대"/>
          <p:cNvSpPr/>
          <p:nvPr/>
        </p:nvSpPr>
        <p:spPr>
          <a:xfrm>
            <a:off x="6278727" y="1892807"/>
            <a:ext cx="54864" cy="3072384"/>
          </a:xfrm>
          <a:prstGeom prst="rect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칸 제목 바"/>
          <p:cNvSpPr/>
          <p:nvPr/>
        </p:nvSpPr>
        <p:spPr>
          <a:xfrm>
            <a:off x="6278727" y="1783080"/>
            <a:ext cx="5272887" cy="640080"/>
          </a:xfrm>
          <a:prstGeom prst="roundRect">
            <a:avLst>
              <a:gd name="adj" fmla="val 25000"/>
            </a:avLst>
          </a:prstGeom>
          <a:solidFill>
            <a:srgbClr val="27434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61607" y="1783080"/>
            <a:ext cx="4907127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FFFFFF"/>
                </a:solidFill>
              </a:rPr>
              <a:t>올해 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2606040"/>
            <a:ext cx="4815687" cy="23774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  <a:p>
            <a:pPr algn="l" marL="285750" indent="-285750">
              <a:lnSpc>
                <a:spcPct val="130000"/>
              </a:lnSpc>
              <a:spcAft>
                <a:spcPts val="600"/>
              </a:spcAft>
              <a:buFont typeface="Arial"/>
              <a:buChar char="•"/>
            </a:pPr>
            <a:r>
              <a:rPr sz="1500" b="0" i="0">
                <a:solidFill>
                  <a:srgbClr val="26231F"/>
                </a:solidFill>
              </a:rPr>
              <a:t>내용을 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640080" y="566928"/>
            <a:ext cx="10911535" cy="10972"/>
          </a:xfrm>
          <a:prstGeom prst="rect">
            <a:avLst/>
          </a:prstGeom>
          <a:solidFill>
            <a:srgbClr val="26231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상단 라벨"/>
          <p:cNvSpPr txBox="1"/>
          <p:nvPr/>
        </p:nvSpPr>
        <p:spPr>
          <a:xfrm>
            <a:off x="640080" y="237744"/>
            <a:ext cx="5486400" cy="27432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9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5" name="포인트"/>
          <p:cNvSpPr/>
          <p:nvPr/>
        </p:nvSpPr>
        <p:spPr>
          <a:xfrm>
            <a:off x="11204143" y="246888"/>
            <a:ext cx="237744" cy="237744"/>
          </a:xfrm>
          <a:prstGeom prst="sun">
            <a:avLst/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731520"/>
            <a:ext cx="1091153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26231F"/>
                </a:solidFill>
              </a:rPr>
              <a:t>일정·현황</a:t>
            </a:r>
          </a:p>
        </p:txBody>
      </p:sp>
      <p:graphicFrame>
        <p:nvGraphicFramePr>
          <p:cNvPr id="6" name="표"/>
          <p:cNvGraphicFramePr>
            <a:graphicFrameLocks noGrp="1"/>
          </p:cNvGraphicFramePr>
          <p:nvPr/>
        </p:nvGraphicFramePr>
        <p:xfrm>
          <a:off x="640080" y="1783080"/>
          <a:ext cx="10911532" cy="384048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727883"/>
                <a:gridCol w="2727883"/>
                <a:gridCol w="2727883"/>
                <a:gridCol w="2727883"/>
              </a:tblGrid>
              <a:tr h="640080"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한 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배운 점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1">
                          <a:solidFill>
                            <a:srgbClr val="26231F"/>
                          </a:solidFill>
                        </a:rPr>
                        <a:t>점수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7BD7EA"/>
                      </a:solidFill>
                      <a:prstDash val="solid"/>
                    </a:lnL>
                    <a:lnR w="9525" cap="flat" cmpd="sng" algn="ctr">
                      <a:solidFill>
                        <a:srgbClr val="7BD7EA"/>
                      </a:solidFill>
                      <a:prstDash val="solid"/>
                    </a:lnR>
                    <a:lnT w="9525" cap="flat" cmpd="sng" algn="ctr">
                      <a:solidFill>
                        <a:srgbClr val="7BD7EA"/>
                      </a:solidFill>
                      <a:prstDash val="solid"/>
                    </a:lnT>
                    <a:lnB w="9525" cap="flat" cmpd="sng" algn="ctr">
                      <a:solidFill>
                        <a:srgbClr val="7BD7EA"/>
                      </a:solidFill>
                      <a:prstDash val="solid"/>
                    </a:lnB>
                    <a:solidFill>
                      <a:srgbClr val="7BD7EA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349"/>
                          </a:solidFill>
                        </a:rPr>
                        <a:t>1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349"/>
                          </a:solidFill>
                        </a:rPr>
                        <a:t>2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349"/>
                          </a:solidFill>
                        </a:rPr>
                        <a:t>3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349"/>
                          </a:solidFill>
                        </a:rPr>
                        <a:t>4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EAFAFD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pPr algn="l"/>
                      <a:r>
                        <a:rPr sz="1500" b="1">
                          <a:solidFill>
                            <a:srgbClr val="274349"/>
                          </a:solidFill>
                        </a:rPr>
                        <a:t>5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D1F3F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>내용 입력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>
                          <a:solidFill>
                            <a:srgbClr val="26231F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1F3FA"/>
                      </a:solidFill>
                      <a:prstDash val="solid"/>
                    </a:lnL>
                    <a:lnR w="9525" cap="flat" cmpd="sng" algn="ctr">
                      <a:solidFill>
                        <a:srgbClr val="D1F3FA"/>
                      </a:solidFill>
                      <a:prstDash val="solid"/>
                    </a:lnR>
                    <a:lnT w="9525" cap="flat" cmpd="sng" algn="ctr">
                      <a:solidFill>
                        <a:srgbClr val="D1F3FA"/>
                      </a:solidFill>
                      <a:prstDash val="solid"/>
                    </a:lnT>
                    <a:lnB w="9525" cap="flat" cmpd="sng" algn="ctr">
                      <a:solidFill>
                        <a:srgbClr val="D1F3FA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AFA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3901342" y="2057400"/>
            <a:ext cx="1463003" cy="480060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5E6F3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2316422" y="1577339"/>
            <a:ext cx="1463003" cy="528066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7BD7E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731501" y="1097279"/>
            <a:ext cx="1463003" cy="57607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D1F3F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라벨"/>
          <p:cNvSpPr txBox="1"/>
          <p:nvPr/>
        </p:nvSpPr>
        <p:spPr>
          <a:xfrm>
            <a:off x="6827349" y="2148840"/>
            <a:ext cx="4632844" cy="274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000" b="1" i="0" spc="250">
                <a:solidFill>
                  <a:srgbClr val="26231F"/>
                </a:solidFill>
              </a:rPr>
              <a:t>PRESENTATION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7349" y="2606040"/>
            <a:ext cx="4632844" cy="118872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26231F"/>
                </a:solidFill>
              </a:rPr>
              <a:t>감사합니다</a:t>
            </a:r>
          </a:p>
        </p:txBody>
      </p:sp>
      <p:sp>
        <p:nvSpPr>
          <p:cNvPr id="7" name="한 줄 문구"/>
          <p:cNvSpPr txBox="1"/>
          <p:nvPr/>
        </p:nvSpPr>
        <p:spPr>
          <a:xfrm>
            <a:off x="6827349" y="3886200"/>
            <a:ext cx="4632844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6231F"/>
                </a:solidFill>
              </a:rPr>
              <a:t>끝까지 들어 주셔서 고맙습니다</a:t>
            </a:r>
          </a:p>
        </p:txBody>
      </p:sp>
      <p:sp>
        <p:nvSpPr>
          <p:cNvPr id="8" name="안내 문구"/>
          <p:cNvSpPr txBox="1"/>
          <p:nvPr/>
        </p:nvSpPr>
        <p:spPr>
          <a:xfrm>
            <a:off x="6827349" y="4754880"/>
            <a:ext cx="4632844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26231F"/>
                </a:solidFill>
              </a:rPr>
              <a:t>문의 · 연락처를 입력하세요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연말 결산·회고 발표 템플릿">
  <a:themeElements>
    <a:clrScheme name="Office">
      <a:dk1>
        <a:sysClr val="windowText" lastClr="000000"/>
      </a:dk1>
      <a:lt1>
        <a:sysClr val="window" lastClr="FFFFFF"/>
      </a:lt1>
      <a:dk2>
        <a:srgbClr val="274349"/>
      </a:dk2>
      <a:lt2>
        <a:srgbClr val="EAFAFD"/>
      </a:lt2>
      <a:accent1>
        <a:srgbClr val="7BD7EA"/>
      </a:accent1>
      <a:accent2>
        <a:srgbClr val="9FBCEF"/>
      </a:accent2>
      <a:accent3>
        <a:srgbClr val="274349"/>
      </a:accent3>
      <a:accent4>
        <a:srgbClr val="D1F3FA"/>
      </a:accent4>
      <a:accent5>
        <a:srgbClr val="8DCAEC"/>
      </a:accent5>
      <a:accent6>
        <a:srgbClr val="7D8E92"/>
      </a:accent6>
      <a:hlink>
        <a:srgbClr val="7BD7EA"/>
      </a:hlink>
      <a:folHlink>
        <a:srgbClr val="274349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연말 결산·회고 발표 템플릿</dc:title>
  <dc:subject/>
  <dc:creator>반딧불이의 곳간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