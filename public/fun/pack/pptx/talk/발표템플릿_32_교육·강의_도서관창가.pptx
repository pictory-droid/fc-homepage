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7261A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예습 없이도 따라올 수 있게 만들었습니다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오늘의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97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92608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43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핵심 개념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49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77639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94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실습과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94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800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502920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46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정리와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46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4592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7261A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9184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알아야 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9184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해 볼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10896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5875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9184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8620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기억할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7200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EDDED4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726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65037"/>
                      </a:solidFill>
                      <a:prstDash val="solid"/>
                    </a:lnL>
                    <a:lnR w="9525" cap="flat" cmpd="sng" algn="ctr">
                      <a:solidFill>
                        <a:srgbClr val="765037"/>
                      </a:solidFill>
                      <a:prstDash val="solid"/>
                    </a:lnR>
                    <a:lnT w="9525" cap="flat" cmpd="sng" algn="ctr">
                      <a:solidFill>
                        <a:srgbClr val="765037"/>
                      </a:solidFill>
                      <a:prstDash val="solid"/>
                    </a:lnT>
                    <a:lnB w="9525" cap="flat" cmpd="sng" algn="ctr">
                      <a:solidFill>
                        <a:srgbClr val="765037"/>
                      </a:solidFill>
                      <a:prstDash val="solid"/>
                    </a:lnB>
                    <a:solidFill>
                      <a:srgbClr val="76503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8F4F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7261A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EDDE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DED4"/>
                      </a:solidFill>
                      <a:prstDash val="solid"/>
                    </a:lnL>
                    <a:lnR w="9525" cap="flat" cmpd="sng" algn="ctr">
                      <a:solidFill>
                        <a:srgbClr val="EDDED4"/>
                      </a:solidFill>
                      <a:prstDash val="solid"/>
                    </a:lnR>
                    <a:lnT w="9525" cap="flat" cmpd="sng" algn="ctr">
                      <a:solidFill>
                        <a:srgbClr val="EDDED4"/>
                      </a:solidFill>
                      <a:prstDash val="solid"/>
                    </a:lnT>
                    <a:lnB w="9525" cap="flat" cmpd="sng" algn="ctr">
                      <a:solidFill>
                        <a:srgbClr val="EDDE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7261A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37261A"/>
      </a:dk2>
      <a:lt2>
        <a:srgbClr val="F8F4F1"/>
      </a:lt2>
      <a:accent1>
        <a:srgbClr val="765037"/>
      </a:accent1>
      <a:accent2>
        <a:srgbClr val="418B83"/>
      </a:accent2>
      <a:accent3>
        <a:srgbClr val="37261A"/>
      </a:accent3>
      <a:accent4>
        <a:srgbClr val="EDDED4"/>
      </a:accent4>
      <a:accent5>
        <a:srgbClr val="5C6E5D"/>
      </a:accent5>
      <a:accent6>
        <a:srgbClr val="877D76"/>
      </a:accent6>
      <a:hlink>
        <a:srgbClr val="765037"/>
      </a:hlink>
      <a:folHlink>
        <a:srgbClr val="3726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