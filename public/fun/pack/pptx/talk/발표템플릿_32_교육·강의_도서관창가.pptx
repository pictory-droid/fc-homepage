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3200400"/>
            <a:ext cx="6400800" cy="6400800"/>
          </a:xfrm>
          <a:prstGeom prst="ellipse">
            <a:avLst/>
          </a:prstGeom>
          <a:solidFill>
            <a:srgbClr val="A67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534186" y="-914400"/>
            <a:ext cx="3291840" cy="3291840"/>
          </a:xfrm>
          <a:prstGeom prst="ellipse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발표 제목을 입력하세요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예습 없이도 따라올 수 있게 만들었습니다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교육·강의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10893247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오늘의 목표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49224" y="2843783"/>
            <a:ext cx="10893247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핵심 개념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위쪽 띠"/>
          <p:cNvSpPr/>
          <p:nvPr/>
        </p:nvSpPr>
        <p:spPr>
          <a:xfrm>
            <a:off x="649224" y="3895344"/>
            <a:ext cx="10893247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실습과 예시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위쪽 띠"/>
          <p:cNvSpPr/>
          <p:nvPr/>
        </p:nvSpPr>
        <p:spPr>
          <a:xfrm>
            <a:off x="649224" y="4946903"/>
            <a:ext cx="10893247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정리와 질문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493527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위쪽 띠"/>
          <p:cNvSpPr/>
          <p:nvPr/>
        </p:nvSpPr>
        <p:spPr>
          <a:xfrm>
            <a:off x="649224" y="3255263"/>
            <a:ext cx="3466490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알아야 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위쪽 띠"/>
          <p:cNvSpPr/>
          <p:nvPr/>
        </p:nvSpPr>
        <p:spPr>
          <a:xfrm>
            <a:off x="4362602" y="3255263"/>
            <a:ext cx="3466490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해 볼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위쪽 띠"/>
          <p:cNvSpPr/>
          <p:nvPr/>
        </p:nvSpPr>
        <p:spPr>
          <a:xfrm>
            <a:off x="8075980" y="3255263"/>
            <a:ext cx="3466490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E1D79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기억할 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위쪽 띠"/>
          <p:cNvSpPr/>
          <p:nvPr/>
        </p:nvSpPr>
        <p:spPr>
          <a:xfrm>
            <a:off x="649224" y="1792224"/>
            <a:ext cx="5254599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알기 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F6E2D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위쪽 띠"/>
          <p:cNvSpPr/>
          <p:nvPr/>
        </p:nvSpPr>
        <p:spPr>
          <a:xfrm>
            <a:off x="6287871" y="1792224"/>
            <a:ext cx="5254599" cy="82296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49352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알고 난 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10180015" y="-1645920"/>
            <a:ext cx="3474720" cy="3474720"/>
          </a:xfrm>
          <a:prstGeom prst="ellipse">
            <a:avLst/>
          </a:prstGeom>
          <a:solidFill>
            <a:srgbClr val="EBC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048695" y="502919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658368"/>
            <a:ext cx="908273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차시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F79"/>
                      </a:solidFill>
                      <a:prstDash val="solid"/>
                    </a:lnL>
                    <a:lnR w="9525" cap="flat" cmpd="sng" algn="ctr">
                      <a:solidFill>
                        <a:srgbClr val="D89F79"/>
                      </a:solidFill>
                      <a:prstDash val="solid"/>
                    </a:lnR>
                    <a:lnT w="9525" cap="flat" cmpd="sng" algn="ctr">
                      <a:solidFill>
                        <a:srgbClr val="D89F79"/>
                      </a:solidFill>
                      <a:prstDash val="solid"/>
                    </a:lnT>
                    <a:lnB w="9525" cap="flat" cmpd="sng" algn="ctr">
                      <a:solidFill>
                        <a:srgbClr val="D89F79"/>
                      </a:solidFill>
                      <a:prstDash val="solid"/>
                    </a:lnB>
                    <a:solidFill>
                      <a:srgbClr val="D89F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주제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F79"/>
                      </a:solidFill>
                      <a:prstDash val="solid"/>
                    </a:lnL>
                    <a:lnR w="9525" cap="flat" cmpd="sng" algn="ctr">
                      <a:solidFill>
                        <a:srgbClr val="D89F79"/>
                      </a:solidFill>
                      <a:prstDash val="solid"/>
                    </a:lnR>
                    <a:lnT w="9525" cap="flat" cmpd="sng" algn="ctr">
                      <a:solidFill>
                        <a:srgbClr val="D89F79"/>
                      </a:solidFill>
                      <a:prstDash val="solid"/>
                    </a:lnT>
                    <a:lnB w="9525" cap="flat" cmpd="sng" algn="ctr">
                      <a:solidFill>
                        <a:srgbClr val="D89F79"/>
                      </a:solidFill>
                      <a:prstDash val="solid"/>
                    </a:lnB>
                    <a:solidFill>
                      <a:srgbClr val="D89F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시간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F79"/>
                      </a:solidFill>
                      <a:prstDash val="solid"/>
                    </a:lnL>
                    <a:lnR w="9525" cap="flat" cmpd="sng" algn="ctr">
                      <a:solidFill>
                        <a:srgbClr val="D89F79"/>
                      </a:solidFill>
                      <a:prstDash val="solid"/>
                    </a:lnR>
                    <a:lnT w="9525" cap="flat" cmpd="sng" algn="ctr">
                      <a:solidFill>
                        <a:srgbClr val="D89F79"/>
                      </a:solidFill>
                      <a:prstDash val="solid"/>
                    </a:lnT>
                    <a:lnB w="9525" cap="flat" cmpd="sng" algn="ctr">
                      <a:solidFill>
                        <a:srgbClr val="D89F79"/>
                      </a:solidFill>
                      <a:prstDash val="solid"/>
                    </a:lnB>
                    <a:solidFill>
                      <a:srgbClr val="D89F7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준비물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89F79"/>
                      </a:solidFill>
                      <a:prstDash val="solid"/>
                    </a:lnL>
                    <a:lnR w="9525" cap="flat" cmpd="sng" algn="ctr">
                      <a:solidFill>
                        <a:srgbClr val="D89F79"/>
                      </a:solidFill>
                      <a:prstDash val="solid"/>
                    </a:lnR>
                    <a:lnT w="9525" cap="flat" cmpd="sng" algn="ctr">
                      <a:solidFill>
                        <a:srgbClr val="D89F79"/>
                      </a:solidFill>
                      <a:prstDash val="solid"/>
                    </a:lnT>
                    <a:lnB w="9525" cap="flat" cmpd="sng" algn="ctr">
                      <a:solidFill>
                        <a:srgbClr val="D89F79"/>
                      </a:solidFill>
                      <a:prstDash val="solid"/>
                    </a:lnB>
                    <a:solidFill>
                      <a:srgbClr val="D89F7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BF2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3527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6E2D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2D5"/>
                      </a:solidFill>
                      <a:prstDash val="solid"/>
                    </a:lnL>
                    <a:lnR w="9525" cap="flat" cmpd="sng" algn="ctr">
                      <a:solidFill>
                        <a:srgbClr val="F6E2D5"/>
                      </a:solidFill>
                      <a:prstDash val="solid"/>
                    </a:lnR>
                    <a:lnT w="9525" cap="flat" cmpd="sng" algn="ctr">
                      <a:solidFill>
                        <a:srgbClr val="F6E2D5"/>
                      </a:solidFill>
                      <a:prstDash val="solid"/>
                    </a:lnT>
                    <a:lnB w="9525" cap="flat" cmpd="sng" algn="ctr">
                      <a:solidFill>
                        <a:srgbClr val="F6E2D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35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3200400"/>
            <a:ext cx="6400800" cy="6400800"/>
          </a:xfrm>
          <a:prstGeom prst="ellipse">
            <a:avLst/>
          </a:prstGeom>
          <a:solidFill>
            <a:srgbClr val="A67A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8534186" y="-914400"/>
            <a:ext cx="3291840" cy="3291840"/>
          </a:xfrm>
          <a:prstGeom prst="ellipse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</a:rPr>
              <a:t>감사합니다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끝까지 들어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교육·강의 발표 템플릿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D89F79"/>
      </a:accent1>
      <a:accent2>
        <a:srgbClr val="E1D798"/>
      </a:accent2>
      <a:accent3>
        <a:srgbClr val="493527"/>
      </a:accent3>
      <a:accent4>
        <a:srgbClr val="F6E2D5"/>
      </a:accent4>
      <a:accent5>
        <a:srgbClr val="DCBB88"/>
      </a:accent5>
      <a:accent6>
        <a:srgbClr val="92867D"/>
      </a:accent6>
      <a:hlink>
        <a:srgbClr val="D89F79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교육·강의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