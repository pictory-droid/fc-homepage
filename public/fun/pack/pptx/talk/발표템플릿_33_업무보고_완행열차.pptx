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22D24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지난 보고 이후 바뀐 점만 말씀드립니다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추진 경과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주요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이슈와 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향후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22D24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이슈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BDCD6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22D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22D24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22D24"/>
      </a:dk2>
      <a:lt2>
        <a:srgbClr val="F8F4F2"/>
      </a:lt2>
      <a:accent1>
        <a:srgbClr val="855A47"/>
      </a:accent1>
      <a:accent2>
        <a:srgbClr val="478578"/>
      </a:accent2>
      <a:accent3>
        <a:srgbClr val="422D24"/>
      </a:accent3>
      <a:accent4>
        <a:srgbClr val="EBDCD6"/>
      </a:accent4>
      <a:accent5>
        <a:srgbClr val="667060"/>
      </a:accent5>
      <a:accent6>
        <a:srgbClr val="8E817C"/>
      </a:accent6>
      <a:hlink>
        <a:srgbClr val="855A47"/>
      </a:hlink>
      <a:folHlink>
        <a:srgbClr val="422D2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