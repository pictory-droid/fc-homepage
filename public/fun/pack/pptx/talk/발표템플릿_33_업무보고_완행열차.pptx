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지난 보고 이후 바뀐 점만 말씀드립니다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0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6596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9579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추진 경과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0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731519" y="301752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9579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주요 성과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0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731519" y="40690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9579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이슈와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8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0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 txBox="1"/>
          <p:nvPr/>
        </p:nvSpPr>
        <p:spPr>
          <a:xfrm>
            <a:off x="731519" y="51206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9579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향후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31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0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 txBox="1"/>
          <p:nvPr/>
        </p:nvSpPr>
        <p:spPr>
          <a:xfrm>
            <a:off x="731519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9579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진행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0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 txBox="1"/>
          <p:nvPr/>
        </p:nvSpPr>
        <p:spPr>
          <a:xfrm>
            <a:off x="4444898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9579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성과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0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 txBox="1"/>
          <p:nvPr/>
        </p:nvSpPr>
        <p:spPr>
          <a:xfrm>
            <a:off x="8158276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9579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0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0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31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493127"/>
      </a:dk2>
      <a:lt2>
        <a:srgbClr val="FBF1EC"/>
      </a:lt2>
      <a:accent1>
        <a:srgbClr val="D89579"/>
      </a:accent1>
      <a:accent2>
        <a:srgbClr val="E1D098"/>
      </a:accent2>
      <a:accent3>
        <a:srgbClr val="493127"/>
      </a:accent3>
      <a:accent4>
        <a:srgbClr val="F6DFD5"/>
      </a:accent4>
      <a:accent5>
        <a:srgbClr val="DCB288"/>
      </a:accent5>
      <a:accent6>
        <a:srgbClr val="92837D"/>
      </a:accent6>
      <a:hlink>
        <a:srgbClr val="D89579"/>
      </a:hlink>
      <a:folHlink>
        <a:srgbClr val="4931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