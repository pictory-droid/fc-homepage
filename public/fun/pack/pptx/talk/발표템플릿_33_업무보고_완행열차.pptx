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지난 보고 이후 바뀐 점만 말씀드립니다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추진 경과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주요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이슈와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22D24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BDCD6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22D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