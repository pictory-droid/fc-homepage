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끝나고 한 줄로 정리해 보는 시간이 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83A23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2EFDC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83A2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