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5F6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7802684" y="0"/>
            <a:ext cx="438901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8168435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발표 제목을 입력하세요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끝나고 한 줄로 정리해 보는 시간이 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교육·강의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ADEB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포인트"/>
          <p:cNvSpPr/>
          <p:nvPr/>
        </p:nvSpPr>
        <p:spPr>
          <a:xfrm>
            <a:off x="5958687" y="246888"/>
            <a:ext cx="274320" cy="274320"/>
          </a:xfrm>
          <a:prstGeom prst="sun">
            <a:avLst/>
          </a:prstGeom>
          <a:solidFill>
            <a:srgbClr val="98E1B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98E1B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목차</a:t>
            </a:r>
          </a:p>
        </p:txBody>
      </p:sp>
      <p:sp>
        <p:nvSpPr>
          <p:cNvPr id="7" name="줄 1"/>
          <p:cNvSpPr/>
          <p:nvPr/>
        </p:nvSpPr>
        <p:spPr>
          <a:xfrm>
            <a:off x="640080" y="1783080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DEBC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 txBox="1"/>
          <p:nvPr/>
        </p:nvSpPr>
        <p:spPr>
          <a:xfrm>
            <a:off x="731519" y="196596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98E1B1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8288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932"/>
                </a:solidFill>
              </a:rPr>
              <a:t>오늘의 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82880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1" name="줄 2"/>
          <p:cNvSpPr/>
          <p:nvPr/>
        </p:nvSpPr>
        <p:spPr>
          <a:xfrm>
            <a:off x="640080" y="2834639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DEBC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2"/>
          <p:cNvSpPr txBox="1"/>
          <p:nvPr/>
        </p:nvSpPr>
        <p:spPr>
          <a:xfrm>
            <a:off x="731519" y="301752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98E1B1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8803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932"/>
                </a:solidFill>
              </a:rPr>
              <a:t>핵심 개념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88035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5" name="줄 3"/>
          <p:cNvSpPr/>
          <p:nvPr/>
        </p:nvSpPr>
        <p:spPr>
          <a:xfrm>
            <a:off x="640080" y="3886200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DEBC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번호 3"/>
          <p:cNvSpPr txBox="1"/>
          <p:nvPr/>
        </p:nvSpPr>
        <p:spPr>
          <a:xfrm>
            <a:off x="731519" y="40690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98E1B1"/>
                </a:solidFill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931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932"/>
                </a:solidFill>
              </a:rPr>
              <a:t>실습과 예시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931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9" name="줄 4"/>
          <p:cNvSpPr/>
          <p:nvPr/>
        </p:nvSpPr>
        <p:spPr>
          <a:xfrm>
            <a:off x="640080" y="4937759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DEBC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번호 4"/>
          <p:cNvSpPr txBox="1"/>
          <p:nvPr/>
        </p:nvSpPr>
        <p:spPr>
          <a:xfrm>
            <a:off x="731519" y="51206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98E1B1"/>
                </a:solidFill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983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932"/>
                </a:solidFill>
              </a:rPr>
              <a:t>정리와 질문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983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ADEB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포인트"/>
          <p:cNvSpPr/>
          <p:nvPr/>
        </p:nvSpPr>
        <p:spPr>
          <a:xfrm>
            <a:off x="5958687" y="246888"/>
            <a:ext cx="274320" cy="274320"/>
          </a:xfrm>
          <a:prstGeom prst="sun">
            <a:avLst/>
          </a:prstGeom>
          <a:solidFill>
            <a:srgbClr val="98E1B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98E1B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핵심 메시지</a:t>
            </a:r>
          </a:p>
        </p:txBody>
      </p:sp>
      <p:sp>
        <p:nvSpPr>
          <p:cNvPr id="7" name="핵심 문장"/>
          <p:cNvSpPr txBox="1"/>
          <p:nvPr/>
        </p:nvSpPr>
        <p:spPr>
          <a:xfrm>
            <a:off x="640080" y="178308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274932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8" name="카드 1"/>
          <p:cNvSpPr/>
          <p:nvPr/>
        </p:nvSpPr>
        <p:spPr>
          <a:xfrm>
            <a:off x="640080" y="3246120"/>
            <a:ext cx="3484778" cy="3017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DEBC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1"/>
          <p:cNvSpPr txBox="1"/>
          <p:nvPr/>
        </p:nvSpPr>
        <p:spPr>
          <a:xfrm>
            <a:off x="731519" y="33832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98E1B1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932"/>
                </a:solidFill>
              </a:rPr>
              <a:t>알아야 할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2" name="카드 2"/>
          <p:cNvSpPr/>
          <p:nvPr/>
        </p:nvSpPr>
        <p:spPr>
          <a:xfrm>
            <a:off x="4353458" y="3246120"/>
            <a:ext cx="3484778" cy="3017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DEBC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 txBox="1"/>
          <p:nvPr/>
        </p:nvSpPr>
        <p:spPr>
          <a:xfrm>
            <a:off x="4444898" y="33832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98E1B1"/>
                </a:solidFill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932"/>
                </a:solidFill>
              </a:rPr>
              <a:t>해 볼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6" name="카드 3"/>
          <p:cNvSpPr/>
          <p:nvPr/>
        </p:nvSpPr>
        <p:spPr>
          <a:xfrm>
            <a:off x="8066836" y="3246120"/>
            <a:ext cx="3484778" cy="3017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DEBC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3"/>
          <p:cNvSpPr txBox="1"/>
          <p:nvPr/>
        </p:nvSpPr>
        <p:spPr>
          <a:xfrm>
            <a:off x="8158276" y="33832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98E1B1"/>
                </a:solidFill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3996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932"/>
                </a:solidFill>
              </a:rPr>
              <a:t>기억할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3996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ADEB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포인트"/>
          <p:cNvSpPr/>
          <p:nvPr/>
        </p:nvSpPr>
        <p:spPr>
          <a:xfrm>
            <a:off x="5958687" y="246888"/>
            <a:ext cx="274320" cy="274320"/>
          </a:xfrm>
          <a:prstGeom prst="sun">
            <a:avLst/>
          </a:prstGeom>
          <a:solidFill>
            <a:srgbClr val="98E1B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98E1B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한눈에 비교</a:t>
            </a:r>
          </a:p>
        </p:txBody>
      </p:sp>
      <p:sp>
        <p:nvSpPr>
          <p:cNvPr id="7" name="왼쪽 칸"/>
          <p:cNvSpPr/>
          <p:nvPr/>
        </p:nvSpPr>
        <p:spPr>
          <a:xfrm>
            <a:off x="640080" y="1783080"/>
            <a:ext cx="5272887" cy="3291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DEBC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칸 제목 바"/>
          <p:cNvSpPr/>
          <p:nvPr/>
        </p:nvSpPr>
        <p:spPr>
          <a:xfrm>
            <a:off x="640080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98E1B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6231F"/>
                </a:solidFill>
              </a:rPr>
              <a:t>알기 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1" name="오른쪽 칸"/>
          <p:cNvSpPr/>
          <p:nvPr/>
        </p:nvSpPr>
        <p:spPr>
          <a:xfrm>
            <a:off x="6278727" y="1783080"/>
            <a:ext cx="5272887" cy="3291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DEBC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칸 제목 바"/>
          <p:cNvSpPr/>
          <p:nvPr/>
        </p:nvSpPr>
        <p:spPr>
          <a:xfrm>
            <a:off x="6278727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2749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알고 난 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7327" y="260604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ADEB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포인트"/>
          <p:cNvSpPr/>
          <p:nvPr/>
        </p:nvSpPr>
        <p:spPr>
          <a:xfrm>
            <a:off x="5958687" y="246888"/>
            <a:ext cx="274320" cy="274320"/>
          </a:xfrm>
          <a:prstGeom prst="sun">
            <a:avLst/>
          </a:prstGeom>
          <a:solidFill>
            <a:srgbClr val="98E1B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98E1B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일정·현황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640080" y="178308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차시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8E1B1"/>
                      </a:solidFill>
                      <a:prstDash val="solid"/>
                    </a:lnL>
                    <a:lnR w="9525" cap="flat" cmpd="sng" algn="ctr">
                      <a:solidFill>
                        <a:srgbClr val="98E1B1"/>
                      </a:solidFill>
                      <a:prstDash val="solid"/>
                    </a:lnR>
                    <a:lnT w="9525" cap="flat" cmpd="sng" algn="ctr">
                      <a:solidFill>
                        <a:srgbClr val="98E1B1"/>
                      </a:solidFill>
                      <a:prstDash val="solid"/>
                    </a:lnT>
                    <a:lnB w="9525" cap="flat" cmpd="sng" algn="ctr">
                      <a:solidFill>
                        <a:srgbClr val="98E1B1"/>
                      </a:solidFill>
                      <a:prstDash val="solid"/>
                    </a:lnB>
                    <a:solidFill>
                      <a:srgbClr val="98E1B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주제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8E1B1"/>
                      </a:solidFill>
                      <a:prstDash val="solid"/>
                    </a:lnL>
                    <a:lnR w="9525" cap="flat" cmpd="sng" algn="ctr">
                      <a:solidFill>
                        <a:srgbClr val="98E1B1"/>
                      </a:solidFill>
                      <a:prstDash val="solid"/>
                    </a:lnR>
                    <a:lnT w="9525" cap="flat" cmpd="sng" algn="ctr">
                      <a:solidFill>
                        <a:srgbClr val="98E1B1"/>
                      </a:solidFill>
                      <a:prstDash val="solid"/>
                    </a:lnT>
                    <a:lnB w="9525" cap="flat" cmpd="sng" algn="ctr">
                      <a:solidFill>
                        <a:srgbClr val="98E1B1"/>
                      </a:solidFill>
                      <a:prstDash val="solid"/>
                    </a:lnB>
                    <a:solidFill>
                      <a:srgbClr val="98E1B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시간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8E1B1"/>
                      </a:solidFill>
                      <a:prstDash val="solid"/>
                    </a:lnL>
                    <a:lnR w="9525" cap="flat" cmpd="sng" algn="ctr">
                      <a:solidFill>
                        <a:srgbClr val="98E1B1"/>
                      </a:solidFill>
                      <a:prstDash val="solid"/>
                    </a:lnR>
                    <a:lnT w="9525" cap="flat" cmpd="sng" algn="ctr">
                      <a:solidFill>
                        <a:srgbClr val="98E1B1"/>
                      </a:solidFill>
                      <a:prstDash val="solid"/>
                    </a:lnT>
                    <a:lnB w="9525" cap="flat" cmpd="sng" algn="ctr">
                      <a:solidFill>
                        <a:srgbClr val="98E1B1"/>
                      </a:solidFill>
                      <a:prstDash val="solid"/>
                    </a:lnB>
                    <a:solidFill>
                      <a:srgbClr val="98E1B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준비물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8E1B1"/>
                      </a:solidFill>
                      <a:prstDash val="solid"/>
                    </a:lnL>
                    <a:lnR w="9525" cap="flat" cmpd="sng" algn="ctr">
                      <a:solidFill>
                        <a:srgbClr val="98E1B1"/>
                      </a:solidFill>
                      <a:prstDash val="solid"/>
                    </a:lnR>
                    <a:lnT w="9525" cap="flat" cmpd="sng" algn="ctr">
                      <a:solidFill>
                        <a:srgbClr val="98E1B1"/>
                      </a:solidFill>
                      <a:prstDash val="solid"/>
                    </a:lnT>
                    <a:lnB w="9525" cap="flat" cmpd="sng" algn="ctr">
                      <a:solidFill>
                        <a:srgbClr val="98E1B1"/>
                      </a:solidFill>
                      <a:prstDash val="solid"/>
                    </a:lnB>
                    <a:solidFill>
                      <a:srgbClr val="98E1B1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932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F6E0"/>
                      </a:solidFill>
                      <a:prstDash val="solid"/>
                    </a:lnL>
                    <a:lnR w="9525" cap="flat" cmpd="sng" algn="ctr">
                      <a:solidFill>
                        <a:srgbClr val="D5F6E0"/>
                      </a:solidFill>
                      <a:prstDash val="solid"/>
                    </a:lnR>
                    <a:lnT w="9525" cap="flat" cmpd="sng" algn="ctr">
                      <a:solidFill>
                        <a:srgbClr val="D5F6E0"/>
                      </a:solidFill>
                      <a:prstDash val="solid"/>
                    </a:lnT>
                    <a:lnB w="9525" cap="flat" cmpd="sng" algn="ctr">
                      <a:solidFill>
                        <a:srgbClr val="D5F6E0"/>
                      </a:solidFill>
                      <a:prstDash val="solid"/>
                    </a:lnB>
                    <a:solidFill>
                      <a:srgbClr val="D5F6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F6E0"/>
                      </a:solidFill>
                      <a:prstDash val="solid"/>
                    </a:lnL>
                    <a:lnR w="9525" cap="flat" cmpd="sng" algn="ctr">
                      <a:solidFill>
                        <a:srgbClr val="D5F6E0"/>
                      </a:solidFill>
                      <a:prstDash val="solid"/>
                    </a:lnR>
                    <a:lnT w="9525" cap="flat" cmpd="sng" algn="ctr">
                      <a:solidFill>
                        <a:srgbClr val="D5F6E0"/>
                      </a:solidFill>
                      <a:prstDash val="solid"/>
                    </a:lnT>
                    <a:lnB w="9525" cap="flat" cmpd="sng" algn="ctr">
                      <a:solidFill>
                        <a:srgbClr val="D5F6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F6E0"/>
                      </a:solidFill>
                      <a:prstDash val="solid"/>
                    </a:lnL>
                    <a:lnR w="9525" cap="flat" cmpd="sng" algn="ctr">
                      <a:solidFill>
                        <a:srgbClr val="D5F6E0"/>
                      </a:solidFill>
                      <a:prstDash val="solid"/>
                    </a:lnR>
                    <a:lnT w="9525" cap="flat" cmpd="sng" algn="ctr">
                      <a:solidFill>
                        <a:srgbClr val="D5F6E0"/>
                      </a:solidFill>
                      <a:prstDash val="solid"/>
                    </a:lnT>
                    <a:lnB w="9525" cap="flat" cmpd="sng" algn="ctr">
                      <a:solidFill>
                        <a:srgbClr val="D5F6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F6E0"/>
                      </a:solidFill>
                      <a:prstDash val="solid"/>
                    </a:lnL>
                    <a:lnR w="9525" cap="flat" cmpd="sng" algn="ctr">
                      <a:solidFill>
                        <a:srgbClr val="D5F6E0"/>
                      </a:solidFill>
                      <a:prstDash val="solid"/>
                    </a:lnR>
                    <a:lnT w="9525" cap="flat" cmpd="sng" algn="ctr">
                      <a:solidFill>
                        <a:srgbClr val="D5F6E0"/>
                      </a:solidFill>
                      <a:prstDash val="solid"/>
                    </a:lnT>
                    <a:lnB w="9525" cap="flat" cmpd="sng" algn="ctr">
                      <a:solidFill>
                        <a:srgbClr val="D5F6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932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F6E0"/>
                      </a:solidFill>
                      <a:prstDash val="solid"/>
                    </a:lnL>
                    <a:lnR w="9525" cap="flat" cmpd="sng" algn="ctr">
                      <a:solidFill>
                        <a:srgbClr val="D5F6E0"/>
                      </a:solidFill>
                      <a:prstDash val="solid"/>
                    </a:lnR>
                    <a:lnT w="9525" cap="flat" cmpd="sng" algn="ctr">
                      <a:solidFill>
                        <a:srgbClr val="D5F6E0"/>
                      </a:solidFill>
                      <a:prstDash val="solid"/>
                    </a:lnT>
                    <a:lnB w="9525" cap="flat" cmpd="sng" algn="ctr">
                      <a:solidFill>
                        <a:srgbClr val="D5F6E0"/>
                      </a:solidFill>
                      <a:prstDash val="solid"/>
                    </a:lnB>
                    <a:solidFill>
                      <a:srgbClr val="D5F6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F6E0"/>
                      </a:solidFill>
                      <a:prstDash val="solid"/>
                    </a:lnL>
                    <a:lnR w="9525" cap="flat" cmpd="sng" algn="ctr">
                      <a:solidFill>
                        <a:srgbClr val="D5F6E0"/>
                      </a:solidFill>
                      <a:prstDash val="solid"/>
                    </a:lnR>
                    <a:lnT w="9525" cap="flat" cmpd="sng" algn="ctr">
                      <a:solidFill>
                        <a:srgbClr val="D5F6E0"/>
                      </a:solidFill>
                      <a:prstDash val="solid"/>
                    </a:lnT>
                    <a:lnB w="9525" cap="flat" cmpd="sng" algn="ctr">
                      <a:solidFill>
                        <a:srgbClr val="D5F6E0"/>
                      </a:solidFill>
                      <a:prstDash val="solid"/>
                    </a:lnB>
                    <a:solidFill>
                      <a:srgbClr val="ECFB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F6E0"/>
                      </a:solidFill>
                      <a:prstDash val="solid"/>
                    </a:lnL>
                    <a:lnR w="9525" cap="flat" cmpd="sng" algn="ctr">
                      <a:solidFill>
                        <a:srgbClr val="D5F6E0"/>
                      </a:solidFill>
                      <a:prstDash val="solid"/>
                    </a:lnR>
                    <a:lnT w="9525" cap="flat" cmpd="sng" algn="ctr">
                      <a:solidFill>
                        <a:srgbClr val="D5F6E0"/>
                      </a:solidFill>
                      <a:prstDash val="solid"/>
                    </a:lnT>
                    <a:lnB w="9525" cap="flat" cmpd="sng" algn="ctr">
                      <a:solidFill>
                        <a:srgbClr val="D5F6E0"/>
                      </a:solidFill>
                      <a:prstDash val="solid"/>
                    </a:lnB>
                    <a:solidFill>
                      <a:srgbClr val="ECFB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F6E0"/>
                      </a:solidFill>
                      <a:prstDash val="solid"/>
                    </a:lnL>
                    <a:lnR w="9525" cap="flat" cmpd="sng" algn="ctr">
                      <a:solidFill>
                        <a:srgbClr val="D5F6E0"/>
                      </a:solidFill>
                      <a:prstDash val="solid"/>
                    </a:lnR>
                    <a:lnT w="9525" cap="flat" cmpd="sng" algn="ctr">
                      <a:solidFill>
                        <a:srgbClr val="D5F6E0"/>
                      </a:solidFill>
                      <a:prstDash val="solid"/>
                    </a:lnT>
                    <a:lnB w="9525" cap="flat" cmpd="sng" algn="ctr">
                      <a:solidFill>
                        <a:srgbClr val="D5F6E0"/>
                      </a:solidFill>
                      <a:prstDash val="solid"/>
                    </a:lnB>
                    <a:solidFill>
                      <a:srgbClr val="ECFBF1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932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F6E0"/>
                      </a:solidFill>
                      <a:prstDash val="solid"/>
                    </a:lnL>
                    <a:lnR w="9525" cap="flat" cmpd="sng" algn="ctr">
                      <a:solidFill>
                        <a:srgbClr val="D5F6E0"/>
                      </a:solidFill>
                      <a:prstDash val="solid"/>
                    </a:lnR>
                    <a:lnT w="9525" cap="flat" cmpd="sng" algn="ctr">
                      <a:solidFill>
                        <a:srgbClr val="D5F6E0"/>
                      </a:solidFill>
                      <a:prstDash val="solid"/>
                    </a:lnT>
                    <a:lnB w="9525" cap="flat" cmpd="sng" algn="ctr">
                      <a:solidFill>
                        <a:srgbClr val="D5F6E0"/>
                      </a:solidFill>
                      <a:prstDash val="solid"/>
                    </a:lnB>
                    <a:solidFill>
                      <a:srgbClr val="D5F6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F6E0"/>
                      </a:solidFill>
                      <a:prstDash val="solid"/>
                    </a:lnL>
                    <a:lnR w="9525" cap="flat" cmpd="sng" algn="ctr">
                      <a:solidFill>
                        <a:srgbClr val="D5F6E0"/>
                      </a:solidFill>
                      <a:prstDash val="solid"/>
                    </a:lnR>
                    <a:lnT w="9525" cap="flat" cmpd="sng" algn="ctr">
                      <a:solidFill>
                        <a:srgbClr val="D5F6E0"/>
                      </a:solidFill>
                      <a:prstDash val="solid"/>
                    </a:lnT>
                    <a:lnB w="9525" cap="flat" cmpd="sng" algn="ctr">
                      <a:solidFill>
                        <a:srgbClr val="D5F6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F6E0"/>
                      </a:solidFill>
                      <a:prstDash val="solid"/>
                    </a:lnL>
                    <a:lnR w="9525" cap="flat" cmpd="sng" algn="ctr">
                      <a:solidFill>
                        <a:srgbClr val="D5F6E0"/>
                      </a:solidFill>
                      <a:prstDash val="solid"/>
                    </a:lnR>
                    <a:lnT w="9525" cap="flat" cmpd="sng" algn="ctr">
                      <a:solidFill>
                        <a:srgbClr val="D5F6E0"/>
                      </a:solidFill>
                      <a:prstDash val="solid"/>
                    </a:lnT>
                    <a:lnB w="9525" cap="flat" cmpd="sng" algn="ctr">
                      <a:solidFill>
                        <a:srgbClr val="D5F6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F6E0"/>
                      </a:solidFill>
                      <a:prstDash val="solid"/>
                    </a:lnL>
                    <a:lnR w="9525" cap="flat" cmpd="sng" algn="ctr">
                      <a:solidFill>
                        <a:srgbClr val="D5F6E0"/>
                      </a:solidFill>
                      <a:prstDash val="solid"/>
                    </a:lnR>
                    <a:lnT w="9525" cap="flat" cmpd="sng" algn="ctr">
                      <a:solidFill>
                        <a:srgbClr val="D5F6E0"/>
                      </a:solidFill>
                      <a:prstDash val="solid"/>
                    </a:lnT>
                    <a:lnB w="9525" cap="flat" cmpd="sng" algn="ctr">
                      <a:solidFill>
                        <a:srgbClr val="D5F6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932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F6E0"/>
                      </a:solidFill>
                      <a:prstDash val="solid"/>
                    </a:lnL>
                    <a:lnR w="9525" cap="flat" cmpd="sng" algn="ctr">
                      <a:solidFill>
                        <a:srgbClr val="D5F6E0"/>
                      </a:solidFill>
                      <a:prstDash val="solid"/>
                    </a:lnR>
                    <a:lnT w="9525" cap="flat" cmpd="sng" algn="ctr">
                      <a:solidFill>
                        <a:srgbClr val="D5F6E0"/>
                      </a:solidFill>
                      <a:prstDash val="solid"/>
                    </a:lnT>
                    <a:lnB w="9525" cap="flat" cmpd="sng" algn="ctr">
                      <a:solidFill>
                        <a:srgbClr val="D5F6E0"/>
                      </a:solidFill>
                      <a:prstDash val="solid"/>
                    </a:lnB>
                    <a:solidFill>
                      <a:srgbClr val="D5F6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F6E0"/>
                      </a:solidFill>
                      <a:prstDash val="solid"/>
                    </a:lnL>
                    <a:lnR w="9525" cap="flat" cmpd="sng" algn="ctr">
                      <a:solidFill>
                        <a:srgbClr val="D5F6E0"/>
                      </a:solidFill>
                      <a:prstDash val="solid"/>
                    </a:lnR>
                    <a:lnT w="9525" cap="flat" cmpd="sng" algn="ctr">
                      <a:solidFill>
                        <a:srgbClr val="D5F6E0"/>
                      </a:solidFill>
                      <a:prstDash val="solid"/>
                    </a:lnT>
                    <a:lnB w="9525" cap="flat" cmpd="sng" algn="ctr">
                      <a:solidFill>
                        <a:srgbClr val="D5F6E0"/>
                      </a:solidFill>
                      <a:prstDash val="solid"/>
                    </a:lnB>
                    <a:solidFill>
                      <a:srgbClr val="ECFB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F6E0"/>
                      </a:solidFill>
                      <a:prstDash val="solid"/>
                    </a:lnL>
                    <a:lnR w="9525" cap="flat" cmpd="sng" algn="ctr">
                      <a:solidFill>
                        <a:srgbClr val="D5F6E0"/>
                      </a:solidFill>
                      <a:prstDash val="solid"/>
                    </a:lnR>
                    <a:lnT w="9525" cap="flat" cmpd="sng" algn="ctr">
                      <a:solidFill>
                        <a:srgbClr val="D5F6E0"/>
                      </a:solidFill>
                      <a:prstDash val="solid"/>
                    </a:lnT>
                    <a:lnB w="9525" cap="flat" cmpd="sng" algn="ctr">
                      <a:solidFill>
                        <a:srgbClr val="D5F6E0"/>
                      </a:solidFill>
                      <a:prstDash val="solid"/>
                    </a:lnB>
                    <a:solidFill>
                      <a:srgbClr val="ECFB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F6E0"/>
                      </a:solidFill>
                      <a:prstDash val="solid"/>
                    </a:lnL>
                    <a:lnR w="9525" cap="flat" cmpd="sng" algn="ctr">
                      <a:solidFill>
                        <a:srgbClr val="D5F6E0"/>
                      </a:solidFill>
                      <a:prstDash val="solid"/>
                    </a:lnR>
                    <a:lnT w="9525" cap="flat" cmpd="sng" algn="ctr">
                      <a:solidFill>
                        <a:srgbClr val="D5F6E0"/>
                      </a:solidFill>
                      <a:prstDash val="solid"/>
                    </a:lnT>
                    <a:lnB w="9525" cap="flat" cmpd="sng" algn="ctr">
                      <a:solidFill>
                        <a:srgbClr val="D5F6E0"/>
                      </a:solidFill>
                      <a:prstDash val="solid"/>
                    </a:lnB>
                    <a:solidFill>
                      <a:srgbClr val="ECFBF1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932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F6E0"/>
                      </a:solidFill>
                      <a:prstDash val="solid"/>
                    </a:lnL>
                    <a:lnR w="9525" cap="flat" cmpd="sng" algn="ctr">
                      <a:solidFill>
                        <a:srgbClr val="D5F6E0"/>
                      </a:solidFill>
                      <a:prstDash val="solid"/>
                    </a:lnR>
                    <a:lnT w="9525" cap="flat" cmpd="sng" algn="ctr">
                      <a:solidFill>
                        <a:srgbClr val="D5F6E0"/>
                      </a:solidFill>
                      <a:prstDash val="solid"/>
                    </a:lnT>
                    <a:lnB w="9525" cap="flat" cmpd="sng" algn="ctr">
                      <a:solidFill>
                        <a:srgbClr val="D5F6E0"/>
                      </a:solidFill>
                      <a:prstDash val="solid"/>
                    </a:lnB>
                    <a:solidFill>
                      <a:srgbClr val="D5F6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F6E0"/>
                      </a:solidFill>
                      <a:prstDash val="solid"/>
                    </a:lnL>
                    <a:lnR w="9525" cap="flat" cmpd="sng" algn="ctr">
                      <a:solidFill>
                        <a:srgbClr val="D5F6E0"/>
                      </a:solidFill>
                      <a:prstDash val="solid"/>
                    </a:lnR>
                    <a:lnT w="9525" cap="flat" cmpd="sng" algn="ctr">
                      <a:solidFill>
                        <a:srgbClr val="D5F6E0"/>
                      </a:solidFill>
                      <a:prstDash val="solid"/>
                    </a:lnT>
                    <a:lnB w="9525" cap="flat" cmpd="sng" algn="ctr">
                      <a:solidFill>
                        <a:srgbClr val="D5F6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F6E0"/>
                      </a:solidFill>
                      <a:prstDash val="solid"/>
                    </a:lnL>
                    <a:lnR w="9525" cap="flat" cmpd="sng" algn="ctr">
                      <a:solidFill>
                        <a:srgbClr val="D5F6E0"/>
                      </a:solidFill>
                      <a:prstDash val="solid"/>
                    </a:lnR>
                    <a:lnT w="9525" cap="flat" cmpd="sng" algn="ctr">
                      <a:solidFill>
                        <a:srgbClr val="D5F6E0"/>
                      </a:solidFill>
                      <a:prstDash val="solid"/>
                    </a:lnT>
                    <a:lnB w="9525" cap="flat" cmpd="sng" algn="ctr">
                      <a:solidFill>
                        <a:srgbClr val="D5F6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5F6E0"/>
                      </a:solidFill>
                      <a:prstDash val="solid"/>
                    </a:lnL>
                    <a:lnR w="9525" cap="flat" cmpd="sng" algn="ctr">
                      <a:solidFill>
                        <a:srgbClr val="D5F6E0"/>
                      </a:solidFill>
                      <a:prstDash val="solid"/>
                    </a:lnR>
                    <a:lnT w="9525" cap="flat" cmpd="sng" algn="ctr">
                      <a:solidFill>
                        <a:srgbClr val="D5F6E0"/>
                      </a:solidFill>
                      <a:prstDash val="solid"/>
                    </a:lnT>
                    <a:lnB w="9525" cap="flat" cmpd="sng" algn="ctr">
                      <a:solidFill>
                        <a:srgbClr val="D5F6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5F6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7802684" y="0"/>
            <a:ext cx="438901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8168435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감사합니다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끝까지 들어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교육·강의 발표 템플릿">
  <a:themeElements>
    <a:clrScheme name="Office">
      <a:dk1>
        <a:sysClr val="windowText" lastClr="000000"/>
      </a:dk1>
      <a:lt1>
        <a:sysClr val="window" lastClr="FFFFFF"/>
      </a:lt1>
      <a:dk2>
        <a:srgbClr val="274932"/>
      </a:dk2>
      <a:lt2>
        <a:srgbClr val="ECFBF1"/>
      </a:lt2>
      <a:accent1>
        <a:srgbClr val="98E1B1"/>
      </a:accent1>
      <a:accent2>
        <a:srgbClr val="B8EAE0"/>
      </a:accent2>
      <a:accent3>
        <a:srgbClr val="274932"/>
      </a:accent3>
      <a:accent4>
        <a:srgbClr val="D5F6E0"/>
      </a:accent4>
      <a:accent5>
        <a:srgbClr val="A8E6C8"/>
      </a:accent5>
      <a:accent6>
        <a:srgbClr val="7D9284"/>
      </a:accent6>
      <a:hlink>
        <a:srgbClr val="98E1B1"/>
      </a:hlink>
      <a:folHlink>
        <a:srgbClr val="274932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교육·강의 발표 템플릿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