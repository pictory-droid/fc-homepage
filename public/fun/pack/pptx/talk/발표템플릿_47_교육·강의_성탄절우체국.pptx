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83A23"/>
                </a:solidFill>
              </a:rPr>
              <a:t>발표 제목을 입력하세요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83A23"/>
                </a:solidFill>
              </a:rPr>
              <a:t>끝나고 한 줄로 정리해 보는 시간이 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교육·강의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83A23"/>
                </a:solidFill>
              </a:rPr>
              <a:t>목차</a:t>
            </a:r>
          </a:p>
        </p:txBody>
      </p:sp>
      <p:sp>
        <p:nvSpPr>
          <p:cNvPr id="5" name="줄 1"/>
          <p:cNvSpPr/>
          <p:nvPr/>
        </p:nvSpPr>
        <p:spPr>
          <a:xfrm>
            <a:off x="640080" y="16002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2700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오늘의 목표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645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9" name="줄 2"/>
          <p:cNvSpPr/>
          <p:nvPr/>
        </p:nvSpPr>
        <p:spPr>
          <a:xfrm>
            <a:off x="640080" y="265176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2700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822959" y="2880360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핵심 개념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697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3" name="줄 3"/>
          <p:cNvSpPr/>
          <p:nvPr/>
        </p:nvSpPr>
        <p:spPr>
          <a:xfrm>
            <a:off x="640080" y="370332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2700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2959" y="3931920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실습과 예시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74903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7" name="줄 4"/>
          <p:cNvSpPr/>
          <p:nvPr/>
        </p:nvSpPr>
        <p:spPr>
          <a:xfrm>
            <a:off x="640080" y="475487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2700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4"/>
          <p:cNvSpPr/>
          <p:nvPr/>
        </p:nvSpPr>
        <p:spPr>
          <a:xfrm>
            <a:off x="822959" y="4983479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정리와 질문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80059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83A23"/>
                </a:solidFill>
              </a:rPr>
              <a:t>핵심 메시지</a:t>
            </a:r>
          </a:p>
        </p:txBody>
      </p:sp>
      <p:sp>
        <p:nvSpPr>
          <p:cNvPr id="5" name="핵심 문장"/>
          <p:cNvSpPr txBox="1"/>
          <p:nvPr/>
        </p:nvSpPr>
        <p:spPr>
          <a:xfrm>
            <a:off x="640080" y="160020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83A23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5875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3246120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알아야 할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0" name="카드 2"/>
          <p:cNvSpPr/>
          <p:nvPr/>
        </p:nvSpPr>
        <p:spPr>
          <a:xfrm>
            <a:off x="4353458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5875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4536338" y="3246120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해 볼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4" name="카드 3"/>
          <p:cNvSpPr/>
          <p:nvPr/>
        </p:nvSpPr>
        <p:spPr>
          <a:xfrm>
            <a:off x="8066836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5875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49716" y="3246120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기억할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83A23"/>
                </a:solidFill>
              </a:rPr>
              <a:t>한눈에 비교</a:t>
            </a:r>
          </a:p>
        </p:txBody>
      </p:sp>
      <p:sp>
        <p:nvSpPr>
          <p:cNvPr id="5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2700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알기 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D2EFDC"/>
          </a:solidFill>
          <a:ln w="12700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183A2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알고 난 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83A23"/>
                </a:solidFill>
              </a:rPr>
              <a:t>일정·현황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차시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653D"/>
                      </a:solidFill>
                      <a:prstDash val="solid"/>
                    </a:lnL>
                    <a:lnR w="9525" cap="flat" cmpd="sng" algn="ctr">
                      <a:solidFill>
                        <a:srgbClr val="29653D"/>
                      </a:solidFill>
                      <a:prstDash val="solid"/>
                    </a:lnR>
                    <a:lnT w="9525" cap="flat" cmpd="sng" algn="ctr">
                      <a:solidFill>
                        <a:srgbClr val="29653D"/>
                      </a:solidFill>
                      <a:prstDash val="solid"/>
                    </a:lnT>
                    <a:lnB w="9525" cap="flat" cmpd="sng" algn="ctr">
                      <a:solidFill>
                        <a:srgbClr val="29653D"/>
                      </a:solidFill>
                      <a:prstDash val="solid"/>
                    </a:lnB>
                    <a:solidFill>
                      <a:srgbClr val="2965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주제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653D"/>
                      </a:solidFill>
                      <a:prstDash val="solid"/>
                    </a:lnL>
                    <a:lnR w="9525" cap="flat" cmpd="sng" algn="ctr">
                      <a:solidFill>
                        <a:srgbClr val="29653D"/>
                      </a:solidFill>
                      <a:prstDash val="solid"/>
                    </a:lnR>
                    <a:lnT w="9525" cap="flat" cmpd="sng" algn="ctr">
                      <a:solidFill>
                        <a:srgbClr val="29653D"/>
                      </a:solidFill>
                      <a:prstDash val="solid"/>
                    </a:lnT>
                    <a:lnB w="9525" cap="flat" cmpd="sng" algn="ctr">
                      <a:solidFill>
                        <a:srgbClr val="29653D"/>
                      </a:solidFill>
                      <a:prstDash val="solid"/>
                    </a:lnB>
                    <a:solidFill>
                      <a:srgbClr val="2965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653D"/>
                      </a:solidFill>
                      <a:prstDash val="solid"/>
                    </a:lnL>
                    <a:lnR w="9525" cap="flat" cmpd="sng" algn="ctr">
                      <a:solidFill>
                        <a:srgbClr val="29653D"/>
                      </a:solidFill>
                      <a:prstDash val="solid"/>
                    </a:lnR>
                    <a:lnT w="9525" cap="flat" cmpd="sng" algn="ctr">
                      <a:solidFill>
                        <a:srgbClr val="29653D"/>
                      </a:solidFill>
                      <a:prstDash val="solid"/>
                    </a:lnT>
                    <a:lnB w="9525" cap="flat" cmpd="sng" algn="ctr">
                      <a:solidFill>
                        <a:srgbClr val="29653D"/>
                      </a:solidFill>
                      <a:prstDash val="solid"/>
                    </a:lnB>
                    <a:solidFill>
                      <a:srgbClr val="2965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준비물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653D"/>
                      </a:solidFill>
                      <a:prstDash val="solid"/>
                    </a:lnL>
                    <a:lnR w="9525" cap="flat" cmpd="sng" algn="ctr">
                      <a:solidFill>
                        <a:srgbClr val="29653D"/>
                      </a:solidFill>
                      <a:prstDash val="solid"/>
                    </a:lnR>
                    <a:lnT w="9525" cap="flat" cmpd="sng" algn="ctr">
                      <a:solidFill>
                        <a:srgbClr val="29653D"/>
                      </a:solidFill>
                      <a:prstDash val="solid"/>
                    </a:lnT>
                    <a:lnB w="9525" cap="flat" cmpd="sng" algn="ctr">
                      <a:solidFill>
                        <a:srgbClr val="29653D"/>
                      </a:solidFill>
                      <a:prstDash val="solid"/>
                    </a:lnB>
                    <a:solidFill>
                      <a:srgbClr val="29653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83A23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83A23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83A23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83A23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83A23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83A23"/>
                </a:solidFill>
              </a:rPr>
              <a:t>감사합니다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83A23"/>
                </a:solidFill>
              </a:rPr>
              <a:t>끝까지 들어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교육·강의 발표 템플릿">
  <a:themeElements>
    <a:clrScheme name="Office">
      <a:dk1>
        <a:sysClr val="windowText" lastClr="000000"/>
      </a:dk1>
      <a:lt1>
        <a:sysClr val="window" lastClr="FFFFFF"/>
      </a:lt1>
      <a:dk2>
        <a:srgbClr val="183A23"/>
      </a:dk2>
      <a:lt2>
        <a:srgbClr val="F1F9F3"/>
      </a:lt2>
      <a:accent1>
        <a:srgbClr val="29653D"/>
      </a:accent1>
      <a:accent2>
        <a:srgbClr val="833B91"/>
      </a:accent2>
      <a:accent3>
        <a:srgbClr val="183A23"/>
      </a:accent3>
      <a:accent4>
        <a:srgbClr val="D2EFDC"/>
      </a:accent4>
      <a:accent5>
        <a:srgbClr val="565067"/>
      </a:accent5>
      <a:accent6>
        <a:srgbClr val="74897B"/>
      </a:accent6>
      <a:hlink>
        <a:srgbClr val="29653D"/>
      </a:hlink>
      <a:folHlink>
        <a:srgbClr val="183A23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교육·강의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