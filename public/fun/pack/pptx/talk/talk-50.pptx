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4377" y="2130425"/>
            <a:ext cx="1036294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28754" y="3886200"/>
            <a:ext cx="8534186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12758" y="0"/>
            <a:ext cx="14629667" cy="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12758" y="0"/>
            <a:ext cx="14629667" cy="0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3059" y="4406900"/>
            <a:ext cx="1036294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63059" y="2906713"/>
            <a:ext cx="1036294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12758" y="0"/>
            <a:ext cx="14629667" cy="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584" y="1600200"/>
            <a:ext cx="5384665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444" y="1600200"/>
            <a:ext cx="5384665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12758" y="0"/>
            <a:ext cx="14629667" cy="0"/>
          </a:xfrm>
        </p:spPr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584" y="1535113"/>
            <a:ext cx="5386782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584" y="2174875"/>
            <a:ext cx="5386782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93211" y="1535113"/>
            <a:ext cx="538889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93211" y="2174875"/>
            <a:ext cx="538889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12758" y="0"/>
            <a:ext cx="14629667" cy="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584" y="273050"/>
            <a:ext cx="401098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6614" y="273050"/>
            <a:ext cx="6815496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584" y="1435100"/>
            <a:ext cx="401098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89657" y="4800600"/>
            <a:ext cx="7315016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389657" y="612775"/>
            <a:ext cx="7315016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389657" y="5367338"/>
            <a:ext cx="7315016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12758" y="0"/>
            <a:ext cx="14629667" cy="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12758" y="0"/>
            <a:ext cx="14629667" cy="0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8978" y="274638"/>
            <a:ext cx="2743131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584" y="274638"/>
            <a:ext cx="8026199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09584" y="274638"/>
            <a:ext cx="10972525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584" y="1600200"/>
            <a:ext cx="10972525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09584" y="6356350"/>
            <a:ext cx="284472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165495" y="6356350"/>
            <a:ext cx="386070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37381" y="6356350"/>
            <a:ext cx="284472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DF3E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" name="장식"/>
          <p:cNvSpPr/>
          <p:nvPr/>
        </p:nvSpPr>
        <p:spPr>
          <a:xfrm>
            <a:off x="0" y="0"/>
            <a:ext cx="1950671" cy="6858000"/>
          </a:xfrm>
          <a:prstGeom prst="rect">
            <a:avLst/>
          </a:prstGeom>
          <a:solidFill>
            <a:srgbClr val="E36C1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장식"/>
          <p:cNvSpPr/>
          <p:nvPr/>
        </p:nvSpPr>
        <p:spPr>
          <a:xfrm>
            <a:off x="1950671" y="0"/>
            <a:ext cx="91440" cy="6858000"/>
          </a:xfrm>
          <a:prstGeom prst="rect">
            <a:avLst/>
          </a:prstGeom>
          <a:solidFill>
            <a:srgbClr val="3B918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장식"/>
          <p:cNvSpPr/>
          <p:nvPr/>
        </p:nvSpPr>
        <p:spPr>
          <a:xfrm>
            <a:off x="8642360" y="3963924"/>
            <a:ext cx="2221991" cy="2221991"/>
          </a:xfrm>
          <a:prstGeom prst="sun">
            <a:avLst/>
          </a:prstGeom>
          <a:solidFill>
            <a:srgbClr val="E36C1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장식"/>
          <p:cNvSpPr/>
          <p:nvPr/>
        </p:nvSpPr>
        <p:spPr>
          <a:xfrm>
            <a:off x="9010826" y="6666402"/>
            <a:ext cx="246887" cy="246887"/>
          </a:xfrm>
          <a:prstGeom prst="ellipse">
            <a:avLst/>
          </a:prstGeom>
          <a:solidFill>
            <a:srgbClr val="FADBC7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장식"/>
          <p:cNvSpPr/>
          <p:nvPr/>
        </p:nvSpPr>
        <p:spPr>
          <a:xfrm>
            <a:off x="10190883" y="6761405"/>
            <a:ext cx="246887" cy="246887"/>
          </a:xfrm>
          <a:prstGeom prst="ellipse">
            <a:avLst/>
          </a:prstGeom>
          <a:solidFill>
            <a:srgbClr val="FADBC7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장식"/>
          <p:cNvSpPr/>
          <p:nvPr/>
        </p:nvSpPr>
        <p:spPr>
          <a:xfrm>
            <a:off x="8372649" y="6219462"/>
            <a:ext cx="246887" cy="246887"/>
          </a:xfrm>
          <a:prstGeom prst="ellipse">
            <a:avLst/>
          </a:prstGeom>
          <a:solidFill>
            <a:srgbClr val="FADBC7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926006" y="2194560"/>
            <a:ext cx="7558851" cy="1463040"/>
          </a:xfrm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05000"/>
              </a:lnSpc>
            </a:pPr>
            <a:r>
              <a:rPr sz="3600" b="1" i="0">
                <a:solidFill>
                  <a:srgbClr val="884111"/>
                </a:solidFill>
              </a:rPr>
              <a:t>발표 제목을 입력하세요</a:t>
            </a:r>
          </a:p>
        </p:txBody>
      </p:sp>
      <p:sp>
        <p:nvSpPr>
          <p:cNvPr id="9" name="한 줄 문구"/>
          <p:cNvSpPr txBox="1"/>
          <p:nvPr/>
        </p:nvSpPr>
        <p:spPr>
          <a:xfrm>
            <a:off x="2926006" y="3749039"/>
            <a:ext cx="7558851" cy="82296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1700" b="0" i="1">
                <a:solidFill>
                  <a:srgbClr val="884111"/>
                </a:solidFill>
              </a:rPr>
              <a:t>새해 첫 해돋이처럼 새롭게 시작합니다</a:t>
            </a:r>
          </a:p>
        </p:txBody>
      </p:sp>
      <p:sp>
        <p:nvSpPr>
          <p:cNvPr id="10" name="안내 문구"/>
          <p:cNvSpPr txBox="1"/>
          <p:nvPr/>
        </p:nvSpPr>
        <p:spPr>
          <a:xfrm>
            <a:off x="2926006" y="4617720"/>
            <a:ext cx="7558851" cy="91440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1400" b="0" i="0">
                <a:solidFill>
                  <a:srgbClr val="666666"/>
                </a:solidFill>
              </a:rPr>
              <a:t>연말 결산·회고 · 발표자 이름</a:t>
            </a:r>
          </a:p>
          <a:p>
            <a:pPr algn="l">
              <a:lnSpc>
                <a:spcPct val="115000"/>
              </a:lnSpc>
            </a:pPr>
            <a:r>
              <a:rPr sz="1400" b="0" i="0">
                <a:solidFill>
                  <a:srgbClr val="666666"/>
                </a:solidFill>
              </a:rPr>
              <a:t>2026. 00. 00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DF3E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" name="장식"/>
          <p:cNvSpPr/>
          <p:nvPr/>
        </p:nvSpPr>
        <p:spPr>
          <a:xfrm>
            <a:off x="0" y="0"/>
            <a:ext cx="411480" cy="6858000"/>
          </a:xfrm>
          <a:prstGeom prst="rect">
            <a:avLst/>
          </a:prstGeom>
          <a:solidFill>
            <a:srgbClr val="E36C1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장식"/>
          <p:cNvSpPr/>
          <p:nvPr/>
        </p:nvSpPr>
        <p:spPr>
          <a:xfrm>
            <a:off x="411480" y="0"/>
            <a:ext cx="64008" cy="6858000"/>
          </a:xfrm>
          <a:prstGeom prst="rect">
            <a:avLst/>
          </a:prstGeom>
          <a:solidFill>
            <a:srgbClr val="3B918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장식"/>
          <p:cNvSpPr/>
          <p:nvPr/>
        </p:nvSpPr>
        <p:spPr>
          <a:xfrm>
            <a:off x="10870387" y="324611"/>
            <a:ext cx="905256" cy="905256"/>
          </a:xfrm>
          <a:prstGeom prst="sun">
            <a:avLst/>
          </a:prstGeom>
          <a:solidFill>
            <a:srgbClr val="E36C1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장식"/>
          <p:cNvSpPr/>
          <p:nvPr/>
        </p:nvSpPr>
        <p:spPr>
          <a:xfrm>
            <a:off x="11020503" y="1425621"/>
            <a:ext cx="100584" cy="100584"/>
          </a:xfrm>
          <a:prstGeom prst="ellipse">
            <a:avLst/>
          </a:prstGeom>
          <a:solidFill>
            <a:srgbClr val="FADBC7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장식"/>
          <p:cNvSpPr/>
          <p:nvPr/>
        </p:nvSpPr>
        <p:spPr>
          <a:xfrm>
            <a:off x="11501267" y="1464326"/>
            <a:ext cx="100584" cy="100584"/>
          </a:xfrm>
          <a:prstGeom prst="ellipse">
            <a:avLst/>
          </a:prstGeom>
          <a:solidFill>
            <a:srgbClr val="FADBC7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장식"/>
          <p:cNvSpPr/>
          <p:nvPr/>
        </p:nvSpPr>
        <p:spPr>
          <a:xfrm>
            <a:off x="10760504" y="1243535"/>
            <a:ext cx="100584" cy="100584"/>
          </a:xfrm>
          <a:prstGeom prst="ellipse">
            <a:avLst/>
          </a:prstGeom>
          <a:solidFill>
            <a:srgbClr val="FADBC7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4400" y="457200"/>
            <a:ext cx="9448495" cy="868680"/>
          </a:xfrm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05000"/>
              </a:lnSpc>
            </a:pPr>
            <a:r>
              <a:rPr sz="3000" b="1" i="0">
                <a:solidFill>
                  <a:srgbClr val="884111"/>
                </a:solidFill>
              </a:rPr>
              <a:t>목차</a:t>
            </a:r>
          </a:p>
        </p:txBody>
      </p:sp>
      <p:sp>
        <p:nvSpPr>
          <p:cNvPr id="9" name="줄 1"/>
          <p:cNvSpPr/>
          <p:nvPr/>
        </p:nvSpPr>
        <p:spPr>
          <a:xfrm>
            <a:off x="914400" y="1600200"/>
            <a:ext cx="10637215" cy="914400"/>
          </a:xfrm>
          <a:prstGeom prst="roundRect">
            <a:avLst>
              <a:gd name="adj" fmla="val 8000"/>
            </a:avLst>
          </a:prstGeom>
          <a:solidFill>
            <a:srgbClr val="FDF3ED"/>
          </a:solidFill>
          <a:ln w="12700">
            <a:solidFill>
              <a:srgbClr val="FADBC7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번호 1"/>
          <p:cNvSpPr/>
          <p:nvPr/>
        </p:nvSpPr>
        <p:spPr>
          <a:xfrm>
            <a:off x="1097280" y="1828800"/>
            <a:ext cx="457200" cy="457200"/>
          </a:xfrm>
          <a:prstGeom prst="ellipse">
            <a:avLst/>
          </a:prstGeom>
          <a:solidFill>
            <a:srgbClr val="E36C1C"/>
          </a:solidFill>
          <a:ln>
            <a:noFill/>
          </a:ln>
        </p:spPr>
        <p:txBody>
          <a:bodyPr rtlCol="0" anchor="ctr" wrap="square" lIns="54864" rIns="54864" tIns="27432" bIns="27432">
            <a:noAutofit/>
          </a:bodyPr>
          <a:lstStyle/>
          <a:p>
            <a:pPr algn="ctr">
              <a:lnSpc>
                <a:spcPct val="100000"/>
              </a:lnSpc>
            </a:pPr>
            <a:r>
              <a:rPr sz="1600" b="1" i="0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783080" y="1645920"/>
            <a:ext cx="2743200" cy="82296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15000"/>
              </a:lnSpc>
            </a:pPr>
            <a:r>
              <a:rPr sz="1800" b="1" i="0">
                <a:solidFill>
                  <a:srgbClr val="884111"/>
                </a:solidFill>
              </a:rPr>
              <a:t>올해의 한 줄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0" y="1645920"/>
            <a:ext cx="6796735" cy="82296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15000"/>
              </a:lnSpc>
            </a:pPr>
            <a:r>
              <a:rPr sz="1500" b="0" i="0">
                <a:solidFill>
                  <a:srgbClr val="2B2B2B"/>
                </a:solidFill>
              </a:rPr>
              <a:t>한 줄로 내용을 적어 주세요</a:t>
            </a:r>
          </a:p>
        </p:txBody>
      </p:sp>
      <p:sp>
        <p:nvSpPr>
          <p:cNvPr id="13" name="줄 2"/>
          <p:cNvSpPr/>
          <p:nvPr/>
        </p:nvSpPr>
        <p:spPr>
          <a:xfrm>
            <a:off x="914400" y="2651760"/>
            <a:ext cx="10637215" cy="914400"/>
          </a:xfrm>
          <a:prstGeom prst="roundRect">
            <a:avLst>
              <a:gd name="adj" fmla="val 8000"/>
            </a:avLst>
          </a:prstGeom>
          <a:solidFill>
            <a:srgbClr val="FDF3ED"/>
          </a:solidFill>
          <a:ln w="12700">
            <a:solidFill>
              <a:srgbClr val="FADBC7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번호 2"/>
          <p:cNvSpPr/>
          <p:nvPr/>
        </p:nvSpPr>
        <p:spPr>
          <a:xfrm>
            <a:off x="1097280" y="2880360"/>
            <a:ext cx="457200" cy="457200"/>
          </a:xfrm>
          <a:prstGeom prst="ellipse">
            <a:avLst/>
          </a:prstGeom>
          <a:solidFill>
            <a:srgbClr val="E36C1C"/>
          </a:solidFill>
          <a:ln>
            <a:noFill/>
          </a:ln>
        </p:spPr>
        <p:txBody>
          <a:bodyPr rtlCol="0" anchor="ctr" wrap="square" lIns="54864" rIns="54864" tIns="27432" bIns="27432">
            <a:noAutofit/>
          </a:bodyPr>
          <a:lstStyle/>
          <a:p>
            <a:pPr algn="ctr">
              <a:lnSpc>
                <a:spcPct val="100000"/>
              </a:lnSpc>
            </a:pPr>
            <a:r>
              <a:rPr sz="1600" b="1" i="0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783080" y="2697479"/>
            <a:ext cx="2743200" cy="82296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15000"/>
              </a:lnSpc>
            </a:pPr>
            <a:r>
              <a:rPr sz="1800" b="1" i="0">
                <a:solidFill>
                  <a:srgbClr val="884111"/>
                </a:solidFill>
              </a:rPr>
              <a:t>잘한 일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72000" y="2697479"/>
            <a:ext cx="6796735" cy="82296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15000"/>
              </a:lnSpc>
            </a:pPr>
            <a:r>
              <a:rPr sz="1500" b="0" i="0">
                <a:solidFill>
                  <a:srgbClr val="2B2B2B"/>
                </a:solidFill>
              </a:rPr>
              <a:t>한 줄로 내용을 적어 주세요</a:t>
            </a:r>
          </a:p>
        </p:txBody>
      </p:sp>
      <p:sp>
        <p:nvSpPr>
          <p:cNvPr id="17" name="줄 3"/>
          <p:cNvSpPr/>
          <p:nvPr/>
        </p:nvSpPr>
        <p:spPr>
          <a:xfrm>
            <a:off x="914400" y="3703320"/>
            <a:ext cx="10637215" cy="914400"/>
          </a:xfrm>
          <a:prstGeom prst="roundRect">
            <a:avLst>
              <a:gd name="adj" fmla="val 8000"/>
            </a:avLst>
          </a:prstGeom>
          <a:solidFill>
            <a:srgbClr val="FDF3ED"/>
          </a:solidFill>
          <a:ln w="12700">
            <a:solidFill>
              <a:srgbClr val="FADBC7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" name="번호 3"/>
          <p:cNvSpPr/>
          <p:nvPr/>
        </p:nvSpPr>
        <p:spPr>
          <a:xfrm>
            <a:off x="1097280" y="3931920"/>
            <a:ext cx="457200" cy="457200"/>
          </a:xfrm>
          <a:prstGeom prst="ellipse">
            <a:avLst/>
          </a:prstGeom>
          <a:solidFill>
            <a:srgbClr val="E36C1C"/>
          </a:solidFill>
          <a:ln>
            <a:noFill/>
          </a:ln>
        </p:spPr>
        <p:txBody>
          <a:bodyPr rtlCol="0" anchor="ctr" wrap="square" lIns="54864" rIns="54864" tIns="27432" bIns="27432">
            <a:noAutofit/>
          </a:bodyPr>
          <a:lstStyle/>
          <a:p>
            <a:pPr algn="ctr">
              <a:lnSpc>
                <a:spcPct val="100000"/>
              </a:lnSpc>
            </a:pPr>
            <a:r>
              <a:rPr sz="1600" b="1" i="0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783080" y="3749039"/>
            <a:ext cx="2743200" cy="82296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15000"/>
              </a:lnSpc>
            </a:pPr>
            <a:r>
              <a:rPr sz="1800" b="1" i="0">
                <a:solidFill>
                  <a:srgbClr val="884111"/>
                </a:solidFill>
              </a:rPr>
              <a:t>아쉬운 일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572000" y="3749039"/>
            <a:ext cx="6796735" cy="82296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15000"/>
              </a:lnSpc>
            </a:pPr>
            <a:r>
              <a:rPr sz="1500" b="0" i="0">
                <a:solidFill>
                  <a:srgbClr val="2B2B2B"/>
                </a:solidFill>
              </a:rPr>
              <a:t>한 줄로 내용을 적어 주세요</a:t>
            </a:r>
          </a:p>
        </p:txBody>
      </p:sp>
      <p:sp>
        <p:nvSpPr>
          <p:cNvPr id="21" name="줄 4"/>
          <p:cNvSpPr/>
          <p:nvPr/>
        </p:nvSpPr>
        <p:spPr>
          <a:xfrm>
            <a:off x="914400" y="4754879"/>
            <a:ext cx="10637215" cy="914400"/>
          </a:xfrm>
          <a:prstGeom prst="roundRect">
            <a:avLst>
              <a:gd name="adj" fmla="val 8000"/>
            </a:avLst>
          </a:prstGeom>
          <a:solidFill>
            <a:srgbClr val="FDF3ED"/>
          </a:solidFill>
          <a:ln w="12700">
            <a:solidFill>
              <a:srgbClr val="FADBC7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2" name="번호 4"/>
          <p:cNvSpPr/>
          <p:nvPr/>
        </p:nvSpPr>
        <p:spPr>
          <a:xfrm>
            <a:off x="1097280" y="4983479"/>
            <a:ext cx="457200" cy="457200"/>
          </a:xfrm>
          <a:prstGeom prst="ellipse">
            <a:avLst/>
          </a:prstGeom>
          <a:solidFill>
            <a:srgbClr val="E36C1C"/>
          </a:solidFill>
          <a:ln>
            <a:noFill/>
          </a:ln>
        </p:spPr>
        <p:txBody>
          <a:bodyPr rtlCol="0" anchor="ctr" wrap="square" lIns="54864" rIns="54864" tIns="27432" bIns="27432">
            <a:noAutofit/>
          </a:bodyPr>
          <a:lstStyle/>
          <a:p>
            <a:pPr algn="ctr">
              <a:lnSpc>
                <a:spcPct val="100000"/>
              </a:lnSpc>
            </a:pPr>
            <a:r>
              <a:rPr sz="1600" b="1" i="0">
                <a:solidFill>
                  <a:srgbClr val="FFFFFF"/>
                </a:solidFill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783080" y="4800599"/>
            <a:ext cx="2743200" cy="82296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15000"/>
              </a:lnSpc>
            </a:pPr>
            <a:r>
              <a:rPr sz="1800" b="1" i="0">
                <a:solidFill>
                  <a:srgbClr val="884111"/>
                </a:solidFill>
              </a:rPr>
              <a:t>내년의 다짐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572000" y="4800599"/>
            <a:ext cx="6796735" cy="82296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15000"/>
              </a:lnSpc>
            </a:pPr>
            <a:r>
              <a:rPr sz="1500" b="0" i="0">
                <a:solidFill>
                  <a:srgbClr val="2B2B2B"/>
                </a:solidFill>
              </a:rPr>
              <a:t>한 줄로 내용을 적어 주세요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DF3E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" name="장식"/>
          <p:cNvSpPr/>
          <p:nvPr/>
        </p:nvSpPr>
        <p:spPr>
          <a:xfrm>
            <a:off x="0" y="0"/>
            <a:ext cx="411480" cy="6858000"/>
          </a:xfrm>
          <a:prstGeom prst="rect">
            <a:avLst/>
          </a:prstGeom>
          <a:solidFill>
            <a:srgbClr val="E36C1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장식"/>
          <p:cNvSpPr/>
          <p:nvPr/>
        </p:nvSpPr>
        <p:spPr>
          <a:xfrm>
            <a:off x="411480" y="0"/>
            <a:ext cx="64008" cy="6858000"/>
          </a:xfrm>
          <a:prstGeom prst="rect">
            <a:avLst/>
          </a:prstGeom>
          <a:solidFill>
            <a:srgbClr val="3B918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장식"/>
          <p:cNvSpPr/>
          <p:nvPr/>
        </p:nvSpPr>
        <p:spPr>
          <a:xfrm>
            <a:off x="10870387" y="324611"/>
            <a:ext cx="905256" cy="905256"/>
          </a:xfrm>
          <a:prstGeom prst="sun">
            <a:avLst/>
          </a:prstGeom>
          <a:solidFill>
            <a:srgbClr val="E36C1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장식"/>
          <p:cNvSpPr/>
          <p:nvPr/>
        </p:nvSpPr>
        <p:spPr>
          <a:xfrm>
            <a:off x="11020503" y="1425621"/>
            <a:ext cx="100584" cy="100584"/>
          </a:xfrm>
          <a:prstGeom prst="ellipse">
            <a:avLst/>
          </a:prstGeom>
          <a:solidFill>
            <a:srgbClr val="FADBC7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장식"/>
          <p:cNvSpPr/>
          <p:nvPr/>
        </p:nvSpPr>
        <p:spPr>
          <a:xfrm>
            <a:off x="11501267" y="1464326"/>
            <a:ext cx="100584" cy="100584"/>
          </a:xfrm>
          <a:prstGeom prst="ellipse">
            <a:avLst/>
          </a:prstGeom>
          <a:solidFill>
            <a:srgbClr val="FADBC7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장식"/>
          <p:cNvSpPr/>
          <p:nvPr/>
        </p:nvSpPr>
        <p:spPr>
          <a:xfrm>
            <a:off x="10760504" y="1243535"/>
            <a:ext cx="100584" cy="100584"/>
          </a:xfrm>
          <a:prstGeom prst="ellipse">
            <a:avLst/>
          </a:prstGeom>
          <a:solidFill>
            <a:srgbClr val="FADBC7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4400" y="457200"/>
            <a:ext cx="9448495" cy="868680"/>
          </a:xfrm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05000"/>
              </a:lnSpc>
            </a:pPr>
            <a:r>
              <a:rPr sz="3000" b="1" i="0">
                <a:solidFill>
                  <a:srgbClr val="884111"/>
                </a:solidFill>
              </a:rPr>
              <a:t>핵심 메시지</a:t>
            </a:r>
          </a:p>
        </p:txBody>
      </p:sp>
      <p:sp>
        <p:nvSpPr>
          <p:cNvPr id="9" name="핵심 문장"/>
          <p:cNvSpPr txBox="1"/>
          <p:nvPr/>
        </p:nvSpPr>
        <p:spPr>
          <a:xfrm>
            <a:off x="914400" y="1600200"/>
            <a:ext cx="10637215" cy="118872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noAutofit/>
          </a:bodyPr>
          <a:lstStyle/>
          <a:p>
            <a:pPr algn="ctr">
              <a:lnSpc>
                <a:spcPct val="115000"/>
              </a:lnSpc>
            </a:pPr>
            <a:r>
              <a:rPr sz="2600" b="1" i="0">
                <a:solidFill>
                  <a:srgbClr val="884111"/>
                </a:solidFill>
              </a:rPr>
              <a:t>한 문장으로 말하면 — 여기에 핵심 메시지를 입력하세요</a:t>
            </a:r>
          </a:p>
        </p:txBody>
      </p:sp>
      <p:sp>
        <p:nvSpPr>
          <p:cNvPr id="10" name="카드 1"/>
          <p:cNvSpPr/>
          <p:nvPr/>
        </p:nvSpPr>
        <p:spPr>
          <a:xfrm>
            <a:off x="914400" y="3063240"/>
            <a:ext cx="3393338" cy="3017520"/>
          </a:xfrm>
          <a:prstGeom prst="roundRect">
            <a:avLst>
              <a:gd name="adj" fmla="val 8000"/>
            </a:avLst>
          </a:prstGeom>
          <a:solidFill>
            <a:srgbClr val="FDF3ED"/>
          </a:solidFill>
          <a:ln w="15875">
            <a:solidFill>
              <a:srgbClr val="FADBC7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번호 1"/>
          <p:cNvSpPr/>
          <p:nvPr/>
        </p:nvSpPr>
        <p:spPr>
          <a:xfrm>
            <a:off x="1097280" y="3246120"/>
            <a:ext cx="457200" cy="457200"/>
          </a:xfrm>
          <a:prstGeom prst="ellipse">
            <a:avLst/>
          </a:prstGeom>
          <a:solidFill>
            <a:srgbClr val="E36C1C"/>
          </a:solidFill>
          <a:ln>
            <a:noFill/>
          </a:ln>
        </p:spPr>
        <p:txBody>
          <a:bodyPr rtlCol="0" anchor="ctr" wrap="square" lIns="54864" rIns="54864" tIns="27432" bIns="27432">
            <a:noAutofit/>
          </a:bodyPr>
          <a:lstStyle/>
          <a:p>
            <a:pPr algn="ctr">
              <a:lnSpc>
                <a:spcPct val="100000"/>
              </a:lnSpc>
            </a:pPr>
            <a:r>
              <a:rPr sz="1600" b="1" i="0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51560" y="3840480"/>
            <a:ext cx="3119018" cy="64008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15000"/>
              </a:lnSpc>
            </a:pPr>
            <a:r>
              <a:rPr sz="1800" b="1" i="0">
                <a:solidFill>
                  <a:srgbClr val="884111"/>
                </a:solidFill>
              </a:rPr>
              <a:t>잘한 점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51560" y="4526280"/>
            <a:ext cx="3119018" cy="1417319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>
              <a:lnSpc>
                <a:spcPct val="125000"/>
              </a:lnSpc>
            </a:pPr>
            <a:r>
              <a:rPr sz="1600" b="0" i="0">
                <a:solidFill>
                  <a:srgbClr val="2B2B2B"/>
                </a:solidFill>
              </a:rPr>
              <a:t>내용을 입력하세요</a:t>
            </a:r>
          </a:p>
          <a:p>
            <a:pPr algn="l">
              <a:lnSpc>
                <a:spcPct val="125000"/>
              </a:lnSpc>
            </a:pPr>
            <a:r>
              <a:rPr sz="1600" b="0" i="0">
                <a:solidFill>
                  <a:srgbClr val="2B2B2B"/>
                </a:solidFill>
              </a:rPr>
              <a:t>내용을 입력하세요</a:t>
            </a:r>
          </a:p>
        </p:txBody>
      </p:sp>
      <p:sp>
        <p:nvSpPr>
          <p:cNvPr id="14" name="카드 2"/>
          <p:cNvSpPr/>
          <p:nvPr/>
        </p:nvSpPr>
        <p:spPr>
          <a:xfrm>
            <a:off x="4536338" y="3063240"/>
            <a:ext cx="3393338" cy="3017520"/>
          </a:xfrm>
          <a:prstGeom prst="roundRect">
            <a:avLst>
              <a:gd name="adj" fmla="val 8000"/>
            </a:avLst>
          </a:prstGeom>
          <a:solidFill>
            <a:srgbClr val="FDF3ED"/>
          </a:solidFill>
          <a:ln w="15875">
            <a:solidFill>
              <a:srgbClr val="FADBC7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" name="번호 2"/>
          <p:cNvSpPr/>
          <p:nvPr/>
        </p:nvSpPr>
        <p:spPr>
          <a:xfrm>
            <a:off x="4719218" y="3246120"/>
            <a:ext cx="457200" cy="457200"/>
          </a:xfrm>
          <a:prstGeom prst="ellipse">
            <a:avLst/>
          </a:prstGeom>
          <a:solidFill>
            <a:srgbClr val="E36C1C"/>
          </a:solidFill>
          <a:ln>
            <a:noFill/>
          </a:ln>
        </p:spPr>
        <p:txBody>
          <a:bodyPr rtlCol="0" anchor="ctr" wrap="square" lIns="54864" rIns="54864" tIns="27432" bIns="27432">
            <a:noAutofit/>
          </a:bodyPr>
          <a:lstStyle/>
          <a:p>
            <a:pPr algn="ctr">
              <a:lnSpc>
                <a:spcPct val="100000"/>
              </a:lnSpc>
            </a:pPr>
            <a:r>
              <a:rPr sz="1600" b="1" i="0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673498" y="3840480"/>
            <a:ext cx="3119018" cy="64008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15000"/>
              </a:lnSpc>
            </a:pPr>
            <a:r>
              <a:rPr sz="1800" b="1" i="0">
                <a:solidFill>
                  <a:srgbClr val="884111"/>
                </a:solidFill>
              </a:rPr>
              <a:t>배운 점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673498" y="4526280"/>
            <a:ext cx="3119018" cy="1417319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>
              <a:lnSpc>
                <a:spcPct val="125000"/>
              </a:lnSpc>
            </a:pPr>
            <a:r>
              <a:rPr sz="1600" b="0" i="0">
                <a:solidFill>
                  <a:srgbClr val="2B2B2B"/>
                </a:solidFill>
              </a:rPr>
              <a:t>내용을 입력하세요</a:t>
            </a:r>
          </a:p>
          <a:p>
            <a:pPr algn="l">
              <a:lnSpc>
                <a:spcPct val="125000"/>
              </a:lnSpc>
            </a:pPr>
            <a:r>
              <a:rPr sz="1600" b="0" i="0">
                <a:solidFill>
                  <a:srgbClr val="2B2B2B"/>
                </a:solidFill>
              </a:rPr>
              <a:t>내용을 입력하세요</a:t>
            </a:r>
          </a:p>
        </p:txBody>
      </p:sp>
      <p:sp>
        <p:nvSpPr>
          <p:cNvPr id="18" name="카드 3"/>
          <p:cNvSpPr/>
          <p:nvPr/>
        </p:nvSpPr>
        <p:spPr>
          <a:xfrm>
            <a:off x="8158276" y="3063240"/>
            <a:ext cx="3393338" cy="3017520"/>
          </a:xfrm>
          <a:prstGeom prst="roundRect">
            <a:avLst>
              <a:gd name="adj" fmla="val 8000"/>
            </a:avLst>
          </a:prstGeom>
          <a:solidFill>
            <a:srgbClr val="FDF3ED"/>
          </a:solidFill>
          <a:ln w="15875">
            <a:solidFill>
              <a:srgbClr val="FADBC7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" name="번호 3"/>
          <p:cNvSpPr/>
          <p:nvPr/>
        </p:nvSpPr>
        <p:spPr>
          <a:xfrm>
            <a:off x="8341156" y="3246120"/>
            <a:ext cx="457200" cy="457200"/>
          </a:xfrm>
          <a:prstGeom prst="ellipse">
            <a:avLst/>
          </a:prstGeom>
          <a:solidFill>
            <a:srgbClr val="E36C1C"/>
          </a:solidFill>
          <a:ln>
            <a:noFill/>
          </a:ln>
        </p:spPr>
        <p:txBody>
          <a:bodyPr rtlCol="0" anchor="ctr" wrap="square" lIns="54864" rIns="54864" tIns="27432" bIns="27432">
            <a:noAutofit/>
          </a:bodyPr>
          <a:lstStyle/>
          <a:p>
            <a:pPr algn="ctr">
              <a:lnSpc>
                <a:spcPct val="100000"/>
              </a:lnSpc>
            </a:pPr>
            <a:r>
              <a:rPr sz="1600" b="1" i="0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295436" y="3840480"/>
            <a:ext cx="3119018" cy="64008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15000"/>
              </a:lnSpc>
            </a:pPr>
            <a:r>
              <a:rPr sz="1800" b="1" i="0">
                <a:solidFill>
                  <a:srgbClr val="884111"/>
                </a:solidFill>
              </a:rPr>
              <a:t>다음 목표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295436" y="4526280"/>
            <a:ext cx="3119018" cy="1417319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>
              <a:lnSpc>
                <a:spcPct val="125000"/>
              </a:lnSpc>
            </a:pPr>
            <a:r>
              <a:rPr sz="1600" b="0" i="0">
                <a:solidFill>
                  <a:srgbClr val="2B2B2B"/>
                </a:solidFill>
              </a:rPr>
              <a:t>내용을 입력하세요</a:t>
            </a:r>
          </a:p>
          <a:p>
            <a:pPr algn="l">
              <a:lnSpc>
                <a:spcPct val="125000"/>
              </a:lnSpc>
            </a:pPr>
            <a:r>
              <a:rPr sz="1600" b="0" i="0">
                <a:solidFill>
                  <a:srgbClr val="2B2B2B"/>
                </a:solidFill>
              </a:rPr>
              <a:t>내용을 입력하세요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DF3E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" name="장식"/>
          <p:cNvSpPr/>
          <p:nvPr/>
        </p:nvSpPr>
        <p:spPr>
          <a:xfrm>
            <a:off x="0" y="0"/>
            <a:ext cx="411480" cy="6858000"/>
          </a:xfrm>
          <a:prstGeom prst="rect">
            <a:avLst/>
          </a:prstGeom>
          <a:solidFill>
            <a:srgbClr val="E36C1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장식"/>
          <p:cNvSpPr/>
          <p:nvPr/>
        </p:nvSpPr>
        <p:spPr>
          <a:xfrm>
            <a:off x="411480" y="0"/>
            <a:ext cx="64008" cy="6858000"/>
          </a:xfrm>
          <a:prstGeom prst="rect">
            <a:avLst/>
          </a:prstGeom>
          <a:solidFill>
            <a:srgbClr val="3B918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장식"/>
          <p:cNvSpPr/>
          <p:nvPr/>
        </p:nvSpPr>
        <p:spPr>
          <a:xfrm>
            <a:off x="10870387" y="324611"/>
            <a:ext cx="905256" cy="905256"/>
          </a:xfrm>
          <a:prstGeom prst="sun">
            <a:avLst/>
          </a:prstGeom>
          <a:solidFill>
            <a:srgbClr val="E36C1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장식"/>
          <p:cNvSpPr/>
          <p:nvPr/>
        </p:nvSpPr>
        <p:spPr>
          <a:xfrm>
            <a:off x="11020503" y="1425621"/>
            <a:ext cx="100584" cy="100584"/>
          </a:xfrm>
          <a:prstGeom prst="ellipse">
            <a:avLst/>
          </a:prstGeom>
          <a:solidFill>
            <a:srgbClr val="FADBC7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장식"/>
          <p:cNvSpPr/>
          <p:nvPr/>
        </p:nvSpPr>
        <p:spPr>
          <a:xfrm>
            <a:off x="11501267" y="1464326"/>
            <a:ext cx="100584" cy="100584"/>
          </a:xfrm>
          <a:prstGeom prst="ellipse">
            <a:avLst/>
          </a:prstGeom>
          <a:solidFill>
            <a:srgbClr val="FADBC7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장식"/>
          <p:cNvSpPr/>
          <p:nvPr/>
        </p:nvSpPr>
        <p:spPr>
          <a:xfrm>
            <a:off x="10760504" y="1243535"/>
            <a:ext cx="100584" cy="100584"/>
          </a:xfrm>
          <a:prstGeom prst="ellipse">
            <a:avLst/>
          </a:prstGeom>
          <a:solidFill>
            <a:srgbClr val="FADBC7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4400" y="457200"/>
            <a:ext cx="9448495" cy="868680"/>
          </a:xfrm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05000"/>
              </a:lnSpc>
            </a:pPr>
            <a:r>
              <a:rPr sz="3000" b="1" i="0">
                <a:solidFill>
                  <a:srgbClr val="884111"/>
                </a:solidFill>
              </a:rPr>
              <a:t>한눈에 비교</a:t>
            </a:r>
          </a:p>
        </p:txBody>
      </p:sp>
      <p:sp>
        <p:nvSpPr>
          <p:cNvPr id="9" name="왼쪽 칸"/>
          <p:cNvSpPr/>
          <p:nvPr/>
        </p:nvSpPr>
        <p:spPr>
          <a:xfrm>
            <a:off x="914400" y="1600200"/>
            <a:ext cx="5135727" cy="4800600"/>
          </a:xfrm>
          <a:prstGeom prst="roundRect">
            <a:avLst>
              <a:gd name="adj" fmla="val 8000"/>
            </a:avLst>
          </a:prstGeom>
          <a:solidFill>
            <a:srgbClr val="FDF3ED"/>
          </a:solidFill>
          <a:ln w="12700">
            <a:solidFill>
              <a:srgbClr val="FADBC7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칸 제목 바"/>
          <p:cNvSpPr/>
          <p:nvPr/>
        </p:nvSpPr>
        <p:spPr>
          <a:xfrm>
            <a:off x="914400" y="1600200"/>
            <a:ext cx="5135727" cy="640080"/>
          </a:xfrm>
          <a:prstGeom prst="roundRect">
            <a:avLst>
              <a:gd name="adj" fmla="val 25000"/>
            </a:avLst>
          </a:prstGeom>
          <a:solidFill>
            <a:srgbClr val="E36C1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97280" y="1600200"/>
            <a:ext cx="4769967" cy="64008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15000"/>
              </a:lnSpc>
            </a:pPr>
            <a:r>
              <a:rPr sz="1800" b="1" i="0">
                <a:solidFill>
                  <a:srgbClr val="FFFFFF"/>
                </a:solidFill>
              </a:rPr>
              <a:t>올해 초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43000" y="2423160"/>
            <a:ext cx="4678527" cy="388620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 marL="285750" indent="-285750">
              <a:lnSpc>
                <a:spcPct val="130000"/>
              </a:lnSpc>
              <a:spcAft>
                <a:spcPts val="600"/>
              </a:spcAft>
              <a:buFont typeface="Arial"/>
              <a:buChar char="•"/>
            </a:pPr>
            <a:r>
              <a:rPr sz="1500" b="0" i="0">
                <a:solidFill>
                  <a:srgbClr val="2B2B2B"/>
                </a:solidFill>
              </a:rPr>
              <a:t>내용을 입력하세요</a:t>
            </a:r>
          </a:p>
          <a:p>
            <a:pPr algn="l" marL="285750" indent="-285750">
              <a:lnSpc>
                <a:spcPct val="130000"/>
              </a:lnSpc>
              <a:spcAft>
                <a:spcPts val="600"/>
              </a:spcAft>
              <a:buFont typeface="Arial"/>
              <a:buChar char="•"/>
            </a:pPr>
            <a:r>
              <a:rPr sz="1500" b="0" i="0">
                <a:solidFill>
                  <a:srgbClr val="2B2B2B"/>
                </a:solidFill>
              </a:rPr>
              <a:t>내용을 입력하세요</a:t>
            </a:r>
          </a:p>
          <a:p>
            <a:pPr algn="l" marL="285750" indent="-285750">
              <a:lnSpc>
                <a:spcPct val="130000"/>
              </a:lnSpc>
              <a:spcAft>
                <a:spcPts val="600"/>
              </a:spcAft>
              <a:buFont typeface="Arial"/>
              <a:buChar char="•"/>
            </a:pPr>
            <a:r>
              <a:rPr sz="1500" b="0" i="0">
                <a:solidFill>
                  <a:srgbClr val="2B2B2B"/>
                </a:solidFill>
              </a:rPr>
              <a:t>내용을 입력하세요</a:t>
            </a:r>
          </a:p>
        </p:txBody>
      </p:sp>
      <p:sp>
        <p:nvSpPr>
          <p:cNvPr id="13" name="오른쪽 칸"/>
          <p:cNvSpPr/>
          <p:nvPr/>
        </p:nvSpPr>
        <p:spPr>
          <a:xfrm>
            <a:off x="6415887" y="1600200"/>
            <a:ext cx="5135727" cy="4800600"/>
          </a:xfrm>
          <a:prstGeom prst="roundRect">
            <a:avLst>
              <a:gd name="adj" fmla="val 8000"/>
            </a:avLst>
          </a:prstGeom>
          <a:solidFill>
            <a:srgbClr val="FADBC7"/>
          </a:solidFill>
          <a:ln w="12700">
            <a:solidFill>
              <a:srgbClr val="FADBC7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칸 제목 바"/>
          <p:cNvSpPr/>
          <p:nvPr/>
        </p:nvSpPr>
        <p:spPr>
          <a:xfrm>
            <a:off x="6415887" y="1600200"/>
            <a:ext cx="5135727" cy="640080"/>
          </a:xfrm>
          <a:prstGeom prst="roundRect">
            <a:avLst>
              <a:gd name="adj" fmla="val 25000"/>
            </a:avLst>
          </a:prstGeom>
          <a:solidFill>
            <a:srgbClr val="88411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598767" y="1600200"/>
            <a:ext cx="4769967" cy="64008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15000"/>
              </a:lnSpc>
            </a:pPr>
            <a:r>
              <a:rPr sz="1800" b="1" i="0">
                <a:solidFill>
                  <a:srgbClr val="FFFFFF"/>
                </a:solidFill>
              </a:rPr>
              <a:t>올해 말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644487" y="2423160"/>
            <a:ext cx="4678527" cy="388620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 marL="285750" indent="-285750">
              <a:lnSpc>
                <a:spcPct val="130000"/>
              </a:lnSpc>
              <a:spcAft>
                <a:spcPts val="600"/>
              </a:spcAft>
              <a:buFont typeface="Arial"/>
              <a:buChar char="•"/>
            </a:pPr>
            <a:r>
              <a:rPr sz="1500" b="0" i="0">
                <a:solidFill>
                  <a:srgbClr val="2B2B2B"/>
                </a:solidFill>
              </a:rPr>
              <a:t>내용을 입력하세요</a:t>
            </a:r>
          </a:p>
          <a:p>
            <a:pPr algn="l" marL="285750" indent="-285750">
              <a:lnSpc>
                <a:spcPct val="130000"/>
              </a:lnSpc>
              <a:spcAft>
                <a:spcPts val="600"/>
              </a:spcAft>
              <a:buFont typeface="Arial"/>
              <a:buChar char="•"/>
            </a:pPr>
            <a:r>
              <a:rPr sz="1500" b="0" i="0">
                <a:solidFill>
                  <a:srgbClr val="2B2B2B"/>
                </a:solidFill>
              </a:rPr>
              <a:t>내용을 입력하세요</a:t>
            </a:r>
          </a:p>
          <a:p>
            <a:pPr algn="l" marL="285750" indent="-285750">
              <a:lnSpc>
                <a:spcPct val="130000"/>
              </a:lnSpc>
              <a:spcAft>
                <a:spcPts val="600"/>
              </a:spcAft>
              <a:buFont typeface="Arial"/>
              <a:buChar char="•"/>
            </a:pPr>
            <a:r>
              <a:rPr sz="1500" b="0" i="0">
                <a:solidFill>
                  <a:srgbClr val="2B2B2B"/>
                </a:solidFill>
              </a:rPr>
              <a:t>내용을 입력하세요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DF3E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" name="장식"/>
          <p:cNvSpPr/>
          <p:nvPr/>
        </p:nvSpPr>
        <p:spPr>
          <a:xfrm>
            <a:off x="0" y="0"/>
            <a:ext cx="411480" cy="6858000"/>
          </a:xfrm>
          <a:prstGeom prst="rect">
            <a:avLst/>
          </a:prstGeom>
          <a:solidFill>
            <a:srgbClr val="E36C1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장식"/>
          <p:cNvSpPr/>
          <p:nvPr/>
        </p:nvSpPr>
        <p:spPr>
          <a:xfrm>
            <a:off x="411480" y="0"/>
            <a:ext cx="64008" cy="6858000"/>
          </a:xfrm>
          <a:prstGeom prst="rect">
            <a:avLst/>
          </a:prstGeom>
          <a:solidFill>
            <a:srgbClr val="3B918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장식"/>
          <p:cNvSpPr/>
          <p:nvPr/>
        </p:nvSpPr>
        <p:spPr>
          <a:xfrm>
            <a:off x="10870387" y="324611"/>
            <a:ext cx="905256" cy="905256"/>
          </a:xfrm>
          <a:prstGeom prst="sun">
            <a:avLst/>
          </a:prstGeom>
          <a:solidFill>
            <a:srgbClr val="E36C1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장식"/>
          <p:cNvSpPr/>
          <p:nvPr/>
        </p:nvSpPr>
        <p:spPr>
          <a:xfrm>
            <a:off x="11020503" y="1425621"/>
            <a:ext cx="100584" cy="100584"/>
          </a:xfrm>
          <a:prstGeom prst="ellipse">
            <a:avLst/>
          </a:prstGeom>
          <a:solidFill>
            <a:srgbClr val="FADBC7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장식"/>
          <p:cNvSpPr/>
          <p:nvPr/>
        </p:nvSpPr>
        <p:spPr>
          <a:xfrm>
            <a:off x="11501267" y="1464326"/>
            <a:ext cx="100584" cy="100584"/>
          </a:xfrm>
          <a:prstGeom prst="ellipse">
            <a:avLst/>
          </a:prstGeom>
          <a:solidFill>
            <a:srgbClr val="FADBC7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장식"/>
          <p:cNvSpPr/>
          <p:nvPr/>
        </p:nvSpPr>
        <p:spPr>
          <a:xfrm>
            <a:off x="10760504" y="1243535"/>
            <a:ext cx="100584" cy="100584"/>
          </a:xfrm>
          <a:prstGeom prst="ellipse">
            <a:avLst/>
          </a:prstGeom>
          <a:solidFill>
            <a:srgbClr val="FADBC7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4400" y="457200"/>
            <a:ext cx="9448495" cy="868680"/>
          </a:xfrm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05000"/>
              </a:lnSpc>
            </a:pPr>
            <a:r>
              <a:rPr sz="3000" b="1" i="0">
                <a:solidFill>
                  <a:srgbClr val="884111"/>
                </a:solidFill>
              </a:rPr>
              <a:t>일정·현황</a:t>
            </a:r>
          </a:p>
        </p:txBody>
      </p:sp>
      <p:graphicFrame>
        <p:nvGraphicFramePr>
          <p:cNvPr id="9" name="표"/>
          <p:cNvGraphicFramePr>
            <a:graphicFrameLocks noGrp="1"/>
          </p:cNvGraphicFramePr>
          <p:nvPr/>
        </p:nvGraphicFramePr>
        <p:xfrm>
          <a:off x="914400" y="1600200"/>
          <a:ext cx="10637212" cy="3840480"/>
        </p:xfrm>
        <a:graphic>
          <a:graphicData uri="http://schemas.openxmlformats.org/drawingml/2006/table">
            <a:tbl>
              <a:tblPr firstRow="1">
                <a:tableStyleId>{5C22544A-7EE6-4342-B048-85BDC9FD1C3A}</a:tableStyleId>
              </a:tblPr>
              <a:tblGrid>
                <a:gridCol w="2659303"/>
                <a:gridCol w="2659303"/>
                <a:gridCol w="2659303"/>
                <a:gridCol w="2659303"/>
              </a:tblGrid>
              <a:tr h="640080">
                <a:tc>
                  <a:txBody>
                    <a:bodyPr wrap="square"/>
                    <a:lstStyle/>
                    <a:p>
                      <a:pPr algn="ctr"/>
                      <a:r>
                        <a:rPr sz="1500" b="1">
                          <a:solidFill>
                            <a:srgbClr val="FFFFFF"/>
                          </a:solidFill>
                        </a:rPr>
                        <a:t>월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E36C1C"/>
                      </a:solidFill>
                      <a:prstDash val="solid"/>
                    </a:lnL>
                    <a:lnR w="9525" cap="flat" cmpd="sng" algn="ctr">
                      <a:solidFill>
                        <a:srgbClr val="E36C1C"/>
                      </a:solidFill>
                      <a:prstDash val="solid"/>
                    </a:lnR>
                    <a:lnT w="9525" cap="flat" cmpd="sng" algn="ctr">
                      <a:solidFill>
                        <a:srgbClr val="E36C1C"/>
                      </a:solidFill>
                      <a:prstDash val="solid"/>
                    </a:lnT>
                    <a:lnB w="9525" cap="flat" cmpd="sng" algn="ctr">
                      <a:solidFill>
                        <a:srgbClr val="E36C1C"/>
                      </a:solidFill>
                      <a:prstDash val="solid"/>
                    </a:lnB>
                    <a:solidFill>
                      <a:srgbClr val="E36C1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1">
                          <a:solidFill>
                            <a:srgbClr val="FFFFFF"/>
                          </a:solidFill>
                        </a:rPr>
                        <a:t>한 일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E36C1C"/>
                      </a:solidFill>
                      <a:prstDash val="solid"/>
                    </a:lnL>
                    <a:lnR w="9525" cap="flat" cmpd="sng" algn="ctr">
                      <a:solidFill>
                        <a:srgbClr val="E36C1C"/>
                      </a:solidFill>
                      <a:prstDash val="solid"/>
                    </a:lnR>
                    <a:lnT w="9525" cap="flat" cmpd="sng" algn="ctr">
                      <a:solidFill>
                        <a:srgbClr val="E36C1C"/>
                      </a:solidFill>
                      <a:prstDash val="solid"/>
                    </a:lnT>
                    <a:lnB w="9525" cap="flat" cmpd="sng" algn="ctr">
                      <a:solidFill>
                        <a:srgbClr val="E36C1C"/>
                      </a:solidFill>
                      <a:prstDash val="solid"/>
                    </a:lnB>
                    <a:solidFill>
                      <a:srgbClr val="E36C1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1">
                          <a:solidFill>
                            <a:srgbClr val="FFFFFF"/>
                          </a:solidFill>
                        </a:rPr>
                        <a:t>배운 점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E36C1C"/>
                      </a:solidFill>
                      <a:prstDash val="solid"/>
                    </a:lnL>
                    <a:lnR w="9525" cap="flat" cmpd="sng" algn="ctr">
                      <a:solidFill>
                        <a:srgbClr val="E36C1C"/>
                      </a:solidFill>
                      <a:prstDash val="solid"/>
                    </a:lnR>
                    <a:lnT w="9525" cap="flat" cmpd="sng" algn="ctr">
                      <a:solidFill>
                        <a:srgbClr val="E36C1C"/>
                      </a:solidFill>
                      <a:prstDash val="solid"/>
                    </a:lnT>
                    <a:lnB w="9525" cap="flat" cmpd="sng" algn="ctr">
                      <a:solidFill>
                        <a:srgbClr val="E36C1C"/>
                      </a:solidFill>
                      <a:prstDash val="solid"/>
                    </a:lnB>
                    <a:solidFill>
                      <a:srgbClr val="E36C1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1">
                          <a:solidFill>
                            <a:srgbClr val="FFFFFF"/>
                          </a:solidFill>
                        </a:rPr>
                        <a:t>점수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E36C1C"/>
                      </a:solidFill>
                      <a:prstDash val="solid"/>
                    </a:lnL>
                    <a:lnR w="9525" cap="flat" cmpd="sng" algn="ctr">
                      <a:solidFill>
                        <a:srgbClr val="E36C1C"/>
                      </a:solidFill>
                      <a:prstDash val="solid"/>
                    </a:lnR>
                    <a:lnT w="9525" cap="flat" cmpd="sng" algn="ctr">
                      <a:solidFill>
                        <a:srgbClr val="E36C1C"/>
                      </a:solidFill>
                      <a:prstDash val="solid"/>
                    </a:lnT>
                    <a:lnB w="9525" cap="flat" cmpd="sng" algn="ctr">
                      <a:solidFill>
                        <a:srgbClr val="E36C1C"/>
                      </a:solidFill>
                      <a:prstDash val="solid"/>
                    </a:lnB>
                    <a:solidFill>
                      <a:srgbClr val="E36C1C"/>
                    </a:solidFill>
                  </a:tcPr>
                </a:tc>
              </a:tr>
              <a:tr h="640080">
                <a:tc>
                  <a:txBody>
                    <a:bodyPr wrap="square"/>
                    <a:lstStyle/>
                    <a:p>
                      <a:pPr algn="l"/>
                      <a:r>
                        <a:rPr sz="1500" b="1">
                          <a:solidFill>
                            <a:srgbClr val="884111"/>
                          </a:solidFill>
                        </a:rPr>
                        <a:t>1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FADBC7"/>
                      </a:solidFill>
                      <a:prstDash val="solid"/>
                    </a:lnL>
                    <a:lnR w="9525" cap="flat" cmpd="sng" algn="ctr">
                      <a:solidFill>
                        <a:srgbClr val="FADBC7"/>
                      </a:solidFill>
                      <a:prstDash val="solid"/>
                    </a:lnR>
                    <a:lnT w="9525" cap="flat" cmpd="sng" algn="ctr">
                      <a:solidFill>
                        <a:srgbClr val="FADBC7"/>
                      </a:solidFill>
                      <a:prstDash val="solid"/>
                    </a:lnT>
                    <a:lnB w="9525" cap="flat" cmpd="sng" algn="ctr">
                      <a:solidFill>
                        <a:srgbClr val="FADBC7"/>
                      </a:solidFill>
                      <a:prstDash val="solid"/>
                    </a:lnB>
                    <a:solidFill>
                      <a:srgbClr val="FADBC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>
                          <a:solidFill>
                            <a:srgbClr val="2B2B2B"/>
                          </a:solidFill>
                        </a:rPr>
                        <a:t>내용 입력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FADBC7"/>
                      </a:solidFill>
                      <a:prstDash val="solid"/>
                    </a:lnL>
                    <a:lnR w="9525" cap="flat" cmpd="sng" algn="ctr">
                      <a:solidFill>
                        <a:srgbClr val="FADBC7"/>
                      </a:solidFill>
                      <a:prstDash val="solid"/>
                    </a:lnR>
                    <a:lnT w="9525" cap="flat" cmpd="sng" algn="ctr">
                      <a:solidFill>
                        <a:srgbClr val="FADBC7"/>
                      </a:solidFill>
                      <a:prstDash val="solid"/>
                    </a:lnT>
                    <a:lnB w="9525" cap="flat" cmpd="sng" algn="ctr">
                      <a:solidFill>
                        <a:srgbClr val="FADBC7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>
                          <a:solidFill>
                            <a:srgbClr val="2B2B2B"/>
                          </a:solidFill>
                        </a:rPr>
                        <a:t/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FADBC7"/>
                      </a:solidFill>
                      <a:prstDash val="solid"/>
                    </a:lnL>
                    <a:lnR w="9525" cap="flat" cmpd="sng" algn="ctr">
                      <a:solidFill>
                        <a:srgbClr val="FADBC7"/>
                      </a:solidFill>
                      <a:prstDash val="solid"/>
                    </a:lnR>
                    <a:lnT w="9525" cap="flat" cmpd="sng" algn="ctr">
                      <a:solidFill>
                        <a:srgbClr val="FADBC7"/>
                      </a:solidFill>
                      <a:prstDash val="solid"/>
                    </a:lnT>
                    <a:lnB w="9525" cap="flat" cmpd="sng" algn="ctr">
                      <a:solidFill>
                        <a:srgbClr val="FADBC7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>
                          <a:solidFill>
                            <a:srgbClr val="2B2B2B"/>
                          </a:solidFill>
                        </a:rPr>
                        <a:t/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FADBC7"/>
                      </a:solidFill>
                      <a:prstDash val="solid"/>
                    </a:lnL>
                    <a:lnR w="9525" cap="flat" cmpd="sng" algn="ctr">
                      <a:solidFill>
                        <a:srgbClr val="FADBC7"/>
                      </a:solidFill>
                      <a:prstDash val="solid"/>
                    </a:lnR>
                    <a:lnT w="9525" cap="flat" cmpd="sng" algn="ctr">
                      <a:solidFill>
                        <a:srgbClr val="FADBC7"/>
                      </a:solidFill>
                      <a:prstDash val="solid"/>
                    </a:lnT>
                    <a:lnB w="9525" cap="flat" cmpd="sng" algn="ctr">
                      <a:solidFill>
                        <a:srgbClr val="FADBC7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640080">
                <a:tc>
                  <a:txBody>
                    <a:bodyPr wrap="square"/>
                    <a:lstStyle/>
                    <a:p>
                      <a:pPr algn="l"/>
                      <a:r>
                        <a:rPr sz="1500" b="1">
                          <a:solidFill>
                            <a:srgbClr val="884111"/>
                          </a:solidFill>
                        </a:rPr>
                        <a:t>2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FADBC7"/>
                      </a:solidFill>
                      <a:prstDash val="solid"/>
                    </a:lnL>
                    <a:lnR w="9525" cap="flat" cmpd="sng" algn="ctr">
                      <a:solidFill>
                        <a:srgbClr val="FADBC7"/>
                      </a:solidFill>
                      <a:prstDash val="solid"/>
                    </a:lnR>
                    <a:lnT w="9525" cap="flat" cmpd="sng" algn="ctr">
                      <a:solidFill>
                        <a:srgbClr val="FADBC7"/>
                      </a:solidFill>
                      <a:prstDash val="solid"/>
                    </a:lnT>
                    <a:lnB w="9525" cap="flat" cmpd="sng" algn="ctr">
                      <a:solidFill>
                        <a:srgbClr val="FADBC7"/>
                      </a:solidFill>
                      <a:prstDash val="solid"/>
                    </a:lnB>
                    <a:solidFill>
                      <a:srgbClr val="FADBC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>
                          <a:solidFill>
                            <a:srgbClr val="2B2B2B"/>
                          </a:solidFill>
                        </a:rPr>
                        <a:t>내용 입력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FADBC7"/>
                      </a:solidFill>
                      <a:prstDash val="solid"/>
                    </a:lnL>
                    <a:lnR w="9525" cap="flat" cmpd="sng" algn="ctr">
                      <a:solidFill>
                        <a:srgbClr val="FADBC7"/>
                      </a:solidFill>
                      <a:prstDash val="solid"/>
                    </a:lnR>
                    <a:lnT w="9525" cap="flat" cmpd="sng" algn="ctr">
                      <a:solidFill>
                        <a:srgbClr val="FADBC7"/>
                      </a:solidFill>
                      <a:prstDash val="solid"/>
                    </a:lnT>
                    <a:lnB w="9525" cap="flat" cmpd="sng" algn="ctr">
                      <a:solidFill>
                        <a:srgbClr val="FADBC7"/>
                      </a:solidFill>
                      <a:prstDash val="solid"/>
                    </a:lnB>
                    <a:solidFill>
                      <a:srgbClr val="FDF3ED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>
                          <a:solidFill>
                            <a:srgbClr val="2B2B2B"/>
                          </a:solidFill>
                        </a:rPr>
                        <a:t/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FADBC7"/>
                      </a:solidFill>
                      <a:prstDash val="solid"/>
                    </a:lnL>
                    <a:lnR w="9525" cap="flat" cmpd="sng" algn="ctr">
                      <a:solidFill>
                        <a:srgbClr val="FADBC7"/>
                      </a:solidFill>
                      <a:prstDash val="solid"/>
                    </a:lnR>
                    <a:lnT w="9525" cap="flat" cmpd="sng" algn="ctr">
                      <a:solidFill>
                        <a:srgbClr val="FADBC7"/>
                      </a:solidFill>
                      <a:prstDash val="solid"/>
                    </a:lnT>
                    <a:lnB w="9525" cap="flat" cmpd="sng" algn="ctr">
                      <a:solidFill>
                        <a:srgbClr val="FADBC7"/>
                      </a:solidFill>
                      <a:prstDash val="solid"/>
                    </a:lnB>
                    <a:solidFill>
                      <a:srgbClr val="FDF3ED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>
                          <a:solidFill>
                            <a:srgbClr val="2B2B2B"/>
                          </a:solidFill>
                        </a:rPr>
                        <a:t/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FADBC7"/>
                      </a:solidFill>
                      <a:prstDash val="solid"/>
                    </a:lnL>
                    <a:lnR w="9525" cap="flat" cmpd="sng" algn="ctr">
                      <a:solidFill>
                        <a:srgbClr val="FADBC7"/>
                      </a:solidFill>
                      <a:prstDash val="solid"/>
                    </a:lnR>
                    <a:lnT w="9525" cap="flat" cmpd="sng" algn="ctr">
                      <a:solidFill>
                        <a:srgbClr val="FADBC7"/>
                      </a:solidFill>
                      <a:prstDash val="solid"/>
                    </a:lnT>
                    <a:lnB w="9525" cap="flat" cmpd="sng" algn="ctr">
                      <a:solidFill>
                        <a:srgbClr val="FADBC7"/>
                      </a:solidFill>
                      <a:prstDash val="solid"/>
                    </a:lnB>
                    <a:solidFill>
                      <a:srgbClr val="FDF3ED"/>
                    </a:solidFill>
                  </a:tcPr>
                </a:tc>
              </a:tr>
              <a:tr h="640080">
                <a:tc>
                  <a:txBody>
                    <a:bodyPr wrap="square"/>
                    <a:lstStyle/>
                    <a:p>
                      <a:pPr algn="l"/>
                      <a:r>
                        <a:rPr sz="1500" b="1">
                          <a:solidFill>
                            <a:srgbClr val="884111"/>
                          </a:solidFill>
                        </a:rPr>
                        <a:t>3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FADBC7"/>
                      </a:solidFill>
                      <a:prstDash val="solid"/>
                    </a:lnL>
                    <a:lnR w="9525" cap="flat" cmpd="sng" algn="ctr">
                      <a:solidFill>
                        <a:srgbClr val="FADBC7"/>
                      </a:solidFill>
                      <a:prstDash val="solid"/>
                    </a:lnR>
                    <a:lnT w="9525" cap="flat" cmpd="sng" algn="ctr">
                      <a:solidFill>
                        <a:srgbClr val="FADBC7"/>
                      </a:solidFill>
                      <a:prstDash val="solid"/>
                    </a:lnT>
                    <a:lnB w="9525" cap="flat" cmpd="sng" algn="ctr">
                      <a:solidFill>
                        <a:srgbClr val="FADBC7"/>
                      </a:solidFill>
                      <a:prstDash val="solid"/>
                    </a:lnB>
                    <a:solidFill>
                      <a:srgbClr val="FADBC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>
                          <a:solidFill>
                            <a:srgbClr val="2B2B2B"/>
                          </a:solidFill>
                        </a:rPr>
                        <a:t>내용 입력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FADBC7"/>
                      </a:solidFill>
                      <a:prstDash val="solid"/>
                    </a:lnL>
                    <a:lnR w="9525" cap="flat" cmpd="sng" algn="ctr">
                      <a:solidFill>
                        <a:srgbClr val="FADBC7"/>
                      </a:solidFill>
                      <a:prstDash val="solid"/>
                    </a:lnR>
                    <a:lnT w="9525" cap="flat" cmpd="sng" algn="ctr">
                      <a:solidFill>
                        <a:srgbClr val="FADBC7"/>
                      </a:solidFill>
                      <a:prstDash val="solid"/>
                    </a:lnT>
                    <a:lnB w="9525" cap="flat" cmpd="sng" algn="ctr">
                      <a:solidFill>
                        <a:srgbClr val="FADBC7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>
                          <a:solidFill>
                            <a:srgbClr val="2B2B2B"/>
                          </a:solidFill>
                        </a:rPr>
                        <a:t/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FADBC7"/>
                      </a:solidFill>
                      <a:prstDash val="solid"/>
                    </a:lnL>
                    <a:lnR w="9525" cap="flat" cmpd="sng" algn="ctr">
                      <a:solidFill>
                        <a:srgbClr val="FADBC7"/>
                      </a:solidFill>
                      <a:prstDash val="solid"/>
                    </a:lnR>
                    <a:lnT w="9525" cap="flat" cmpd="sng" algn="ctr">
                      <a:solidFill>
                        <a:srgbClr val="FADBC7"/>
                      </a:solidFill>
                      <a:prstDash val="solid"/>
                    </a:lnT>
                    <a:lnB w="9525" cap="flat" cmpd="sng" algn="ctr">
                      <a:solidFill>
                        <a:srgbClr val="FADBC7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>
                          <a:solidFill>
                            <a:srgbClr val="2B2B2B"/>
                          </a:solidFill>
                        </a:rPr>
                        <a:t/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FADBC7"/>
                      </a:solidFill>
                      <a:prstDash val="solid"/>
                    </a:lnL>
                    <a:lnR w="9525" cap="flat" cmpd="sng" algn="ctr">
                      <a:solidFill>
                        <a:srgbClr val="FADBC7"/>
                      </a:solidFill>
                      <a:prstDash val="solid"/>
                    </a:lnR>
                    <a:lnT w="9525" cap="flat" cmpd="sng" algn="ctr">
                      <a:solidFill>
                        <a:srgbClr val="FADBC7"/>
                      </a:solidFill>
                      <a:prstDash val="solid"/>
                    </a:lnT>
                    <a:lnB w="9525" cap="flat" cmpd="sng" algn="ctr">
                      <a:solidFill>
                        <a:srgbClr val="FADBC7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640080">
                <a:tc>
                  <a:txBody>
                    <a:bodyPr wrap="square"/>
                    <a:lstStyle/>
                    <a:p>
                      <a:pPr algn="l"/>
                      <a:r>
                        <a:rPr sz="1500" b="1">
                          <a:solidFill>
                            <a:srgbClr val="884111"/>
                          </a:solidFill>
                        </a:rPr>
                        <a:t>4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FADBC7"/>
                      </a:solidFill>
                      <a:prstDash val="solid"/>
                    </a:lnL>
                    <a:lnR w="9525" cap="flat" cmpd="sng" algn="ctr">
                      <a:solidFill>
                        <a:srgbClr val="FADBC7"/>
                      </a:solidFill>
                      <a:prstDash val="solid"/>
                    </a:lnR>
                    <a:lnT w="9525" cap="flat" cmpd="sng" algn="ctr">
                      <a:solidFill>
                        <a:srgbClr val="FADBC7"/>
                      </a:solidFill>
                      <a:prstDash val="solid"/>
                    </a:lnT>
                    <a:lnB w="9525" cap="flat" cmpd="sng" algn="ctr">
                      <a:solidFill>
                        <a:srgbClr val="FADBC7"/>
                      </a:solidFill>
                      <a:prstDash val="solid"/>
                    </a:lnB>
                    <a:solidFill>
                      <a:srgbClr val="FADBC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>
                          <a:solidFill>
                            <a:srgbClr val="2B2B2B"/>
                          </a:solidFill>
                        </a:rPr>
                        <a:t>내용 입력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FADBC7"/>
                      </a:solidFill>
                      <a:prstDash val="solid"/>
                    </a:lnL>
                    <a:lnR w="9525" cap="flat" cmpd="sng" algn="ctr">
                      <a:solidFill>
                        <a:srgbClr val="FADBC7"/>
                      </a:solidFill>
                      <a:prstDash val="solid"/>
                    </a:lnR>
                    <a:lnT w="9525" cap="flat" cmpd="sng" algn="ctr">
                      <a:solidFill>
                        <a:srgbClr val="FADBC7"/>
                      </a:solidFill>
                      <a:prstDash val="solid"/>
                    </a:lnT>
                    <a:lnB w="9525" cap="flat" cmpd="sng" algn="ctr">
                      <a:solidFill>
                        <a:srgbClr val="FADBC7"/>
                      </a:solidFill>
                      <a:prstDash val="solid"/>
                    </a:lnB>
                    <a:solidFill>
                      <a:srgbClr val="FDF3ED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>
                          <a:solidFill>
                            <a:srgbClr val="2B2B2B"/>
                          </a:solidFill>
                        </a:rPr>
                        <a:t/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FADBC7"/>
                      </a:solidFill>
                      <a:prstDash val="solid"/>
                    </a:lnL>
                    <a:lnR w="9525" cap="flat" cmpd="sng" algn="ctr">
                      <a:solidFill>
                        <a:srgbClr val="FADBC7"/>
                      </a:solidFill>
                      <a:prstDash val="solid"/>
                    </a:lnR>
                    <a:lnT w="9525" cap="flat" cmpd="sng" algn="ctr">
                      <a:solidFill>
                        <a:srgbClr val="FADBC7"/>
                      </a:solidFill>
                      <a:prstDash val="solid"/>
                    </a:lnT>
                    <a:lnB w="9525" cap="flat" cmpd="sng" algn="ctr">
                      <a:solidFill>
                        <a:srgbClr val="FADBC7"/>
                      </a:solidFill>
                      <a:prstDash val="solid"/>
                    </a:lnB>
                    <a:solidFill>
                      <a:srgbClr val="FDF3ED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>
                          <a:solidFill>
                            <a:srgbClr val="2B2B2B"/>
                          </a:solidFill>
                        </a:rPr>
                        <a:t/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FADBC7"/>
                      </a:solidFill>
                      <a:prstDash val="solid"/>
                    </a:lnL>
                    <a:lnR w="9525" cap="flat" cmpd="sng" algn="ctr">
                      <a:solidFill>
                        <a:srgbClr val="FADBC7"/>
                      </a:solidFill>
                      <a:prstDash val="solid"/>
                    </a:lnR>
                    <a:lnT w="9525" cap="flat" cmpd="sng" algn="ctr">
                      <a:solidFill>
                        <a:srgbClr val="FADBC7"/>
                      </a:solidFill>
                      <a:prstDash val="solid"/>
                    </a:lnT>
                    <a:lnB w="9525" cap="flat" cmpd="sng" algn="ctr">
                      <a:solidFill>
                        <a:srgbClr val="FADBC7"/>
                      </a:solidFill>
                      <a:prstDash val="solid"/>
                    </a:lnB>
                    <a:solidFill>
                      <a:srgbClr val="FDF3ED"/>
                    </a:solidFill>
                  </a:tcPr>
                </a:tc>
              </a:tr>
              <a:tr h="640080">
                <a:tc>
                  <a:txBody>
                    <a:bodyPr wrap="square"/>
                    <a:lstStyle/>
                    <a:p>
                      <a:pPr algn="l"/>
                      <a:r>
                        <a:rPr sz="1500" b="1">
                          <a:solidFill>
                            <a:srgbClr val="884111"/>
                          </a:solidFill>
                        </a:rPr>
                        <a:t>5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FADBC7"/>
                      </a:solidFill>
                      <a:prstDash val="solid"/>
                    </a:lnL>
                    <a:lnR w="9525" cap="flat" cmpd="sng" algn="ctr">
                      <a:solidFill>
                        <a:srgbClr val="FADBC7"/>
                      </a:solidFill>
                      <a:prstDash val="solid"/>
                    </a:lnR>
                    <a:lnT w="9525" cap="flat" cmpd="sng" algn="ctr">
                      <a:solidFill>
                        <a:srgbClr val="FADBC7"/>
                      </a:solidFill>
                      <a:prstDash val="solid"/>
                    </a:lnT>
                    <a:lnB w="9525" cap="flat" cmpd="sng" algn="ctr">
                      <a:solidFill>
                        <a:srgbClr val="FADBC7"/>
                      </a:solidFill>
                      <a:prstDash val="solid"/>
                    </a:lnB>
                    <a:solidFill>
                      <a:srgbClr val="FADBC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>
                          <a:solidFill>
                            <a:srgbClr val="2B2B2B"/>
                          </a:solidFill>
                        </a:rPr>
                        <a:t>내용 입력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FADBC7"/>
                      </a:solidFill>
                      <a:prstDash val="solid"/>
                    </a:lnL>
                    <a:lnR w="9525" cap="flat" cmpd="sng" algn="ctr">
                      <a:solidFill>
                        <a:srgbClr val="FADBC7"/>
                      </a:solidFill>
                      <a:prstDash val="solid"/>
                    </a:lnR>
                    <a:lnT w="9525" cap="flat" cmpd="sng" algn="ctr">
                      <a:solidFill>
                        <a:srgbClr val="FADBC7"/>
                      </a:solidFill>
                      <a:prstDash val="solid"/>
                    </a:lnT>
                    <a:lnB w="9525" cap="flat" cmpd="sng" algn="ctr">
                      <a:solidFill>
                        <a:srgbClr val="FADBC7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>
                          <a:solidFill>
                            <a:srgbClr val="2B2B2B"/>
                          </a:solidFill>
                        </a:rPr>
                        <a:t/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FADBC7"/>
                      </a:solidFill>
                      <a:prstDash val="solid"/>
                    </a:lnL>
                    <a:lnR w="9525" cap="flat" cmpd="sng" algn="ctr">
                      <a:solidFill>
                        <a:srgbClr val="FADBC7"/>
                      </a:solidFill>
                      <a:prstDash val="solid"/>
                    </a:lnR>
                    <a:lnT w="9525" cap="flat" cmpd="sng" algn="ctr">
                      <a:solidFill>
                        <a:srgbClr val="FADBC7"/>
                      </a:solidFill>
                      <a:prstDash val="solid"/>
                    </a:lnT>
                    <a:lnB w="9525" cap="flat" cmpd="sng" algn="ctr">
                      <a:solidFill>
                        <a:srgbClr val="FADBC7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>
                          <a:solidFill>
                            <a:srgbClr val="2B2B2B"/>
                          </a:solidFill>
                        </a:rPr>
                        <a:t/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FADBC7"/>
                      </a:solidFill>
                      <a:prstDash val="solid"/>
                    </a:lnL>
                    <a:lnR w="9525" cap="flat" cmpd="sng" algn="ctr">
                      <a:solidFill>
                        <a:srgbClr val="FADBC7"/>
                      </a:solidFill>
                      <a:prstDash val="solid"/>
                    </a:lnR>
                    <a:lnT w="9525" cap="flat" cmpd="sng" algn="ctr">
                      <a:solidFill>
                        <a:srgbClr val="FADBC7"/>
                      </a:solidFill>
                      <a:prstDash val="solid"/>
                    </a:lnT>
                    <a:lnB w="9525" cap="flat" cmpd="sng" algn="ctr">
                      <a:solidFill>
                        <a:srgbClr val="FADBC7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DF3E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" name="장식"/>
          <p:cNvSpPr/>
          <p:nvPr/>
        </p:nvSpPr>
        <p:spPr>
          <a:xfrm>
            <a:off x="0" y="0"/>
            <a:ext cx="1950671" cy="6858000"/>
          </a:xfrm>
          <a:prstGeom prst="rect">
            <a:avLst/>
          </a:prstGeom>
          <a:solidFill>
            <a:srgbClr val="E36C1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장식"/>
          <p:cNvSpPr/>
          <p:nvPr/>
        </p:nvSpPr>
        <p:spPr>
          <a:xfrm>
            <a:off x="1950671" y="0"/>
            <a:ext cx="91440" cy="6858000"/>
          </a:xfrm>
          <a:prstGeom prst="rect">
            <a:avLst/>
          </a:prstGeom>
          <a:solidFill>
            <a:srgbClr val="3B918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장식"/>
          <p:cNvSpPr/>
          <p:nvPr/>
        </p:nvSpPr>
        <p:spPr>
          <a:xfrm>
            <a:off x="8642360" y="3963924"/>
            <a:ext cx="2221991" cy="2221991"/>
          </a:xfrm>
          <a:prstGeom prst="sun">
            <a:avLst/>
          </a:prstGeom>
          <a:solidFill>
            <a:srgbClr val="E36C1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장식"/>
          <p:cNvSpPr/>
          <p:nvPr/>
        </p:nvSpPr>
        <p:spPr>
          <a:xfrm>
            <a:off x="9010826" y="6666402"/>
            <a:ext cx="246887" cy="246887"/>
          </a:xfrm>
          <a:prstGeom prst="ellipse">
            <a:avLst/>
          </a:prstGeom>
          <a:solidFill>
            <a:srgbClr val="FADBC7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장식"/>
          <p:cNvSpPr/>
          <p:nvPr/>
        </p:nvSpPr>
        <p:spPr>
          <a:xfrm>
            <a:off x="10190883" y="6761405"/>
            <a:ext cx="246887" cy="246887"/>
          </a:xfrm>
          <a:prstGeom prst="ellipse">
            <a:avLst/>
          </a:prstGeom>
          <a:solidFill>
            <a:srgbClr val="FADBC7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장식"/>
          <p:cNvSpPr/>
          <p:nvPr/>
        </p:nvSpPr>
        <p:spPr>
          <a:xfrm>
            <a:off x="8372649" y="6219462"/>
            <a:ext cx="246887" cy="246887"/>
          </a:xfrm>
          <a:prstGeom prst="ellipse">
            <a:avLst/>
          </a:prstGeom>
          <a:solidFill>
            <a:srgbClr val="FADBC7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926006" y="2194560"/>
            <a:ext cx="7558851" cy="1463040"/>
          </a:xfrm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05000"/>
              </a:lnSpc>
            </a:pPr>
            <a:r>
              <a:rPr sz="3600" b="1" i="0">
                <a:solidFill>
                  <a:srgbClr val="884111"/>
                </a:solidFill>
              </a:rPr>
              <a:t>감사합니다</a:t>
            </a:r>
          </a:p>
        </p:txBody>
      </p:sp>
      <p:sp>
        <p:nvSpPr>
          <p:cNvPr id="9" name="한 줄 문구"/>
          <p:cNvSpPr txBox="1"/>
          <p:nvPr/>
        </p:nvSpPr>
        <p:spPr>
          <a:xfrm>
            <a:off x="2926006" y="3749039"/>
            <a:ext cx="7558851" cy="82296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1700" b="0" i="1">
                <a:solidFill>
                  <a:srgbClr val="884111"/>
                </a:solidFill>
              </a:rPr>
              <a:t>들어 주셔서 고맙습니다</a:t>
            </a:r>
          </a:p>
        </p:txBody>
      </p:sp>
      <p:sp>
        <p:nvSpPr>
          <p:cNvPr id="10" name="안내 문구"/>
          <p:cNvSpPr txBox="1"/>
          <p:nvPr/>
        </p:nvSpPr>
        <p:spPr>
          <a:xfrm>
            <a:off x="2926006" y="4617720"/>
            <a:ext cx="7558851" cy="91440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1400" b="0" i="0">
                <a:solidFill>
                  <a:srgbClr val="666666"/>
                </a:solidFill>
              </a:rPr>
              <a:t>문의 · 연락처를 입력하세요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연말 결산·회고 발표 템플릿">
  <a:themeElements>
    <a:clrScheme name="Office">
      <a:dk1>
        <a:sysClr val="windowText" lastClr="000000"/>
      </a:dk1>
      <a:lt1>
        <a:sysClr val="window" lastClr="FFFFFF"/>
      </a:lt1>
      <a:dk2>
        <a:srgbClr val="884111"/>
      </a:dk2>
      <a:lt2>
        <a:srgbClr val="FDF3ED"/>
      </a:lt2>
      <a:accent1>
        <a:srgbClr val="E36C1C"/>
      </a:accent1>
      <a:accent2>
        <a:srgbClr val="3B9188"/>
      </a:accent2>
      <a:accent3>
        <a:srgbClr val="884111"/>
      </a:accent3>
      <a:accent4>
        <a:srgbClr val="FADBC7"/>
      </a:accent4>
      <a:accent5>
        <a:srgbClr val="8F7E52"/>
      </a:accent5>
      <a:accent6>
        <a:srgbClr val="B88D70"/>
      </a:accent6>
      <a:hlink>
        <a:srgbClr val="E36C1C"/>
      </a:hlink>
      <a:folHlink>
        <a:srgbClr val="884111"/>
      </a:folHlink>
    </a:clrScheme>
    <a:fontScheme name="Office">
      <a:majorFont>
        <a:latin typeface="맑은 고딕"/>
        <a:ea typeface="맑은 고딕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/>
        <a:ea typeface="맑은 고딕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연말 결산·회고 발표 템플릿</dc:title>
  <dc:subject/>
  <dc:creator>우체국보험 상담 안내</dc:creator>
  <cp:keywords/>
  <dc:description>자유롭게 편집해서 사용하세요.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