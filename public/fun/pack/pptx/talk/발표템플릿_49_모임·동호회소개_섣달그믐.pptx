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발표 제목을 입력하세요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새해 첫 모임에 오신 분들 환영합니다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목차</a:t>
            </a:r>
          </a:p>
        </p:txBody>
      </p:sp>
      <p:sp>
        <p:nvSpPr>
          <p:cNvPr id="4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우리 모임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8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활동 이야기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함께하는 사람들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참여 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핵심 메시지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9193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5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모임의 취지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활동 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참여 혜택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한눈에 비교</a:t>
            </a:r>
          </a:p>
        </p:txBody>
      </p:sp>
      <p:sp>
        <p:nvSpPr>
          <p:cNvPr id="4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8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D3D3EE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919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일정·현황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talk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감사합니다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끝까지 들어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