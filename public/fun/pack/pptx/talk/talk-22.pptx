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먼 섬까지 닿는 목소리로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목차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핵심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실습과 예시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정리와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핵심 메시지</a:t>
            </a:r>
          </a:p>
        </p:txBody>
      </p:sp>
      <p:sp>
        <p:nvSpPr>
          <p:cNvPr id="7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22A3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알아야 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해 볼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5875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기억할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한눈에 비교</a:t>
            </a:r>
          </a:p>
        </p:txBody>
      </p:sp>
      <p:sp>
        <p:nvSpPr>
          <p:cNvPr id="7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CEE2F3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22A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일정·현황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75A86"/>
                      </a:solidFill>
                      <a:prstDash val="solid"/>
                    </a:lnL>
                    <a:lnR w="9525" cap="flat" cmpd="sng" algn="ctr">
                      <a:solidFill>
                        <a:srgbClr val="275A86"/>
                      </a:solidFill>
                      <a:prstDash val="solid"/>
                    </a:lnR>
                    <a:lnT w="9525" cap="flat" cmpd="sng" algn="ctr">
                      <a:solidFill>
                        <a:srgbClr val="275A86"/>
                      </a:solidFill>
                      <a:prstDash val="solid"/>
                    </a:lnT>
                    <a:lnB w="9525" cap="flat" cmpd="sng" algn="ctr">
                      <a:solidFill>
                        <a:srgbClr val="275A86"/>
                      </a:solidFill>
                      <a:prstDash val="solid"/>
                    </a:lnB>
                    <a:solidFill>
                      <a:srgbClr val="275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75A86"/>
                      </a:solidFill>
                      <a:prstDash val="solid"/>
                    </a:lnL>
                    <a:lnR w="9525" cap="flat" cmpd="sng" algn="ctr">
                      <a:solidFill>
                        <a:srgbClr val="275A86"/>
                      </a:solidFill>
                      <a:prstDash val="solid"/>
                    </a:lnR>
                    <a:lnT w="9525" cap="flat" cmpd="sng" algn="ctr">
                      <a:solidFill>
                        <a:srgbClr val="275A86"/>
                      </a:solidFill>
                      <a:prstDash val="solid"/>
                    </a:lnT>
                    <a:lnB w="9525" cap="flat" cmpd="sng" algn="ctr">
                      <a:solidFill>
                        <a:srgbClr val="275A86"/>
                      </a:solidFill>
                      <a:prstDash val="solid"/>
                    </a:lnB>
                    <a:solidFill>
                      <a:srgbClr val="275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75A86"/>
                      </a:solidFill>
                      <a:prstDash val="solid"/>
                    </a:lnL>
                    <a:lnR w="9525" cap="flat" cmpd="sng" algn="ctr">
                      <a:solidFill>
                        <a:srgbClr val="275A86"/>
                      </a:solidFill>
                      <a:prstDash val="solid"/>
                    </a:lnR>
                    <a:lnT w="9525" cap="flat" cmpd="sng" algn="ctr">
                      <a:solidFill>
                        <a:srgbClr val="275A86"/>
                      </a:solidFill>
                      <a:prstDash val="solid"/>
                    </a:lnT>
                    <a:lnB w="9525" cap="flat" cmpd="sng" algn="ctr">
                      <a:solidFill>
                        <a:srgbClr val="275A86"/>
                      </a:solidFill>
                      <a:prstDash val="solid"/>
                    </a:lnB>
                    <a:solidFill>
                      <a:srgbClr val="275A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75A86"/>
                      </a:solidFill>
                      <a:prstDash val="solid"/>
                    </a:lnL>
                    <a:lnR w="9525" cap="flat" cmpd="sng" algn="ctr">
                      <a:solidFill>
                        <a:srgbClr val="275A86"/>
                      </a:solidFill>
                      <a:prstDash val="solid"/>
                    </a:lnR>
                    <a:lnT w="9525" cap="flat" cmpd="sng" algn="ctr">
                      <a:solidFill>
                        <a:srgbClr val="275A86"/>
                      </a:solidFill>
                      <a:prstDash val="solid"/>
                    </a:lnT>
                    <a:lnB w="9525" cap="flat" cmpd="sng" algn="ctr">
                      <a:solidFill>
                        <a:srgbClr val="275A86"/>
                      </a:solidFill>
                      <a:prstDash val="solid"/>
                    </a:lnB>
                    <a:solidFill>
                      <a:srgbClr val="275A8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22A3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CE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EE2F3"/>
                      </a:solidFill>
                      <a:prstDash val="solid"/>
                    </a:lnL>
                    <a:lnR w="9525" cap="flat" cmpd="sng" algn="ctr">
                      <a:solidFill>
                        <a:srgbClr val="CEE2F3"/>
                      </a:solidFill>
                      <a:prstDash val="solid"/>
                    </a:lnR>
                    <a:lnT w="9525" cap="flat" cmpd="sng" algn="ctr">
                      <a:solidFill>
                        <a:srgbClr val="CEE2F3"/>
                      </a:solidFill>
                      <a:prstDash val="solid"/>
                    </a:lnT>
                    <a:lnB w="9525" cap="flat" cmpd="sng" algn="ctr">
                      <a:solidFill>
                        <a:srgbClr val="CE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22A3F"/>
      </a:dk2>
      <a:lt2>
        <a:srgbClr val="EFF5FA"/>
      </a:lt2>
      <a:accent1>
        <a:srgbClr val="275A86"/>
      </a:accent1>
      <a:accent2>
        <a:srgbClr val="913B3E"/>
      </a:accent2>
      <a:accent3>
        <a:srgbClr val="122A3F"/>
      </a:accent3>
      <a:accent4>
        <a:srgbClr val="CEE2F3"/>
      </a:accent4>
      <a:accent5>
        <a:srgbClr val="5C4A62"/>
      </a:accent5>
      <a:accent6>
        <a:srgbClr val="717F8C"/>
      </a:accent6>
      <a:hlink>
        <a:srgbClr val="275A86"/>
      </a:hlink>
      <a:folHlink>
        <a:srgbClr val="122A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