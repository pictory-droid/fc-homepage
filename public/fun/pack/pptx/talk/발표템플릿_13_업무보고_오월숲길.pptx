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D7236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D7236"/>
                </a:solidFill>
              </a:rPr>
              <a:t>한 장 요약을 먼저 확인해 주십시오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업무 보고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F7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43D66F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7236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777240" y="155448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3FCF6"/>
          </a:solidFill>
          <a:ln w="12700">
            <a:solidFill>
              <a:srgbClr val="D4F7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60120" y="1783080"/>
            <a:ext cx="457200" cy="457200"/>
          </a:xfrm>
          <a:prstGeom prst="ellipse">
            <a:avLst/>
          </a:prstGeom>
          <a:solidFill>
            <a:srgbClr val="43D66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19" y="160020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7236"/>
                </a:solidFill>
              </a:rPr>
              <a:t>추진 경과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1600200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777240" y="2606039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3FCF6"/>
          </a:solidFill>
          <a:ln w="12700">
            <a:solidFill>
              <a:srgbClr val="D4F7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60120" y="2834639"/>
            <a:ext cx="457200" cy="457200"/>
          </a:xfrm>
          <a:prstGeom prst="ellipse">
            <a:avLst/>
          </a:prstGeom>
          <a:solidFill>
            <a:srgbClr val="43D66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19" y="265175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7236"/>
                </a:solidFill>
              </a:rPr>
              <a:t>주요 성과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65175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777240" y="365760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3FCF6"/>
          </a:solidFill>
          <a:ln w="12700">
            <a:solidFill>
              <a:srgbClr val="D4F7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60120" y="3886200"/>
            <a:ext cx="457200" cy="457200"/>
          </a:xfrm>
          <a:prstGeom prst="ellipse">
            <a:avLst/>
          </a:prstGeom>
          <a:solidFill>
            <a:srgbClr val="43D66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19" y="37033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7236"/>
                </a:solidFill>
              </a:rPr>
              <a:t>이슈와 대응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703320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777240" y="4709159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3FCF6"/>
          </a:solidFill>
          <a:ln w="12700">
            <a:solidFill>
              <a:srgbClr val="D4F7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60120" y="4937759"/>
            <a:ext cx="457200" cy="457200"/>
          </a:xfrm>
          <a:prstGeom prst="ellipse">
            <a:avLst/>
          </a:prstGeom>
          <a:solidFill>
            <a:srgbClr val="43D66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19" y="47548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7236"/>
                </a:solidFill>
              </a:rPr>
              <a:t>향후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7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F7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43D66F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7236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777240" y="1554480"/>
            <a:ext cx="1063721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D7236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777240" y="301752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3FCF6"/>
          </a:solidFill>
          <a:ln w="15875">
            <a:solidFill>
              <a:srgbClr val="D4F7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960120" y="3200400"/>
            <a:ext cx="457200" cy="457200"/>
          </a:xfrm>
          <a:prstGeom prst="ellipse">
            <a:avLst/>
          </a:prstGeom>
          <a:solidFill>
            <a:srgbClr val="43D66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7236"/>
                </a:solidFill>
              </a:rPr>
              <a:t>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99178" y="301752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3FCF6"/>
          </a:solidFill>
          <a:ln w="15875">
            <a:solidFill>
              <a:srgbClr val="D4F7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82058" y="3200400"/>
            <a:ext cx="457200" cy="457200"/>
          </a:xfrm>
          <a:prstGeom prst="ellipse">
            <a:avLst/>
          </a:prstGeom>
          <a:solidFill>
            <a:srgbClr val="43D66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338" y="379476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7236"/>
                </a:solidFill>
              </a:rPr>
              <a:t>성과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6338" y="448056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21116" y="301752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3FCF6"/>
          </a:solidFill>
          <a:ln w="15875">
            <a:solidFill>
              <a:srgbClr val="D4F7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03996" y="3200400"/>
            <a:ext cx="457200" cy="457200"/>
          </a:xfrm>
          <a:prstGeom prst="ellipse">
            <a:avLst/>
          </a:prstGeom>
          <a:solidFill>
            <a:srgbClr val="43D66F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8276" y="379476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D7236"/>
                </a:solidFill>
              </a:rPr>
              <a:t>이슈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8276" y="448056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F7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43D66F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7236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777240" y="1554480"/>
            <a:ext cx="5135727" cy="4663440"/>
          </a:xfrm>
          <a:prstGeom prst="roundRect">
            <a:avLst>
              <a:gd name="adj" fmla="val 8000"/>
            </a:avLst>
          </a:prstGeom>
          <a:solidFill>
            <a:srgbClr val="F3FCF6"/>
          </a:solidFill>
          <a:ln w="12700">
            <a:solidFill>
              <a:srgbClr val="D4F7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777240" y="155448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43D66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55448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계획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377440"/>
            <a:ext cx="4678527" cy="37490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554480"/>
            <a:ext cx="5135727" cy="4663440"/>
          </a:xfrm>
          <a:prstGeom prst="roundRect">
            <a:avLst>
              <a:gd name="adj" fmla="val 8000"/>
            </a:avLst>
          </a:prstGeom>
          <a:solidFill>
            <a:srgbClr val="D4F7DE"/>
          </a:solidFill>
          <a:ln w="12700">
            <a:solidFill>
              <a:srgbClr val="D4F7D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55448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1D723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55448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실적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377440"/>
            <a:ext cx="4678527" cy="37490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F7D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ect">
            <a:avLst/>
          </a:prstGeom>
          <a:solidFill>
            <a:srgbClr val="FFFFFF"/>
          </a:solidFill>
          <a:ln w="25400">
            <a:solidFill>
              <a:srgbClr val="43D66F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7240" y="548640"/>
            <a:ext cx="935705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7236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77240" y="1554480"/>
          <a:ext cx="1063721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3D66F"/>
                      </a:solidFill>
                      <a:prstDash val="solid"/>
                    </a:lnL>
                    <a:lnR w="9525" cap="flat" cmpd="sng" algn="ctr">
                      <a:solidFill>
                        <a:srgbClr val="43D66F"/>
                      </a:solidFill>
                      <a:prstDash val="solid"/>
                    </a:lnR>
                    <a:lnT w="9525" cap="flat" cmpd="sng" algn="ctr">
                      <a:solidFill>
                        <a:srgbClr val="43D66F"/>
                      </a:solidFill>
                      <a:prstDash val="solid"/>
                    </a:lnT>
                    <a:lnB w="9525" cap="flat" cmpd="sng" algn="ctr">
                      <a:solidFill>
                        <a:srgbClr val="43D66F"/>
                      </a:solidFill>
                      <a:prstDash val="solid"/>
                    </a:lnB>
                    <a:solidFill>
                      <a:srgbClr val="43D6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목표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3D66F"/>
                      </a:solidFill>
                      <a:prstDash val="solid"/>
                    </a:lnL>
                    <a:lnR w="9525" cap="flat" cmpd="sng" algn="ctr">
                      <a:solidFill>
                        <a:srgbClr val="43D66F"/>
                      </a:solidFill>
                      <a:prstDash val="solid"/>
                    </a:lnR>
                    <a:lnT w="9525" cap="flat" cmpd="sng" algn="ctr">
                      <a:solidFill>
                        <a:srgbClr val="43D66F"/>
                      </a:solidFill>
                      <a:prstDash val="solid"/>
                    </a:lnT>
                    <a:lnB w="9525" cap="flat" cmpd="sng" algn="ctr">
                      <a:solidFill>
                        <a:srgbClr val="43D66F"/>
                      </a:solidFill>
                      <a:prstDash val="solid"/>
                    </a:lnB>
                    <a:solidFill>
                      <a:srgbClr val="43D6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실적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3D66F"/>
                      </a:solidFill>
                      <a:prstDash val="solid"/>
                    </a:lnL>
                    <a:lnR w="9525" cap="flat" cmpd="sng" algn="ctr">
                      <a:solidFill>
                        <a:srgbClr val="43D66F"/>
                      </a:solidFill>
                      <a:prstDash val="solid"/>
                    </a:lnR>
                    <a:lnT w="9525" cap="flat" cmpd="sng" algn="ctr">
                      <a:solidFill>
                        <a:srgbClr val="43D66F"/>
                      </a:solidFill>
                      <a:prstDash val="solid"/>
                    </a:lnT>
                    <a:lnB w="9525" cap="flat" cmpd="sng" algn="ctr">
                      <a:solidFill>
                        <a:srgbClr val="43D66F"/>
                      </a:solidFill>
                      <a:prstDash val="solid"/>
                    </a:lnB>
                    <a:solidFill>
                      <a:srgbClr val="43D66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달성률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43D66F"/>
                      </a:solidFill>
                      <a:prstDash val="solid"/>
                    </a:lnL>
                    <a:lnR w="9525" cap="flat" cmpd="sng" algn="ctr">
                      <a:solidFill>
                        <a:srgbClr val="43D66F"/>
                      </a:solidFill>
                      <a:prstDash val="solid"/>
                    </a:lnR>
                    <a:lnT w="9525" cap="flat" cmpd="sng" algn="ctr">
                      <a:solidFill>
                        <a:srgbClr val="43D66F"/>
                      </a:solidFill>
                      <a:prstDash val="solid"/>
                    </a:lnT>
                    <a:lnB w="9525" cap="flat" cmpd="sng" algn="ctr">
                      <a:solidFill>
                        <a:srgbClr val="43D66F"/>
                      </a:solidFill>
                      <a:prstDash val="solid"/>
                    </a:lnB>
                    <a:solidFill>
                      <a:srgbClr val="43D66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7236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D4F7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7236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D4F7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3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3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3FC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7236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D4F7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7236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D4F7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3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3FC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3FC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D7236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D4F7D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4F7DE"/>
                      </a:solidFill>
                      <a:prstDash val="solid"/>
                    </a:lnL>
                    <a:lnR w="9525" cap="flat" cmpd="sng" algn="ctr">
                      <a:solidFill>
                        <a:srgbClr val="D4F7DE"/>
                      </a:solidFill>
                      <a:prstDash val="solid"/>
                    </a:lnR>
                    <a:lnT w="9525" cap="flat" cmpd="sng" algn="ctr">
                      <a:solidFill>
                        <a:srgbClr val="D4F7DE"/>
                      </a:solidFill>
                      <a:prstDash val="solid"/>
                    </a:lnT>
                    <a:lnB w="9525" cap="flat" cmpd="sng" algn="ctr">
                      <a:solidFill>
                        <a:srgbClr val="D4F7DE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D7236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D7236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업무 보고 발표 템플릿">
  <a:themeElements>
    <a:clrScheme name="Office">
      <a:dk1>
        <a:sysClr val="windowText" lastClr="000000"/>
      </a:dk1>
      <a:lt1>
        <a:sysClr val="window" lastClr="FFFFFF"/>
      </a:lt1>
      <a:dk2>
        <a:srgbClr val="1D7236"/>
      </a:dk2>
      <a:lt2>
        <a:srgbClr val="F3FCF6"/>
      </a:lt2>
      <a:accent1>
        <a:srgbClr val="43D66F"/>
      </a:accent1>
      <a:accent2>
        <a:srgbClr val="339941"/>
      </a:accent2>
      <a:accent3>
        <a:srgbClr val="1D7236"/>
      </a:accent3>
      <a:accent4>
        <a:srgbClr val="D4F7DE"/>
      </a:accent4>
      <a:accent5>
        <a:srgbClr val="3BB858"/>
      </a:accent5>
      <a:accent6>
        <a:srgbClr val="77AA86"/>
      </a:accent6>
      <a:hlink>
        <a:srgbClr val="43D66F"/>
      </a:hlink>
      <a:folHlink>
        <a:srgbClr val="1D7236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