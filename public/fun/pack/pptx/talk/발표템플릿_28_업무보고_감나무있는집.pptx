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잘 익은 감처럼 달고 알찬 내용만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추진 경과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주요 성과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이슈와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향후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23F13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성과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이슈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8DFC9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23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