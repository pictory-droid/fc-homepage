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8094" y="665468"/>
            <a:ext cx="439711" cy="439711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174" y="2648211"/>
            <a:ext cx="325546" cy="32554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456902" y="844189"/>
            <a:ext cx="428847" cy="428847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327883" y="2558810"/>
            <a:ext cx="383917" cy="383917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985224" y="371263"/>
            <a:ext cx="271256" cy="27125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054636" y="427995"/>
            <a:ext cx="294091" cy="294091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39235" y="2844566"/>
            <a:ext cx="506986" cy="50698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714677" y="793042"/>
            <a:ext cx="486841" cy="4868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93804" y="730731"/>
            <a:ext cx="496258" cy="49625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63488" y="21126"/>
            <a:ext cx="405194" cy="405194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53950" y="2861152"/>
            <a:ext cx="241523" cy="241523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73371"/>
                </a:solidFill>
              </a:rPr>
              <a:t>발표 제목을 입력하세요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73371"/>
                </a:solidFill>
              </a:rPr>
              <a:t>향기처럼 오래 남는 한 문장을 준비해요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목차</a:t>
            </a:r>
          </a:p>
        </p:txBody>
      </p:sp>
      <p:sp>
        <p:nvSpPr>
          <p:cNvPr id="16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문제와 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해결 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4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기대 효과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8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진행 계획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핵심 메시지</a:t>
            </a:r>
          </a:p>
        </p:txBody>
      </p:sp>
      <p:sp>
        <p:nvSpPr>
          <p:cNvPr id="16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73371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7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5875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현황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5875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5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5875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효과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한눈에 비교</a:t>
            </a:r>
          </a:p>
        </p:txBody>
      </p:sp>
      <p:sp>
        <p:nvSpPr>
          <p:cNvPr id="16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3D3EE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733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일정·현황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C56B3"/>
                      </a:solidFill>
                      <a:prstDash val="solid"/>
                    </a:lnL>
                    <a:lnR w="9525" cap="flat" cmpd="sng" algn="ctr">
                      <a:solidFill>
                        <a:srgbClr val="8C56B3"/>
                      </a:solidFill>
                      <a:prstDash val="solid"/>
                    </a:lnR>
                    <a:lnT w="9525" cap="flat" cmpd="sng" algn="ctr">
                      <a:solidFill>
                        <a:srgbClr val="8C56B3"/>
                      </a:solidFill>
                      <a:prstDash val="solid"/>
                    </a:lnT>
                    <a:lnB w="9525" cap="flat" cmpd="sng" algn="ctr">
                      <a:solidFill>
                        <a:srgbClr val="8C56B3"/>
                      </a:solidFill>
                      <a:prstDash val="solid"/>
                    </a:lnB>
                    <a:solidFill>
                      <a:srgbClr val="8C56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C56B3"/>
                      </a:solidFill>
                      <a:prstDash val="solid"/>
                    </a:lnL>
                    <a:lnR w="9525" cap="flat" cmpd="sng" algn="ctr">
                      <a:solidFill>
                        <a:srgbClr val="8C56B3"/>
                      </a:solidFill>
                      <a:prstDash val="solid"/>
                    </a:lnR>
                    <a:lnT w="9525" cap="flat" cmpd="sng" algn="ctr">
                      <a:solidFill>
                        <a:srgbClr val="8C56B3"/>
                      </a:solidFill>
                      <a:prstDash val="solid"/>
                    </a:lnT>
                    <a:lnB w="9525" cap="flat" cmpd="sng" algn="ctr">
                      <a:solidFill>
                        <a:srgbClr val="8C56B3"/>
                      </a:solidFill>
                      <a:prstDash val="solid"/>
                    </a:lnB>
                    <a:solidFill>
                      <a:srgbClr val="8C56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C56B3"/>
                      </a:solidFill>
                      <a:prstDash val="solid"/>
                    </a:lnL>
                    <a:lnR w="9525" cap="flat" cmpd="sng" algn="ctr">
                      <a:solidFill>
                        <a:srgbClr val="8C56B3"/>
                      </a:solidFill>
                      <a:prstDash val="solid"/>
                    </a:lnR>
                    <a:lnT w="9525" cap="flat" cmpd="sng" algn="ctr">
                      <a:solidFill>
                        <a:srgbClr val="8C56B3"/>
                      </a:solidFill>
                      <a:prstDash val="solid"/>
                    </a:lnT>
                    <a:lnB w="9525" cap="flat" cmpd="sng" algn="ctr">
                      <a:solidFill>
                        <a:srgbClr val="8C56B3"/>
                      </a:solidFill>
                      <a:prstDash val="solid"/>
                    </a:lnB>
                    <a:solidFill>
                      <a:srgbClr val="8C56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C56B3"/>
                      </a:solidFill>
                      <a:prstDash val="solid"/>
                    </a:lnL>
                    <a:lnR w="9525" cap="flat" cmpd="sng" algn="ctr">
                      <a:solidFill>
                        <a:srgbClr val="8C56B3"/>
                      </a:solidFill>
                      <a:prstDash val="solid"/>
                    </a:lnR>
                    <a:lnT w="9525" cap="flat" cmpd="sng" algn="ctr">
                      <a:solidFill>
                        <a:srgbClr val="8C56B3"/>
                      </a:solidFill>
                      <a:prstDash val="solid"/>
                    </a:lnT>
                    <a:lnB w="9525" cap="flat" cmpd="sng" algn="ctr">
                      <a:solidFill>
                        <a:srgbClr val="8C56B3"/>
                      </a:solidFill>
                      <a:prstDash val="solid"/>
                    </a:lnB>
                    <a:solidFill>
                      <a:srgbClr val="8C56B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73371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73371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73371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73371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73371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8094" y="665468"/>
            <a:ext cx="439711" cy="439711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174" y="2648211"/>
            <a:ext cx="325546" cy="32554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456902" y="844189"/>
            <a:ext cx="428847" cy="428847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327883" y="2558810"/>
            <a:ext cx="383917" cy="383917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985224" y="371263"/>
            <a:ext cx="271256" cy="27125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054636" y="427995"/>
            <a:ext cx="294091" cy="294091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39235" y="2844566"/>
            <a:ext cx="506986" cy="50698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714677" y="793042"/>
            <a:ext cx="486841" cy="4868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93804" y="730731"/>
            <a:ext cx="496258" cy="49625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63488" y="21126"/>
            <a:ext cx="405194" cy="405194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53950" y="2861152"/>
            <a:ext cx="241523" cy="241523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73371"/>
                </a:solidFill>
              </a:rPr>
              <a:t>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73371"/>
                </a:solidFill>
              </a:rPr>
              <a:t>들어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573371"/>
      </a:dk2>
      <a:lt2>
        <a:srgbClr val="F5F1F9"/>
      </a:lt2>
      <a:accent1>
        <a:srgbClr val="8C56B3"/>
      </a:accent1>
      <a:accent2>
        <a:srgbClr val="868D3F"/>
      </a:accent2>
      <a:accent3>
        <a:srgbClr val="573371"/>
      </a:accent3>
      <a:accent4>
        <a:srgbClr val="E3D3EE"/>
      </a:accent4>
      <a:accent5>
        <a:srgbClr val="897279"/>
      </a:accent5>
      <a:accent6>
        <a:srgbClr val="9A85AA"/>
      </a:accent6>
      <a:hlink>
        <a:srgbClr val="8C56B3"/>
      </a:hlink>
      <a:folHlink>
        <a:srgbClr val="57337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