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9562E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9562E"/>
                </a:solidFill>
              </a:rPr>
              <a:t>어려운 말은 빼고 설명드립니다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2700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오늘의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2700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핵심 개념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2700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실습과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2700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정리와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9562E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알아야 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해 볼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기억할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2700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4EBD6"/>
          </a:solidFill>
          <a:ln w="12700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56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19852"/>
                      </a:solidFill>
                      <a:prstDash val="solid"/>
                    </a:lnL>
                    <a:lnR w="9525" cap="flat" cmpd="sng" algn="ctr">
                      <a:solidFill>
                        <a:srgbClr val="819852"/>
                      </a:solidFill>
                      <a:prstDash val="solid"/>
                    </a:lnR>
                    <a:lnT w="9525" cap="flat" cmpd="sng" algn="ctr">
                      <a:solidFill>
                        <a:srgbClr val="819852"/>
                      </a:solidFill>
                      <a:prstDash val="solid"/>
                    </a:lnT>
                    <a:lnB w="9525" cap="flat" cmpd="sng" algn="ctr">
                      <a:solidFill>
                        <a:srgbClr val="819852"/>
                      </a:solidFill>
                      <a:prstDash val="solid"/>
                    </a:lnB>
                    <a:solidFill>
                      <a:srgbClr val="81985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562E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562E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562E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562E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562E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9562E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9562E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49562E"/>
      </a:dk2>
      <a:lt2>
        <a:srgbClr val="F6F8F2"/>
      </a:lt2>
      <a:accent1>
        <a:srgbClr val="819852"/>
      </a:accent1>
      <a:accent2>
        <a:srgbClr val="475285"/>
      </a:accent2>
      <a:accent3>
        <a:srgbClr val="49562E"/>
      </a:accent3>
      <a:accent4>
        <a:srgbClr val="E4EBD6"/>
      </a:accent4>
      <a:accent5>
        <a:srgbClr val="64756C"/>
      </a:accent5>
      <a:accent6>
        <a:srgbClr val="929A82"/>
      </a:accent6>
      <a:hlink>
        <a:srgbClr val="819852"/>
      </a:hlink>
      <a:folHlink>
        <a:srgbClr val="49562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