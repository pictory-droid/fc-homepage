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827349" y="2057400"/>
            <a:ext cx="1463003" cy="4800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412269" y="1577339"/>
            <a:ext cx="1463003" cy="52806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9997190" y="1097279"/>
            <a:ext cx="1463003" cy="57607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CFA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어려운 말은 빼고 설명드립니다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69494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2011680"/>
            <a:ext cx="457200" cy="457200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640080" y="2944368"/>
            <a:ext cx="54864" cy="69494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핵심 개념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40080" y="3995928"/>
            <a:ext cx="54864" cy="69494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실습과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21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포인트 막대"/>
          <p:cNvSpPr/>
          <p:nvPr/>
        </p:nvSpPr>
        <p:spPr>
          <a:xfrm>
            <a:off x="640080" y="5047488"/>
            <a:ext cx="54864" cy="69494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822959" y="5166359"/>
            <a:ext cx="457200" cy="457200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정리와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E49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포인트 막대"/>
          <p:cNvSpPr/>
          <p:nvPr/>
        </p:nvSpPr>
        <p:spPr>
          <a:xfrm>
            <a:off x="640080" y="3355848"/>
            <a:ext cx="54864" cy="2798063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3429000"/>
            <a:ext cx="457200" cy="457200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알아야 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포인트 막대"/>
          <p:cNvSpPr/>
          <p:nvPr/>
        </p:nvSpPr>
        <p:spPr>
          <a:xfrm>
            <a:off x="4353458" y="3355848"/>
            <a:ext cx="54864" cy="2798063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4536338" y="3429000"/>
            <a:ext cx="457200" cy="457200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해 볼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7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포인트 막대"/>
          <p:cNvSpPr/>
          <p:nvPr/>
        </p:nvSpPr>
        <p:spPr>
          <a:xfrm>
            <a:off x="8066836" y="3355848"/>
            <a:ext cx="54864" cy="2798063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49716" y="3429000"/>
            <a:ext cx="457200" cy="457200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기억할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307238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알기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4000"/>
            </a:avLst>
          </a:prstGeom>
          <a:solidFill>
            <a:srgbClr val="ECFA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6278727" y="1892807"/>
            <a:ext cx="54864" cy="307238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E49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E49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E49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E49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E49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E49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827349" y="2057400"/>
            <a:ext cx="1463003" cy="4800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412269" y="1577339"/>
            <a:ext cx="1463003" cy="52806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9997190" y="1097279"/>
            <a:ext cx="1463003" cy="57607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CFA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3E4927"/>
      </a:dk2>
      <a:lt2>
        <a:srgbClr val="F7FDEA"/>
      </a:lt2>
      <a:accent1>
        <a:srgbClr val="D0ED97"/>
      </a:accent1>
      <a:accent2>
        <a:srgbClr val="C5F3BA"/>
      </a:accent2>
      <a:accent3>
        <a:srgbClr val="3E4927"/>
      </a:accent3>
      <a:accent4>
        <a:srgbClr val="ECFAD1"/>
      </a:accent4>
      <a:accent5>
        <a:srgbClr val="CAF0A8"/>
      </a:accent5>
      <a:accent6>
        <a:srgbClr val="8B927D"/>
      </a:accent6>
      <a:hlink>
        <a:srgbClr val="D0ED97"/>
      </a:hlink>
      <a:folHlink>
        <a:srgbClr val="3E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