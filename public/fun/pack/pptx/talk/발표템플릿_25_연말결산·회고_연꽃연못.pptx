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15F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115F"/>
                </a:solidFill>
              </a:rPr>
              <a:t>상반기를 마치며 남은 반년을 점검합니다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6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15F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올해의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잘한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아쉬운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내년의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6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15F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D115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5875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잘한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5875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5875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3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15F"/>
                </a:solidFill>
              </a:rPr>
              <a:t>다음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6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15F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0EEFC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3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D7D1FA"/>
          </a:solidFill>
          <a:ln w="12700">
            <a:solidFill>
              <a:srgbClr val="D7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1D1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6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15F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D26C5"/>
                      </a:solidFill>
                      <a:prstDash val="solid"/>
                    </a:lnL>
                    <a:lnR w="9525" cap="flat" cmpd="sng" algn="ctr">
                      <a:solidFill>
                        <a:srgbClr val="3D26C5"/>
                      </a:solidFill>
                      <a:prstDash val="solid"/>
                    </a:lnR>
                    <a:lnT w="9525" cap="flat" cmpd="sng" algn="ctr">
                      <a:solidFill>
                        <a:srgbClr val="3D26C5"/>
                      </a:solidFill>
                      <a:prstDash val="solid"/>
                    </a:lnT>
                    <a:lnB w="9525" cap="flat" cmpd="sng" algn="ctr">
                      <a:solidFill>
                        <a:srgbClr val="3D26C5"/>
                      </a:solidFill>
                      <a:prstDash val="solid"/>
                    </a:lnB>
                    <a:solidFill>
                      <a:srgbClr val="3D26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D26C5"/>
                      </a:solidFill>
                      <a:prstDash val="solid"/>
                    </a:lnL>
                    <a:lnR w="9525" cap="flat" cmpd="sng" algn="ctr">
                      <a:solidFill>
                        <a:srgbClr val="3D26C5"/>
                      </a:solidFill>
                      <a:prstDash val="solid"/>
                    </a:lnR>
                    <a:lnT w="9525" cap="flat" cmpd="sng" algn="ctr">
                      <a:solidFill>
                        <a:srgbClr val="3D26C5"/>
                      </a:solidFill>
                      <a:prstDash val="solid"/>
                    </a:lnT>
                    <a:lnB w="9525" cap="flat" cmpd="sng" algn="ctr">
                      <a:solidFill>
                        <a:srgbClr val="3D26C5"/>
                      </a:solidFill>
                      <a:prstDash val="solid"/>
                    </a:lnB>
                    <a:solidFill>
                      <a:srgbClr val="3D26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D26C5"/>
                      </a:solidFill>
                      <a:prstDash val="solid"/>
                    </a:lnL>
                    <a:lnR w="9525" cap="flat" cmpd="sng" algn="ctr">
                      <a:solidFill>
                        <a:srgbClr val="3D26C5"/>
                      </a:solidFill>
                      <a:prstDash val="solid"/>
                    </a:lnR>
                    <a:lnT w="9525" cap="flat" cmpd="sng" algn="ctr">
                      <a:solidFill>
                        <a:srgbClr val="3D26C5"/>
                      </a:solidFill>
                      <a:prstDash val="solid"/>
                    </a:lnT>
                    <a:lnB w="9525" cap="flat" cmpd="sng" algn="ctr">
                      <a:solidFill>
                        <a:srgbClr val="3D26C5"/>
                      </a:solidFill>
                      <a:prstDash val="solid"/>
                    </a:lnB>
                    <a:solidFill>
                      <a:srgbClr val="3D26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D26C5"/>
                      </a:solidFill>
                      <a:prstDash val="solid"/>
                    </a:lnL>
                    <a:lnR w="9525" cap="flat" cmpd="sng" algn="ctr">
                      <a:solidFill>
                        <a:srgbClr val="3D26C5"/>
                      </a:solidFill>
                      <a:prstDash val="solid"/>
                    </a:lnR>
                    <a:lnT w="9525" cap="flat" cmpd="sng" algn="ctr">
                      <a:solidFill>
                        <a:srgbClr val="3D26C5"/>
                      </a:solidFill>
                      <a:prstDash val="solid"/>
                    </a:lnT>
                    <a:lnB w="9525" cap="flat" cmpd="sng" algn="ctr">
                      <a:solidFill>
                        <a:srgbClr val="3D26C5"/>
                      </a:solidFill>
                      <a:prstDash val="solid"/>
                    </a:lnB>
                    <a:solidFill>
                      <a:srgbClr val="3D26C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115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D7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115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D7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115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D7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115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D7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0EE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115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D7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1FA"/>
                      </a:solidFill>
                      <a:prstDash val="solid"/>
                    </a:lnL>
                    <a:lnR w="9525" cap="flat" cmpd="sng" algn="ctr">
                      <a:solidFill>
                        <a:srgbClr val="D7D1FA"/>
                      </a:solidFill>
                      <a:prstDash val="solid"/>
                    </a:lnR>
                    <a:lnT w="9525" cap="flat" cmpd="sng" algn="ctr">
                      <a:solidFill>
                        <a:srgbClr val="D7D1FA"/>
                      </a:solidFill>
                      <a:prstDash val="solid"/>
                    </a:lnT>
                    <a:lnB w="9525" cap="flat" cmpd="sng" algn="ctr">
                      <a:solidFill>
                        <a:srgbClr val="D7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15F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115F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1D115F"/>
      </a:dk2>
      <a:lt2>
        <a:srgbClr val="F0EEFC"/>
      </a:lt2>
      <a:accent1>
        <a:srgbClr val="3D26C5"/>
      </a:accent1>
      <a:accent2>
        <a:srgbClr val="209DB6"/>
      </a:accent2>
      <a:accent3>
        <a:srgbClr val="1D115F"/>
      </a:accent3>
      <a:accent4>
        <a:srgbClr val="D7D1FA"/>
      </a:accent4>
      <a:accent5>
        <a:srgbClr val="2E62BE"/>
      </a:accent5>
      <a:accent6>
        <a:srgbClr val="77709F"/>
      </a:accent6>
      <a:hlink>
        <a:srgbClr val="3D26C5"/>
      </a:hlink>
      <a:folHlink>
        <a:srgbClr val="1D11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