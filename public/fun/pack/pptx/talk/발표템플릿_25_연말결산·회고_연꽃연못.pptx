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B3759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B3759"/>
                </a:solidFill>
              </a:rPr>
              <a:t>상반기를 마치며 남은 반년을 점검합니다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올해의 한 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65176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잘한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7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70332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아쉬운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4903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31520" y="4754879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4400" y="4983479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내년의 다짐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0059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31520" y="1600200"/>
            <a:ext cx="1072865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B375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31520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5875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14400" y="32461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잘한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83938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5875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66818" y="32461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배운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36356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5875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19236" y="3246120"/>
            <a:ext cx="457200" cy="457200"/>
          </a:xfrm>
          <a:prstGeom prst="ellipse">
            <a:avLst/>
          </a:prstGeom>
          <a:solidFill>
            <a:srgbClr val="B8618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B3759"/>
                </a:solidFill>
              </a:rPr>
              <a:t>다음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516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9F1F5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EED3E0"/>
          </a:solidFill>
          <a:ln w="12700">
            <a:solidFill>
              <a:srgbClr val="EED3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7B37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61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B3759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618C"/>
                      </a:solidFill>
                      <a:prstDash val="solid"/>
                    </a:lnL>
                    <a:lnR w="9525" cap="flat" cmpd="sng" algn="ctr">
                      <a:solidFill>
                        <a:srgbClr val="B8618C"/>
                      </a:solidFill>
                      <a:prstDash val="solid"/>
                    </a:lnR>
                    <a:lnT w="9525" cap="flat" cmpd="sng" algn="ctr">
                      <a:solidFill>
                        <a:srgbClr val="B8618C"/>
                      </a:solidFill>
                      <a:prstDash val="solid"/>
                    </a:lnT>
                    <a:lnB w="9525" cap="flat" cmpd="sng" algn="ctr">
                      <a:solidFill>
                        <a:srgbClr val="B8618C"/>
                      </a:solidFill>
                      <a:prstDash val="solid"/>
                    </a:lnB>
                    <a:solidFill>
                      <a:srgbClr val="B861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618C"/>
                      </a:solidFill>
                      <a:prstDash val="solid"/>
                    </a:lnL>
                    <a:lnR w="9525" cap="flat" cmpd="sng" algn="ctr">
                      <a:solidFill>
                        <a:srgbClr val="B8618C"/>
                      </a:solidFill>
                      <a:prstDash val="solid"/>
                    </a:lnR>
                    <a:lnT w="9525" cap="flat" cmpd="sng" algn="ctr">
                      <a:solidFill>
                        <a:srgbClr val="B8618C"/>
                      </a:solidFill>
                      <a:prstDash val="solid"/>
                    </a:lnT>
                    <a:lnB w="9525" cap="flat" cmpd="sng" algn="ctr">
                      <a:solidFill>
                        <a:srgbClr val="B8618C"/>
                      </a:solidFill>
                      <a:prstDash val="solid"/>
                    </a:lnB>
                    <a:solidFill>
                      <a:srgbClr val="B861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618C"/>
                      </a:solidFill>
                      <a:prstDash val="solid"/>
                    </a:lnL>
                    <a:lnR w="9525" cap="flat" cmpd="sng" algn="ctr">
                      <a:solidFill>
                        <a:srgbClr val="B8618C"/>
                      </a:solidFill>
                      <a:prstDash val="solid"/>
                    </a:lnR>
                    <a:lnT w="9525" cap="flat" cmpd="sng" algn="ctr">
                      <a:solidFill>
                        <a:srgbClr val="B8618C"/>
                      </a:solidFill>
                      <a:prstDash val="solid"/>
                    </a:lnT>
                    <a:lnB w="9525" cap="flat" cmpd="sng" algn="ctr">
                      <a:solidFill>
                        <a:srgbClr val="B8618C"/>
                      </a:solidFill>
                      <a:prstDash val="solid"/>
                    </a:lnB>
                    <a:solidFill>
                      <a:srgbClr val="B861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618C"/>
                      </a:solidFill>
                      <a:prstDash val="solid"/>
                    </a:lnL>
                    <a:lnR w="9525" cap="flat" cmpd="sng" algn="ctr">
                      <a:solidFill>
                        <a:srgbClr val="B8618C"/>
                      </a:solidFill>
                      <a:prstDash val="solid"/>
                    </a:lnR>
                    <a:lnT w="9525" cap="flat" cmpd="sng" algn="ctr">
                      <a:solidFill>
                        <a:srgbClr val="B8618C"/>
                      </a:solidFill>
                      <a:prstDash val="solid"/>
                    </a:lnT>
                    <a:lnB w="9525" cap="flat" cmpd="sng" algn="ctr">
                      <a:solidFill>
                        <a:srgbClr val="B8618C"/>
                      </a:solidFill>
                      <a:prstDash val="solid"/>
                    </a:lnB>
                    <a:solidFill>
                      <a:srgbClr val="B8618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B375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EED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B375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EED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9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9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9F1F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B375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EED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B375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EED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9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9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9F1F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B375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EED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ED3E0"/>
                      </a:solidFill>
                      <a:prstDash val="solid"/>
                    </a:lnL>
                    <a:lnR w="9525" cap="flat" cmpd="sng" algn="ctr">
                      <a:solidFill>
                        <a:srgbClr val="EED3E0"/>
                      </a:solidFill>
                      <a:prstDash val="solid"/>
                    </a:lnR>
                    <a:lnT w="9525" cap="flat" cmpd="sng" algn="ctr">
                      <a:solidFill>
                        <a:srgbClr val="EED3E0"/>
                      </a:solidFill>
                      <a:prstDash val="solid"/>
                    </a:lnT>
                    <a:lnB w="9525" cap="flat" cmpd="sng" algn="ctr">
                      <a:solidFill>
                        <a:srgbClr val="EED3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B3759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B3759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7B3759"/>
      </a:dk2>
      <a:lt2>
        <a:srgbClr val="F9F1F5"/>
      </a:lt2>
      <a:accent1>
        <a:srgbClr val="B8618C"/>
      </a:accent1>
      <a:accent2>
        <a:srgbClr val="3F8D3F"/>
      </a:accent2>
      <a:accent3>
        <a:srgbClr val="7B3759"/>
      </a:accent3>
      <a:accent4>
        <a:srgbClr val="EED3E0"/>
      </a:accent4>
      <a:accent5>
        <a:srgbClr val="7C7766"/>
      </a:accent5>
      <a:accent6>
        <a:srgbClr val="B0879B"/>
      </a:accent6>
      <a:hlink>
        <a:srgbClr val="B8618C"/>
      </a:hlink>
      <a:folHlink>
        <a:srgbClr val="7B37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