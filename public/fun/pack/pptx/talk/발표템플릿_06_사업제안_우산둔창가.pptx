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339681" y="137159"/>
            <a:ext cx="6583680" cy="658368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315017" y="1325880"/>
            <a:ext cx="4206240" cy="4206240"/>
          </a:xfrm>
          <a:prstGeom prst="ellipse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결론부터 말씀드리고 근거를 보여 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문제와 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진행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3B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97C9ED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B4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D1E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B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339681" y="137159"/>
            <a:ext cx="6583680" cy="658368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315017" y="1325880"/>
            <a:ext cx="4206240" cy="4206240"/>
          </a:xfrm>
          <a:prstGeom prst="ellipse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73B49"/>
      </a:dk2>
      <a:lt2>
        <a:srgbClr val="EAF5FD"/>
      </a:lt2>
      <a:accent1>
        <a:srgbClr val="97C9ED"/>
      </a:accent1>
      <a:accent2>
        <a:srgbClr val="BAC0F3"/>
      </a:accent2>
      <a:accent3>
        <a:srgbClr val="273B49"/>
      </a:accent3>
      <a:accent4>
        <a:srgbClr val="D1E9FA"/>
      </a:accent4>
      <a:accent5>
        <a:srgbClr val="A8C4F0"/>
      </a:accent5>
      <a:accent6>
        <a:srgbClr val="7D8992"/>
      </a:accent6>
      <a:hlink>
        <a:srgbClr val="97C9ED"/>
      </a:hlink>
      <a:folHlink>
        <a:srgbClr val="273B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