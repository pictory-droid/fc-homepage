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올해 가장 달라진 점은 이것입니다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올해의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잘한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아쉬운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내년의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A291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잘한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다음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E0D2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A2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