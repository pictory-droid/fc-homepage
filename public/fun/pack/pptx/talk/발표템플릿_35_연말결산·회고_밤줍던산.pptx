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2918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2918"/>
                </a:solidFill>
              </a:rPr>
              <a:t>올해 가장 달라진 점은 이것입니다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8308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올해의 한 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0603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834639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잘한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5175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6576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388620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아쉬운 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7033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77240" y="470915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60120" y="4937759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내년의 다짐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77240" y="155448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A2918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77240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60120" y="320040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잘한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99178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82058" y="320040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6338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21116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03996" y="320040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다음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8276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77240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77240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7B57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EFE0D2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3A291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2918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2918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3A2918"/>
      </a:dk2>
      <a:lt2>
        <a:srgbClr val="F9F5F1"/>
      </a:lt2>
      <a:accent1>
        <a:srgbClr val="7B5732"/>
      </a:accent1>
      <a:accent2>
        <a:srgbClr val="3B9191"/>
      </a:accent2>
      <a:accent3>
        <a:srgbClr val="3A2918"/>
      </a:accent3>
      <a:accent4>
        <a:srgbClr val="EFE0D2"/>
      </a:accent4>
      <a:accent5>
        <a:srgbClr val="5B7462"/>
      </a:accent5>
      <a:accent6>
        <a:srgbClr val="897F74"/>
      </a:accent6>
      <a:hlink>
        <a:srgbClr val="7B5732"/>
      </a:hlink>
      <a:folHlink>
        <a:srgbClr val="3A291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