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463040" y="3749039"/>
            <a:ext cx="5486400" cy="5486400"/>
          </a:xfrm>
          <a:prstGeom prst="ellipse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997190" y="1371600"/>
            <a:ext cx="457200" cy="457200"/>
          </a:xfrm>
          <a:prstGeom prst="ellipse">
            <a:avLst/>
          </a:prstGeom>
          <a:solidFill>
            <a:srgbClr val="A681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972525" y="2468879"/>
            <a:ext cx="182880" cy="182880"/>
          </a:xfrm>
          <a:prstGeom prst="ellipse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라벨"/>
          <p:cNvSpPr txBox="1"/>
          <p:nvPr/>
        </p:nvSpPr>
        <p:spPr>
          <a:xfrm>
            <a:off x="822960" y="160020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5740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발표 제목을 입력하세요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822960" y="333756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가장 달라진 점은 이것입니다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822960" y="420624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tar4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6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10893247" cy="82296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828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올해의 한 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6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49224" y="2660903"/>
            <a:ext cx="10893247" cy="82296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288036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잘한 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6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649224" y="3712463"/>
            <a:ext cx="10893247" cy="82296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39319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아쉬운 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21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6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위쪽 띠"/>
          <p:cNvSpPr/>
          <p:nvPr/>
        </p:nvSpPr>
        <p:spPr>
          <a:xfrm>
            <a:off x="649224" y="4764023"/>
            <a:ext cx="10893247" cy="82296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822959" y="4983479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내년의 다짐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tar4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382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6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쪽 띠"/>
          <p:cNvSpPr/>
          <p:nvPr/>
        </p:nvSpPr>
        <p:spPr>
          <a:xfrm>
            <a:off x="649224" y="3072384"/>
            <a:ext cx="3466490" cy="82296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/>
          <p:nvPr/>
        </p:nvSpPr>
        <p:spPr>
          <a:xfrm>
            <a:off x="822959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잘한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2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6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위쪽 띠"/>
          <p:cNvSpPr/>
          <p:nvPr/>
        </p:nvSpPr>
        <p:spPr>
          <a:xfrm>
            <a:off x="4362602" y="3072384"/>
            <a:ext cx="3466490" cy="82296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2"/>
          <p:cNvSpPr/>
          <p:nvPr/>
        </p:nvSpPr>
        <p:spPr>
          <a:xfrm>
            <a:off x="4536338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배운 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7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6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위쪽 띠"/>
          <p:cNvSpPr/>
          <p:nvPr/>
        </p:nvSpPr>
        <p:spPr>
          <a:xfrm>
            <a:off x="8075980" y="3072384"/>
            <a:ext cx="3466490" cy="82296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3"/>
          <p:cNvSpPr/>
          <p:nvPr/>
        </p:nvSpPr>
        <p:spPr>
          <a:xfrm>
            <a:off x="8249716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다음 목표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tar4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600200"/>
            <a:ext cx="5272887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6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5254599" cy="82296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올해 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600200"/>
            <a:ext cx="5272887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6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287871" y="1609344"/>
            <a:ext cx="5254599" cy="82296"/>
          </a:xfrm>
          <a:prstGeom prst="rec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3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242316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tar4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82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82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82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82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82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463040" y="3749039"/>
            <a:ext cx="5486400" cy="5486400"/>
          </a:xfrm>
          <a:prstGeom prst="ellipse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997190" y="1371600"/>
            <a:ext cx="457200" cy="457200"/>
          </a:xfrm>
          <a:prstGeom prst="ellipse">
            <a:avLst/>
          </a:prstGeom>
          <a:solidFill>
            <a:srgbClr val="A681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972525" y="2468879"/>
            <a:ext cx="182880" cy="182880"/>
          </a:xfrm>
          <a:prstGeom prst="ellipse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라벨"/>
          <p:cNvSpPr txBox="1"/>
          <p:nvPr/>
        </p:nvSpPr>
        <p:spPr>
          <a:xfrm>
            <a:off x="822960" y="160020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5740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822960" y="333756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끝까지 들어 주셔서 고맙습니다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822960" y="420624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493827"/>
      </a:dk2>
      <a:lt2>
        <a:srgbClr val="FBF4EC"/>
      </a:lt2>
      <a:accent1>
        <a:srgbClr val="D8A879"/>
      </a:accent1>
      <a:accent2>
        <a:srgbClr val="E1DF98"/>
      </a:accent2>
      <a:accent3>
        <a:srgbClr val="493827"/>
      </a:accent3>
      <a:accent4>
        <a:srgbClr val="F6E6D5"/>
      </a:accent4>
      <a:accent5>
        <a:srgbClr val="DCC488"/>
      </a:accent5>
      <a:accent6>
        <a:srgbClr val="92887D"/>
      </a:accent6>
      <a:hlink>
        <a:srgbClr val="D8A879"/>
      </a:hlink>
      <a:folHlink>
        <a:srgbClr val="4938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