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푸른 보리밭처럼 차분히 자라는 이야기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올해의 한 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잘한 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아쉬운 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내년의 다짐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F481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잘한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배운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다음 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EEFD2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F48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5F913B"/>
                      </a:solidFill>
                      <a:prstDash val="solid"/>
                    </a:lnL>
                    <a:lnR w="9525" cap="flat" cmpd="sng" algn="ctr">
                      <a:solidFill>
                        <a:srgbClr val="5F913B"/>
                      </a:solidFill>
                      <a:prstDash val="solid"/>
                    </a:lnR>
                    <a:lnT w="9525" cap="flat" cmpd="sng" algn="ctr">
                      <a:solidFill>
                        <a:srgbClr val="5F913B"/>
                      </a:solidFill>
                      <a:prstDash val="solid"/>
                    </a:lnT>
                    <a:lnB w="9525" cap="flat" cmpd="sng" algn="ctr">
                      <a:solidFill>
                        <a:srgbClr val="5F913B"/>
                      </a:solidFill>
                      <a:prstDash val="solid"/>
                    </a:lnB>
                    <a:solidFill>
                      <a:srgbClr val="5F913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