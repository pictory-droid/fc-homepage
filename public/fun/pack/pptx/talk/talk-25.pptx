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발표 제목을 입력하세요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연꽃처럼 단정하고 깊이 있게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목차</a:t>
            </a:r>
          </a:p>
        </p:txBody>
      </p:sp>
      <p:sp>
        <p:nvSpPr>
          <p:cNvPr id="22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올해의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6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잘한 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0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아쉬운 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4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내년의 다짐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핵심 메시지</a:t>
            </a:r>
          </a:p>
        </p:txBody>
      </p:sp>
      <p:sp>
        <p:nvSpPr>
          <p:cNvPr id="22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B375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23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잘한 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배운 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1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다음 목표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한눈에 비교</a:t>
            </a:r>
          </a:p>
        </p:txBody>
      </p:sp>
      <p:sp>
        <p:nvSpPr>
          <p:cNvPr id="22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6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EED3E0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7B37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일정·현황</a:t>
            </a:r>
          </a:p>
        </p:txBody>
      </p:sp>
      <p:graphicFrame>
        <p:nvGraphicFramePr>
          <p:cNvPr id="22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감사합니다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들어 주셔서 고맙습니다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