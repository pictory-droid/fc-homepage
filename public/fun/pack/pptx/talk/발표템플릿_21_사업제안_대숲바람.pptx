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9782872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032468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911812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874600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895099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072255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3629"/>
                </a:solidFill>
              </a:rPr>
              <a:t>발표 제목을 입력하세요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바람 같은 속도로, 그러나 놓치지 않게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목차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554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문제와 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606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2834639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해결 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51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657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388620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기대 효과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03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3" name="줄 4"/>
          <p:cNvSpPr/>
          <p:nvPr/>
        </p:nvSpPr>
        <p:spPr>
          <a:xfrm>
            <a:off x="640080" y="470915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822959" y="4937759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진행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핵심 메시지</a:t>
            </a:r>
          </a:p>
        </p:txBody>
      </p:sp>
      <p:sp>
        <p:nvSpPr>
          <p:cNvPr id="11" name="핵심 문장"/>
          <p:cNvSpPr txBox="1"/>
          <p:nvPr/>
        </p:nvSpPr>
        <p:spPr>
          <a:xfrm>
            <a:off x="640080" y="15544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C362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2" name="카드 1"/>
          <p:cNvSpPr/>
          <p:nvPr/>
        </p:nvSpPr>
        <p:spPr>
          <a:xfrm>
            <a:off x="640080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현황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353458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536338" y="320040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제안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066836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249716" y="320040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효과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한눈에 비교</a:t>
            </a:r>
          </a:p>
        </p:txBody>
      </p:sp>
      <p:sp>
        <p:nvSpPr>
          <p:cNvPr id="11" name="왼쪽 칸"/>
          <p:cNvSpPr/>
          <p:nvPr/>
        </p:nvSpPr>
        <p:spPr>
          <a:xfrm>
            <a:off x="640080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40080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오른쪽 칸"/>
          <p:cNvSpPr/>
          <p:nvPr/>
        </p:nvSpPr>
        <p:spPr>
          <a:xfrm>
            <a:off x="6278727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D5ECE0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278727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C36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일정·현황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5544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9782872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032468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911812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874600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895099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072255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3629"/>
                </a:solidFill>
              </a:rPr>
              <a:t>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들어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1C3629"/>
      </a:dk2>
      <a:lt2>
        <a:srgbClr val="F2F8F5"/>
      </a:lt2>
      <a:accent1>
        <a:srgbClr val="396F54"/>
      </a:accent1>
      <a:accent2>
        <a:srgbClr val="874587"/>
      </a:accent2>
      <a:accent3>
        <a:srgbClr val="1C3629"/>
      </a:accent3>
      <a:accent4>
        <a:srgbClr val="D5ECE0"/>
      </a:accent4>
      <a:accent5>
        <a:srgbClr val="605A6E"/>
      </a:accent5>
      <a:accent6>
        <a:srgbClr val="77867F"/>
      </a:accent6>
      <a:hlink>
        <a:srgbClr val="396F54"/>
      </a:hlink>
      <a:folHlink>
        <a:srgbClr val="1C36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