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발표 제목을 입력하세요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꽃잎이 날리듯 이야기가 퍼져 가기를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목차</a:t>
            </a:r>
          </a:p>
        </p:txBody>
      </p:sp>
      <p:sp>
        <p:nvSpPr>
          <p:cNvPr id="12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추진 경과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주요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이슈와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향후 계획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핵심 메시지</a:t>
            </a:r>
          </a:p>
        </p:txBody>
      </p:sp>
      <p:sp>
        <p:nvSpPr>
          <p:cNvPr id="12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9E2E4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3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진행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성과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이슈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한눈에 비교</a:t>
            </a:r>
          </a:p>
        </p:txBody>
      </p:sp>
      <p:sp>
        <p:nvSpPr>
          <p:cNvPr id="12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3CED7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9E2E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일정·현황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들어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