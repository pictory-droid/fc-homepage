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3200400"/>
            <a:ext cx="6400800" cy="640080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534186" y="-914400"/>
            <a:ext cx="3291840" cy="3291840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우리 모임을 처음 오신 분께 소개합니다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우리 모임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843783"/>
            <a:ext cx="10893247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활동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함께하는 사람들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위쪽 띠"/>
          <p:cNvSpPr/>
          <p:nvPr/>
        </p:nvSpPr>
        <p:spPr>
          <a:xfrm>
            <a:off x="649224" y="4946903"/>
            <a:ext cx="10893247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참여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44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3255263"/>
            <a:ext cx="3466490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모임의 취지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4362602" y="3255263"/>
            <a:ext cx="3466490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활동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8075980" y="3255263"/>
            <a:ext cx="3466490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E0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427"/>
                </a:solidFill>
              </a:rPr>
              <a:t>참여 혜택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5254599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F4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287871" y="1792224"/>
            <a:ext cx="5254599" cy="82296"/>
          </a:xfrm>
          <a:prstGeom prst="rect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44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E197"/>
                      </a:solidFill>
                      <a:prstDash val="solid"/>
                    </a:lnL>
                    <a:lnR w="9525" cap="flat" cmpd="sng" algn="ctr">
                      <a:solidFill>
                        <a:srgbClr val="EDE197"/>
                      </a:solidFill>
                      <a:prstDash val="solid"/>
                    </a:lnR>
                    <a:lnT w="9525" cap="flat" cmpd="sng" algn="ctr">
                      <a:solidFill>
                        <a:srgbClr val="EDE197"/>
                      </a:solidFill>
                      <a:prstDash val="solid"/>
                    </a:lnT>
                    <a:lnB w="9525" cap="flat" cmpd="sng" algn="ctr">
                      <a:solidFill>
                        <a:srgbClr val="EDE197"/>
                      </a:solidFill>
                      <a:prstDash val="solid"/>
                    </a:lnB>
                    <a:solidFill>
                      <a:srgbClr val="EDE19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DFA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4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AF4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4D1"/>
                      </a:solidFill>
                      <a:prstDash val="solid"/>
                    </a:lnL>
                    <a:lnR w="9525" cap="flat" cmpd="sng" algn="ctr">
                      <a:solidFill>
                        <a:srgbClr val="FAF4D1"/>
                      </a:solidFill>
                      <a:prstDash val="solid"/>
                    </a:lnR>
                    <a:lnT w="9525" cap="flat" cmpd="sng" algn="ctr">
                      <a:solidFill>
                        <a:srgbClr val="FAF4D1"/>
                      </a:solidFill>
                      <a:prstDash val="solid"/>
                    </a:lnT>
                    <a:lnB w="9525" cap="flat" cmpd="sng" algn="ctr">
                      <a:solidFill>
                        <a:srgbClr val="FAF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3200400"/>
            <a:ext cx="6400800" cy="640080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534186" y="-914400"/>
            <a:ext cx="3291840" cy="3291840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494427"/>
      </a:dk2>
      <a:lt2>
        <a:srgbClr val="FDFAEA"/>
      </a:lt2>
      <a:accent1>
        <a:srgbClr val="EDE197"/>
      </a:accent1>
      <a:accent2>
        <a:srgbClr val="E0F3BA"/>
      </a:accent2>
      <a:accent3>
        <a:srgbClr val="494427"/>
      </a:accent3>
      <a:accent4>
        <a:srgbClr val="FAF4D1"/>
      </a:accent4>
      <a:accent5>
        <a:srgbClr val="E6EAA8"/>
      </a:accent5>
      <a:accent6>
        <a:srgbClr val="928F7D"/>
      </a:accent6>
      <a:hlink>
        <a:srgbClr val="EDE197"/>
      </a:hlink>
      <a:folHlink>
        <a:srgbClr val="494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