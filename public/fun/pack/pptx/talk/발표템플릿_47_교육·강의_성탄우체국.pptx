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0782259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0414036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9955499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8808791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9270768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7836792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발표 제목을 입력하세요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작은 선물 같은 인사이트를 전합니다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목차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오늘의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핵심 개념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실습과 예시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정리와 질문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핵심 메시지</a:t>
            </a:r>
          </a:p>
        </p:txBody>
      </p:sp>
      <p:sp>
        <p:nvSpPr>
          <p:cNvPr id="11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83A23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2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알아야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해 볼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기억할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한눈에 비교</a:t>
            </a:r>
          </a:p>
        </p:txBody>
      </p:sp>
      <p:sp>
        <p:nvSpPr>
          <p:cNvPr id="11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2EFDC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83A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일정·현황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0782259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0414036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9955499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8808791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9270768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7836792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들어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