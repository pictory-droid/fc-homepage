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9294D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9294D"/>
                </a:solidFill>
              </a:rPr>
              <a:t>누가 어떤 일을 하는 모임인지 알려 드립니다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모임·동호회 소개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3352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914C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9294D"/>
                </a:solidFill>
              </a:rPr>
              <a:t>목차</a:t>
            </a:r>
          </a:p>
        </p:txBody>
      </p:sp>
      <p:sp>
        <p:nvSpPr>
          <p:cNvPr id="5" name="줄 1"/>
          <p:cNvSpPr/>
          <p:nvPr/>
        </p:nvSpPr>
        <p:spPr>
          <a:xfrm>
            <a:off x="914400" y="1600200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F0F3FA"/>
          </a:solidFill>
          <a:ln w="12700">
            <a:solidFill>
              <a:srgbClr val="D0DAF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97280" y="1828800"/>
            <a:ext cx="457200" cy="457200"/>
          </a:xfrm>
          <a:prstGeom prst="ellipse">
            <a:avLst/>
          </a:prstGeom>
          <a:solidFill>
            <a:srgbClr val="33529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9294D"/>
                </a:solidFill>
              </a:rPr>
              <a:t>우리 모임 소개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679673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9" name="줄 2"/>
          <p:cNvSpPr/>
          <p:nvPr/>
        </p:nvSpPr>
        <p:spPr>
          <a:xfrm>
            <a:off x="914400" y="2651760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F0F3FA"/>
          </a:solidFill>
          <a:ln w="12700">
            <a:solidFill>
              <a:srgbClr val="D0DAF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1097280" y="2880360"/>
            <a:ext cx="457200" cy="457200"/>
          </a:xfrm>
          <a:prstGeom prst="ellipse">
            <a:avLst/>
          </a:prstGeom>
          <a:solidFill>
            <a:srgbClr val="33529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9294D"/>
                </a:solidFill>
              </a:rPr>
              <a:t>활동 이야기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697479"/>
            <a:ext cx="679673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3" name="줄 3"/>
          <p:cNvSpPr/>
          <p:nvPr/>
        </p:nvSpPr>
        <p:spPr>
          <a:xfrm>
            <a:off x="914400" y="3703320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F0F3FA"/>
          </a:solidFill>
          <a:ln w="12700">
            <a:solidFill>
              <a:srgbClr val="D0DAF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1097280" y="3931920"/>
            <a:ext cx="457200" cy="457200"/>
          </a:xfrm>
          <a:prstGeom prst="ellipse">
            <a:avLst/>
          </a:prstGeom>
          <a:solidFill>
            <a:srgbClr val="33529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9294D"/>
                </a:solidFill>
              </a:rPr>
              <a:t>함께하는 사람들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749039"/>
            <a:ext cx="679673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7" name="줄 4"/>
          <p:cNvSpPr/>
          <p:nvPr/>
        </p:nvSpPr>
        <p:spPr>
          <a:xfrm>
            <a:off x="914400" y="4754879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F0F3FA"/>
          </a:solidFill>
          <a:ln w="12700">
            <a:solidFill>
              <a:srgbClr val="D0DAF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1097280" y="4983479"/>
            <a:ext cx="457200" cy="457200"/>
          </a:xfrm>
          <a:prstGeom prst="ellipse">
            <a:avLst/>
          </a:prstGeom>
          <a:solidFill>
            <a:srgbClr val="33529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9294D"/>
                </a:solidFill>
              </a:rPr>
              <a:t>참여 방법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800599"/>
            <a:ext cx="679673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3352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914C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9294D"/>
                </a:solidFill>
              </a:rPr>
              <a:t>핵심 메시지</a:t>
            </a:r>
          </a:p>
        </p:txBody>
      </p:sp>
      <p:sp>
        <p:nvSpPr>
          <p:cNvPr id="5" name="핵심 문장"/>
          <p:cNvSpPr txBox="1"/>
          <p:nvPr/>
        </p:nvSpPr>
        <p:spPr>
          <a:xfrm>
            <a:off x="914400" y="1600200"/>
            <a:ext cx="1063721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19294D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6" name="카드 1"/>
          <p:cNvSpPr/>
          <p:nvPr/>
        </p:nvSpPr>
        <p:spPr>
          <a:xfrm>
            <a:off x="914400" y="3063240"/>
            <a:ext cx="3393338" cy="3017520"/>
          </a:xfrm>
          <a:prstGeom prst="roundRect">
            <a:avLst>
              <a:gd name="adj" fmla="val 8000"/>
            </a:avLst>
          </a:prstGeom>
          <a:solidFill>
            <a:srgbClr val="F0F3FA"/>
          </a:solidFill>
          <a:ln w="15875">
            <a:solidFill>
              <a:srgbClr val="D0DAF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1097280" y="3246120"/>
            <a:ext cx="457200" cy="457200"/>
          </a:xfrm>
          <a:prstGeom prst="ellipse">
            <a:avLst/>
          </a:prstGeom>
          <a:solidFill>
            <a:srgbClr val="33529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84048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9294D"/>
                </a:solidFill>
              </a:rPr>
              <a:t>모임의 취지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526280"/>
            <a:ext cx="311901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536338" y="3063240"/>
            <a:ext cx="3393338" cy="3017520"/>
          </a:xfrm>
          <a:prstGeom prst="roundRect">
            <a:avLst>
              <a:gd name="adj" fmla="val 8000"/>
            </a:avLst>
          </a:prstGeom>
          <a:solidFill>
            <a:srgbClr val="F0F3FA"/>
          </a:solidFill>
          <a:ln w="15875">
            <a:solidFill>
              <a:srgbClr val="D0DAF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719218" y="3246120"/>
            <a:ext cx="457200" cy="457200"/>
          </a:xfrm>
          <a:prstGeom prst="ellipse">
            <a:avLst/>
          </a:prstGeom>
          <a:solidFill>
            <a:srgbClr val="33529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3498" y="384048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9294D"/>
                </a:solidFill>
              </a:rPr>
              <a:t>활동 내용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4526280"/>
            <a:ext cx="311901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158276" y="3063240"/>
            <a:ext cx="3393338" cy="3017520"/>
          </a:xfrm>
          <a:prstGeom prst="roundRect">
            <a:avLst>
              <a:gd name="adj" fmla="val 8000"/>
            </a:avLst>
          </a:prstGeom>
          <a:solidFill>
            <a:srgbClr val="F0F3FA"/>
          </a:solidFill>
          <a:ln w="15875">
            <a:solidFill>
              <a:srgbClr val="D0DAF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341156" y="3246120"/>
            <a:ext cx="457200" cy="457200"/>
          </a:xfrm>
          <a:prstGeom prst="ellipse">
            <a:avLst/>
          </a:prstGeom>
          <a:solidFill>
            <a:srgbClr val="33529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5436" y="384048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9294D"/>
                </a:solidFill>
              </a:rPr>
              <a:t>참여 혜택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5436" y="4526280"/>
            <a:ext cx="311901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3352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914C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9294D"/>
                </a:solidFill>
              </a:rPr>
              <a:t>한눈에 비교</a:t>
            </a:r>
          </a:p>
        </p:txBody>
      </p:sp>
      <p:sp>
        <p:nvSpPr>
          <p:cNvPr id="5" name="왼쪽 칸"/>
          <p:cNvSpPr/>
          <p:nvPr/>
        </p:nvSpPr>
        <p:spPr>
          <a:xfrm>
            <a:off x="914400" y="1600200"/>
            <a:ext cx="5135727" cy="4800600"/>
          </a:xfrm>
          <a:prstGeom prst="roundRect">
            <a:avLst>
              <a:gd name="adj" fmla="val 8000"/>
            </a:avLst>
          </a:prstGeom>
          <a:solidFill>
            <a:srgbClr val="F0F3FA"/>
          </a:solidFill>
          <a:ln w="12700">
            <a:solidFill>
              <a:srgbClr val="D0DAF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914400" y="1600200"/>
            <a:ext cx="5135727" cy="640080"/>
          </a:xfrm>
          <a:prstGeom prst="roundRect">
            <a:avLst>
              <a:gd name="adj" fmla="val 25000"/>
            </a:avLst>
          </a:prstGeom>
          <a:solidFill>
            <a:srgbClr val="3352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600200"/>
            <a:ext cx="476996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처음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423160"/>
            <a:ext cx="467852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415887" y="1600200"/>
            <a:ext cx="5135727" cy="4800600"/>
          </a:xfrm>
          <a:prstGeom prst="roundRect">
            <a:avLst>
              <a:gd name="adj" fmla="val 8000"/>
            </a:avLst>
          </a:prstGeom>
          <a:solidFill>
            <a:srgbClr val="D0DAF1"/>
          </a:solidFill>
          <a:ln w="12700">
            <a:solidFill>
              <a:srgbClr val="D0DAF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415887" y="1600200"/>
            <a:ext cx="5135727" cy="640080"/>
          </a:xfrm>
          <a:prstGeom prst="roundRect">
            <a:avLst>
              <a:gd name="adj" fmla="val 25000"/>
            </a:avLst>
          </a:prstGeom>
          <a:solidFill>
            <a:srgbClr val="1929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8767" y="1600200"/>
            <a:ext cx="476996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지금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4487" y="2423160"/>
            <a:ext cx="467852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3352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914C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9294D"/>
                </a:solidFill>
              </a:rPr>
              <a:t>일정·현황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914400" y="1600200"/>
          <a:ext cx="1063721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59303"/>
                <a:gridCol w="2659303"/>
                <a:gridCol w="2659303"/>
                <a:gridCol w="265930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날짜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35299"/>
                      </a:solidFill>
                      <a:prstDash val="solid"/>
                    </a:lnL>
                    <a:lnR w="9525" cap="flat" cmpd="sng" algn="ctr">
                      <a:solidFill>
                        <a:srgbClr val="335299"/>
                      </a:solidFill>
                      <a:prstDash val="solid"/>
                    </a:lnR>
                    <a:lnT w="9525" cap="flat" cmpd="sng" algn="ctr">
                      <a:solidFill>
                        <a:srgbClr val="335299"/>
                      </a:solidFill>
                      <a:prstDash val="solid"/>
                    </a:lnT>
                    <a:lnB w="9525" cap="flat" cmpd="sng" algn="ctr">
                      <a:solidFill>
                        <a:srgbClr val="335299"/>
                      </a:solidFill>
                      <a:prstDash val="solid"/>
                    </a:lnB>
                    <a:solidFill>
                      <a:srgbClr val="33529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활동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35299"/>
                      </a:solidFill>
                      <a:prstDash val="solid"/>
                    </a:lnL>
                    <a:lnR w="9525" cap="flat" cmpd="sng" algn="ctr">
                      <a:solidFill>
                        <a:srgbClr val="335299"/>
                      </a:solidFill>
                      <a:prstDash val="solid"/>
                    </a:lnR>
                    <a:lnT w="9525" cap="flat" cmpd="sng" algn="ctr">
                      <a:solidFill>
                        <a:srgbClr val="335299"/>
                      </a:solidFill>
                      <a:prstDash val="solid"/>
                    </a:lnT>
                    <a:lnB w="9525" cap="flat" cmpd="sng" algn="ctr">
                      <a:solidFill>
                        <a:srgbClr val="335299"/>
                      </a:solidFill>
                      <a:prstDash val="solid"/>
                    </a:lnB>
                    <a:solidFill>
                      <a:srgbClr val="33529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장소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35299"/>
                      </a:solidFill>
                      <a:prstDash val="solid"/>
                    </a:lnL>
                    <a:lnR w="9525" cap="flat" cmpd="sng" algn="ctr">
                      <a:solidFill>
                        <a:srgbClr val="335299"/>
                      </a:solidFill>
                      <a:prstDash val="solid"/>
                    </a:lnR>
                    <a:lnT w="9525" cap="flat" cmpd="sng" algn="ctr">
                      <a:solidFill>
                        <a:srgbClr val="335299"/>
                      </a:solidFill>
                      <a:prstDash val="solid"/>
                    </a:lnT>
                    <a:lnB w="9525" cap="flat" cmpd="sng" algn="ctr">
                      <a:solidFill>
                        <a:srgbClr val="335299"/>
                      </a:solidFill>
                      <a:prstDash val="solid"/>
                    </a:lnB>
                    <a:solidFill>
                      <a:srgbClr val="33529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참석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35299"/>
                      </a:solidFill>
                      <a:prstDash val="solid"/>
                    </a:lnL>
                    <a:lnR w="9525" cap="flat" cmpd="sng" algn="ctr">
                      <a:solidFill>
                        <a:srgbClr val="335299"/>
                      </a:solidFill>
                      <a:prstDash val="solid"/>
                    </a:lnR>
                    <a:lnT w="9525" cap="flat" cmpd="sng" algn="ctr">
                      <a:solidFill>
                        <a:srgbClr val="335299"/>
                      </a:solidFill>
                      <a:prstDash val="solid"/>
                    </a:lnT>
                    <a:lnB w="9525" cap="flat" cmpd="sng" algn="ctr">
                      <a:solidFill>
                        <a:srgbClr val="335299"/>
                      </a:solidFill>
                      <a:prstDash val="solid"/>
                    </a:lnB>
                    <a:solidFill>
                      <a:srgbClr val="33529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9294D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D0D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9294D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D0D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0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0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0F3F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9294D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D0D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9294D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D0D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0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0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0F3F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9294D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D0D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9294D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9294D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모임·동호회 소개 발표 템플릿">
  <a:themeElements>
    <a:clrScheme name="Office">
      <a:dk1>
        <a:sysClr val="windowText" lastClr="000000"/>
      </a:dk1>
      <a:lt1>
        <a:sysClr val="window" lastClr="FFFFFF"/>
      </a:lt1>
      <a:dk2>
        <a:srgbClr val="19294D"/>
      </a:dk2>
      <a:lt2>
        <a:srgbClr val="F0F3FA"/>
      </a:lt2>
      <a:accent1>
        <a:srgbClr val="335299"/>
      </a:accent1>
      <a:accent2>
        <a:srgbClr val="914C3B"/>
      </a:accent2>
      <a:accent3>
        <a:srgbClr val="19294D"/>
      </a:accent3>
      <a:accent4>
        <a:srgbClr val="D0DAF1"/>
      </a:accent4>
      <a:accent5>
        <a:srgbClr val="624F6A"/>
      </a:accent5>
      <a:accent6>
        <a:srgbClr val="757F94"/>
      </a:accent6>
      <a:hlink>
        <a:srgbClr val="335299"/>
      </a:hlink>
      <a:folHlink>
        <a:srgbClr val="19294D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모임·동호회 소개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