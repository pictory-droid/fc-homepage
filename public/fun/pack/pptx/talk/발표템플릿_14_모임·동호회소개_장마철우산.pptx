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표지 그림" descr="talk-1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3418" y="2057400"/>
            <a:ext cx="6095847" cy="15544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11285F"/>
                </a:solidFill>
              </a:rPr>
              <a:t>발표 제목을 입력하세요</a:t>
            </a:r>
          </a:p>
        </p:txBody>
      </p:sp>
      <p:sp>
        <p:nvSpPr>
          <p:cNvPr id="4" name="한 줄 문구"/>
          <p:cNvSpPr txBox="1"/>
          <p:nvPr/>
        </p:nvSpPr>
        <p:spPr>
          <a:xfrm>
            <a:off x="853418" y="3749039"/>
            <a:ext cx="6095847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11285F"/>
                </a:solidFill>
              </a:rPr>
              <a:t>누가 어떤 일을 하는 모임인지 알려 드립니다</a:t>
            </a:r>
          </a:p>
        </p:txBody>
      </p:sp>
      <p:sp>
        <p:nvSpPr>
          <p:cNvPr id="5" name="안내 문구"/>
          <p:cNvSpPr txBox="1"/>
          <p:nvPr/>
        </p:nvSpPr>
        <p:spPr>
          <a:xfrm>
            <a:off x="853418" y="4617720"/>
            <a:ext cx="6095847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모임·동호회 소개 · 발표자 이름</a:t>
            </a:r>
          </a:p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2027. 00. 00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2655C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411480" y="0"/>
            <a:ext cx="64008" cy="6858000"/>
          </a:xfrm>
          <a:prstGeom prst="rect">
            <a:avLst/>
          </a:prstGeom>
          <a:solidFill>
            <a:srgbClr val="209DB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57200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1285F"/>
                </a:solidFill>
              </a:rPr>
              <a:t>목차</a:t>
            </a:r>
          </a:p>
        </p:txBody>
      </p:sp>
      <p:sp>
        <p:nvSpPr>
          <p:cNvPr id="5" name="줄 1"/>
          <p:cNvSpPr/>
          <p:nvPr/>
        </p:nvSpPr>
        <p:spPr>
          <a:xfrm>
            <a:off x="914400" y="1600200"/>
            <a:ext cx="10637215" cy="914400"/>
          </a:xfrm>
          <a:prstGeom prst="roundRect">
            <a:avLst>
              <a:gd name="adj" fmla="val 8000"/>
            </a:avLst>
          </a:prstGeom>
          <a:solidFill>
            <a:srgbClr val="EEF2FC"/>
          </a:solidFill>
          <a:ln w="12700">
            <a:solidFill>
              <a:srgbClr val="D1DDF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번호 1"/>
          <p:cNvSpPr/>
          <p:nvPr/>
        </p:nvSpPr>
        <p:spPr>
          <a:xfrm>
            <a:off x="1097280" y="1828800"/>
            <a:ext cx="457200" cy="457200"/>
          </a:xfrm>
          <a:prstGeom prst="ellipse">
            <a:avLst/>
          </a:prstGeom>
          <a:solidFill>
            <a:srgbClr val="2655C5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83080" y="1645920"/>
            <a:ext cx="2743200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1285F"/>
                </a:solidFill>
              </a:rPr>
              <a:t>우리 모임 소개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1645920"/>
            <a:ext cx="6796735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B2B2B"/>
                </a:solidFill>
              </a:rPr>
              <a:t>한 줄로 내용을 적어 주세요</a:t>
            </a:r>
          </a:p>
        </p:txBody>
      </p:sp>
      <p:sp>
        <p:nvSpPr>
          <p:cNvPr id="9" name="줄 2"/>
          <p:cNvSpPr/>
          <p:nvPr/>
        </p:nvSpPr>
        <p:spPr>
          <a:xfrm>
            <a:off x="914400" y="2651760"/>
            <a:ext cx="10637215" cy="914400"/>
          </a:xfrm>
          <a:prstGeom prst="roundRect">
            <a:avLst>
              <a:gd name="adj" fmla="val 8000"/>
            </a:avLst>
          </a:prstGeom>
          <a:solidFill>
            <a:srgbClr val="EEF2FC"/>
          </a:solidFill>
          <a:ln w="12700">
            <a:solidFill>
              <a:srgbClr val="D1DDF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번호 2"/>
          <p:cNvSpPr/>
          <p:nvPr/>
        </p:nvSpPr>
        <p:spPr>
          <a:xfrm>
            <a:off x="1097280" y="2880360"/>
            <a:ext cx="457200" cy="457200"/>
          </a:xfrm>
          <a:prstGeom prst="ellipse">
            <a:avLst/>
          </a:prstGeom>
          <a:solidFill>
            <a:srgbClr val="2655C5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83080" y="2697479"/>
            <a:ext cx="2743200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1285F"/>
                </a:solidFill>
              </a:rPr>
              <a:t>활동 이야기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697479"/>
            <a:ext cx="6796735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B2B2B"/>
                </a:solidFill>
              </a:rPr>
              <a:t>한 줄로 내용을 적어 주세요</a:t>
            </a:r>
          </a:p>
        </p:txBody>
      </p:sp>
      <p:sp>
        <p:nvSpPr>
          <p:cNvPr id="13" name="줄 3"/>
          <p:cNvSpPr/>
          <p:nvPr/>
        </p:nvSpPr>
        <p:spPr>
          <a:xfrm>
            <a:off x="914400" y="3703320"/>
            <a:ext cx="10637215" cy="914400"/>
          </a:xfrm>
          <a:prstGeom prst="roundRect">
            <a:avLst>
              <a:gd name="adj" fmla="val 8000"/>
            </a:avLst>
          </a:prstGeom>
          <a:solidFill>
            <a:srgbClr val="EEF2FC"/>
          </a:solidFill>
          <a:ln w="12700">
            <a:solidFill>
              <a:srgbClr val="D1DDF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번호 3"/>
          <p:cNvSpPr/>
          <p:nvPr/>
        </p:nvSpPr>
        <p:spPr>
          <a:xfrm>
            <a:off x="1097280" y="3931920"/>
            <a:ext cx="457200" cy="457200"/>
          </a:xfrm>
          <a:prstGeom prst="ellipse">
            <a:avLst/>
          </a:prstGeom>
          <a:solidFill>
            <a:srgbClr val="2655C5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83080" y="3749039"/>
            <a:ext cx="2743200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1285F"/>
                </a:solidFill>
              </a:rPr>
              <a:t>함께하는 사람들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3749039"/>
            <a:ext cx="6796735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B2B2B"/>
                </a:solidFill>
              </a:rPr>
              <a:t>한 줄로 내용을 적어 주세요</a:t>
            </a:r>
          </a:p>
        </p:txBody>
      </p:sp>
      <p:sp>
        <p:nvSpPr>
          <p:cNvPr id="17" name="줄 4"/>
          <p:cNvSpPr/>
          <p:nvPr/>
        </p:nvSpPr>
        <p:spPr>
          <a:xfrm>
            <a:off x="914400" y="4754879"/>
            <a:ext cx="10637215" cy="914400"/>
          </a:xfrm>
          <a:prstGeom prst="roundRect">
            <a:avLst>
              <a:gd name="adj" fmla="val 8000"/>
            </a:avLst>
          </a:prstGeom>
          <a:solidFill>
            <a:srgbClr val="EEF2FC"/>
          </a:solidFill>
          <a:ln w="12700">
            <a:solidFill>
              <a:srgbClr val="D1DDF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번호 4"/>
          <p:cNvSpPr/>
          <p:nvPr/>
        </p:nvSpPr>
        <p:spPr>
          <a:xfrm>
            <a:off x="1097280" y="4983479"/>
            <a:ext cx="457200" cy="457200"/>
          </a:xfrm>
          <a:prstGeom prst="ellipse">
            <a:avLst/>
          </a:prstGeom>
          <a:solidFill>
            <a:srgbClr val="2655C5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83080" y="4800599"/>
            <a:ext cx="2743200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1285F"/>
                </a:solidFill>
              </a:rPr>
              <a:t>참여 방법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4800599"/>
            <a:ext cx="6796735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B2B2B"/>
                </a:solidFill>
              </a:rPr>
              <a:t>한 줄로 내용을 적어 주세요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2655C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411480" y="0"/>
            <a:ext cx="64008" cy="6858000"/>
          </a:xfrm>
          <a:prstGeom prst="rect">
            <a:avLst/>
          </a:prstGeom>
          <a:solidFill>
            <a:srgbClr val="209DB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57200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1285F"/>
                </a:solidFill>
              </a:rPr>
              <a:t>핵심 메시지</a:t>
            </a:r>
          </a:p>
        </p:txBody>
      </p:sp>
      <p:sp>
        <p:nvSpPr>
          <p:cNvPr id="5" name="핵심 문장"/>
          <p:cNvSpPr txBox="1"/>
          <p:nvPr/>
        </p:nvSpPr>
        <p:spPr>
          <a:xfrm>
            <a:off x="914400" y="1600200"/>
            <a:ext cx="10637215" cy="11887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2600" b="1" i="0">
                <a:solidFill>
                  <a:srgbClr val="11285F"/>
                </a:solidFill>
              </a:rPr>
              <a:t>한 문장으로 말하면 — 여기에 핵심 메시지를 입력하세요</a:t>
            </a:r>
          </a:p>
        </p:txBody>
      </p:sp>
      <p:sp>
        <p:nvSpPr>
          <p:cNvPr id="6" name="카드 1"/>
          <p:cNvSpPr/>
          <p:nvPr/>
        </p:nvSpPr>
        <p:spPr>
          <a:xfrm>
            <a:off x="914400" y="3063240"/>
            <a:ext cx="3393338" cy="3017520"/>
          </a:xfrm>
          <a:prstGeom prst="roundRect">
            <a:avLst>
              <a:gd name="adj" fmla="val 8000"/>
            </a:avLst>
          </a:prstGeom>
          <a:solidFill>
            <a:srgbClr val="EEF2FC"/>
          </a:solidFill>
          <a:ln w="15875">
            <a:solidFill>
              <a:srgbClr val="D1DDF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번호 1"/>
          <p:cNvSpPr/>
          <p:nvPr/>
        </p:nvSpPr>
        <p:spPr>
          <a:xfrm>
            <a:off x="1097280" y="3246120"/>
            <a:ext cx="457200" cy="457200"/>
          </a:xfrm>
          <a:prstGeom prst="ellipse">
            <a:avLst/>
          </a:prstGeom>
          <a:solidFill>
            <a:srgbClr val="2655C5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3840480"/>
            <a:ext cx="311901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1285F"/>
                </a:solidFill>
              </a:rPr>
              <a:t>모임의 취지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4526280"/>
            <a:ext cx="3119018" cy="141731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B2B2B"/>
                </a:solidFill>
              </a:rPr>
              <a:t>내용을 입력하세요</a:t>
            </a:r>
          </a:p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10" name="카드 2"/>
          <p:cNvSpPr/>
          <p:nvPr/>
        </p:nvSpPr>
        <p:spPr>
          <a:xfrm>
            <a:off x="4536338" y="3063240"/>
            <a:ext cx="3393338" cy="3017520"/>
          </a:xfrm>
          <a:prstGeom prst="roundRect">
            <a:avLst>
              <a:gd name="adj" fmla="val 8000"/>
            </a:avLst>
          </a:prstGeom>
          <a:solidFill>
            <a:srgbClr val="EEF2FC"/>
          </a:solidFill>
          <a:ln w="15875">
            <a:solidFill>
              <a:srgbClr val="D1DDF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번호 2"/>
          <p:cNvSpPr/>
          <p:nvPr/>
        </p:nvSpPr>
        <p:spPr>
          <a:xfrm>
            <a:off x="4719218" y="3246120"/>
            <a:ext cx="457200" cy="457200"/>
          </a:xfrm>
          <a:prstGeom prst="ellipse">
            <a:avLst/>
          </a:prstGeom>
          <a:solidFill>
            <a:srgbClr val="2655C5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73498" y="3840480"/>
            <a:ext cx="311901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1285F"/>
                </a:solidFill>
              </a:rPr>
              <a:t>활동 내용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73498" y="4526280"/>
            <a:ext cx="3119018" cy="141731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B2B2B"/>
                </a:solidFill>
              </a:rPr>
              <a:t>내용을 입력하세요</a:t>
            </a:r>
          </a:p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14" name="카드 3"/>
          <p:cNvSpPr/>
          <p:nvPr/>
        </p:nvSpPr>
        <p:spPr>
          <a:xfrm>
            <a:off x="8158276" y="3063240"/>
            <a:ext cx="3393338" cy="3017520"/>
          </a:xfrm>
          <a:prstGeom prst="roundRect">
            <a:avLst>
              <a:gd name="adj" fmla="val 8000"/>
            </a:avLst>
          </a:prstGeom>
          <a:solidFill>
            <a:srgbClr val="EEF2FC"/>
          </a:solidFill>
          <a:ln w="15875">
            <a:solidFill>
              <a:srgbClr val="D1DDF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번호 3"/>
          <p:cNvSpPr/>
          <p:nvPr/>
        </p:nvSpPr>
        <p:spPr>
          <a:xfrm>
            <a:off x="8341156" y="3246120"/>
            <a:ext cx="457200" cy="457200"/>
          </a:xfrm>
          <a:prstGeom prst="ellipse">
            <a:avLst/>
          </a:prstGeom>
          <a:solidFill>
            <a:srgbClr val="2655C5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95436" y="3840480"/>
            <a:ext cx="311901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1285F"/>
                </a:solidFill>
              </a:rPr>
              <a:t>참여 혜택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95436" y="4526280"/>
            <a:ext cx="3119018" cy="141731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B2B2B"/>
                </a:solidFill>
              </a:rPr>
              <a:t>내용을 입력하세요</a:t>
            </a:r>
          </a:p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B2B2B"/>
                </a:solidFill>
              </a:rPr>
              <a:t>내용을 입력하세요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2655C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411480" y="0"/>
            <a:ext cx="64008" cy="6858000"/>
          </a:xfrm>
          <a:prstGeom prst="rect">
            <a:avLst/>
          </a:prstGeom>
          <a:solidFill>
            <a:srgbClr val="209DB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57200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1285F"/>
                </a:solidFill>
              </a:rPr>
              <a:t>한눈에 비교</a:t>
            </a:r>
          </a:p>
        </p:txBody>
      </p:sp>
      <p:sp>
        <p:nvSpPr>
          <p:cNvPr id="5" name="왼쪽 칸"/>
          <p:cNvSpPr/>
          <p:nvPr/>
        </p:nvSpPr>
        <p:spPr>
          <a:xfrm>
            <a:off x="914400" y="1600200"/>
            <a:ext cx="5135727" cy="4800600"/>
          </a:xfrm>
          <a:prstGeom prst="roundRect">
            <a:avLst>
              <a:gd name="adj" fmla="val 8000"/>
            </a:avLst>
          </a:prstGeom>
          <a:solidFill>
            <a:srgbClr val="EEF2FC"/>
          </a:solidFill>
          <a:ln w="12700">
            <a:solidFill>
              <a:srgbClr val="D1DDF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칸 제목 바"/>
          <p:cNvSpPr/>
          <p:nvPr/>
        </p:nvSpPr>
        <p:spPr>
          <a:xfrm>
            <a:off x="914400" y="1600200"/>
            <a:ext cx="5135727" cy="640080"/>
          </a:xfrm>
          <a:prstGeom prst="roundRect">
            <a:avLst>
              <a:gd name="adj" fmla="val 25000"/>
            </a:avLst>
          </a:prstGeom>
          <a:solidFill>
            <a:srgbClr val="2655C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600200"/>
            <a:ext cx="4769967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</a:rPr>
              <a:t>처음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2423160"/>
            <a:ext cx="4678527" cy="3886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9" name="오른쪽 칸"/>
          <p:cNvSpPr/>
          <p:nvPr/>
        </p:nvSpPr>
        <p:spPr>
          <a:xfrm>
            <a:off x="6415887" y="1600200"/>
            <a:ext cx="5135727" cy="4800600"/>
          </a:xfrm>
          <a:prstGeom prst="roundRect">
            <a:avLst>
              <a:gd name="adj" fmla="val 8000"/>
            </a:avLst>
          </a:prstGeom>
          <a:solidFill>
            <a:srgbClr val="D1DDFA"/>
          </a:solidFill>
          <a:ln w="12700">
            <a:solidFill>
              <a:srgbClr val="D1DDF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칸 제목 바"/>
          <p:cNvSpPr/>
          <p:nvPr/>
        </p:nvSpPr>
        <p:spPr>
          <a:xfrm>
            <a:off x="6415887" y="1600200"/>
            <a:ext cx="5135727" cy="640080"/>
          </a:xfrm>
          <a:prstGeom prst="roundRect">
            <a:avLst>
              <a:gd name="adj" fmla="val 25000"/>
            </a:avLst>
          </a:prstGeom>
          <a:solidFill>
            <a:srgbClr val="1128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98767" y="1600200"/>
            <a:ext cx="4769967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</a:rPr>
              <a:t>지금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44487" y="2423160"/>
            <a:ext cx="4678527" cy="3886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2655C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411480" y="0"/>
            <a:ext cx="64008" cy="6858000"/>
          </a:xfrm>
          <a:prstGeom prst="rect">
            <a:avLst/>
          </a:prstGeom>
          <a:solidFill>
            <a:srgbClr val="209DB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57200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1285F"/>
                </a:solidFill>
              </a:rPr>
              <a:t>일정·현황</a:t>
            </a:r>
          </a:p>
        </p:txBody>
      </p:sp>
      <p:graphicFrame>
        <p:nvGraphicFramePr>
          <p:cNvPr id="5" name="표"/>
          <p:cNvGraphicFramePr>
            <a:graphicFrameLocks noGrp="1"/>
          </p:cNvGraphicFramePr>
          <p:nvPr/>
        </p:nvGraphicFramePr>
        <p:xfrm>
          <a:off x="914400" y="1600200"/>
          <a:ext cx="10637212" cy="384048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659303"/>
                <a:gridCol w="2659303"/>
                <a:gridCol w="2659303"/>
                <a:gridCol w="2659303"/>
              </a:tblGrid>
              <a:tr h="640080"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날짜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2655C5"/>
                      </a:solidFill>
                      <a:prstDash val="solid"/>
                    </a:lnL>
                    <a:lnR w="9525" cap="flat" cmpd="sng" algn="ctr">
                      <a:solidFill>
                        <a:srgbClr val="2655C5"/>
                      </a:solidFill>
                      <a:prstDash val="solid"/>
                    </a:lnR>
                    <a:lnT w="9525" cap="flat" cmpd="sng" algn="ctr">
                      <a:solidFill>
                        <a:srgbClr val="2655C5"/>
                      </a:solidFill>
                      <a:prstDash val="solid"/>
                    </a:lnT>
                    <a:lnB w="9525" cap="flat" cmpd="sng" algn="ctr">
                      <a:solidFill>
                        <a:srgbClr val="2655C5"/>
                      </a:solidFill>
                      <a:prstDash val="solid"/>
                    </a:lnB>
                    <a:solidFill>
                      <a:srgbClr val="2655C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활동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2655C5"/>
                      </a:solidFill>
                      <a:prstDash val="solid"/>
                    </a:lnL>
                    <a:lnR w="9525" cap="flat" cmpd="sng" algn="ctr">
                      <a:solidFill>
                        <a:srgbClr val="2655C5"/>
                      </a:solidFill>
                      <a:prstDash val="solid"/>
                    </a:lnR>
                    <a:lnT w="9525" cap="flat" cmpd="sng" algn="ctr">
                      <a:solidFill>
                        <a:srgbClr val="2655C5"/>
                      </a:solidFill>
                      <a:prstDash val="solid"/>
                    </a:lnT>
                    <a:lnB w="9525" cap="flat" cmpd="sng" algn="ctr">
                      <a:solidFill>
                        <a:srgbClr val="2655C5"/>
                      </a:solidFill>
                      <a:prstDash val="solid"/>
                    </a:lnB>
                    <a:solidFill>
                      <a:srgbClr val="2655C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장소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2655C5"/>
                      </a:solidFill>
                      <a:prstDash val="solid"/>
                    </a:lnL>
                    <a:lnR w="9525" cap="flat" cmpd="sng" algn="ctr">
                      <a:solidFill>
                        <a:srgbClr val="2655C5"/>
                      </a:solidFill>
                      <a:prstDash val="solid"/>
                    </a:lnR>
                    <a:lnT w="9525" cap="flat" cmpd="sng" algn="ctr">
                      <a:solidFill>
                        <a:srgbClr val="2655C5"/>
                      </a:solidFill>
                      <a:prstDash val="solid"/>
                    </a:lnT>
                    <a:lnB w="9525" cap="flat" cmpd="sng" algn="ctr">
                      <a:solidFill>
                        <a:srgbClr val="2655C5"/>
                      </a:solidFill>
                      <a:prstDash val="solid"/>
                    </a:lnB>
                    <a:solidFill>
                      <a:srgbClr val="2655C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참석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2655C5"/>
                      </a:solidFill>
                      <a:prstDash val="solid"/>
                    </a:lnL>
                    <a:lnR w="9525" cap="flat" cmpd="sng" algn="ctr">
                      <a:solidFill>
                        <a:srgbClr val="2655C5"/>
                      </a:solidFill>
                      <a:prstDash val="solid"/>
                    </a:lnR>
                    <a:lnT w="9525" cap="flat" cmpd="sng" algn="ctr">
                      <a:solidFill>
                        <a:srgbClr val="2655C5"/>
                      </a:solidFill>
                      <a:prstDash val="solid"/>
                    </a:lnT>
                    <a:lnB w="9525" cap="flat" cmpd="sng" algn="ctr">
                      <a:solidFill>
                        <a:srgbClr val="2655C5"/>
                      </a:solidFill>
                      <a:prstDash val="solid"/>
                    </a:lnB>
                    <a:solidFill>
                      <a:srgbClr val="2655C5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1285F"/>
                          </a:solidFill>
                        </a:rPr>
                        <a:t>1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DDFA"/>
                      </a:solidFill>
                      <a:prstDash val="solid"/>
                    </a:lnL>
                    <a:lnR w="9525" cap="flat" cmpd="sng" algn="ctr">
                      <a:solidFill>
                        <a:srgbClr val="D1DDFA"/>
                      </a:solidFill>
                      <a:prstDash val="solid"/>
                    </a:lnR>
                    <a:lnT w="9525" cap="flat" cmpd="sng" algn="ctr">
                      <a:solidFill>
                        <a:srgbClr val="D1DDFA"/>
                      </a:solidFill>
                      <a:prstDash val="solid"/>
                    </a:lnT>
                    <a:lnB w="9525" cap="flat" cmpd="sng" algn="ctr">
                      <a:solidFill>
                        <a:srgbClr val="D1DDFA"/>
                      </a:solidFill>
                      <a:prstDash val="solid"/>
                    </a:lnB>
                    <a:solidFill>
                      <a:srgbClr val="D1DD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DDFA"/>
                      </a:solidFill>
                      <a:prstDash val="solid"/>
                    </a:lnL>
                    <a:lnR w="9525" cap="flat" cmpd="sng" algn="ctr">
                      <a:solidFill>
                        <a:srgbClr val="D1DDFA"/>
                      </a:solidFill>
                      <a:prstDash val="solid"/>
                    </a:lnR>
                    <a:lnT w="9525" cap="flat" cmpd="sng" algn="ctr">
                      <a:solidFill>
                        <a:srgbClr val="D1DDFA"/>
                      </a:solidFill>
                      <a:prstDash val="solid"/>
                    </a:lnT>
                    <a:lnB w="9525" cap="flat" cmpd="sng" algn="ctr">
                      <a:solidFill>
                        <a:srgbClr val="D1DDF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DDFA"/>
                      </a:solidFill>
                      <a:prstDash val="solid"/>
                    </a:lnL>
                    <a:lnR w="9525" cap="flat" cmpd="sng" algn="ctr">
                      <a:solidFill>
                        <a:srgbClr val="D1DDFA"/>
                      </a:solidFill>
                      <a:prstDash val="solid"/>
                    </a:lnR>
                    <a:lnT w="9525" cap="flat" cmpd="sng" algn="ctr">
                      <a:solidFill>
                        <a:srgbClr val="D1DDFA"/>
                      </a:solidFill>
                      <a:prstDash val="solid"/>
                    </a:lnT>
                    <a:lnB w="9525" cap="flat" cmpd="sng" algn="ctr">
                      <a:solidFill>
                        <a:srgbClr val="D1DDF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DDFA"/>
                      </a:solidFill>
                      <a:prstDash val="solid"/>
                    </a:lnL>
                    <a:lnR w="9525" cap="flat" cmpd="sng" algn="ctr">
                      <a:solidFill>
                        <a:srgbClr val="D1DDFA"/>
                      </a:solidFill>
                      <a:prstDash val="solid"/>
                    </a:lnR>
                    <a:lnT w="9525" cap="flat" cmpd="sng" algn="ctr">
                      <a:solidFill>
                        <a:srgbClr val="D1DDFA"/>
                      </a:solidFill>
                      <a:prstDash val="solid"/>
                    </a:lnT>
                    <a:lnB w="9525" cap="flat" cmpd="sng" algn="ctr">
                      <a:solidFill>
                        <a:srgbClr val="D1DDF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1285F"/>
                          </a:solidFill>
                        </a:rPr>
                        <a:t>2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DDFA"/>
                      </a:solidFill>
                      <a:prstDash val="solid"/>
                    </a:lnL>
                    <a:lnR w="9525" cap="flat" cmpd="sng" algn="ctr">
                      <a:solidFill>
                        <a:srgbClr val="D1DDFA"/>
                      </a:solidFill>
                      <a:prstDash val="solid"/>
                    </a:lnR>
                    <a:lnT w="9525" cap="flat" cmpd="sng" algn="ctr">
                      <a:solidFill>
                        <a:srgbClr val="D1DDFA"/>
                      </a:solidFill>
                      <a:prstDash val="solid"/>
                    </a:lnT>
                    <a:lnB w="9525" cap="flat" cmpd="sng" algn="ctr">
                      <a:solidFill>
                        <a:srgbClr val="D1DDFA"/>
                      </a:solidFill>
                      <a:prstDash val="solid"/>
                    </a:lnB>
                    <a:solidFill>
                      <a:srgbClr val="D1DD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DDFA"/>
                      </a:solidFill>
                      <a:prstDash val="solid"/>
                    </a:lnL>
                    <a:lnR w="9525" cap="flat" cmpd="sng" algn="ctr">
                      <a:solidFill>
                        <a:srgbClr val="D1DDFA"/>
                      </a:solidFill>
                      <a:prstDash val="solid"/>
                    </a:lnR>
                    <a:lnT w="9525" cap="flat" cmpd="sng" algn="ctr">
                      <a:solidFill>
                        <a:srgbClr val="D1DDFA"/>
                      </a:solidFill>
                      <a:prstDash val="solid"/>
                    </a:lnT>
                    <a:lnB w="9525" cap="flat" cmpd="sng" algn="ctr">
                      <a:solidFill>
                        <a:srgbClr val="D1DDFA"/>
                      </a:solidFill>
                      <a:prstDash val="solid"/>
                    </a:lnB>
                    <a:solidFill>
                      <a:srgbClr val="EEF2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DDFA"/>
                      </a:solidFill>
                      <a:prstDash val="solid"/>
                    </a:lnL>
                    <a:lnR w="9525" cap="flat" cmpd="sng" algn="ctr">
                      <a:solidFill>
                        <a:srgbClr val="D1DDFA"/>
                      </a:solidFill>
                      <a:prstDash val="solid"/>
                    </a:lnR>
                    <a:lnT w="9525" cap="flat" cmpd="sng" algn="ctr">
                      <a:solidFill>
                        <a:srgbClr val="D1DDFA"/>
                      </a:solidFill>
                      <a:prstDash val="solid"/>
                    </a:lnT>
                    <a:lnB w="9525" cap="flat" cmpd="sng" algn="ctr">
                      <a:solidFill>
                        <a:srgbClr val="D1DDFA"/>
                      </a:solidFill>
                      <a:prstDash val="solid"/>
                    </a:lnB>
                    <a:solidFill>
                      <a:srgbClr val="EEF2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DDFA"/>
                      </a:solidFill>
                      <a:prstDash val="solid"/>
                    </a:lnL>
                    <a:lnR w="9525" cap="flat" cmpd="sng" algn="ctr">
                      <a:solidFill>
                        <a:srgbClr val="D1DDFA"/>
                      </a:solidFill>
                      <a:prstDash val="solid"/>
                    </a:lnR>
                    <a:lnT w="9525" cap="flat" cmpd="sng" algn="ctr">
                      <a:solidFill>
                        <a:srgbClr val="D1DDFA"/>
                      </a:solidFill>
                      <a:prstDash val="solid"/>
                    </a:lnT>
                    <a:lnB w="9525" cap="flat" cmpd="sng" algn="ctr">
                      <a:solidFill>
                        <a:srgbClr val="D1DDFA"/>
                      </a:solidFill>
                      <a:prstDash val="solid"/>
                    </a:lnB>
                    <a:solidFill>
                      <a:srgbClr val="EEF2FC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1285F"/>
                          </a:solidFill>
                        </a:rPr>
                        <a:t>3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DDFA"/>
                      </a:solidFill>
                      <a:prstDash val="solid"/>
                    </a:lnL>
                    <a:lnR w="9525" cap="flat" cmpd="sng" algn="ctr">
                      <a:solidFill>
                        <a:srgbClr val="D1DDFA"/>
                      </a:solidFill>
                      <a:prstDash val="solid"/>
                    </a:lnR>
                    <a:lnT w="9525" cap="flat" cmpd="sng" algn="ctr">
                      <a:solidFill>
                        <a:srgbClr val="D1DDFA"/>
                      </a:solidFill>
                      <a:prstDash val="solid"/>
                    </a:lnT>
                    <a:lnB w="9525" cap="flat" cmpd="sng" algn="ctr">
                      <a:solidFill>
                        <a:srgbClr val="D1DDFA"/>
                      </a:solidFill>
                      <a:prstDash val="solid"/>
                    </a:lnB>
                    <a:solidFill>
                      <a:srgbClr val="D1DD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DDFA"/>
                      </a:solidFill>
                      <a:prstDash val="solid"/>
                    </a:lnL>
                    <a:lnR w="9525" cap="flat" cmpd="sng" algn="ctr">
                      <a:solidFill>
                        <a:srgbClr val="D1DDFA"/>
                      </a:solidFill>
                      <a:prstDash val="solid"/>
                    </a:lnR>
                    <a:lnT w="9525" cap="flat" cmpd="sng" algn="ctr">
                      <a:solidFill>
                        <a:srgbClr val="D1DDFA"/>
                      </a:solidFill>
                      <a:prstDash val="solid"/>
                    </a:lnT>
                    <a:lnB w="9525" cap="flat" cmpd="sng" algn="ctr">
                      <a:solidFill>
                        <a:srgbClr val="D1DDF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DDFA"/>
                      </a:solidFill>
                      <a:prstDash val="solid"/>
                    </a:lnL>
                    <a:lnR w="9525" cap="flat" cmpd="sng" algn="ctr">
                      <a:solidFill>
                        <a:srgbClr val="D1DDFA"/>
                      </a:solidFill>
                      <a:prstDash val="solid"/>
                    </a:lnR>
                    <a:lnT w="9525" cap="flat" cmpd="sng" algn="ctr">
                      <a:solidFill>
                        <a:srgbClr val="D1DDFA"/>
                      </a:solidFill>
                      <a:prstDash val="solid"/>
                    </a:lnT>
                    <a:lnB w="9525" cap="flat" cmpd="sng" algn="ctr">
                      <a:solidFill>
                        <a:srgbClr val="D1DDF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DDFA"/>
                      </a:solidFill>
                      <a:prstDash val="solid"/>
                    </a:lnL>
                    <a:lnR w="9525" cap="flat" cmpd="sng" algn="ctr">
                      <a:solidFill>
                        <a:srgbClr val="D1DDFA"/>
                      </a:solidFill>
                      <a:prstDash val="solid"/>
                    </a:lnR>
                    <a:lnT w="9525" cap="flat" cmpd="sng" algn="ctr">
                      <a:solidFill>
                        <a:srgbClr val="D1DDFA"/>
                      </a:solidFill>
                      <a:prstDash val="solid"/>
                    </a:lnT>
                    <a:lnB w="9525" cap="flat" cmpd="sng" algn="ctr">
                      <a:solidFill>
                        <a:srgbClr val="D1DDF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1285F"/>
                          </a:solidFill>
                        </a:rPr>
                        <a:t>4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DDFA"/>
                      </a:solidFill>
                      <a:prstDash val="solid"/>
                    </a:lnL>
                    <a:lnR w="9525" cap="flat" cmpd="sng" algn="ctr">
                      <a:solidFill>
                        <a:srgbClr val="D1DDFA"/>
                      </a:solidFill>
                      <a:prstDash val="solid"/>
                    </a:lnR>
                    <a:lnT w="9525" cap="flat" cmpd="sng" algn="ctr">
                      <a:solidFill>
                        <a:srgbClr val="D1DDFA"/>
                      </a:solidFill>
                      <a:prstDash val="solid"/>
                    </a:lnT>
                    <a:lnB w="9525" cap="flat" cmpd="sng" algn="ctr">
                      <a:solidFill>
                        <a:srgbClr val="D1DDFA"/>
                      </a:solidFill>
                      <a:prstDash val="solid"/>
                    </a:lnB>
                    <a:solidFill>
                      <a:srgbClr val="D1DD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DDFA"/>
                      </a:solidFill>
                      <a:prstDash val="solid"/>
                    </a:lnL>
                    <a:lnR w="9525" cap="flat" cmpd="sng" algn="ctr">
                      <a:solidFill>
                        <a:srgbClr val="D1DDFA"/>
                      </a:solidFill>
                      <a:prstDash val="solid"/>
                    </a:lnR>
                    <a:lnT w="9525" cap="flat" cmpd="sng" algn="ctr">
                      <a:solidFill>
                        <a:srgbClr val="D1DDFA"/>
                      </a:solidFill>
                      <a:prstDash val="solid"/>
                    </a:lnT>
                    <a:lnB w="9525" cap="flat" cmpd="sng" algn="ctr">
                      <a:solidFill>
                        <a:srgbClr val="D1DDFA"/>
                      </a:solidFill>
                      <a:prstDash val="solid"/>
                    </a:lnB>
                    <a:solidFill>
                      <a:srgbClr val="EEF2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DDFA"/>
                      </a:solidFill>
                      <a:prstDash val="solid"/>
                    </a:lnL>
                    <a:lnR w="9525" cap="flat" cmpd="sng" algn="ctr">
                      <a:solidFill>
                        <a:srgbClr val="D1DDFA"/>
                      </a:solidFill>
                      <a:prstDash val="solid"/>
                    </a:lnR>
                    <a:lnT w="9525" cap="flat" cmpd="sng" algn="ctr">
                      <a:solidFill>
                        <a:srgbClr val="D1DDFA"/>
                      </a:solidFill>
                      <a:prstDash val="solid"/>
                    </a:lnT>
                    <a:lnB w="9525" cap="flat" cmpd="sng" algn="ctr">
                      <a:solidFill>
                        <a:srgbClr val="D1DDFA"/>
                      </a:solidFill>
                      <a:prstDash val="solid"/>
                    </a:lnB>
                    <a:solidFill>
                      <a:srgbClr val="EEF2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DDFA"/>
                      </a:solidFill>
                      <a:prstDash val="solid"/>
                    </a:lnL>
                    <a:lnR w="9525" cap="flat" cmpd="sng" algn="ctr">
                      <a:solidFill>
                        <a:srgbClr val="D1DDFA"/>
                      </a:solidFill>
                      <a:prstDash val="solid"/>
                    </a:lnR>
                    <a:lnT w="9525" cap="flat" cmpd="sng" algn="ctr">
                      <a:solidFill>
                        <a:srgbClr val="D1DDFA"/>
                      </a:solidFill>
                      <a:prstDash val="solid"/>
                    </a:lnT>
                    <a:lnB w="9525" cap="flat" cmpd="sng" algn="ctr">
                      <a:solidFill>
                        <a:srgbClr val="D1DDFA"/>
                      </a:solidFill>
                      <a:prstDash val="solid"/>
                    </a:lnB>
                    <a:solidFill>
                      <a:srgbClr val="EEF2FC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1285F"/>
                          </a:solidFill>
                        </a:rPr>
                        <a:t>5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DDFA"/>
                      </a:solidFill>
                      <a:prstDash val="solid"/>
                    </a:lnL>
                    <a:lnR w="9525" cap="flat" cmpd="sng" algn="ctr">
                      <a:solidFill>
                        <a:srgbClr val="D1DDFA"/>
                      </a:solidFill>
                      <a:prstDash val="solid"/>
                    </a:lnR>
                    <a:lnT w="9525" cap="flat" cmpd="sng" algn="ctr">
                      <a:solidFill>
                        <a:srgbClr val="D1DDFA"/>
                      </a:solidFill>
                      <a:prstDash val="solid"/>
                    </a:lnT>
                    <a:lnB w="9525" cap="flat" cmpd="sng" algn="ctr">
                      <a:solidFill>
                        <a:srgbClr val="D1DDFA"/>
                      </a:solidFill>
                      <a:prstDash val="solid"/>
                    </a:lnB>
                    <a:solidFill>
                      <a:srgbClr val="D1DD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DDFA"/>
                      </a:solidFill>
                      <a:prstDash val="solid"/>
                    </a:lnL>
                    <a:lnR w="9525" cap="flat" cmpd="sng" algn="ctr">
                      <a:solidFill>
                        <a:srgbClr val="D1DDFA"/>
                      </a:solidFill>
                      <a:prstDash val="solid"/>
                    </a:lnR>
                    <a:lnT w="9525" cap="flat" cmpd="sng" algn="ctr">
                      <a:solidFill>
                        <a:srgbClr val="D1DDFA"/>
                      </a:solidFill>
                      <a:prstDash val="solid"/>
                    </a:lnT>
                    <a:lnB w="9525" cap="flat" cmpd="sng" algn="ctr">
                      <a:solidFill>
                        <a:srgbClr val="D1DDF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DDFA"/>
                      </a:solidFill>
                      <a:prstDash val="solid"/>
                    </a:lnL>
                    <a:lnR w="9525" cap="flat" cmpd="sng" algn="ctr">
                      <a:solidFill>
                        <a:srgbClr val="D1DDFA"/>
                      </a:solidFill>
                      <a:prstDash val="solid"/>
                    </a:lnR>
                    <a:lnT w="9525" cap="flat" cmpd="sng" algn="ctr">
                      <a:solidFill>
                        <a:srgbClr val="D1DDFA"/>
                      </a:solidFill>
                      <a:prstDash val="solid"/>
                    </a:lnT>
                    <a:lnB w="9525" cap="flat" cmpd="sng" algn="ctr">
                      <a:solidFill>
                        <a:srgbClr val="D1DDF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DDFA"/>
                      </a:solidFill>
                      <a:prstDash val="solid"/>
                    </a:lnL>
                    <a:lnR w="9525" cap="flat" cmpd="sng" algn="ctr">
                      <a:solidFill>
                        <a:srgbClr val="D1DDFA"/>
                      </a:solidFill>
                      <a:prstDash val="solid"/>
                    </a:lnR>
                    <a:lnT w="9525" cap="flat" cmpd="sng" algn="ctr">
                      <a:solidFill>
                        <a:srgbClr val="D1DDFA"/>
                      </a:solidFill>
                      <a:prstDash val="solid"/>
                    </a:lnT>
                    <a:lnB w="9525" cap="flat" cmpd="sng" algn="ctr">
                      <a:solidFill>
                        <a:srgbClr val="D1DDF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표지 그림" descr="talk-1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3418" y="2057400"/>
            <a:ext cx="6095847" cy="15544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11285F"/>
                </a:solidFill>
              </a:rPr>
              <a:t>감사합니다</a:t>
            </a:r>
          </a:p>
        </p:txBody>
      </p:sp>
      <p:sp>
        <p:nvSpPr>
          <p:cNvPr id="4" name="한 줄 문구"/>
          <p:cNvSpPr txBox="1"/>
          <p:nvPr/>
        </p:nvSpPr>
        <p:spPr>
          <a:xfrm>
            <a:off x="853418" y="3749039"/>
            <a:ext cx="6095847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11285F"/>
                </a:solidFill>
              </a:rPr>
              <a:t>끝까지 들어 주셔서 고맙습니다</a:t>
            </a:r>
          </a:p>
        </p:txBody>
      </p:sp>
      <p:sp>
        <p:nvSpPr>
          <p:cNvPr id="5" name="안내 문구"/>
          <p:cNvSpPr txBox="1"/>
          <p:nvPr/>
        </p:nvSpPr>
        <p:spPr>
          <a:xfrm>
            <a:off x="853418" y="4617720"/>
            <a:ext cx="6095847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문의 · 연락처를 입력하세요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모임·동호회 소개 발표 템플릿">
  <a:themeElements>
    <a:clrScheme name="Office">
      <a:dk1>
        <a:sysClr val="windowText" lastClr="000000"/>
      </a:dk1>
      <a:lt1>
        <a:sysClr val="window" lastClr="FFFFFF"/>
      </a:lt1>
      <a:dk2>
        <a:srgbClr val="11285F"/>
      </a:dk2>
      <a:lt2>
        <a:srgbClr val="EEF2FC"/>
      </a:lt2>
      <a:accent1>
        <a:srgbClr val="2655C5"/>
      </a:accent1>
      <a:accent2>
        <a:srgbClr val="209DB6"/>
      </a:accent2>
      <a:accent3>
        <a:srgbClr val="11285F"/>
      </a:accent3>
      <a:accent4>
        <a:srgbClr val="D1DDFA"/>
      </a:accent4>
      <a:accent5>
        <a:srgbClr val="2379BE"/>
      </a:accent5>
      <a:accent6>
        <a:srgbClr val="707E9F"/>
      </a:accent6>
      <a:hlink>
        <a:srgbClr val="2655C5"/>
      </a:hlink>
      <a:folHlink>
        <a:srgbClr val="11285F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모임·동호회 소개 발표 템플릿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