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463040" y="3749039"/>
            <a:ext cx="5486400" cy="54864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997190" y="1371600"/>
            <a:ext cx="457200" cy="45720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72525" y="2468879"/>
            <a:ext cx="182880" cy="18288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장 요약을 먼저 확인해 주십시오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10893247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28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추진 경과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660903"/>
            <a:ext cx="10893247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28803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주요 성과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3712463"/>
            <a:ext cx="10893247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39319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이슈와 대응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위쪽 띠"/>
          <p:cNvSpPr/>
          <p:nvPr/>
        </p:nvSpPr>
        <p:spPr>
          <a:xfrm>
            <a:off x="649224" y="4764023"/>
            <a:ext cx="10893247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498347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향후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93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3072384"/>
            <a:ext cx="3466490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진행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4362602" y="3072384"/>
            <a:ext cx="3466490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성과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8075980" y="3072384"/>
            <a:ext cx="3466490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이슈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60020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5254599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60020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287871" y="1609344"/>
            <a:ext cx="5254599" cy="82296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9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463040" y="3749039"/>
            <a:ext cx="5486400" cy="54864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997190" y="1371600"/>
            <a:ext cx="457200" cy="45720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72525" y="2468879"/>
            <a:ext cx="182880" cy="18288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274931"/>
      </a:dk2>
      <a:lt2>
        <a:srgbClr val="EAFDF0"/>
      </a:lt2>
      <a:accent1>
        <a:srgbClr val="97EDB1"/>
      </a:accent1>
      <a:accent2>
        <a:srgbClr val="BAF3E5"/>
      </a:accent2>
      <a:accent3>
        <a:srgbClr val="274931"/>
      </a:accent3>
      <a:accent4>
        <a:srgbClr val="D1FADD"/>
      </a:accent4>
      <a:accent5>
        <a:srgbClr val="A8F0CB"/>
      </a:accent5>
      <a:accent6>
        <a:srgbClr val="7D9283"/>
      </a:accent6>
      <a:hlink>
        <a:srgbClr val="97EDB1"/>
      </a:hlink>
      <a:folHlink>
        <a:srgbClr val="27493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