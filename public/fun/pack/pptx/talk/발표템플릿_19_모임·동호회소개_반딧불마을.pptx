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발표 제목을 입력하세요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작은 불빛이 모여 환해지는 아이디어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2026. 00. 00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목차</a:t>
            </a:r>
          </a:p>
        </p:txBody>
      </p:sp>
      <p:sp>
        <p:nvSpPr>
          <p:cNvPr id="11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우리 모임 소개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5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활동 이야기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9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함께하는 사람들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23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참여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핵심 메시지</a:t>
            </a:r>
          </a:p>
        </p:txBody>
      </p:sp>
      <p:sp>
        <p:nvSpPr>
          <p:cNvPr id="11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3D30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12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모임의 취지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활동 내용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0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참여 혜택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한눈에 비교</a:t>
            </a:r>
          </a:p>
        </p:txBody>
      </p:sp>
      <p:sp>
        <p:nvSpPr>
          <p:cNvPr id="11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5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0F1E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43D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1538365" y="657714"/>
            <a:ext cx="339662" cy="339662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1746497" y="343890"/>
            <a:ext cx="145122" cy="145122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10891282" y="851234"/>
            <a:ext cx="259566" cy="259566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1664833" y="1088349"/>
            <a:ext cx="301133" cy="301133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1651521" y="1048887"/>
            <a:ext cx="297834" cy="297834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1563561" y="655126"/>
            <a:ext cx="151951" cy="151951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일정·현황</a:t>
            </a:r>
          </a:p>
        </p:txBody>
      </p:sp>
      <p:graphicFrame>
        <p:nvGraphicFramePr>
          <p:cNvPr id="11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 rot="47073">
            <a:off x="10370041" y="1303642"/>
            <a:ext cx="972669" cy="972669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 rot="616000">
            <a:off x="10966056" y="404965"/>
            <a:ext cx="415579" cy="415579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 rot="291727">
            <a:off x="8517029" y="1857812"/>
            <a:ext cx="743304" cy="74330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 rot="486238">
            <a:off x="10732199" y="2536825"/>
            <a:ext cx="862336" cy="862336"/>
          </a:xfrm>
          <a:prstGeom prst="star5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 rot="21114457">
            <a:off x="10694079" y="2423818"/>
            <a:ext cx="852890" cy="852890"/>
          </a:xfrm>
          <a:prstGeom prst="star5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 rot="21340827">
            <a:off x="10442192" y="1296230"/>
            <a:ext cx="435134" cy="435134"/>
          </a:xfrm>
          <a:prstGeom prst="star5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감사합니다</a:t>
            </a:r>
          </a:p>
        </p:txBody>
      </p:sp>
      <p:sp>
        <p:nvSpPr>
          <p:cNvPr id="11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들어 주셔서 고맙습니다</a:t>
            </a:r>
          </a:p>
        </p:txBody>
      </p:sp>
      <p:sp>
        <p:nvSpPr>
          <p:cNvPr id="12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