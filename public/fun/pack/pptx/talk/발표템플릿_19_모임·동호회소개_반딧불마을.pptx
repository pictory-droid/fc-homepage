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정해진 날마다 이렇게 모입니다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모임·동호회 소개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196596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우리 모임 소개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01752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활동 이야기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0690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함께하는 사람들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8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 txBox="1"/>
          <p:nvPr/>
        </p:nvSpPr>
        <p:spPr>
          <a:xfrm>
            <a:off x="731519" y="512064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참여 방법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93E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 txBox="1"/>
          <p:nvPr/>
        </p:nvSpPr>
        <p:spPr>
          <a:xfrm>
            <a:off x="731519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모임의 취지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 txBox="1"/>
          <p:nvPr/>
        </p:nvSpPr>
        <p:spPr>
          <a:xfrm>
            <a:off x="4444898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활동 내용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 txBox="1"/>
          <p:nvPr/>
        </p:nvSpPr>
        <p:spPr>
          <a:xfrm>
            <a:off x="8158276" y="33832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7BEAC5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93E"/>
                </a:solidFill>
              </a:rPr>
              <a:t>참여 혜택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처음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A5F3D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9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D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>
            <a:off x="5958687" y="246888"/>
            <a:ext cx="274320" cy="274320"/>
          </a:xfrm>
          <a:prstGeom prst="hear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C5"/>
                      </a:solidFill>
                      <a:prstDash val="solid"/>
                    </a:lnL>
                    <a:lnR w="9525" cap="flat" cmpd="sng" algn="ctr">
                      <a:solidFill>
                        <a:srgbClr val="7BEAC5"/>
                      </a:solidFill>
                      <a:prstDash val="solid"/>
                    </a:lnR>
                    <a:lnT w="9525" cap="flat" cmpd="sng" algn="ctr">
                      <a:solidFill>
                        <a:srgbClr val="7BEAC5"/>
                      </a:solidFill>
                      <a:prstDash val="solid"/>
                    </a:lnT>
                    <a:lnB w="9525" cap="flat" cmpd="sng" algn="ctr">
                      <a:solidFill>
                        <a:srgbClr val="7BEAC5"/>
                      </a:solidFill>
                      <a:prstDash val="solid"/>
                    </a:lnB>
                    <a:solidFill>
                      <a:srgbClr val="7BE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C5"/>
                      </a:solidFill>
                      <a:prstDash val="solid"/>
                    </a:lnL>
                    <a:lnR w="9525" cap="flat" cmpd="sng" algn="ctr">
                      <a:solidFill>
                        <a:srgbClr val="7BEAC5"/>
                      </a:solidFill>
                      <a:prstDash val="solid"/>
                    </a:lnR>
                    <a:lnT w="9525" cap="flat" cmpd="sng" algn="ctr">
                      <a:solidFill>
                        <a:srgbClr val="7BEAC5"/>
                      </a:solidFill>
                      <a:prstDash val="solid"/>
                    </a:lnT>
                    <a:lnB w="9525" cap="flat" cmpd="sng" algn="ctr">
                      <a:solidFill>
                        <a:srgbClr val="7BEAC5"/>
                      </a:solidFill>
                      <a:prstDash val="solid"/>
                    </a:lnB>
                    <a:solidFill>
                      <a:srgbClr val="7BE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C5"/>
                      </a:solidFill>
                      <a:prstDash val="solid"/>
                    </a:lnL>
                    <a:lnR w="9525" cap="flat" cmpd="sng" algn="ctr">
                      <a:solidFill>
                        <a:srgbClr val="7BEAC5"/>
                      </a:solidFill>
                      <a:prstDash val="solid"/>
                    </a:lnR>
                    <a:lnT w="9525" cap="flat" cmpd="sng" algn="ctr">
                      <a:solidFill>
                        <a:srgbClr val="7BEAC5"/>
                      </a:solidFill>
                      <a:prstDash val="solid"/>
                    </a:lnT>
                    <a:lnB w="9525" cap="flat" cmpd="sng" algn="ctr">
                      <a:solidFill>
                        <a:srgbClr val="7BEAC5"/>
                      </a:solidFill>
                      <a:prstDash val="solid"/>
                    </a:lnB>
                    <a:solidFill>
                      <a:srgbClr val="7BEAC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EAC5"/>
                      </a:solidFill>
                      <a:prstDash val="solid"/>
                    </a:lnL>
                    <a:lnR w="9525" cap="flat" cmpd="sng" algn="ctr">
                      <a:solidFill>
                        <a:srgbClr val="7BEAC5"/>
                      </a:solidFill>
                      <a:prstDash val="solid"/>
                    </a:lnR>
                    <a:lnT w="9525" cap="flat" cmpd="sng" algn="ctr">
                      <a:solidFill>
                        <a:srgbClr val="7BEAC5"/>
                      </a:solidFill>
                      <a:prstDash val="solid"/>
                    </a:lnT>
                    <a:lnB w="9525" cap="flat" cmpd="sng" algn="ctr">
                      <a:solidFill>
                        <a:srgbClr val="7BEAC5"/>
                      </a:solidFill>
                      <a:prstDash val="solid"/>
                    </a:lnB>
                    <a:solidFill>
                      <a:srgbClr val="7BEAC5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E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E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AF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AF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AFD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E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E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AF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AFD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EAFDF7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93E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D1FA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AEC"/>
                      </a:solidFill>
                      <a:prstDash val="solid"/>
                    </a:lnL>
                    <a:lnR w="9525" cap="flat" cmpd="sng" algn="ctr">
                      <a:solidFill>
                        <a:srgbClr val="D1FAEC"/>
                      </a:solidFill>
                      <a:prstDash val="solid"/>
                    </a:lnR>
                    <a:lnT w="9525" cap="flat" cmpd="sng" algn="ctr">
                      <a:solidFill>
                        <a:srgbClr val="D1FAEC"/>
                      </a:solidFill>
                      <a:prstDash val="solid"/>
                    </a:lnT>
                    <a:lnB w="9525" cap="flat" cmpd="sng" algn="ctr">
                      <a:solidFill>
                        <a:srgbClr val="D1FA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9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7BEAC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27493E"/>
      </a:dk2>
      <a:lt2>
        <a:srgbClr val="EAFDF7"/>
      </a:lt2>
      <a:accent1>
        <a:srgbClr val="7BEAC5"/>
      </a:accent1>
      <a:accent2>
        <a:srgbClr val="9FE5EF"/>
      </a:accent2>
      <a:accent3>
        <a:srgbClr val="27493E"/>
      </a:accent3>
      <a:accent4>
        <a:srgbClr val="D1FAEC"/>
      </a:accent4>
      <a:accent5>
        <a:srgbClr val="8DE8DA"/>
      </a:accent5>
      <a:accent6>
        <a:srgbClr val="7D928B"/>
      </a:accent6>
      <a:hlink>
        <a:srgbClr val="7BEAC5"/>
      </a:hlink>
      <a:folHlink>
        <a:srgbClr val="27493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