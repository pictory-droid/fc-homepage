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한 달에 한 번, 이렇게 모입니다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모임·동호회 소개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우리 모임 소개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활동 이야기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함께하는 사람들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참여 방법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143D30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모임의 취지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활동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5875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43D30"/>
                </a:solidFill>
              </a:rPr>
              <a:t>참여 혜택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0FAF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처음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D0F1E6"/>
          </a:solidFill>
          <a:ln w="12700">
            <a:solidFill>
              <a:srgbClr val="D0F1E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143D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지금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D0F1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246B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43D30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날짜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활동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장소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참석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246B53"/>
                      </a:solidFill>
                      <a:prstDash val="solid"/>
                    </a:lnL>
                    <a:lnR w="9525" cap="flat" cmpd="sng" algn="ctr">
                      <a:solidFill>
                        <a:srgbClr val="246B53"/>
                      </a:solidFill>
                      <a:prstDash val="solid"/>
                    </a:lnR>
                    <a:lnT w="9525" cap="flat" cmpd="sng" algn="ctr">
                      <a:solidFill>
                        <a:srgbClr val="246B53"/>
                      </a:solidFill>
                      <a:prstDash val="solid"/>
                    </a:lnT>
                    <a:lnB w="9525" cap="flat" cmpd="sng" algn="ctr">
                      <a:solidFill>
                        <a:srgbClr val="246B53"/>
                      </a:solidFill>
                      <a:prstDash val="solid"/>
                    </a:lnB>
                    <a:solidFill>
                      <a:srgbClr val="246B5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0FAF6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143D30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D0F1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0F1E6"/>
                      </a:solidFill>
                      <a:prstDash val="solid"/>
                    </a:lnL>
                    <a:lnR w="9525" cap="flat" cmpd="sng" algn="ctr">
                      <a:solidFill>
                        <a:srgbClr val="D0F1E6"/>
                      </a:solidFill>
                      <a:prstDash val="solid"/>
                    </a:lnR>
                    <a:lnT w="9525" cap="flat" cmpd="sng" algn="ctr">
                      <a:solidFill>
                        <a:srgbClr val="D0F1E6"/>
                      </a:solidFill>
                      <a:prstDash val="solid"/>
                    </a:lnT>
                    <a:lnB w="9525" cap="flat" cmpd="sng" algn="ctr">
                      <a:solidFill>
                        <a:srgbClr val="D0F1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143D30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143D30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모임·동호회 소개 발표 템플릿">
  <a:themeElements>
    <a:clrScheme name="Office">
      <a:dk1>
        <a:sysClr val="windowText" lastClr="000000"/>
      </a:dk1>
      <a:lt1>
        <a:sysClr val="window" lastClr="FFFFFF"/>
      </a:lt1>
      <a:dk2>
        <a:srgbClr val="143D30"/>
      </a:dk2>
      <a:lt2>
        <a:srgbClr val="F0FAF6"/>
      </a:lt2>
      <a:accent1>
        <a:srgbClr val="246B53"/>
      </a:accent1>
      <a:accent2>
        <a:srgbClr val="913B83"/>
      </a:accent2>
      <a:accent3>
        <a:srgbClr val="143D30"/>
      </a:accent3>
      <a:accent4>
        <a:srgbClr val="D0F1E6"/>
      </a:accent4>
      <a:accent5>
        <a:srgbClr val="5A536B"/>
      </a:accent5>
      <a:accent6>
        <a:srgbClr val="728B83"/>
      </a:accent6>
      <a:hlink>
        <a:srgbClr val="246B53"/>
      </a:hlink>
      <a:folHlink>
        <a:srgbClr val="143D30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모임·동호회 소개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