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778020" y="1965960"/>
            <a:ext cx="2377440" cy="237744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오늘 배울 것은 세 가지입니다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828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오늘의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28803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핵심 개념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39319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실습과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498347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정리와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3F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알아야 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해 볼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기억할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60020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알기 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60020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F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778020" y="1965960"/>
            <a:ext cx="2377440" cy="237744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493F27"/>
      </a:dk2>
      <a:lt2>
        <a:srgbClr val="FDF7EA"/>
      </a:lt2>
      <a:accent1>
        <a:srgbClr val="EDD397"/>
      </a:accent1>
      <a:accent2>
        <a:srgbClr val="E9F3BA"/>
      </a:accent2>
      <a:accent3>
        <a:srgbClr val="493F27"/>
      </a:accent3>
      <a:accent4>
        <a:srgbClr val="FAEED1"/>
      </a:accent4>
      <a:accent5>
        <a:srgbClr val="EBE3A8"/>
      </a:accent5>
      <a:accent6>
        <a:srgbClr val="928C7D"/>
      </a:accent6>
      <a:hlink>
        <a:srgbClr val="EDD397"/>
      </a:hlink>
      <a:folHlink>
        <a:srgbClr val="493F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