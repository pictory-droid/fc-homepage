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F481E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F481E"/>
                </a:solidFill>
              </a:rPr>
              <a:t>올해 한 일을 월별로 돌아봅니다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F481E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EEFD2"/>
          </a:solidFill>
          <a:ln w="127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F48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481E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481E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481E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481E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481E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F481E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F481E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2F481E"/>
      </a:dk2>
      <a:lt2>
        <a:srgbClr val="F4F9F1"/>
      </a:lt2>
      <a:accent1>
        <a:srgbClr val="5F913B"/>
      </a:accent1>
      <a:accent2>
        <a:srgbClr val="423B91"/>
      </a:accent2>
      <a:accent3>
        <a:srgbClr val="2F481E"/>
      </a:accent3>
      <a:accent4>
        <a:srgbClr val="DEEFD2"/>
      </a:accent4>
      <a:accent5>
        <a:srgbClr val="506666"/>
      </a:accent5>
      <a:accent6>
        <a:srgbClr val="829178"/>
      </a:accent6>
      <a:hlink>
        <a:srgbClr val="5F913B"/>
      </a:hlink>
      <a:folHlink>
        <a:srgbClr val="2F481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