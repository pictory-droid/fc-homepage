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16F1F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16F1F"/>
                </a:solidFill>
              </a:rPr>
              <a:t>올해 한 일을 월별로 돌아봅니다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2CD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16F1F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7FCF3"/>
          </a:solidFill>
          <a:ln w="12700">
            <a:solidFill>
              <a:srgbClr val="E3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82CD4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16F1F"/>
                </a:solidFill>
              </a:rPr>
              <a:t>올해의 한 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7FCF3"/>
          </a:solidFill>
          <a:ln w="12700">
            <a:solidFill>
              <a:srgbClr val="E3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82CD4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16F1F"/>
                </a:solidFill>
              </a:rPr>
              <a:t>잘한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7FCF3"/>
          </a:solidFill>
          <a:ln w="12700">
            <a:solidFill>
              <a:srgbClr val="E3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82CD4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16F1F"/>
                </a:solidFill>
              </a:rPr>
              <a:t>아쉬운 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7FCF3"/>
          </a:solidFill>
          <a:ln w="12700">
            <a:solidFill>
              <a:srgbClr val="E3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82CD4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16F1F"/>
                </a:solidFill>
              </a:rPr>
              <a:t>내년의 다짐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2CD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16F1F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16F1F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7FCF3"/>
          </a:solidFill>
          <a:ln w="15875">
            <a:solidFill>
              <a:srgbClr val="E3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82CD4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16F1F"/>
                </a:solidFill>
              </a:rPr>
              <a:t>잘한 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7FCF3"/>
          </a:solidFill>
          <a:ln w="15875">
            <a:solidFill>
              <a:srgbClr val="E3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82CD4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16F1F"/>
                </a:solidFill>
              </a:rPr>
              <a:t>배운 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7FCF3"/>
          </a:solidFill>
          <a:ln w="15875">
            <a:solidFill>
              <a:srgbClr val="E3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82CD4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16F1F"/>
                </a:solidFill>
              </a:rPr>
              <a:t>다음 목표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2CD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16F1F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7FCF3"/>
          </a:solidFill>
          <a:ln w="12700">
            <a:solidFill>
              <a:srgbClr val="E3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2CD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3F7D4"/>
          </a:solidFill>
          <a:ln w="12700">
            <a:solidFill>
              <a:srgbClr val="E3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16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2CD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16F1F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2CD4C"/>
                      </a:solidFill>
                      <a:prstDash val="solid"/>
                    </a:lnL>
                    <a:lnR w="9525" cap="flat" cmpd="sng" algn="ctr">
                      <a:solidFill>
                        <a:srgbClr val="82CD4C"/>
                      </a:solidFill>
                      <a:prstDash val="solid"/>
                    </a:lnR>
                    <a:lnT w="9525" cap="flat" cmpd="sng" algn="ctr">
                      <a:solidFill>
                        <a:srgbClr val="82CD4C"/>
                      </a:solidFill>
                      <a:prstDash val="solid"/>
                    </a:lnT>
                    <a:lnB w="9525" cap="flat" cmpd="sng" algn="ctr">
                      <a:solidFill>
                        <a:srgbClr val="82CD4C"/>
                      </a:solidFill>
                      <a:prstDash val="solid"/>
                    </a:lnB>
                    <a:solidFill>
                      <a:srgbClr val="82CD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2CD4C"/>
                      </a:solidFill>
                      <a:prstDash val="solid"/>
                    </a:lnL>
                    <a:lnR w="9525" cap="flat" cmpd="sng" algn="ctr">
                      <a:solidFill>
                        <a:srgbClr val="82CD4C"/>
                      </a:solidFill>
                      <a:prstDash val="solid"/>
                    </a:lnR>
                    <a:lnT w="9525" cap="flat" cmpd="sng" algn="ctr">
                      <a:solidFill>
                        <a:srgbClr val="82CD4C"/>
                      </a:solidFill>
                      <a:prstDash val="solid"/>
                    </a:lnT>
                    <a:lnB w="9525" cap="flat" cmpd="sng" algn="ctr">
                      <a:solidFill>
                        <a:srgbClr val="82CD4C"/>
                      </a:solidFill>
                      <a:prstDash val="solid"/>
                    </a:lnB>
                    <a:solidFill>
                      <a:srgbClr val="82CD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2CD4C"/>
                      </a:solidFill>
                      <a:prstDash val="solid"/>
                    </a:lnL>
                    <a:lnR w="9525" cap="flat" cmpd="sng" algn="ctr">
                      <a:solidFill>
                        <a:srgbClr val="82CD4C"/>
                      </a:solidFill>
                      <a:prstDash val="solid"/>
                    </a:lnR>
                    <a:lnT w="9525" cap="flat" cmpd="sng" algn="ctr">
                      <a:solidFill>
                        <a:srgbClr val="82CD4C"/>
                      </a:solidFill>
                      <a:prstDash val="solid"/>
                    </a:lnT>
                    <a:lnB w="9525" cap="flat" cmpd="sng" algn="ctr">
                      <a:solidFill>
                        <a:srgbClr val="82CD4C"/>
                      </a:solidFill>
                      <a:prstDash val="solid"/>
                    </a:lnB>
                    <a:solidFill>
                      <a:srgbClr val="82CD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2CD4C"/>
                      </a:solidFill>
                      <a:prstDash val="solid"/>
                    </a:lnL>
                    <a:lnR w="9525" cap="flat" cmpd="sng" algn="ctr">
                      <a:solidFill>
                        <a:srgbClr val="82CD4C"/>
                      </a:solidFill>
                      <a:prstDash val="solid"/>
                    </a:lnR>
                    <a:lnT w="9525" cap="flat" cmpd="sng" algn="ctr">
                      <a:solidFill>
                        <a:srgbClr val="82CD4C"/>
                      </a:solidFill>
                      <a:prstDash val="solid"/>
                    </a:lnT>
                    <a:lnB w="9525" cap="flat" cmpd="sng" algn="ctr">
                      <a:solidFill>
                        <a:srgbClr val="82CD4C"/>
                      </a:solidFill>
                      <a:prstDash val="solid"/>
                    </a:lnB>
                    <a:solidFill>
                      <a:srgbClr val="82CD4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16F1F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E3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16F1F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E3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7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7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7FCF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16F1F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E3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16F1F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E3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7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7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7FCF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16F1F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E3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F7D4"/>
                      </a:solidFill>
                      <a:prstDash val="solid"/>
                    </a:lnL>
                    <a:lnR w="9525" cap="flat" cmpd="sng" algn="ctr">
                      <a:solidFill>
                        <a:srgbClr val="E3F7D4"/>
                      </a:solidFill>
                      <a:prstDash val="solid"/>
                    </a:lnR>
                    <a:lnT w="9525" cap="flat" cmpd="sng" algn="ctr">
                      <a:solidFill>
                        <a:srgbClr val="E3F7D4"/>
                      </a:solidFill>
                      <a:prstDash val="solid"/>
                    </a:lnT>
                    <a:lnB w="9525" cap="flat" cmpd="sng" algn="ctr">
                      <a:solidFill>
                        <a:srgbClr val="E3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16F1F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16F1F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416F1F"/>
      </a:dk2>
      <a:lt2>
        <a:srgbClr val="F7FCF3"/>
      </a:lt2>
      <a:accent1>
        <a:srgbClr val="82CD4C"/>
      </a:accent1>
      <a:accent2>
        <a:srgbClr val="339941"/>
      </a:accent2>
      <a:accent3>
        <a:srgbClr val="416F1F"/>
      </a:accent3>
      <a:accent4>
        <a:srgbClr val="E3F7D4"/>
      </a:accent4>
      <a:accent5>
        <a:srgbClr val="5AB346"/>
      </a:accent5>
      <a:accent6>
        <a:srgbClr val="8DA979"/>
      </a:accent6>
      <a:hlink>
        <a:srgbClr val="82CD4C"/>
      </a:hlink>
      <a:folHlink>
        <a:srgbClr val="416F1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