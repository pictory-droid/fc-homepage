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10599" y="1892961"/>
            <a:ext cx="162537" cy="162537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40774" y="1406538"/>
            <a:ext cx="121904" cy="12190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807558" y="1032861"/>
            <a:ext cx="291588" cy="29158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601632" y="1925783"/>
            <a:ext cx="196685" cy="196685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36524" y="1163085"/>
            <a:ext cx="175281" cy="17528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74342" y="422702"/>
            <a:ext cx="269928" cy="26992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697034" y="864261"/>
            <a:ext cx="350758" cy="35075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143154" y="1481383"/>
            <a:ext cx="279133" cy="27913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321050" y="1210073"/>
            <a:ext cx="227398" cy="22739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906149" y="491309"/>
            <a:ext cx="355363" cy="355363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439767" y="946715"/>
            <a:ext cx="115868" cy="11586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53C26"/>
                </a:solidFill>
              </a:rPr>
              <a:t>발표 제목을 입력하세요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53C26"/>
                </a:solidFill>
              </a:rPr>
              <a:t>시원한 수박 한 조각 같은 핵심만 말해요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 제안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목차</a:t>
            </a:r>
          </a:p>
        </p:txBody>
      </p:sp>
      <p:sp>
        <p:nvSpPr>
          <p:cNvPr id="16" name="줄 1"/>
          <p:cNvSpPr/>
          <p:nvPr/>
        </p:nvSpPr>
        <p:spPr>
          <a:xfrm>
            <a:off x="822960" y="155448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1005840" y="178308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문제와 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60020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0" name="줄 2"/>
          <p:cNvSpPr/>
          <p:nvPr/>
        </p:nvSpPr>
        <p:spPr>
          <a:xfrm>
            <a:off x="822960" y="260603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1005840" y="2834639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해결 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5175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4" name="줄 3"/>
          <p:cNvSpPr/>
          <p:nvPr/>
        </p:nvSpPr>
        <p:spPr>
          <a:xfrm>
            <a:off x="822960" y="365760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1005840" y="388620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기대 효과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70332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8" name="줄 4"/>
          <p:cNvSpPr/>
          <p:nvPr/>
        </p:nvSpPr>
        <p:spPr>
          <a:xfrm>
            <a:off x="822960" y="470915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번호 4"/>
          <p:cNvSpPr/>
          <p:nvPr/>
        </p:nvSpPr>
        <p:spPr>
          <a:xfrm>
            <a:off x="1005840" y="4937759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진행 계획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75487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핵심 메시지</a:t>
            </a:r>
          </a:p>
        </p:txBody>
      </p:sp>
      <p:sp>
        <p:nvSpPr>
          <p:cNvPr id="16" name="핵심 문장"/>
          <p:cNvSpPr txBox="1"/>
          <p:nvPr/>
        </p:nvSpPr>
        <p:spPr>
          <a:xfrm>
            <a:off x="822960" y="1554480"/>
            <a:ext cx="1054577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53C26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7" name="카드 1"/>
          <p:cNvSpPr/>
          <p:nvPr/>
        </p:nvSpPr>
        <p:spPr>
          <a:xfrm>
            <a:off x="822960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1"/>
          <p:cNvSpPr/>
          <p:nvPr/>
        </p:nvSpPr>
        <p:spPr>
          <a:xfrm>
            <a:off x="1005840" y="320040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현황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1" name="카드 2"/>
          <p:cNvSpPr/>
          <p:nvPr/>
        </p:nvSpPr>
        <p:spPr>
          <a:xfrm>
            <a:off x="4414418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2"/>
          <p:cNvSpPr/>
          <p:nvPr/>
        </p:nvSpPr>
        <p:spPr>
          <a:xfrm>
            <a:off x="4597298" y="320040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1578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1578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5" name="카드 3"/>
          <p:cNvSpPr/>
          <p:nvPr/>
        </p:nvSpPr>
        <p:spPr>
          <a:xfrm>
            <a:off x="8005876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번호 3"/>
          <p:cNvSpPr/>
          <p:nvPr/>
        </p:nvSpPr>
        <p:spPr>
          <a:xfrm>
            <a:off x="8188756" y="320040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3036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효과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3036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한눈에 비교</a:t>
            </a:r>
          </a:p>
        </p:txBody>
      </p:sp>
      <p:sp>
        <p:nvSpPr>
          <p:cNvPr id="16" name="왼쪽 칸"/>
          <p:cNvSpPr/>
          <p:nvPr/>
        </p:nvSpPr>
        <p:spPr>
          <a:xfrm>
            <a:off x="822960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822960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오른쪽 칸"/>
          <p:cNvSpPr/>
          <p:nvPr/>
        </p:nvSpPr>
        <p:spPr>
          <a:xfrm>
            <a:off x="6278727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D0F1DE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칸 제목 바"/>
          <p:cNvSpPr/>
          <p:nvPr/>
        </p:nvSpPr>
        <p:spPr>
          <a:xfrm>
            <a:off x="6278727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153C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일정·현황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822960" y="1554480"/>
          <a:ext cx="1054577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53C26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53C26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53C26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53C26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53C26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10599" y="1892961"/>
            <a:ext cx="162537" cy="162537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40774" y="1406538"/>
            <a:ext cx="121904" cy="12190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807558" y="1032861"/>
            <a:ext cx="291588" cy="29158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601632" y="1925783"/>
            <a:ext cx="196685" cy="196685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36524" y="1163085"/>
            <a:ext cx="175281" cy="17528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74342" y="422702"/>
            <a:ext cx="269928" cy="26992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697034" y="864261"/>
            <a:ext cx="350758" cy="35075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143154" y="1481383"/>
            <a:ext cx="279133" cy="27913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321050" y="1210073"/>
            <a:ext cx="227398" cy="22739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906149" y="491309"/>
            <a:ext cx="355363" cy="355363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439767" y="946715"/>
            <a:ext cx="115868" cy="11586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53C26"/>
                </a:solidFill>
              </a:rPr>
              <a:t>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53C26"/>
                </a:solidFill>
              </a:rPr>
              <a:t>들어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153C26"/>
      </a:dk2>
      <a:lt2>
        <a:srgbClr val="F0FAF4"/>
      </a:lt2>
      <a:accent1>
        <a:srgbClr val="308854"/>
      </a:accent1>
      <a:accent2>
        <a:srgbClr val="8A3B91"/>
      </a:accent2>
      <a:accent3>
        <a:srgbClr val="153C26"/>
      </a:accent3>
      <a:accent4>
        <a:srgbClr val="D0F1DE"/>
      </a:accent4>
      <a:accent5>
        <a:srgbClr val="5D6272"/>
      </a:accent5>
      <a:accent6>
        <a:srgbClr val="738A7D"/>
      </a:accent6>
      <a:hlink>
        <a:srgbClr val="308854"/>
      </a:hlink>
      <a:folHlink>
        <a:srgbClr val="153C26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