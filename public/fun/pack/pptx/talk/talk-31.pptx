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발표 제목을 입력하세요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노란 은행잎처럼 눈에 띄는 핵심 한 줄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목차</a:t>
            </a:r>
          </a:p>
        </p:txBody>
      </p:sp>
      <p:sp>
        <p:nvSpPr>
          <p:cNvPr id="10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문제와 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4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해결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기대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진행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핵심 메시지</a:t>
            </a:r>
          </a:p>
        </p:txBody>
      </p:sp>
      <p:sp>
        <p:nvSpPr>
          <p:cNvPr id="10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56110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1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현황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효과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한눈에 비교</a:t>
            </a:r>
          </a:p>
        </p:txBody>
      </p:sp>
      <p:sp>
        <p:nvSpPr>
          <p:cNvPr id="10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9EFC8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756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일정·현황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들어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