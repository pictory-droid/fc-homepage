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4591B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4591B"/>
                </a:solidFill>
              </a:rPr>
              <a:t>오늘 배울 것은 세 가지입니다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822960" y="155448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오늘의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822960" y="260603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05840" y="2834639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핵심 개념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5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822960" y="365760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실습과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70332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822960" y="470915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1005840" y="4937759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정리와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75487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822960" y="1554480"/>
            <a:ext cx="1054577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4591B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822960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1005840" y="320040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알아야 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414418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97298" y="320040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해 볼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05876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188756" y="320040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기억할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3036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822960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822960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5E9CC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7459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4591B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4591B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74591B"/>
      </a:dk2>
      <a:lt2>
        <a:srgbClr val="FBF7EE"/>
      </a:lt2>
      <a:accent1>
        <a:srgbClr val="C6992F"/>
      </a:accent1>
      <a:accent2>
        <a:srgbClr val="3B8091"/>
      </a:accent2>
      <a:accent3>
        <a:srgbClr val="74591B"/>
      </a:accent3>
      <a:accent4>
        <a:srgbClr val="F5E9CC"/>
      </a:accent4>
      <a:accent5>
        <a:srgbClr val="808C60"/>
      </a:accent5>
      <a:accent6>
        <a:srgbClr val="AC9B76"/>
      </a:accent6>
      <a:hlink>
        <a:srgbClr val="C6992F"/>
      </a:hlink>
      <a:folHlink>
        <a:srgbClr val="7459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