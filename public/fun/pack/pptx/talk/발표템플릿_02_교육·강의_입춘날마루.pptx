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591D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591D"/>
                </a:solidFill>
              </a:rPr>
              <a:t>오늘 배울 것은 세 가지입니다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AD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591D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CF9F3"/>
          </a:solidFill>
          <a:ln w="12700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DFAD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591D"/>
                </a:solidFill>
              </a:rPr>
              <a:t>오늘의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0603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CF9F3"/>
          </a:solidFill>
          <a:ln w="12700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834639"/>
            <a:ext cx="457200" cy="457200"/>
          </a:xfrm>
          <a:prstGeom prst="ellipse">
            <a:avLst/>
          </a:prstGeom>
          <a:solidFill>
            <a:srgbClr val="DFAD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591D"/>
                </a:solidFill>
              </a:rPr>
              <a:t>핵심 개념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5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65760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CF9F3"/>
          </a:solidFill>
          <a:ln w="12700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3886200"/>
            <a:ext cx="457200" cy="457200"/>
          </a:xfrm>
          <a:prstGeom prst="ellipse">
            <a:avLst/>
          </a:prstGeom>
          <a:solidFill>
            <a:srgbClr val="DFAD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591D"/>
                </a:solidFill>
              </a:rPr>
              <a:t>실습과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0332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822960" y="470915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CF9F3"/>
          </a:solidFill>
          <a:ln w="12700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05840" y="4937759"/>
            <a:ext cx="457200" cy="457200"/>
          </a:xfrm>
          <a:prstGeom prst="ellipse">
            <a:avLst/>
          </a:prstGeom>
          <a:solidFill>
            <a:srgbClr val="DFAD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591D"/>
                </a:solidFill>
              </a:rPr>
              <a:t>정리와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75487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AD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591D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822960" y="1554480"/>
            <a:ext cx="1054577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2591D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822960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CF9F3"/>
          </a:solidFill>
          <a:ln w="15875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05840" y="3200400"/>
            <a:ext cx="457200" cy="457200"/>
          </a:xfrm>
          <a:prstGeom prst="ellipse">
            <a:avLst/>
          </a:prstGeom>
          <a:solidFill>
            <a:srgbClr val="DFAD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591D"/>
                </a:solidFill>
              </a:rPr>
              <a:t>알아야 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414418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CF9F3"/>
          </a:solidFill>
          <a:ln w="15875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97298" y="3200400"/>
            <a:ext cx="457200" cy="457200"/>
          </a:xfrm>
          <a:prstGeom prst="ellipse">
            <a:avLst/>
          </a:prstGeom>
          <a:solidFill>
            <a:srgbClr val="DFAD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591D"/>
                </a:solidFill>
              </a:rPr>
              <a:t>해 볼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05876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CF9F3"/>
          </a:solidFill>
          <a:ln w="15875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188756" y="3200400"/>
            <a:ext cx="457200" cy="457200"/>
          </a:xfrm>
          <a:prstGeom prst="ellipse">
            <a:avLst/>
          </a:prstGeom>
          <a:solidFill>
            <a:srgbClr val="DFAD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591D"/>
                </a:solidFill>
              </a:rPr>
              <a:t>기억할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AD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591D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822960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FCF9F3"/>
          </a:solidFill>
          <a:ln w="12700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822960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DFAD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F7EDD4"/>
          </a:solidFill>
          <a:ln w="12700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7259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AD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E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591D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AD3A"/>
                      </a:solidFill>
                      <a:prstDash val="solid"/>
                    </a:lnL>
                    <a:lnR w="9525" cap="flat" cmpd="sng" algn="ctr">
                      <a:solidFill>
                        <a:srgbClr val="DFAD3A"/>
                      </a:solidFill>
                      <a:prstDash val="solid"/>
                    </a:lnR>
                    <a:lnT w="9525" cap="flat" cmpd="sng" algn="ctr">
                      <a:solidFill>
                        <a:srgbClr val="DFAD3A"/>
                      </a:solidFill>
                      <a:prstDash val="solid"/>
                    </a:lnT>
                    <a:lnB w="9525" cap="flat" cmpd="sng" algn="ctr">
                      <a:solidFill>
                        <a:srgbClr val="DFAD3A"/>
                      </a:solidFill>
                      <a:prstDash val="solid"/>
                    </a:lnB>
                    <a:solidFill>
                      <a:srgbClr val="DFAD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AD3A"/>
                      </a:solidFill>
                      <a:prstDash val="solid"/>
                    </a:lnL>
                    <a:lnR w="9525" cap="flat" cmpd="sng" algn="ctr">
                      <a:solidFill>
                        <a:srgbClr val="DFAD3A"/>
                      </a:solidFill>
                      <a:prstDash val="solid"/>
                    </a:lnR>
                    <a:lnT w="9525" cap="flat" cmpd="sng" algn="ctr">
                      <a:solidFill>
                        <a:srgbClr val="DFAD3A"/>
                      </a:solidFill>
                      <a:prstDash val="solid"/>
                    </a:lnT>
                    <a:lnB w="9525" cap="flat" cmpd="sng" algn="ctr">
                      <a:solidFill>
                        <a:srgbClr val="DFAD3A"/>
                      </a:solidFill>
                      <a:prstDash val="solid"/>
                    </a:lnB>
                    <a:solidFill>
                      <a:srgbClr val="DFAD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AD3A"/>
                      </a:solidFill>
                      <a:prstDash val="solid"/>
                    </a:lnL>
                    <a:lnR w="9525" cap="flat" cmpd="sng" algn="ctr">
                      <a:solidFill>
                        <a:srgbClr val="DFAD3A"/>
                      </a:solidFill>
                      <a:prstDash val="solid"/>
                    </a:lnR>
                    <a:lnT w="9525" cap="flat" cmpd="sng" algn="ctr">
                      <a:solidFill>
                        <a:srgbClr val="DFAD3A"/>
                      </a:solidFill>
                      <a:prstDash val="solid"/>
                    </a:lnT>
                    <a:lnB w="9525" cap="flat" cmpd="sng" algn="ctr">
                      <a:solidFill>
                        <a:srgbClr val="DFAD3A"/>
                      </a:solidFill>
                      <a:prstDash val="solid"/>
                    </a:lnB>
                    <a:solidFill>
                      <a:srgbClr val="DFAD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AD3A"/>
                      </a:solidFill>
                      <a:prstDash val="solid"/>
                    </a:lnL>
                    <a:lnR w="9525" cap="flat" cmpd="sng" algn="ctr">
                      <a:solidFill>
                        <a:srgbClr val="DFAD3A"/>
                      </a:solidFill>
                      <a:prstDash val="solid"/>
                    </a:lnR>
                    <a:lnT w="9525" cap="flat" cmpd="sng" algn="ctr">
                      <a:solidFill>
                        <a:srgbClr val="DFAD3A"/>
                      </a:solidFill>
                      <a:prstDash val="solid"/>
                    </a:lnT>
                    <a:lnB w="9525" cap="flat" cmpd="sng" algn="ctr">
                      <a:solidFill>
                        <a:srgbClr val="DFAD3A"/>
                      </a:solidFill>
                      <a:prstDash val="solid"/>
                    </a:lnB>
                    <a:solidFill>
                      <a:srgbClr val="DFAD3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591D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7ED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591D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7ED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C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C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CF9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591D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7ED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591D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7ED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C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C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CF9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591D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7ED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DD4"/>
                      </a:solidFill>
                      <a:prstDash val="solid"/>
                    </a:lnL>
                    <a:lnR w="9525" cap="flat" cmpd="sng" algn="ctr">
                      <a:solidFill>
                        <a:srgbClr val="F7EDD4"/>
                      </a:solidFill>
                      <a:prstDash val="solid"/>
                    </a:lnR>
                    <a:lnT w="9525" cap="flat" cmpd="sng" algn="ctr">
                      <a:solidFill>
                        <a:srgbClr val="F7EDD4"/>
                      </a:solidFill>
                      <a:prstDash val="solid"/>
                    </a:lnT>
                    <a:lnB w="9525" cap="flat" cmpd="sng" algn="ctr">
                      <a:solidFill>
                        <a:srgbClr val="F7ED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591D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591D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72591D"/>
      </a:dk2>
      <a:lt2>
        <a:srgbClr val="FCF9F3"/>
      </a:lt2>
      <a:accent1>
        <a:srgbClr val="DFAD3A"/>
      </a:accent1>
      <a:accent2>
        <a:srgbClr val="339941"/>
      </a:accent2>
      <a:accent3>
        <a:srgbClr val="72591D"/>
      </a:accent3>
      <a:accent4>
        <a:srgbClr val="F7EDD4"/>
      </a:accent4>
      <a:accent5>
        <a:srgbClr val="89A33E"/>
      </a:accent5>
      <a:accent6>
        <a:srgbClr val="AA9B77"/>
      </a:accent6>
      <a:hlink>
        <a:srgbClr val="DFAD3A"/>
      </a:hlink>
      <a:folHlink>
        <a:srgbClr val="72591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