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발표 제목을 입력하세요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모를 심듯 정성스레 쌓아 가는 발표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목차</a:t>
            </a:r>
          </a:p>
        </p:txBody>
      </p:sp>
      <p:sp>
        <p:nvSpPr>
          <p:cNvPr id="11" name="줄 1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82880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45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우리 모임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645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5" name="줄 2"/>
          <p:cNvSpPr/>
          <p:nvPr/>
        </p:nvSpPr>
        <p:spPr>
          <a:xfrm>
            <a:off x="640080" y="26517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822959" y="288036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697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활동 이야기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97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3"/>
          <p:cNvSpPr/>
          <p:nvPr/>
        </p:nvSpPr>
        <p:spPr>
          <a:xfrm>
            <a:off x="640080" y="37033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4903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함께하는 사람들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74903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4"/>
          <p:cNvSpPr/>
          <p:nvPr/>
        </p:nvSpPr>
        <p:spPr>
          <a:xfrm>
            <a:off x="640080" y="475487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4"/>
          <p:cNvSpPr/>
          <p:nvPr/>
        </p:nvSpPr>
        <p:spPr>
          <a:xfrm>
            <a:off x="822959" y="4983479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80059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참여 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80059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핵심 메시지</a:t>
            </a:r>
          </a:p>
        </p:txBody>
      </p:sp>
      <p:sp>
        <p:nvSpPr>
          <p:cNvPr id="11" name="핵심 문장"/>
          <p:cNvSpPr txBox="1"/>
          <p:nvPr/>
        </p:nvSpPr>
        <p:spPr>
          <a:xfrm>
            <a:off x="640080" y="160020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C401C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2" name="카드 1"/>
          <p:cNvSpPr/>
          <p:nvPr/>
        </p:nvSpPr>
        <p:spPr>
          <a:xfrm>
            <a:off x="640080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1"/>
          <p:cNvSpPr/>
          <p:nvPr/>
        </p:nvSpPr>
        <p:spPr>
          <a:xfrm>
            <a:off x="822959" y="32461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모임의 취지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2"/>
          <p:cNvSpPr/>
          <p:nvPr/>
        </p:nvSpPr>
        <p:spPr>
          <a:xfrm>
            <a:off x="4353458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2"/>
          <p:cNvSpPr/>
          <p:nvPr/>
        </p:nvSpPr>
        <p:spPr>
          <a:xfrm>
            <a:off x="4536338" y="32461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활동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3"/>
          <p:cNvSpPr/>
          <p:nvPr/>
        </p:nvSpPr>
        <p:spPr>
          <a:xfrm>
            <a:off x="8066836" y="306324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5875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3"/>
          <p:cNvSpPr/>
          <p:nvPr/>
        </p:nvSpPr>
        <p:spPr>
          <a:xfrm>
            <a:off x="8249716" y="3246120"/>
            <a:ext cx="457200" cy="457200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84048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C401C"/>
                </a:solidFill>
              </a:rPr>
              <a:t>참여 혜택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3996" y="452628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한눈에 비교</a:t>
            </a:r>
          </a:p>
        </p:txBody>
      </p:sp>
      <p:sp>
        <p:nvSpPr>
          <p:cNvPr id="11" name="왼쪽 칸"/>
          <p:cNvSpPr/>
          <p:nvPr/>
        </p:nvSpPr>
        <p:spPr>
          <a:xfrm>
            <a:off x="640080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F1F9F1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칸 제목 바"/>
          <p:cNvSpPr/>
          <p:nvPr/>
        </p:nvSpPr>
        <p:spPr>
          <a:xfrm>
            <a:off x="640080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오른쪽 칸"/>
          <p:cNvSpPr/>
          <p:nvPr/>
        </p:nvSpPr>
        <p:spPr>
          <a:xfrm>
            <a:off x="6278727" y="1600200"/>
            <a:ext cx="5272887" cy="4800600"/>
          </a:xfrm>
          <a:prstGeom prst="roundRect">
            <a:avLst>
              <a:gd name="adj" fmla="val 8000"/>
            </a:avLst>
          </a:prstGeom>
          <a:solidFill>
            <a:srgbClr val="D3EED3"/>
          </a:solidFill>
          <a:ln w="12700">
            <a:solidFill>
              <a:srgbClr val="D3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278727" y="160020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1C40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160020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423160"/>
            <a:ext cx="4815687" cy="3886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11440452" y="661909"/>
            <a:ext cx="170992" cy="590784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11404214" y="389844"/>
            <a:ext cx="170992" cy="56312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1230757" y="246913"/>
            <a:ext cx="170992" cy="561327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11375135" y="824627"/>
            <a:ext cx="170992" cy="444048"/>
          </a:xfrm>
          <a:prstGeom prst="ellipse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11399511" y="314171"/>
            <a:ext cx="170992" cy="618533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11386271" y="539069"/>
            <a:ext cx="170992" cy="538661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C401C"/>
                </a:solidFill>
              </a:rPr>
              <a:t>일정·현황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3A883A"/>
                      </a:solidFill>
                      <a:prstDash val="solid"/>
                    </a:lnL>
                    <a:lnR w="9525" cap="flat" cmpd="sng" algn="ctr">
                      <a:solidFill>
                        <a:srgbClr val="3A883A"/>
                      </a:solidFill>
                      <a:prstDash val="solid"/>
                    </a:lnR>
                    <a:lnT w="9525" cap="flat" cmpd="sng" algn="ctr">
                      <a:solidFill>
                        <a:srgbClr val="3A883A"/>
                      </a:solidFill>
                      <a:prstDash val="solid"/>
                    </a:lnT>
                    <a:lnB w="9525" cap="flat" cmpd="sng" algn="ctr">
                      <a:solidFill>
                        <a:srgbClr val="3A883A"/>
                      </a:solidFill>
                      <a:prstDash val="solid"/>
                    </a:lnB>
                    <a:solidFill>
                      <a:srgbClr val="3A883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1F9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C401C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D3EE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EED3"/>
                      </a:solidFill>
                      <a:prstDash val="solid"/>
                    </a:lnL>
                    <a:lnR w="9525" cap="flat" cmpd="sng" algn="ctr">
                      <a:solidFill>
                        <a:srgbClr val="D3EED3"/>
                      </a:solidFill>
                      <a:prstDash val="solid"/>
                    </a:lnR>
                    <a:lnT w="9525" cap="flat" cmpd="sng" algn="ctr">
                      <a:solidFill>
                        <a:srgbClr val="D3EED3"/>
                      </a:solidFill>
                      <a:prstDash val="solid"/>
                    </a:lnT>
                    <a:lnB w="9525" cap="flat" cmpd="sng" algn="ctr">
                      <a:solidFill>
                        <a:srgbClr val="D3EE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632844" cy="6858000"/>
          </a:xfrm>
          <a:prstGeom prst="rect">
            <a:avLst/>
          </a:prstGeom>
          <a:solidFill>
            <a:srgbClr val="3A88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975335" y="4251960"/>
            <a:ext cx="3657508" cy="3657508"/>
          </a:xfrm>
          <a:prstGeom prst="ellipse">
            <a:avLst/>
          </a:prstGeom>
          <a:solidFill>
            <a:srgbClr val="5D9D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695265">
            <a:off x="2743456" y="2186665"/>
            <a:ext cx="621776" cy="21482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715160">
            <a:off x="2611683" y="1197364"/>
            <a:ext cx="621776" cy="2047674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75563">
            <a:off x="1980948" y="677627"/>
            <a:ext cx="621776" cy="204113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586659">
            <a:off x="2505944" y="2778355"/>
            <a:ext cx="621776" cy="161468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9867567">
            <a:off x="2594582" y="922195"/>
            <a:ext cx="621776" cy="2249156"/>
          </a:xfrm>
          <a:prstGeom prst="ellipse">
            <a:avLst/>
          </a:prstGeom>
          <a:solidFill>
            <a:srgbClr val="D3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909260">
            <a:off x="2546438" y="1739988"/>
            <a:ext cx="621776" cy="1958719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428" y="2057400"/>
            <a:ext cx="6339681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C401C"/>
                </a:solidFill>
              </a:rPr>
              <a:t>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5242428" y="3703320"/>
            <a:ext cx="6339681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C401C"/>
                </a:solidFill>
              </a:rPr>
              <a:t>들어 주셔서 고맙습니다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5242428" y="4572000"/>
            <a:ext cx="6339681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1C401C"/>
      </a:dk2>
      <a:lt2>
        <a:srgbClr val="F1F9F1"/>
      </a:lt2>
      <a:accent1>
        <a:srgbClr val="3A883A"/>
      </a:accent1>
      <a:accent2>
        <a:srgbClr val="663D8F"/>
      </a:accent2>
      <a:accent3>
        <a:srgbClr val="1C401C"/>
      </a:accent3>
      <a:accent4>
        <a:srgbClr val="D3EED3"/>
      </a:accent4>
      <a:accent5>
        <a:srgbClr val="506264"/>
      </a:accent5>
      <a:accent6>
        <a:srgbClr val="778C77"/>
      </a:accent6>
      <a:hlink>
        <a:srgbClr val="3A883A"/>
      </a:hlink>
      <a:folHlink>
        <a:srgbClr val="1C401C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