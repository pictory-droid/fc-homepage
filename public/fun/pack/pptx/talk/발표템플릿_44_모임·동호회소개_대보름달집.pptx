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EDD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3657508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108868" y="2880360"/>
            <a:ext cx="1097280" cy="1097280"/>
          </a:xfrm>
          <a:prstGeom prst="ellipse">
            <a:avLst/>
          </a:prstGeom>
          <a:solidFill>
            <a:srgbClr val="EBDA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4632844" y="2148840"/>
            <a:ext cx="6705432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26231F"/>
                </a:solidFill>
              </a:rPr>
              <a:t>PRESENTATION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32844" y="2606040"/>
            <a:ext cx="6705432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26231F"/>
                </a:solidFill>
              </a:rPr>
              <a:t>발표 제목을 입력하세요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4632844" y="3886200"/>
            <a:ext cx="6705432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모임 일정과 장소를 안내합니다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4632844" y="4754880"/>
            <a:ext cx="6705432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모임·동호회 소개 · 발표자 이름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날짜 입력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BDA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포인트"/>
          <p:cNvSpPr/>
          <p:nvPr/>
        </p:nvSpPr>
        <p:spPr>
          <a:xfrm>
            <a:off x="5958687" y="246888"/>
            <a:ext cx="274320" cy="274320"/>
          </a:xfrm>
          <a:prstGeom prst="ellipse">
            <a:avLst/>
          </a:prstGeom>
          <a:solidFill>
            <a:srgbClr val="E1CE9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>
            <a:off x="5684367" y="1572768"/>
            <a:ext cx="822960" cy="22860"/>
          </a:xfrm>
          <a:prstGeom prst="rect">
            <a:avLst/>
          </a:prstGeom>
          <a:solidFill>
            <a:srgbClr val="E1CE9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상단 라벨"/>
          <p:cNvSpPr txBox="1"/>
          <p:nvPr/>
        </p:nvSpPr>
        <p:spPr>
          <a:xfrm>
            <a:off x="640080" y="182880"/>
            <a:ext cx="36576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800" b="1" i="0" spc="250">
                <a:solidFill>
                  <a:srgbClr val="8E8780"/>
                </a:solidFill>
              </a:rPr>
              <a:t>PRESENTATION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4008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목차</a:t>
            </a:r>
          </a:p>
        </p:txBody>
      </p:sp>
      <p:sp>
        <p:nvSpPr>
          <p:cNvPr id="7" name="줄 1"/>
          <p:cNvSpPr/>
          <p:nvPr/>
        </p:nvSpPr>
        <p:spPr>
          <a:xfrm>
            <a:off x="640080" y="1783080"/>
            <a:ext cx="10911535" cy="914400"/>
          </a:xfrm>
          <a:prstGeom prst="roundRect">
            <a:avLst>
              <a:gd name="adj" fmla="val 7000"/>
            </a:avLst>
          </a:prstGeom>
          <a:noFill/>
          <a:ln w="15875">
            <a:solidFill>
              <a:srgbClr val="E1CE9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번호 1"/>
          <p:cNvSpPr txBox="1"/>
          <p:nvPr/>
        </p:nvSpPr>
        <p:spPr>
          <a:xfrm>
            <a:off x="731519" y="1965960"/>
            <a:ext cx="914400" cy="54864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E1CE98"/>
                </a:solidFill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1828800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4027"/>
                </a:solidFill>
              </a:rPr>
              <a:t>우리 모임 소개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1828800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6231F"/>
                </a:solidFill>
              </a:rPr>
              <a:t>한 줄로 내용을 적어 주세요</a:t>
            </a:r>
          </a:p>
        </p:txBody>
      </p:sp>
      <p:sp>
        <p:nvSpPr>
          <p:cNvPr id="11" name="줄 2"/>
          <p:cNvSpPr/>
          <p:nvPr/>
        </p:nvSpPr>
        <p:spPr>
          <a:xfrm>
            <a:off x="640080" y="2834639"/>
            <a:ext cx="10911535" cy="914400"/>
          </a:xfrm>
          <a:prstGeom prst="roundRect">
            <a:avLst>
              <a:gd name="adj" fmla="val 7000"/>
            </a:avLst>
          </a:prstGeom>
          <a:noFill/>
          <a:ln w="15875">
            <a:solidFill>
              <a:srgbClr val="E1CE9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2"/>
          <p:cNvSpPr txBox="1"/>
          <p:nvPr/>
        </p:nvSpPr>
        <p:spPr>
          <a:xfrm>
            <a:off x="731519" y="3017520"/>
            <a:ext cx="914400" cy="54864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E1CE98"/>
                </a:solidFill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2880359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4027"/>
                </a:solidFill>
              </a:rPr>
              <a:t>활동 이야기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2880359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6231F"/>
                </a:solidFill>
              </a:rPr>
              <a:t>한 줄로 내용을 적어 주세요</a:t>
            </a:r>
          </a:p>
        </p:txBody>
      </p:sp>
      <p:sp>
        <p:nvSpPr>
          <p:cNvPr id="15" name="줄 3"/>
          <p:cNvSpPr/>
          <p:nvPr/>
        </p:nvSpPr>
        <p:spPr>
          <a:xfrm>
            <a:off x="640080" y="3886200"/>
            <a:ext cx="10911535" cy="914400"/>
          </a:xfrm>
          <a:prstGeom prst="roundRect">
            <a:avLst>
              <a:gd name="adj" fmla="val 7000"/>
            </a:avLst>
          </a:prstGeom>
          <a:noFill/>
          <a:ln w="15875">
            <a:solidFill>
              <a:srgbClr val="E1CE9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번호 3"/>
          <p:cNvSpPr txBox="1"/>
          <p:nvPr/>
        </p:nvSpPr>
        <p:spPr>
          <a:xfrm>
            <a:off x="731519" y="4069080"/>
            <a:ext cx="914400" cy="54864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E1CE98"/>
                </a:solidFill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8760" y="3931920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4027"/>
                </a:solidFill>
              </a:rPr>
              <a:t>함께하는 사람들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0" y="3931920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6231F"/>
                </a:solidFill>
              </a:rPr>
              <a:t>한 줄로 내용을 적어 주세요</a:t>
            </a:r>
          </a:p>
        </p:txBody>
      </p:sp>
      <p:sp>
        <p:nvSpPr>
          <p:cNvPr id="19" name="줄 4"/>
          <p:cNvSpPr/>
          <p:nvPr/>
        </p:nvSpPr>
        <p:spPr>
          <a:xfrm>
            <a:off x="640080" y="4937759"/>
            <a:ext cx="10911535" cy="914400"/>
          </a:xfrm>
          <a:prstGeom prst="roundRect">
            <a:avLst>
              <a:gd name="adj" fmla="val 7000"/>
            </a:avLst>
          </a:prstGeom>
          <a:noFill/>
          <a:ln w="15875">
            <a:solidFill>
              <a:srgbClr val="E1CE9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번호 4"/>
          <p:cNvSpPr txBox="1"/>
          <p:nvPr/>
        </p:nvSpPr>
        <p:spPr>
          <a:xfrm>
            <a:off x="731519" y="5120640"/>
            <a:ext cx="914400" cy="54864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E1CE98"/>
                </a:solidFill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8760" y="4983479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4027"/>
                </a:solidFill>
              </a:rPr>
              <a:t>참여 방법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97680" y="4983479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6231F"/>
                </a:solidFill>
              </a:rPr>
              <a:t>한 줄로 내용을 적어 주세요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BDA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포인트"/>
          <p:cNvSpPr/>
          <p:nvPr/>
        </p:nvSpPr>
        <p:spPr>
          <a:xfrm>
            <a:off x="5958687" y="246888"/>
            <a:ext cx="274320" cy="274320"/>
          </a:xfrm>
          <a:prstGeom prst="ellipse">
            <a:avLst/>
          </a:prstGeom>
          <a:solidFill>
            <a:srgbClr val="E1CE9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>
            <a:off x="5684367" y="1572768"/>
            <a:ext cx="822960" cy="22860"/>
          </a:xfrm>
          <a:prstGeom prst="rect">
            <a:avLst/>
          </a:prstGeom>
          <a:solidFill>
            <a:srgbClr val="E1CE9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상단 라벨"/>
          <p:cNvSpPr txBox="1"/>
          <p:nvPr/>
        </p:nvSpPr>
        <p:spPr>
          <a:xfrm>
            <a:off x="640080" y="182880"/>
            <a:ext cx="36576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800" b="1" i="0" spc="250">
                <a:solidFill>
                  <a:srgbClr val="8E8780"/>
                </a:solidFill>
              </a:rPr>
              <a:t>PRESENTATION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4008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핵심 메시지</a:t>
            </a:r>
          </a:p>
        </p:txBody>
      </p:sp>
      <p:sp>
        <p:nvSpPr>
          <p:cNvPr id="7" name="핵심 문장"/>
          <p:cNvSpPr txBox="1"/>
          <p:nvPr/>
        </p:nvSpPr>
        <p:spPr>
          <a:xfrm>
            <a:off x="640080" y="1783080"/>
            <a:ext cx="10911535" cy="11887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2600" b="1" i="0">
                <a:solidFill>
                  <a:srgbClr val="494027"/>
                </a:solidFill>
              </a:rPr>
              <a:t>한 문장으로 말하면 — 여기에 핵심 메시지를 입력하세요</a:t>
            </a:r>
          </a:p>
        </p:txBody>
      </p:sp>
      <p:sp>
        <p:nvSpPr>
          <p:cNvPr id="8" name="카드 1"/>
          <p:cNvSpPr/>
          <p:nvPr/>
        </p:nvSpPr>
        <p:spPr>
          <a:xfrm>
            <a:off x="640080" y="3246120"/>
            <a:ext cx="3484778" cy="3017520"/>
          </a:xfrm>
          <a:prstGeom prst="roundRect">
            <a:avLst>
              <a:gd name="adj" fmla="val 7000"/>
            </a:avLst>
          </a:prstGeom>
          <a:noFill/>
          <a:ln w="15875">
            <a:solidFill>
              <a:srgbClr val="E1CE9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번호 1"/>
          <p:cNvSpPr txBox="1"/>
          <p:nvPr/>
        </p:nvSpPr>
        <p:spPr>
          <a:xfrm>
            <a:off x="731519" y="3383280"/>
            <a:ext cx="914400" cy="54864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E1CE98"/>
                </a:solidFill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02336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4027"/>
                </a:solidFill>
              </a:rPr>
              <a:t>모임의 취지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709160"/>
            <a:ext cx="321045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6231F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6231F"/>
                </a:solidFill>
              </a:rPr>
              <a:t>내용을 입력하세요</a:t>
            </a:r>
          </a:p>
        </p:txBody>
      </p:sp>
      <p:sp>
        <p:nvSpPr>
          <p:cNvPr id="12" name="카드 2"/>
          <p:cNvSpPr/>
          <p:nvPr/>
        </p:nvSpPr>
        <p:spPr>
          <a:xfrm>
            <a:off x="4353458" y="3246120"/>
            <a:ext cx="3484778" cy="3017520"/>
          </a:xfrm>
          <a:prstGeom prst="roundRect">
            <a:avLst>
              <a:gd name="adj" fmla="val 7000"/>
            </a:avLst>
          </a:prstGeom>
          <a:noFill/>
          <a:ln w="15875">
            <a:solidFill>
              <a:srgbClr val="E1CE9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번호 2"/>
          <p:cNvSpPr txBox="1"/>
          <p:nvPr/>
        </p:nvSpPr>
        <p:spPr>
          <a:xfrm>
            <a:off x="4444898" y="3383280"/>
            <a:ext cx="914400" cy="54864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E1CE98"/>
                </a:solidFill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90618" y="402336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4027"/>
                </a:solidFill>
              </a:rPr>
              <a:t>활동 내용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90618" y="4709160"/>
            <a:ext cx="321045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6231F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6231F"/>
                </a:solidFill>
              </a:rPr>
              <a:t>내용을 입력하세요</a:t>
            </a:r>
          </a:p>
        </p:txBody>
      </p:sp>
      <p:sp>
        <p:nvSpPr>
          <p:cNvPr id="16" name="카드 3"/>
          <p:cNvSpPr/>
          <p:nvPr/>
        </p:nvSpPr>
        <p:spPr>
          <a:xfrm>
            <a:off x="8066836" y="3246120"/>
            <a:ext cx="3484778" cy="3017520"/>
          </a:xfrm>
          <a:prstGeom prst="roundRect">
            <a:avLst>
              <a:gd name="adj" fmla="val 7000"/>
            </a:avLst>
          </a:prstGeom>
          <a:noFill/>
          <a:ln w="15875">
            <a:solidFill>
              <a:srgbClr val="E1CE9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번호 3"/>
          <p:cNvSpPr txBox="1"/>
          <p:nvPr/>
        </p:nvSpPr>
        <p:spPr>
          <a:xfrm>
            <a:off x="8158276" y="3383280"/>
            <a:ext cx="914400" cy="54864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E1CE98"/>
                </a:solidFill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03996" y="402336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4027"/>
                </a:solidFill>
              </a:rPr>
              <a:t>참여 혜택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03996" y="4709160"/>
            <a:ext cx="321045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6231F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6231F"/>
                </a:solidFill>
              </a:rPr>
              <a:t>내용을 입력하세요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BDA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포인트"/>
          <p:cNvSpPr/>
          <p:nvPr/>
        </p:nvSpPr>
        <p:spPr>
          <a:xfrm>
            <a:off x="5958687" y="246888"/>
            <a:ext cx="274320" cy="274320"/>
          </a:xfrm>
          <a:prstGeom prst="ellipse">
            <a:avLst/>
          </a:prstGeom>
          <a:solidFill>
            <a:srgbClr val="E1CE9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>
            <a:off x="5684367" y="1572768"/>
            <a:ext cx="822960" cy="22860"/>
          </a:xfrm>
          <a:prstGeom prst="rect">
            <a:avLst/>
          </a:prstGeom>
          <a:solidFill>
            <a:srgbClr val="E1CE9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상단 라벨"/>
          <p:cNvSpPr txBox="1"/>
          <p:nvPr/>
        </p:nvSpPr>
        <p:spPr>
          <a:xfrm>
            <a:off x="640080" y="182880"/>
            <a:ext cx="36576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800" b="1" i="0" spc="250">
                <a:solidFill>
                  <a:srgbClr val="8E8780"/>
                </a:solidFill>
              </a:rPr>
              <a:t>PRESENTATION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4008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한눈에 비교</a:t>
            </a:r>
          </a:p>
        </p:txBody>
      </p:sp>
      <p:sp>
        <p:nvSpPr>
          <p:cNvPr id="7" name="왼쪽 칸"/>
          <p:cNvSpPr/>
          <p:nvPr/>
        </p:nvSpPr>
        <p:spPr>
          <a:xfrm>
            <a:off x="640080" y="1783080"/>
            <a:ext cx="5272887" cy="3291840"/>
          </a:xfrm>
          <a:prstGeom prst="roundRect">
            <a:avLst>
              <a:gd name="adj" fmla="val 7000"/>
            </a:avLst>
          </a:prstGeom>
          <a:noFill/>
          <a:ln w="15875">
            <a:solidFill>
              <a:srgbClr val="E1CE9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칸 제목 바"/>
          <p:cNvSpPr/>
          <p:nvPr/>
        </p:nvSpPr>
        <p:spPr>
          <a:xfrm>
            <a:off x="640080" y="1783080"/>
            <a:ext cx="5272887" cy="640080"/>
          </a:xfrm>
          <a:prstGeom prst="roundRect">
            <a:avLst>
              <a:gd name="adj" fmla="val 25000"/>
            </a:avLst>
          </a:prstGeom>
          <a:solidFill>
            <a:srgbClr val="E1CE9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59" y="1783080"/>
            <a:ext cx="490712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6231F"/>
                </a:solidFill>
              </a:rPr>
              <a:t>처음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606040"/>
            <a:ext cx="4815687" cy="237744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</p:txBody>
      </p:sp>
      <p:sp>
        <p:nvSpPr>
          <p:cNvPr id="11" name="오른쪽 칸"/>
          <p:cNvSpPr/>
          <p:nvPr/>
        </p:nvSpPr>
        <p:spPr>
          <a:xfrm>
            <a:off x="6278727" y="1783080"/>
            <a:ext cx="5272887" cy="3291840"/>
          </a:xfrm>
          <a:prstGeom prst="roundRect">
            <a:avLst>
              <a:gd name="adj" fmla="val 7000"/>
            </a:avLst>
          </a:prstGeom>
          <a:noFill/>
          <a:ln w="15875">
            <a:solidFill>
              <a:srgbClr val="E1CE9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칸 제목 바"/>
          <p:cNvSpPr/>
          <p:nvPr/>
        </p:nvSpPr>
        <p:spPr>
          <a:xfrm>
            <a:off x="6278727" y="1783080"/>
            <a:ext cx="5272887" cy="640080"/>
          </a:xfrm>
          <a:prstGeom prst="roundRect">
            <a:avLst>
              <a:gd name="adj" fmla="val 25000"/>
            </a:avLst>
          </a:prstGeom>
          <a:solidFill>
            <a:srgbClr val="49402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1607" y="1783080"/>
            <a:ext cx="490712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</a:rPr>
              <a:t>지금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07327" y="2606040"/>
            <a:ext cx="4815687" cy="237744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BDA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포인트"/>
          <p:cNvSpPr/>
          <p:nvPr/>
        </p:nvSpPr>
        <p:spPr>
          <a:xfrm>
            <a:off x="5958687" y="246888"/>
            <a:ext cx="274320" cy="274320"/>
          </a:xfrm>
          <a:prstGeom prst="ellipse">
            <a:avLst/>
          </a:prstGeom>
          <a:solidFill>
            <a:srgbClr val="E1CE9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>
            <a:off x="5684367" y="1572768"/>
            <a:ext cx="822960" cy="22860"/>
          </a:xfrm>
          <a:prstGeom prst="rect">
            <a:avLst/>
          </a:prstGeom>
          <a:solidFill>
            <a:srgbClr val="E1CE9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상단 라벨"/>
          <p:cNvSpPr txBox="1"/>
          <p:nvPr/>
        </p:nvSpPr>
        <p:spPr>
          <a:xfrm>
            <a:off x="640080" y="182880"/>
            <a:ext cx="36576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800" b="1" i="0" spc="250">
                <a:solidFill>
                  <a:srgbClr val="8E8780"/>
                </a:solidFill>
              </a:rPr>
              <a:t>PRESENTATION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4008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일정·현황</a:t>
            </a:r>
          </a:p>
        </p:txBody>
      </p:sp>
      <p:graphicFrame>
        <p:nvGraphicFramePr>
          <p:cNvPr id="7" name="표"/>
          <p:cNvGraphicFramePr>
            <a:graphicFrameLocks noGrp="1"/>
          </p:cNvGraphicFramePr>
          <p:nvPr/>
        </p:nvGraphicFramePr>
        <p:xfrm>
          <a:off x="640080" y="1783080"/>
          <a:ext cx="10911532" cy="38404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727883"/>
                <a:gridCol w="2727883"/>
                <a:gridCol w="2727883"/>
                <a:gridCol w="2727883"/>
              </a:tblGrid>
              <a:tr h="640080"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31F"/>
                          </a:solidFill>
                        </a:rPr>
                        <a:t>날짜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1CE98"/>
                      </a:solidFill>
                      <a:prstDash val="solid"/>
                    </a:lnL>
                    <a:lnR w="9525" cap="flat" cmpd="sng" algn="ctr">
                      <a:solidFill>
                        <a:srgbClr val="E1CE98"/>
                      </a:solidFill>
                      <a:prstDash val="solid"/>
                    </a:lnR>
                    <a:lnT w="9525" cap="flat" cmpd="sng" algn="ctr">
                      <a:solidFill>
                        <a:srgbClr val="E1CE98"/>
                      </a:solidFill>
                      <a:prstDash val="solid"/>
                    </a:lnT>
                    <a:lnB w="9525" cap="flat" cmpd="sng" algn="ctr">
                      <a:solidFill>
                        <a:srgbClr val="E1CE98"/>
                      </a:solidFill>
                      <a:prstDash val="solid"/>
                    </a:lnB>
                    <a:solidFill>
                      <a:srgbClr val="E1CE9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31F"/>
                          </a:solidFill>
                        </a:rPr>
                        <a:t>활동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1CE98"/>
                      </a:solidFill>
                      <a:prstDash val="solid"/>
                    </a:lnL>
                    <a:lnR w="9525" cap="flat" cmpd="sng" algn="ctr">
                      <a:solidFill>
                        <a:srgbClr val="E1CE98"/>
                      </a:solidFill>
                      <a:prstDash val="solid"/>
                    </a:lnR>
                    <a:lnT w="9525" cap="flat" cmpd="sng" algn="ctr">
                      <a:solidFill>
                        <a:srgbClr val="E1CE98"/>
                      </a:solidFill>
                      <a:prstDash val="solid"/>
                    </a:lnT>
                    <a:lnB w="9525" cap="flat" cmpd="sng" algn="ctr">
                      <a:solidFill>
                        <a:srgbClr val="E1CE98"/>
                      </a:solidFill>
                      <a:prstDash val="solid"/>
                    </a:lnB>
                    <a:solidFill>
                      <a:srgbClr val="E1CE9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31F"/>
                          </a:solidFill>
                        </a:rPr>
                        <a:t>장소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1CE98"/>
                      </a:solidFill>
                      <a:prstDash val="solid"/>
                    </a:lnL>
                    <a:lnR w="9525" cap="flat" cmpd="sng" algn="ctr">
                      <a:solidFill>
                        <a:srgbClr val="E1CE98"/>
                      </a:solidFill>
                      <a:prstDash val="solid"/>
                    </a:lnR>
                    <a:lnT w="9525" cap="flat" cmpd="sng" algn="ctr">
                      <a:solidFill>
                        <a:srgbClr val="E1CE98"/>
                      </a:solidFill>
                      <a:prstDash val="solid"/>
                    </a:lnT>
                    <a:lnB w="9525" cap="flat" cmpd="sng" algn="ctr">
                      <a:solidFill>
                        <a:srgbClr val="E1CE98"/>
                      </a:solidFill>
                      <a:prstDash val="solid"/>
                    </a:lnB>
                    <a:solidFill>
                      <a:srgbClr val="E1CE9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31F"/>
                          </a:solidFill>
                        </a:rPr>
                        <a:t>참석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1CE98"/>
                      </a:solidFill>
                      <a:prstDash val="solid"/>
                    </a:lnL>
                    <a:lnR w="9525" cap="flat" cmpd="sng" algn="ctr">
                      <a:solidFill>
                        <a:srgbClr val="E1CE98"/>
                      </a:solidFill>
                      <a:prstDash val="solid"/>
                    </a:lnR>
                    <a:lnT w="9525" cap="flat" cmpd="sng" algn="ctr">
                      <a:solidFill>
                        <a:srgbClr val="E1CE98"/>
                      </a:solidFill>
                      <a:prstDash val="solid"/>
                    </a:lnT>
                    <a:lnB w="9525" cap="flat" cmpd="sng" algn="ctr">
                      <a:solidFill>
                        <a:srgbClr val="E1CE98"/>
                      </a:solidFill>
                      <a:prstDash val="solid"/>
                    </a:lnB>
                    <a:solidFill>
                      <a:srgbClr val="E1CE98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4027"/>
                          </a:solidFill>
                        </a:rPr>
                        <a:t>1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DD5"/>
                      </a:solidFill>
                      <a:prstDash val="solid"/>
                    </a:lnL>
                    <a:lnR w="9525" cap="flat" cmpd="sng" algn="ctr">
                      <a:solidFill>
                        <a:srgbClr val="F6EDD5"/>
                      </a:solidFill>
                      <a:prstDash val="solid"/>
                    </a:lnR>
                    <a:lnT w="9525" cap="flat" cmpd="sng" algn="ctr">
                      <a:solidFill>
                        <a:srgbClr val="F6EDD5"/>
                      </a:solidFill>
                      <a:prstDash val="solid"/>
                    </a:lnT>
                    <a:lnB w="9525" cap="flat" cmpd="sng" algn="ctr">
                      <a:solidFill>
                        <a:srgbClr val="F6EDD5"/>
                      </a:solidFill>
                      <a:prstDash val="solid"/>
                    </a:lnB>
                    <a:solidFill>
                      <a:srgbClr val="F6ED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DD5"/>
                      </a:solidFill>
                      <a:prstDash val="solid"/>
                    </a:lnL>
                    <a:lnR w="9525" cap="flat" cmpd="sng" algn="ctr">
                      <a:solidFill>
                        <a:srgbClr val="F6EDD5"/>
                      </a:solidFill>
                      <a:prstDash val="solid"/>
                    </a:lnR>
                    <a:lnT w="9525" cap="flat" cmpd="sng" algn="ctr">
                      <a:solidFill>
                        <a:srgbClr val="F6EDD5"/>
                      </a:solidFill>
                      <a:prstDash val="solid"/>
                    </a:lnT>
                    <a:lnB w="9525" cap="flat" cmpd="sng" algn="ctr">
                      <a:solidFill>
                        <a:srgbClr val="F6ED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DD5"/>
                      </a:solidFill>
                      <a:prstDash val="solid"/>
                    </a:lnL>
                    <a:lnR w="9525" cap="flat" cmpd="sng" algn="ctr">
                      <a:solidFill>
                        <a:srgbClr val="F6EDD5"/>
                      </a:solidFill>
                      <a:prstDash val="solid"/>
                    </a:lnR>
                    <a:lnT w="9525" cap="flat" cmpd="sng" algn="ctr">
                      <a:solidFill>
                        <a:srgbClr val="F6EDD5"/>
                      </a:solidFill>
                      <a:prstDash val="solid"/>
                    </a:lnT>
                    <a:lnB w="9525" cap="flat" cmpd="sng" algn="ctr">
                      <a:solidFill>
                        <a:srgbClr val="F6ED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DD5"/>
                      </a:solidFill>
                      <a:prstDash val="solid"/>
                    </a:lnL>
                    <a:lnR w="9525" cap="flat" cmpd="sng" algn="ctr">
                      <a:solidFill>
                        <a:srgbClr val="F6EDD5"/>
                      </a:solidFill>
                      <a:prstDash val="solid"/>
                    </a:lnR>
                    <a:lnT w="9525" cap="flat" cmpd="sng" algn="ctr">
                      <a:solidFill>
                        <a:srgbClr val="F6EDD5"/>
                      </a:solidFill>
                      <a:prstDash val="solid"/>
                    </a:lnT>
                    <a:lnB w="9525" cap="flat" cmpd="sng" algn="ctr">
                      <a:solidFill>
                        <a:srgbClr val="F6ED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4027"/>
                          </a:solidFill>
                        </a:rPr>
                        <a:t>2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DD5"/>
                      </a:solidFill>
                      <a:prstDash val="solid"/>
                    </a:lnL>
                    <a:lnR w="9525" cap="flat" cmpd="sng" algn="ctr">
                      <a:solidFill>
                        <a:srgbClr val="F6EDD5"/>
                      </a:solidFill>
                      <a:prstDash val="solid"/>
                    </a:lnR>
                    <a:lnT w="9525" cap="flat" cmpd="sng" algn="ctr">
                      <a:solidFill>
                        <a:srgbClr val="F6EDD5"/>
                      </a:solidFill>
                      <a:prstDash val="solid"/>
                    </a:lnT>
                    <a:lnB w="9525" cap="flat" cmpd="sng" algn="ctr">
                      <a:solidFill>
                        <a:srgbClr val="F6EDD5"/>
                      </a:solidFill>
                      <a:prstDash val="solid"/>
                    </a:lnB>
                    <a:solidFill>
                      <a:srgbClr val="F6ED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DD5"/>
                      </a:solidFill>
                      <a:prstDash val="solid"/>
                    </a:lnL>
                    <a:lnR w="9525" cap="flat" cmpd="sng" algn="ctr">
                      <a:solidFill>
                        <a:srgbClr val="F6EDD5"/>
                      </a:solidFill>
                      <a:prstDash val="solid"/>
                    </a:lnR>
                    <a:lnT w="9525" cap="flat" cmpd="sng" algn="ctr">
                      <a:solidFill>
                        <a:srgbClr val="F6EDD5"/>
                      </a:solidFill>
                      <a:prstDash val="solid"/>
                    </a:lnT>
                    <a:lnB w="9525" cap="flat" cmpd="sng" algn="ctr">
                      <a:solidFill>
                        <a:srgbClr val="F6EDD5"/>
                      </a:solidFill>
                      <a:prstDash val="solid"/>
                    </a:lnB>
                    <a:solidFill>
                      <a:srgbClr val="FBF7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DD5"/>
                      </a:solidFill>
                      <a:prstDash val="solid"/>
                    </a:lnL>
                    <a:lnR w="9525" cap="flat" cmpd="sng" algn="ctr">
                      <a:solidFill>
                        <a:srgbClr val="F6EDD5"/>
                      </a:solidFill>
                      <a:prstDash val="solid"/>
                    </a:lnR>
                    <a:lnT w="9525" cap="flat" cmpd="sng" algn="ctr">
                      <a:solidFill>
                        <a:srgbClr val="F6EDD5"/>
                      </a:solidFill>
                      <a:prstDash val="solid"/>
                    </a:lnT>
                    <a:lnB w="9525" cap="flat" cmpd="sng" algn="ctr">
                      <a:solidFill>
                        <a:srgbClr val="F6EDD5"/>
                      </a:solidFill>
                      <a:prstDash val="solid"/>
                    </a:lnB>
                    <a:solidFill>
                      <a:srgbClr val="FBF7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DD5"/>
                      </a:solidFill>
                      <a:prstDash val="solid"/>
                    </a:lnL>
                    <a:lnR w="9525" cap="flat" cmpd="sng" algn="ctr">
                      <a:solidFill>
                        <a:srgbClr val="F6EDD5"/>
                      </a:solidFill>
                      <a:prstDash val="solid"/>
                    </a:lnR>
                    <a:lnT w="9525" cap="flat" cmpd="sng" algn="ctr">
                      <a:solidFill>
                        <a:srgbClr val="F6EDD5"/>
                      </a:solidFill>
                      <a:prstDash val="solid"/>
                    </a:lnT>
                    <a:lnB w="9525" cap="flat" cmpd="sng" algn="ctr">
                      <a:solidFill>
                        <a:srgbClr val="F6EDD5"/>
                      </a:solidFill>
                      <a:prstDash val="solid"/>
                    </a:lnB>
                    <a:solidFill>
                      <a:srgbClr val="FBF7EC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4027"/>
                          </a:solidFill>
                        </a:rPr>
                        <a:t>3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DD5"/>
                      </a:solidFill>
                      <a:prstDash val="solid"/>
                    </a:lnL>
                    <a:lnR w="9525" cap="flat" cmpd="sng" algn="ctr">
                      <a:solidFill>
                        <a:srgbClr val="F6EDD5"/>
                      </a:solidFill>
                      <a:prstDash val="solid"/>
                    </a:lnR>
                    <a:lnT w="9525" cap="flat" cmpd="sng" algn="ctr">
                      <a:solidFill>
                        <a:srgbClr val="F6EDD5"/>
                      </a:solidFill>
                      <a:prstDash val="solid"/>
                    </a:lnT>
                    <a:lnB w="9525" cap="flat" cmpd="sng" algn="ctr">
                      <a:solidFill>
                        <a:srgbClr val="F6EDD5"/>
                      </a:solidFill>
                      <a:prstDash val="solid"/>
                    </a:lnB>
                    <a:solidFill>
                      <a:srgbClr val="F6ED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DD5"/>
                      </a:solidFill>
                      <a:prstDash val="solid"/>
                    </a:lnL>
                    <a:lnR w="9525" cap="flat" cmpd="sng" algn="ctr">
                      <a:solidFill>
                        <a:srgbClr val="F6EDD5"/>
                      </a:solidFill>
                      <a:prstDash val="solid"/>
                    </a:lnR>
                    <a:lnT w="9525" cap="flat" cmpd="sng" algn="ctr">
                      <a:solidFill>
                        <a:srgbClr val="F6EDD5"/>
                      </a:solidFill>
                      <a:prstDash val="solid"/>
                    </a:lnT>
                    <a:lnB w="9525" cap="flat" cmpd="sng" algn="ctr">
                      <a:solidFill>
                        <a:srgbClr val="F6ED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DD5"/>
                      </a:solidFill>
                      <a:prstDash val="solid"/>
                    </a:lnL>
                    <a:lnR w="9525" cap="flat" cmpd="sng" algn="ctr">
                      <a:solidFill>
                        <a:srgbClr val="F6EDD5"/>
                      </a:solidFill>
                      <a:prstDash val="solid"/>
                    </a:lnR>
                    <a:lnT w="9525" cap="flat" cmpd="sng" algn="ctr">
                      <a:solidFill>
                        <a:srgbClr val="F6EDD5"/>
                      </a:solidFill>
                      <a:prstDash val="solid"/>
                    </a:lnT>
                    <a:lnB w="9525" cap="flat" cmpd="sng" algn="ctr">
                      <a:solidFill>
                        <a:srgbClr val="F6ED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DD5"/>
                      </a:solidFill>
                      <a:prstDash val="solid"/>
                    </a:lnL>
                    <a:lnR w="9525" cap="flat" cmpd="sng" algn="ctr">
                      <a:solidFill>
                        <a:srgbClr val="F6EDD5"/>
                      </a:solidFill>
                      <a:prstDash val="solid"/>
                    </a:lnR>
                    <a:lnT w="9525" cap="flat" cmpd="sng" algn="ctr">
                      <a:solidFill>
                        <a:srgbClr val="F6EDD5"/>
                      </a:solidFill>
                      <a:prstDash val="solid"/>
                    </a:lnT>
                    <a:lnB w="9525" cap="flat" cmpd="sng" algn="ctr">
                      <a:solidFill>
                        <a:srgbClr val="F6ED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4027"/>
                          </a:solidFill>
                        </a:rPr>
                        <a:t>4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DD5"/>
                      </a:solidFill>
                      <a:prstDash val="solid"/>
                    </a:lnL>
                    <a:lnR w="9525" cap="flat" cmpd="sng" algn="ctr">
                      <a:solidFill>
                        <a:srgbClr val="F6EDD5"/>
                      </a:solidFill>
                      <a:prstDash val="solid"/>
                    </a:lnR>
                    <a:lnT w="9525" cap="flat" cmpd="sng" algn="ctr">
                      <a:solidFill>
                        <a:srgbClr val="F6EDD5"/>
                      </a:solidFill>
                      <a:prstDash val="solid"/>
                    </a:lnT>
                    <a:lnB w="9525" cap="flat" cmpd="sng" algn="ctr">
                      <a:solidFill>
                        <a:srgbClr val="F6EDD5"/>
                      </a:solidFill>
                      <a:prstDash val="solid"/>
                    </a:lnB>
                    <a:solidFill>
                      <a:srgbClr val="F6ED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DD5"/>
                      </a:solidFill>
                      <a:prstDash val="solid"/>
                    </a:lnL>
                    <a:lnR w="9525" cap="flat" cmpd="sng" algn="ctr">
                      <a:solidFill>
                        <a:srgbClr val="F6EDD5"/>
                      </a:solidFill>
                      <a:prstDash val="solid"/>
                    </a:lnR>
                    <a:lnT w="9525" cap="flat" cmpd="sng" algn="ctr">
                      <a:solidFill>
                        <a:srgbClr val="F6EDD5"/>
                      </a:solidFill>
                      <a:prstDash val="solid"/>
                    </a:lnT>
                    <a:lnB w="9525" cap="flat" cmpd="sng" algn="ctr">
                      <a:solidFill>
                        <a:srgbClr val="F6EDD5"/>
                      </a:solidFill>
                      <a:prstDash val="solid"/>
                    </a:lnB>
                    <a:solidFill>
                      <a:srgbClr val="FBF7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DD5"/>
                      </a:solidFill>
                      <a:prstDash val="solid"/>
                    </a:lnL>
                    <a:lnR w="9525" cap="flat" cmpd="sng" algn="ctr">
                      <a:solidFill>
                        <a:srgbClr val="F6EDD5"/>
                      </a:solidFill>
                      <a:prstDash val="solid"/>
                    </a:lnR>
                    <a:lnT w="9525" cap="flat" cmpd="sng" algn="ctr">
                      <a:solidFill>
                        <a:srgbClr val="F6EDD5"/>
                      </a:solidFill>
                      <a:prstDash val="solid"/>
                    </a:lnT>
                    <a:lnB w="9525" cap="flat" cmpd="sng" algn="ctr">
                      <a:solidFill>
                        <a:srgbClr val="F6EDD5"/>
                      </a:solidFill>
                      <a:prstDash val="solid"/>
                    </a:lnB>
                    <a:solidFill>
                      <a:srgbClr val="FBF7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DD5"/>
                      </a:solidFill>
                      <a:prstDash val="solid"/>
                    </a:lnL>
                    <a:lnR w="9525" cap="flat" cmpd="sng" algn="ctr">
                      <a:solidFill>
                        <a:srgbClr val="F6EDD5"/>
                      </a:solidFill>
                      <a:prstDash val="solid"/>
                    </a:lnR>
                    <a:lnT w="9525" cap="flat" cmpd="sng" algn="ctr">
                      <a:solidFill>
                        <a:srgbClr val="F6EDD5"/>
                      </a:solidFill>
                      <a:prstDash val="solid"/>
                    </a:lnT>
                    <a:lnB w="9525" cap="flat" cmpd="sng" algn="ctr">
                      <a:solidFill>
                        <a:srgbClr val="F6EDD5"/>
                      </a:solidFill>
                      <a:prstDash val="solid"/>
                    </a:lnB>
                    <a:solidFill>
                      <a:srgbClr val="FBF7EC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4027"/>
                          </a:solidFill>
                        </a:rPr>
                        <a:t>5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DD5"/>
                      </a:solidFill>
                      <a:prstDash val="solid"/>
                    </a:lnL>
                    <a:lnR w="9525" cap="flat" cmpd="sng" algn="ctr">
                      <a:solidFill>
                        <a:srgbClr val="F6EDD5"/>
                      </a:solidFill>
                      <a:prstDash val="solid"/>
                    </a:lnR>
                    <a:lnT w="9525" cap="flat" cmpd="sng" algn="ctr">
                      <a:solidFill>
                        <a:srgbClr val="F6EDD5"/>
                      </a:solidFill>
                      <a:prstDash val="solid"/>
                    </a:lnT>
                    <a:lnB w="9525" cap="flat" cmpd="sng" algn="ctr">
                      <a:solidFill>
                        <a:srgbClr val="F6EDD5"/>
                      </a:solidFill>
                      <a:prstDash val="solid"/>
                    </a:lnB>
                    <a:solidFill>
                      <a:srgbClr val="F6ED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DD5"/>
                      </a:solidFill>
                      <a:prstDash val="solid"/>
                    </a:lnL>
                    <a:lnR w="9525" cap="flat" cmpd="sng" algn="ctr">
                      <a:solidFill>
                        <a:srgbClr val="F6EDD5"/>
                      </a:solidFill>
                      <a:prstDash val="solid"/>
                    </a:lnR>
                    <a:lnT w="9525" cap="flat" cmpd="sng" algn="ctr">
                      <a:solidFill>
                        <a:srgbClr val="F6EDD5"/>
                      </a:solidFill>
                      <a:prstDash val="solid"/>
                    </a:lnT>
                    <a:lnB w="9525" cap="flat" cmpd="sng" algn="ctr">
                      <a:solidFill>
                        <a:srgbClr val="F6ED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DD5"/>
                      </a:solidFill>
                      <a:prstDash val="solid"/>
                    </a:lnL>
                    <a:lnR w="9525" cap="flat" cmpd="sng" algn="ctr">
                      <a:solidFill>
                        <a:srgbClr val="F6EDD5"/>
                      </a:solidFill>
                      <a:prstDash val="solid"/>
                    </a:lnR>
                    <a:lnT w="9525" cap="flat" cmpd="sng" algn="ctr">
                      <a:solidFill>
                        <a:srgbClr val="F6EDD5"/>
                      </a:solidFill>
                      <a:prstDash val="solid"/>
                    </a:lnT>
                    <a:lnB w="9525" cap="flat" cmpd="sng" algn="ctr">
                      <a:solidFill>
                        <a:srgbClr val="F6ED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DD5"/>
                      </a:solidFill>
                      <a:prstDash val="solid"/>
                    </a:lnL>
                    <a:lnR w="9525" cap="flat" cmpd="sng" algn="ctr">
                      <a:solidFill>
                        <a:srgbClr val="F6EDD5"/>
                      </a:solidFill>
                      <a:prstDash val="solid"/>
                    </a:lnR>
                    <a:lnT w="9525" cap="flat" cmpd="sng" algn="ctr">
                      <a:solidFill>
                        <a:srgbClr val="F6EDD5"/>
                      </a:solidFill>
                      <a:prstDash val="solid"/>
                    </a:lnT>
                    <a:lnB w="9525" cap="flat" cmpd="sng" algn="ctr">
                      <a:solidFill>
                        <a:srgbClr val="F6ED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EDD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3657508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108868" y="2880360"/>
            <a:ext cx="1097280" cy="1097280"/>
          </a:xfrm>
          <a:prstGeom prst="ellipse">
            <a:avLst/>
          </a:prstGeom>
          <a:solidFill>
            <a:srgbClr val="EBDA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4632844" y="2148840"/>
            <a:ext cx="6705432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26231F"/>
                </a:solidFill>
              </a:rPr>
              <a:t>PRESENTATION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32844" y="2606040"/>
            <a:ext cx="6705432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26231F"/>
                </a:solidFill>
              </a:rPr>
              <a:t>감사합니다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4632844" y="3886200"/>
            <a:ext cx="6705432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끝까지 들어 주셔서 고맙습니다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4632844" y="4754880"/>
            <a:ext cx="6705432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문의 · 연락처를 입력하세요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모임·동호회 소개 발표 템플릿">
  <a:themeElements>
    <a:clrScheme name="Office">
      <a:dk1>
        <a:sysClr val="windowText" lastClr="000000"/>
      </a:dk1>
      <a:lt1>
        <a:sysClr val="window" lastClr="FFFFFF"/>
      </a:lt1>
      <a:dk2>
        <a:srgbClr val="494027"/>
      </a:dk2>
      <a:lt2>
        <a:srgbClr val="FBF7EC"/>
      </a:lt2>
      <a:accent1>
        <a:srgbClr val="E1CE98"/>
      </a:accent1>
      <a:accent2>
        <a:srgbClr val="E0EAB8"/>
      </a:accent2>
      <a:accent3>
        <a:srgbClr val="494027"/>
      </a:accent3>
      <a:accent4>
        <a:srgbClr val="F6EDD5"/>
      </a:accent4>
      <a:accent5>
        <a:srgbClr val="E0DCA8"/>
      </a:accent5>
      <a:accent6>
        <a:srgbClr val="928C7D"/>
      </a:accent6>
      <a:hlink>
        <a:srgbClr val="E1CE98"/>
      </a:hlink>
      <a:folHlink>
        <a:srgbClr val="494027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모임·동호회 소개 발표 템플릿</dc:title>
  <dc:subject/>
  <dc:creator>반딧불이의 곳간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