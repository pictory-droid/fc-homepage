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겨울 모임 일정과 장소를 안내합니다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우리 모임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활동 이야기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함께하는 사람들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참여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44212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모임의 취지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활동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참여 혜택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6EACB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442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