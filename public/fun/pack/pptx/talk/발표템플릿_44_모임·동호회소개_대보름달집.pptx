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44212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44212"/>
                </a:solidFill>
              </a:rPr>
              <a:t>겨울 모임 일정과 장소를 안내합니다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2700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우리 모임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2700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활동 이야기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2700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함께하는 사람들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2700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참여 방법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544212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모임의 취지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활동 내용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5875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A7842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44212"/>
                </a:solidFill>
              </a:rPr>
              <a:t>참여 혜택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BF8EE"/>
          </a:solidFill>
          <a:ln w="12700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A7842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6EACB"/>
          </a:solidFill>
          <a:ln w="12700">
            <a:solidFill>
              <a:srgbClr val="F6EA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442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E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44212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78425"/>
                      </a:solidFill>
                      <a:prstDash val="solid"/>
                    </a:lnL>
                    <a:lnR w="9525" cap="flat" cmpd="sng" algn="ctr">
                      <a:solidFill>
                        <a:srgbClr val="A78425"/>
                      </a:solidFill>
                      <a:prstDash val="solid"/>
                    </a:lnR>
                    <a:lnT w="9525" cap="flat" cmpd="sng" algn="ctr">
                      <a:solidFill>
                        <a:srgbClr val="A78425"/>
                      </a:solidFill>
                      <a:prstDash val="solid"/>
                    </a:lnT>
                    <a:lnB w="9525" cap="flat" cmpd="sng" algn="ctr">
                      <a:solidFill>
                        <a:srgbClr val="A78425"/>
                      </a:solidFill>
                      <a:prstDash val="solid"/>
                    </a:lnB>
                    <a:solidFill>
                      <a:srgbClr val="A7842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44212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44212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44212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44212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BF8E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44212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6EA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ACB"/>
                      </a:solidFill>
                      <a:prstDash val="solid"/>
                    </a:lnL>
                    <a:lnR w="9525" cap="flat" cmpd="sng" algn="ctr">
                      <a:solidFill>
                        <a:srgbClr val="F6EACB"/>
                      </a:solidFill>
                      <a:prstDash val="solid"/>
                    </a:lnR>
                    <a:lnT w="9525" cap="flat" cmpd="sng" algn="ctr">
                      <a:solidFill>
                        <a:srgbClr val="F6EACB"/>
                      </a:solidFill>
                      <a:prstDash val="solid"/>
                    </a:lnT>
                    <a:lnB w="9525" cap="flat" cmpd="sng" algn="ctr">
                      <a:solidFill>
                        <a:srgbClr val="F6EAC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44212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44212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544212"/>
      </a:dk2>
      <a:lt2>
        <a:srgbClr val="FBF8EE"/>
      </a:lt2>
      <a:accent1>
        <a:srgbClr val="A78425"/>
      </a:accent1>
      <a:accent2>
        <a:srgbClr val="3B7D91"/>
      </a:accent2>
      <a:accent3>
        <a:srgbClr val="544212"/>
      </a:accent3>
      <a:accent4>
        <a:srgbClr val="F6EACB"/>
      </a:accent4>
      <a:accent5>
        <a:srgbClr val="71805B"/>
      </a:accent5>
      <a:accent6>
        <a:srgbClr val="988E71"/>
      </a:accent6>
      <a:hlink>
        <a:srgbClr val="A78425"/>
      </a:hlink>
      <a:folHlink>
        <a:srgbClr val="54421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