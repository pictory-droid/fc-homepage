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671D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671D"/>
                </a:solidFill>
              </a:rPr>
              <a:t>우리 모임을 처음 오신 분께 소개합니다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우리 모임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97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92608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활동 이야기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49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77639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94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함께하는 사람들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94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800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502920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46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참여 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46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4592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2671D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5875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9184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모임의 취지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5875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9184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활동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5875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9184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참여 혜택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7F3D4"/>
          </a:solidFill>
          <a:ln w="12700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26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C93A"/>
                      </a:solidFill>
                      <a:prstDash val="solid"/>
                    </a:lnL>
                    <a:lnR w="9525" cap="flat" cmpd="sng" algn="ctr">
                      <a:solidFill>
                        <a:srgbClr val="DFC93A"/>
                      </a:solidFill>
                      <a:prstDash val="solid"/>
                    </a:lnR>
                    <a:lnT w="9525" cap="flat" cmpd="sng" algn="ctr">
                      <a:solidFill>
                        <a:srgbClr val="DFC93A"/>
                      </a:solidFill>
                      <a:prstDash val="solid"/>
                    </a:lnT>
                    <a:lnB w="9525" cap="flat" cmpd="sng" algn="ctr">
                      <a:solidFill>
                        <a:srgbClr val="DFC93A"/>
                      </a:solidFill>
                      <a:prstDash val="solid"/>
                    </a:lnB>
                    <a:solidFill>
                      <a:srgbClr val="DFC9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C93A"/>
                      </a:solidFill>
                      <a:prstDash val="solid"/>
                    </a:lnL>
                    <a:lnR w="9525" cap="flat" cmpd="sng" algn="ctr">
                      <a:solidFill>
                        <a:srgbClr val="DFC93A"/>
                      </a:solidFill>
                      <a:prstDash val="solid"/>
                    </a:lnR>
                    <a:lnT w="9525" cap="flat" cmpd="sng" algn="ctr">
                      <a:solidFill>
                        <a:srgbClr val="DFC93A"/>
                      </a:solidFill>
                      <a:prstDash val="solid"/>
                    </a:lnT>
                    <a:lnB w="9525" cap="flat" cmpd="sng" algn="ctr">
                      <a:solidFill>
                        <a:srgbClr val="DFC93A"/>
                      </a:solidFill>
                      <a:prstDash val="solid"/>
                    </a:lnB>
                    <a:solidFill>
                      <a:srgbClr val="DFC9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C93A"/>
                      </a:solidFill>
                      <a:prstDash val="solid"/>
                    </a:lnL>
                    <a:lnR w="9525" cap="flat" cmpd="sng" algn="ctr">
                      <a:solidFill>
                        <a:srgbClr val="DFC93A"/>
                      </a:solidFill>
                      <a:prstDash val="solid"/>
                    </a:lnR>
                    <a:lnT w="9525" cap="flat" cmpd="sng" algn="ctr">
                      <a:solidFill>
                        <a:srgbClr val="DFC93A"/>
                      </a:solidFill>
                      <a:prstDash val="solid"/>
                    </a:lnT>
                    <a:lnB w="9525" cap="flat" cmpd="sng" algn="ctr">
                      <a:solidFill>
                        <a:srgbClr val="DFC93A"/>
                      </a:solidFill>
                      <a:prstDash val="solid"/>
                    </a:lnB>
                    <a:solidFill>
                      <a:srgbClr val="DFC9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C93A"/>
                      </a:solidFill>
                      <a:prstDash val="solid"/>
                    </a:lnL>
                    <a:lnR w="9525" cap="flat" cmpd="sng" algn="ctr">
                      <a:solidFill>
                        <a:srgbClr val="DFC93A"/>
                      </a:solidFill>
                      <a:prstDash val="solid"/>
                    </a:lnR>
                    <a:lnT w="9525" cap="flat" cmpd="sng" algn="ctr">
                      <a:solidFill>
                        <a:srgbClr val="DFC93A"/>
                      </a:solidFill>
                      <a:prstDash val="solid"/>
                    </a:lnT>
                    <a:lnB w="9525" cap="flat" cmpd="sng" algn="ctr">
                      <a:solidFill>
                        <a:srgbClr val="DFC93A"/>
                      </a:solidFill>
                      <a:prstDash val="solid"/>
                    </a:lnB>
                    <a:solidFill>
                      <a:srgbClr val="DFC93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671D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671D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671D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671D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671D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671D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671D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72671D"/>
      </a:dk2>
      <a:lt2>
        <a:srgbClr val="FCFBF3"/>
      </a:lt2>
      <a:accent1>
        <a:srgbClr val="DFC93A"/>
      </a:accent1>
      <a:accent2>
        <a:srgbClr val="339941"/>
      </a:accent2>
      <a:accent3>
        <a:srgbClr val="72671D"/>
      </a:accent3>
      <a:accent4>
        <a:srgbClr val="F7F3D4"/>
      </a:accent4>
      <a:accent5>
        <a:srgbClr val="89B13E"/>
      </a:accent5>
      <a:accent6>
        <a:srgbClr val="AAA477"/>
      </a:accent6>
      <a:hlink>
        <a:srgbClr val="DFC93A"/>
      </a:hlink>
      <a:folHlink>
        <a:srgbClr val="72671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