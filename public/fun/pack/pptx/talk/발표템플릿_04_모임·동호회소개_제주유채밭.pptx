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05610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우리 모임을 처음 오신 분께 소개합니다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우리 모임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활동 이야기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함께하는 사람들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참여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60561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모임의 취지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활동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참여 혜택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8F2C9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6056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605610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