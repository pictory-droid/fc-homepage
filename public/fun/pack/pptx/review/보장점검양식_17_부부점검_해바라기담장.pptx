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25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25"/>
                </a:solidFill>
              </a:rPr>
              <a:t>겹치는 항목이 있는지 같이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2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25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25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25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25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25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25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25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31520" y="4709160"/>
            <a:ext cx="1072865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115F25"/>
      </a:dk2>
      <a:lt2>
        <a:srgbClr val="EEFCF1"/>
      </a:lt2>
      <a:accent1>
        <a:srgbClr val="26C54E"/>
      </a:accent1>
      <a:accent2>
        <a:srgbClr val="209DB6"/>
      </a:accent2>
      <a:accent3>
        <a:srgbClr val="115F25"/>
      </a:accent3>
      <a:accent4>
        <a:srgbClr val="D1FADC"/>
      </a:accent4>
      <a:accent5>
        <a:srgbClr val="23B182"/>
      </a:accent5>
      <a:accent6>
        <a:srgbClr val="709F7C"/>
      </a:accent6>
      <a:hlink>
        <a:srgbClr val="26C54E"/>
      </a:hlink>
      <a:folHlink>
        <a:srgbClr val="115F2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