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8168335" y="3749039"/>
            <a:ext cx="5486400" cy="5486400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737305" y="1371600"/>
            <a:ext cx="457200" cy="457200"/>
          </a:xfrm>
          <a:prstGeom prst="ellipse">
            <a:avLst/>
          </a:prstGeom>
          <a:solidFill>
            <a:srgbClr val="F3E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36289" y="2468879"/>
            <a:ext cx="182880" cy="182880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5120511" y="160020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511" y="205740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5120511" y="333756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겹치는 항목이 있는지 같이 봅니다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5120511" y="420624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부부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1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127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127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127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1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1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1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1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1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1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1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1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1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127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1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127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1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127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1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1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1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494127"/>
      </a:dk2>
      <a:lt2>
        <a:srgbClr val="FDF8EA"/>
      </a:lt2>
      <a:accent1>
        <a:srgbClr val="EAD07B"/>
      </a:accent1>
      <a:accent2>
        <a:srgbClr val="DCEF9F"/>
      </a:accent2>
      <a:accent3>
        <a:srgbClr val="494127"/>
      </a:accent3>
      <a:accent4>
        <a:srgbClr val="FAF1D1"/>
      </a:accent4>
      <a:accent5>
        <a:srgbClr val="E3E08D"/>
      </a:accent5>
      <a:accent6>
        <a:srgbClr val="928D7D"/>
      </a:accent6>
      <a:hlink>
        <a:srgbClr val="EAD07B"/>
      </a:hlink>
      <a:folHlink>
        <a:srgbClr val="4941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