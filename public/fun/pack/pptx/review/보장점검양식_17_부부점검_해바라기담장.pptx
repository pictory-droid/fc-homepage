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E570C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E570C"/>
                </a:solidFill>
              </a:rPr>
              <a:t>겹치는 항목이 있는지 같이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6E570C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6E570C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6E570C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6E570C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A016"/>
                      </a:solidFill>
                      <a:prstDash val="solid"/>
                    </a:lnL>
                    <a:lnR w="9525" cap="flat" cmpd="sng" algn="ctr">
                      <a:solidFill>
                        <a:srgbClr val="CAA016"/>
                      </a:solidFill>
                      <a:prstDash val="solid"/>
                    </a:lnR>
                    <a:lnT w="9525" cap="flat" cmpd="sng" algn="ctr">
                      <a:solidFill>
                        <a:srgbClr val="CAA016"/>
                      </a:solidFill>
                      <a:prstDash val="solid"/>
                    </a:lnT>
                    <a:lnB w="9525" cap="flat" cmpd="sng" algn="ctr">
                      <a:solidFill>
                        <a:srgbClr val="CAA016"/>
                      </a:solidFill>
                      <a:prstDash val="solid"/>
                    </a:lnB>
                    <a:solidFill>
                      <a:srgbClr val="CAA01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E570C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E570C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E570C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E570C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E570C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E570C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E570C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E570C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6E570C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6E570C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6E570C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31520" y="4709160"/>
            <a:ext cx="1072865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6E570C"/>
      </a:dk2>
      <a:lt2>
        <a:srgbClr val="FDF9ED"/>
      </a:lt2>
      <a:accent1>
        <a:srgbClr val="CAA016"/>
      </a:accent1>
      <a:accent2>
        <a:srgbClr val="3B7A91"/>
      </a:accent2>
      <a:accent3>
        <a:srgbClr val="6E570C"/>
      </a:accent3>
      <a:accent4>
        <a:srgbClr val="FAEEC6"/>
      </a:accent4>
      <a:accent5>
        <a:srgbClr val="828D54"/>
      </a:accent5>
      <a:accent6>
        <a:srgbClr val="A89A6D"/>
      </a:accent6>
      <a:hlink>
        <a:srgbClr val="CAA016"/>
      </a:hlink>
      <a:folHlink>
        <a:srgbClr val="6E570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