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1714500"/>
            <a:ext cx="7886700" cy="788670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509522" y="3977639"/>
            <a:ext cx="3429000" cy="34290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016224" y="2472946"/>
            <a:ext cx="623387" cy="623387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902848" y="2854006"/>
            <a:ext cx="598264" cy="598264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8999645" y="93467"/>
            <a:ext cx="559067" cy="559067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8361103" y="-27881"/>
            <a:ext cx="388751" cy="388751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435473" y="1960365"/>
            <a:ext cx="346058" cy="346058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109295" y="1617785"/>
            <a:ext cx="625026" cy="625026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916816" y="2693105"/>
            <a:ext cx="315539" cy="315539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9651877" y="1952049"/>
            <a:ext cx="308845" cy="30884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9156032" y="-133108"/>
            <a:ext cx="429689" cy="429689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9548922" y="2897749"/>
            <a:ext cx="340893" cy="340893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201319" y="1130122"/>
            <a:ext cx="307256" cy="307256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705432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22D24"/>
                </a:solidFill>
              </a:rPr>
              <a:t>우리 보험 점검 시간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853418" y="3611880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22D24"/>
                </a:solidFill>
              </a:rPr>
              <a:t>완행열차처럼 느려도 빠짐없이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853418" y="448056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가족 점검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65603" y="1066042"/>
            <a:ext cx="217690" cy="21769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6012" y="1199111"/>
            <a:ext cx="208917" cy="208917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59814" y="235113"/>
            <a:ext cx="195229" cy="195229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6831" y="192737"/>
            <a:ext cx="135754" cy="135754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1214" y="887046"/>
            <a:ext cx="120845" cy="12084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47311" y="767415"/>
            <a:ext cx="218263" cy="218263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729302" y="1142923"/>
            <a:ext cx="110188" cy="110188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287578" y="884142"/>
            <a:ext cx="107850" cy="10785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114426" y="155991"/>
            <a:ext cx="150050" cy="150050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251625" y="1214386"/>
            <a:ext cx="119042" cy="119042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479446" y="597120"/>
            <a:ext cx="107295" cy="10729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점검 대상 현황</a:t>
            </a:r>
          </a:p>
        </p:txBody>
      </p:sp>
      <p:graphicFrame>
        <p:nvGraphicFramePr>
          <p:cNvPr id="16" name="표"/>
          <p:cNvGraphicFramePr>
            <a:graphicFrameLocks noGrp="1"/>
          </p:cNvGraphicFramePr>
          <p:nvPr/>
        </p:nvGraphicFramePr>
        <p:xfrm>
          <a:off x="640080" y="1600200"/>
          <a:ext cx="10911532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엄마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자녀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22D24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22D24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22D24"/>
                          </a:solidFill>
                        </a:rPr>
                        <a:t>직업·학교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22D24"/>
                          </a:solidFill>
                        </a:rPr>
                        <a:t>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65603" y="1066042"/>
            <a:ext cx="217690" cy="21769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6012" y="1199111"/>
            <a:ext cx="208917" cy="208917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59814" y="235113"/>
            <a:ext cx="195229" cy="195229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6831" y="192737"/>
            <a:ext cx="135754" cy="135754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1214" y="887046"/>
            <a:ext cx="120845" cy="12084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47311" y="767415"/>
            <a:ext cx="218263" cy="218263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729302" y="1142923"/>
            <a:ext cx="110188" cy="110188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287578" y="884142"/>
            <a:ext cx="107850" cy="10785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114426" y="155991"/>
            <a:ext cx="150050" cy="150050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251625" y="1214386"/>
            <a:ext cx="119042" cy="119042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479446" y="597120"/>
            <a:ext cx="107295" cy="10729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가입한 보험 목록</a:t>
            </a:r>
          </a:p>
        </p:txBody>
      </p:sp>
      <p:graphicFrame>
        <p:nvGraphicFramePr>
          <p:cNvPr id="16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65603" y="1066042"/>
            <a:ext cx="217690" cy="21769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6012" y="1199111"/>
            <a:ext cx="208917" cy="208917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59814" y="235113"/>
            <a:ext cx="195229" cy="195229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6831" y="192737"/>
            <a:ext cx="135754" cy="135754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1214" y="887046"/>
            <a:ext cx="120845" cy="12084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47311" y="767415"/>
            <a:ext cx="218263" cy="218263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729302" y="1142923"/>
            <a:ext cx="110188" cy="110188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287578" y="884142"/>
            <a:ext cx="107850" cy="10785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114426" y="155991"/>
            <a:ext cx="150050" cy="150050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251625" y="1214386"/>
            <a:ext cx="119042" cy="119042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479446" y="597120"/>
            <a:ext cx="107295" cy="10729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보장 항목 체크</a:t>
            </a:r>
          </a:p>
        </p:txBody>
      </p:sp>
      <p:graphicFrame>
        <p:nvGraphicFramePr>
          <p:cNvPr id="16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22D24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22D24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22D24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22D24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22D24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22D24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22D24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22D24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65603" y="1066042"/>
            <a:ext cx="217690" cy="21769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6012" y="1199111"/>
            <a:ext cx="208917" cy="208917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59814" y="235113"/>
            <a:ext cx="195229" cy="195229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6831" y="192737"/>
            <a:ext cx="135754" cy="135754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1214" y="887046"/>
            <a:ext cx="120845" cy="12084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47311" y="767415"/>
            <a:ext cx="218263" cy="218263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729302" y="1142923"/>
            <a:ext cx="110188" cy="110188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287578" y="884142"/>
            <a:ext cx="107850" cy="10785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114426" y="155991"/>
            <a:ext cx="150050" cy="150050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251625" y="1214386"/>
            <a:ext cx="119042" cy="119042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479446" y="597120"/>
            <a:ext cx="107295" cy="10729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월 보험료 한눈에</a:t>
            </a:r>
          </a:p>
        </p:txBody>
      </p:sp>
      <p:sp>
        <p:nvSpPr>
          <p:cNvPr id="16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5875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22D24"/>
                </a:solidFill>
              </a:rPr>
              <a:t>월 보험료 합계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20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5875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22D24"/>
                </a:solidFill>
              </a:rPr>
              <a:t>연 보험료 합계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24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5875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22D24"/>
                </a:solidFill>
              </a:rPr>
              <a:t>월 소득 대비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8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65603" y="1066042"/>
            <a:ext cx="217690" cy="21769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6012" y="1199111"/>
            <a:ext cx="208917" cy="208917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59814" y="235113"/>
            <a:ext cx="195229" cy="195229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6831" y="192737"/>
            <a:ext cx="135754" cy="135754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1214" y="887046"/>
            <a:ext cx="120845" cy="12084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47311" y="767415"/>
            <a:ext cx="218263" cy="218263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729302" y="1142923"/>
            <a:ext cx="110188" cy="110188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287578" y="884142"/>
            <a:ext cx="107850" cy="10785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114426" y="155991"/>
            <a:ext cx="150050" cy="150050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251625" y="1214386"/>
            <a:ext cx="119042" cy="119042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479446" y="597120"/>
            <a:ext cx="107295" cy="107295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점검 메모와 다음 할 일</a:t>
            </a:r>
          </a:p>
        </p:txBody>
      </p:sp>
      <p:sp>
        <p:nvSpPr>
          <p:cNvPr id="16" name="카드 1"/>
          <p:cNvSpPr/>
          <p:nvPr/>
        </p:nvSpPr>
        <p:spPr>
          <a:xfrm>
            <a:off x="640080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5875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확인할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0" name="카드 2"/>
          <p:cNvSpPr/>
          <p:nvPr/>
        </p:nvSpPr>
        <p:spPr>
          <a:xfrm>
            <a:off x="4353458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5875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문의할 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0618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4" name="카드 3"/>
          <p:cNvSpPr/>
          <p:nvPr/>
        </p:nvSpPr>
        <p:spPr>
          <a:xfrm>
            <a:off x="8066836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5875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정리할 날짜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3996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8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가족 점검)">
  <a:themeElements>
    <a:clrScheme name="Office">
      <a:dk1>
        <a:sysClr val="windowText" lastClr="000000"/>
      </a:dk1>
      <a:lt1>
        <a:sysClr val="window" lastClr="FFFFFF"/>
      </a:lt1>
      <a:dk2>
        <a:srgbClr val="422D24"/>
      </a:dk2>
      <a:lt2>
        <a:srgbClr val="F8F4F2"/>
      </a:lt2>
      <a:accent1>
        <a:srgbClr val="855A47"/>
      </a:accent1>
      <a:accent2>
        <a:srgbClr val="478578"/>
      </a:accent2>
      <a:accent3>
        <a:srgbClr val="422D24"/>
      </a:accent3>
      <a:accent4>
        <a:srgbClr val="EBDCD6"/>
      </a:accent4>
      <a:accent5>
        <a:srgbClr val="667060"/>
      </a:accent5>
      <a:accent6>
        <a:srgbClr val="8E817C"/>
      </a:accent6>
      <a:hlink>
        <a:srgbClr val="855A47"/>
      </a:hlink>
      <a:folHlink>
        <a:srgbClr val="422D24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