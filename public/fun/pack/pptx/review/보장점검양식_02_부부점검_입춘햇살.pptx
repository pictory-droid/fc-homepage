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우리 보험 점검 시간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봄맞이 대청소하듯 보험도 한 번 정리해요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점검 대상 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591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591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591B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591B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가입한 보험 목록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보장 항목 체크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591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월 보험료 한눈에</a:t>
            </a:r>
          </a:p>
        </p:txBody>
      </p:sp>
      <p:sp>
        <p:nvSpPr>
          <p:cNvPr id="9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4591B"/>
                </a:solidFill>
              </a:rPr>
              <a:t>월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4591B"/>
                </a:solidFill>
              </a:rPr>
              <a:t>연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7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4591B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점검 메모와 다음 할 일</a:t>
            </a:r>
          </a:p>
        </p:txBody>
      </p:sp>
      <p:sp>
        <p:nvSpPr>
          <p:cNvPr id="9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확인할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문의할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74591B"/>
      </a:dk2>
      <a:lt2>
        <a:srgbClr val="FBF7EE"/>
      </a:lt2>
      <a:accent1>
        <a:srgbClr val="C6992F"/>
      </a:accent1>
      <a:accent2>
        <a:srgbClr val="3B8091"/>
      </a:accent2>
      <a:accent3>
        <a:srgbClr val="74591B"/>
      </a:accent3>
      <a:accent4>
        <a:srgbClr val="F5E9CC"/>
      </a:accent4>
      <a:accent5>
        <a:srgbClr val="808C60"/>
      </a:accent5>
      <a:accent6>
        <a:srgbClr val="AC9B76"/>
      </a:accent6>
      <a:hlink>
        <a:srgbClr val="C6992F"/>
      </a:hlink>
      <a:folHlink>
        <a:srgbClr val="7459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