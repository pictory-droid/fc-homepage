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38100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2700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510599" y="1892961"/>
            <a:ext cx="162537" cy="162537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540774" y="1406538"/>
            <a:ext cx="121904" cy="121904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807558" y="1032861"/>
            <a:ext cx="291588" cy="291588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6601632" y="1925783"/>
            <a:ext cx="196685" cy="196685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6036524" y="1163085"/>
            <a:ext cx="175281" cy="175281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774342" y="422702"/>
            <a:ext cx="269928" cy="269928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5697034" y="864261"/>
            <a:ext cx="350758" cy="350758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143154" y="1481383"/>
            <a:ext cx="279133" cy="279133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321050" y="1210073"/>
            <a:ext cx="227398" cy="227398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906149" y="491309"/>
            <a:ext cx="355363" cy="355363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5439767" y="946715"/>
            <a:ext cx="115868" cy="115868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153C26"/>
                </a:solidFill>
              </a:rPr>
              <a:t>우리 보험 점검 시간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1463003" y="379476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153C26"/>
                </a:solidFill>
              </a:rPr>
              <a:t>수박 쪼개듯 가족별로 나눠서 살펴봐요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1463003" y="466344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본인 점검 · 2026. 00. 00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23557" y="1249765"/>
            <a:ext cx="90298" cy="90298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740320" y="979530"/>
            <a:ext cx="67724" cy="67724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444090" y="771931"/>
            <a:ext cx="161993" cy="161993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329687" y="1267999"/>
            <a:ext cx="109269" cy="109269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15737" y="844278"/>
            <a:ext cx="97378" cy="97378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25636" y="432954"/>
            <a:ext cx="149960" cy="149960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827132" y="678265"/>
            <a:ext cx="194866" cy="194866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519421" y="1021110"/>
            <a:ext cx="155073" cy="155073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618252" y="870382"/>
            <a:ext cx="126332" cy="126332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943307" y="471069"/>
            <a:ext cx="197424" cy="197424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684206" y="724073"/>
            <a:ext cx="64371" cy="64371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53C26"/>
                </a:solidFill>
              </a:rPr>
              <a:t>점검 대상 현황</a:t>
            </a:r>
          </a:p>
        </p:txBody>
      </p:sp>
      <p:graphicFrame>
        <p:nvGraphicFramePr>
          <p:cNvPr id="16" name="표"/>
          <p:cNvGraphicFramePr>
            <a:graphicFrameLocks noGrp="1"/>
          </p:cNvGraphicFramePr>
          <p:nvPr/>
        </p:nvGraphicFramePr>
        <p:xfrm>
          <a:off x="822960" y="1554480"/>
          <a:ext cx="1054577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272887"/>
                <a:gridCol w="527288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08854"/>
                      </a:solidFill>
                      <a:prstDash val="solid"/>
                    </a:lnL>
                    <a:lnR w="9525" cap="flat" cmpd="sng" algn="ctr">
                      <a:solidFill>
                        <a:srgbClr val="308854"/>
                      </a:solidFill>
                      <a:prstDash val="solid"/>
                    </a:lnR>
                    <a:lnT w="9525" cap="flat" cmpd="sng" algn="ctr">
                      <a:solidFill>
                        <a:srgbClr val="308854"/>
                      </a:solidFill>
                      <a:prstDash val="solid"/>
                    </a:lnT>
                    <a:lnB w="9525" cap="flat" cmpd="sng" algn="ctr">
                      <a:solidFill>
                        <a:srgbClr val="308854"/>
                      </a:solidFill>
                      <a:prstDash val="solid"/>
                    </a:lnB>
                    <a:solidFill>
                      <a:srgbClr val="3088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08854"/>
                      </a:solidFill>
                      <a:prstDash val="solid"/>
                    </a:lnL>
                    <a:lnR w="9525" cap="flat" cmpd="sng" algn="ctr">
                      <a:solidFill>
                        <a:srgbClr val="308854"/>
                      </a:solidFill>
                      <a:prstDash val="solid"/>
                    </a:lnR>
                    <a:lnT w="9525" cap="flat" cmpd="sng" algn="ctr">
                      <a:solidFill>
                        <a:srgbClr val="308854"/>
                      </a:solidFill>
                      <a:prstDash val="solid"/>
                    </a:lnT>
                    <a:lnB w="9525" cap="flat" cmpd="sng" algn="ctr">
                      <a:solidFill>
                        <a:srgbClr val="308854"/>
                      </a:solidFill>
                      <a:prstDash val="solid"/>
                    </a:lnB>
                    <a:solidFill>
                      <a:srgbClr val="308854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53C26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D0F1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53C26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D0F1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53C26"/>
                          </a:solidFill>
                        </a:rPr>
                        <a:t>직업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D0F1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53C26"/>
                          </a:solidFill>
                        </a:rPr>
                        <a:t>가족 구성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D0F1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23557" y="1249765"/>
            <a:ext cx="90298" cy="90298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740320" y="979530"/>
            <a:ext cx="67724" cy="67724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444090" y="771931"/>
            <a:ext cx="161993" cy="161993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329687" y="1267999"/>
            <a:ext cx="109269" cy="109269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15737" y="844278"/>
            <a:ext cx="97378" cy="97378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25636" y="432954"/>
            <a:ext cx="149960" cy="149960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827132" y="678265"/>
            <a:ext cx="194866" cy="194866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519421" y="1021110"/>
            <a:ext cx="155073" cy="155073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618252" y="870382"/>
            <a:ext cx="126332" cy="126332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943307" y="471069"/>
            <a:ext cx="197424" cy="197424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684206" y="724073"/>
            <a:ext cx="64371" cy="64371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53C26"/>
                </a:solidFill>
              </a:rPr>
              <a:t>가입한 보험 목록</a:t>
            </a:r>
          </a:p>
        </p:txBody>
      </p:sp>
      <p:graphicFrame>
        <p:nvGraphicFramePr>
          <p:cNvPr id="16" name="표"/>
          <p:cNvGraphicFramePr>
            <a:graphicFrameLocks noGrp="1"/>
          </p:cNvGraphicFramePr>
          <p:nvPr/>
        </p:nvGraphicFramePr>
        <p:xfrm>
          <a:off x="822960" y="1554480"/>
          <a:ext cx="1054577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176753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08854"/>
                      </a:solidFill>
                      <a:prstDash val="solid"/>
                    </a:lnL>
                    <a:lnR w="9525" cap="flat" cmpd="sng" algn="ctr">
                      <a:solidFill>
                        <a:srgbClr val="308854"/>
                      </a:solidFill>
                      <a:prstDash val="solid"/>
                    </a:lnR>
                    <a:lnT w="9525" cap="flat" cmpd="sng" algn="ctr">
                      <a:solidFill>
                        <a:srgbClr val="308854"/>
                      </a:solidFill>
                      <a:prstDash val="solid"/>
                    </a:lnT>
                    <a:lnB w="9525" cap="flat" cmpd="sng" algn="ctr">
                      <a:solidFill>
                        <a:srgbClr val="308854"/>
                      </a:solidFill>
                      <a:prstDash val="solid"/>
                    </a:lnB>
                    <a:solidFill>
                      <a:srgbClr val="3088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08854"/>
                      </a:solidFill>
                      <a:prstDash val="solid"/>
                    </a:lnL>
                    <a:lnR w="9525" cap="flat" cmpd="sng" algn="ctr">
                      <a:solidFill>
                        <a:srgbClr val="308854"/>
                      </a:solidFill>
                      <a:prstDash val="solid"/>
                    </a:lnR>
                    <a:lnT w="9525" cap="flat" cmpd="sng" algn="ctr">
                      <a:solidFill>
                        <a:srgbClr val="308854"/>
                      </a:solidFill>
                      <a:prstDash val="solid"/>
                    </a:lnT>
                    <a:lnB w="9525" cap="flat" cmpd="sng" algn="ctr">
                      <a:solidFill>
                        <a:srgbClr val="308854"/>
                      </a:solidFill>
                      <a:prstDash val="solid"/>
                    </a:lnB>
                    <a:solidFill>
                      <a:srgbClr val="3088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08854"/>
                      </a:solidFill>
                      <a:prstDash val="solid"/>
                    </a:lnL>
                    <a:lnR w="9525" cap="flat" cmpd="sng" algn="ctr">
                      <a:solidFill>
                        <a:srgbClr val="308854"/>
                      </a:solidFill>
                      <a:prstDash val="solid"/>
                    </a:lnR>
                    <a:lnT w="9525" cap="flat" cmpd="sng" algn="ctr">
                      <a:solidFill>
                        <a:srgbClr val="308854"/>
                      </a:solidFill>
                      <a:prstDash val="solid"/>
                    </a:lnT>
                    <a:lnB w="9525" cap="flat" cmpd="sng" algn="ctr">
                      <a:solidFill>
                        <a:srgbClr val="308854"/>
                      </a:solidFill>
                      <a:prstDash val="solid"/>
                    </a:lnB>
                    <a:solidFill>
                      <a:srgbClr val="3088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08854"/>
                      </a:solidFill>
                      <a:prstDash val="solid"/>
                    </a:lnL>
                    <a:lnR w="9525" cap="flat" cmpd="sng" algn="ctr">
                      <a:solidFill>
                        <a:srgbClr val="308854"/>
                      </a:solidFill>
                      <a:prstDash val="solid"/>
                    </a:lnR>
                    <a:lnT w="9525" cap="flat" cmpd="sng" algn="ctr">
                      <a:solidFill>
                        <a:srgbClr val="308854"/>
                      </a:solidFill>
                      <a:prstDash val="solid"/>
                    </a:lnT>
                    <a:lnB w="9525" cap="flat" cmpd="sng" algn="ctr">
                      <a:solidFill>
                        <a:srgbClr val="308854"/>
                      </a:solidFill>
                      <a:prstDash val="solid"/>
                    </a:lnB>
                    <a:solidFill>
                      <a:srgbClr val="3088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08854"/>
                      </a:solidFill>
                      <a:prstDash val="solid"/>
                    </a:lnL>
                    <a:lnR w="9525" cap="flat" cmpd="sng" algn="ctr">
                      <a:solidFill>
                        <a:srgbClr val="308854"/>
                      </a:solidFill>
                      <a:prstDash val="solid"/>
                    </a:lnR>
                    <a:lnT w="9525" cap="flat" cmpd="sng" algn="ctr">
                      <a:solidFill>
                        <a:srgbClr val="308854"/>
                      </a:solidFill>
                      <a:prstDash val="solid"/>
                    </a:lnT>
                    <a:lnB w="9525" cap="flat" cmpd="sng" algn="ctr">
                      <a:solidFill>
                        <a:srgbClr val="308854"/>
                      </a:solidFill>
                      <a:prstDash val="solid"/>
                    </a:lnB>
                    <a:solidFill>
                      <a:srgbClr val="308854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23557" y="1249765"/>
            <a:ext cx="90298" cy="90298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740320" y="979530"/>
            <a:ext cx="67724" cy="67724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444090" y="771931"/>
            <a:ext cx="161993" cy="161993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329687" y="1267999"/>
            <a:ext cx="109269" cy="109269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15737" y="844278"/>
            <a:ext cx="97378" cy="97378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25636" y="432954"/>
            <a:ext cx="149960" cy="149960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827132" y="678265"/>
            <a:ext cx="194866" cy="194866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519421" y="1021110"/>
            <a:ext cx="155073" cy="155073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618252" y="870382"/>
            <a:ext cx="126332" cy="126332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943307" y="471069"/>
            <a:ext cx="197424" cy="197424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684206" y="724073"/>
            <a:ext cx="64371" cy="64371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53C26"/>
                </a:solidFill>
              </a:rPr>
              <a:t>보장 항목 체크</a:t>
            </a:r>
          </a:p>
        </p:txBody>
      </p:sp>
      <p:graphicFrame>
        <p:nvGraphicFramePr>
          <p:cNvPr id="16" name="표"/>
          <p:cNvGraphicFramePr>
            <a:graphicFrameLocks noGrp="1"/>
          </p:cNvGraphicFramePr>
          <p:nvPr/>
        </p:nvGraphicFramePr>
        <p:xfrm>
          <a:off x="822960" y="1554480"/>
          <a:ext cx="1054577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296058"/>
                <a:gridCol w="2296058"/>
                <a:gridCol w="229605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08854"/>
                      </a:solidFill>
                      <a:prstDash val="solid"/>
                    </a:lnL>
                    <a:lnR w="9525" cap="flat" cmpd="sng" algn="ctr">
                      <a:solidFill>
                        <a:srgbClr val="308854"/>
                      </a:solidFill>
                      <a:prstDash val="solid"/>
                    </a:lnR>
                    <a:lnT w="9525" cap="flat" cmpd="sng" algn="ctr">
                      <a:solidFill>
                        <a:srgbClr val="308854"/>
                      </a:solidFill>
                      <a:prstDash val="solid"/>
                    </a:lnT>
                    <a:lnB w="9525" cap="flat" cmpd="sng" algn="ctr">
                      <a:solidFill>
                        <a:srgbClr val="308854"/>
                      </a:solidFill>
                      <a:prstDash val="solid"/>
                    </a:lnB>
                    <a:solidFill>
                      <a:srgbClr val="3088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08854"/>
                      </a:solidFill>
                      <a:prstDash val="solid"/>
                    </a:lnL>
                    <a:lnR w="9525" cap="flat" cmpd="sng" algn="ctr">
                      <a:solidFill>
                        <a:srgbClr val="308854"/>
                      </a:solidFill>
                      <a:prstDash val="solid"/>
                    </a:lnR>
                    <a:lnT w="9525" cap="flat" cmpd="sng" algn="ctr">
                      <a:solidFill>
                        <a:srgbClr val="308854"/>
                      </a:solidFill>
                      <a:prstDash val="solid"/>
                    </a:lnT>
                    <a:lnB w="9525" cap="flat" cmpd="sng" algn="ctr">
                      <a:solidFill>
                        <a:srgbClr val="308854"/>
                      </a:solidFill>
                      <a:prstDash val="solid"/>
                    </a:lnB>
                    <a:solidFill>
                      <a:srgbClr val="3088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08854"/>
                      </a:solidFill>
                      <a:prstDash val="solid"/>
                    </a:lnL>
                    <a:lnR w="9525" cap="flat" cmpd="sng" algn="ctr">
                      <a:solidFill>
                        <a:srgbClr val="308854"/>
                      </a:solidFill>
                      <a:prstDash val="solid"/>
                    </a:lnR>
                    <a:lnT w="9525" cap="flat" cmpd="sng" algn="ctr">
                      <a:solidFill>
                        <a:srgbClr val="308854"/>
                      </a:solidFill>
                      <a:prstDash val="solid"/>
                    </a:lnT>
                    <a:lnB w="9525" cap="flat" cmpd="sng" algn="ctr">
                      <a:solidFill>
                        <a:srgbClr val="308854"/>
                      </a:solidFill>
                      <a:prstDash val="solid"/>
                    </a:lnB>
                    <a:solidFill>
                      <a:srgbClr val="3088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08854"/>
                      </a:solidFill>
                      <a:prstDash val="solid"/>
                    </a:lnL>
                    <a:lnR w="9525" cap="flat" cmpd="sng" algn="ctr">
                      <a:solidFill>
                        <a:srgbClr val="308854"/>
                      </a:solidFill>
                      <a:prstDash val="solid"/>
                    </a:lnR>
                    <a:lnT w="9525" cap="flat" cmpd="sng" algn="ctr">
                      <a:solidFill>
                        <a:srgbClr val="308854"/>
                      </a:solidFill>
                      <a:prstDash val="solid"/>
                    </a:lnT>
                    <a:lnB w="9525" cap="flat" cmpd="sng" algn="ctr">
                      <a:solidFill>
                        <a:srgbClr val="308854"/>
                      </a:solidFill>
                      <a:prstDash val="solid"/>
                    </a:lnB>
                    <a:solidFill>
                      <a:srgbClr val="30885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53C26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D0F1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53C26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D0F1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53C26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D0F1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53C26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D0F1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53C26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D0F1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53C26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D0F1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53C26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D0F1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53C26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D0F1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23557" y="1249765"/>
            <a:ext cx="90298" cy="90298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740320" y="979530"/>
            <a:ext cx="67724" cy="67724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444090" y="771931"/>
            <a:ext cx="161993" cy="161993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329687" y="1267999"/>
            <a:ext cx="109269" cy="109269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15737" y="844278"/>
            <a:ext cx="97378" cy="97378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25636" y="432954"/>
            <a:ext cx="149960" cy="149960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827132" y="678265"/>
            <a:ext cx="194866" cy="194866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519421" y="1021110"/>
            <a:ext cx="155073" cy="155073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618252" y="870382"/>
            <a:ext cx="126332" cy="126332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943307" y="471069"/>
            <a:ext cx="197424" cy="197424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684206" y="724073"/>
            <a:ext cx="64371" cy="64371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53C26"/>
                </a:solidFill>
              </a:rPr>
              <a:t>월 보험료 한눈에</a:t>
            </a:r>
          </a:p>
        </p:txBody>
      </p:sp>
      <p:sp>
        <p:nvSpPr>
          <p:cNvPr id="16" name="카드 1"/>
          <p:cNvSpPr/>
          <p:nvPr/>
        </p:nvSpPr>
        <p:spPr>
          <a:xfrm>
            <a:off x="822960" y="1554480"/>
            <a:ext cx="3362858" cy="2926080"/>
          </a:xfrm>
          <a:prstGeom prst="roundRect">
            <a:avLst>
              <a:gd name="adj" fmla="val 8000"/>
            </a:avLst>
          </a:prstGeom>
          <a:solidFill>
            <a:srgbClr val="F0FAF4"/>
          </a:solidFill>
          <a:ln w="1587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1"/>
          <p:cNvSpPr/>
          <p:nvPr/>
        </p:nvSpPr>
        <p:spPr>
          <a:xfrm>
            <a:off x="1005840" y="1737360"/>
            <a:ext cx="457200" cy="457200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53C26"/>
                </a:solidFill>
              </a:rPr>
              <a:t>월 보험료 합계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017520"/>
            <a:ext cx="308853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20" name="카드 2"/>
          <p:cNvSpPr/>
          <p:nvPr/>
        </p:nvSpPr>
        <p:spPr>
          <a:xfrm>
            <a:off x="4414418" y="1554480"/>
            <a:ext cx="3362858" cy="2926080"/>
          </a:xfrm>
          <a:prstGeom prst="roundRect">
            <a:avLst>
              <a:gd name="adj" fmla="val 8000"/>
            </a:avLst>
          </a:prstGeom>
          <a:solidFill>
            <a:srgbClr val="F0FAF4"/>
          </a:solidFill>
          <a:ln w="1587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2"/>
          <p:cNvSpPr/>
          <p:nvPr/>
        </p:nvSpPr>
        <p:spPr>
          <a:xfrm>
            <a:off x="4597298" y="1737360"/>
            <a:ext cx="457200" cy="457200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1578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53C26"/>
                </a:solidFill>
              </a:rPr>
              <a:t>연 보험료 합계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1578" y="3017520"/>
            <a:ext cx="308853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24" name="카드 3"/>
          <p:cNvSpPr/>
          <p:nvPr/>
        </p:nvSpPr>
        <p:spPr>
          <a:xfrm>
            <a:off x="8005876" y="1554480"/>
            <a:ext cx="3362858" cy="2926080"/>
          </a:xfrm>
          <a:prstGeom prst="roundRect">
            <a:avLst>
              <a:gd name="adj" fmla="val 8000"/>
            </a:avLst>
          </a:prstGeom>
          <a:solidFill>
            <a:srgbClr val="F0FAF4"/>
          </a:solidFill>
          <a:ln w="1587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번호 3"/>
          <p:cNvSpPr/>
          <p:nvPr/>
        </p:nvSpPr>
        <p:spPr>
          <a:xfrm>
            <a:off x="8188756" y="1737360"/>
            <a:ext cx="457200" cy="457200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43036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53C26"/>
                </a:solidFill>
              </a:rPr>
              <a:t>월 소득 대비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43036" y="3017520"/>
            <a:ext cx="308853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28" name="안내"/>
          <p:cNvSpPr txBox="1"/>
          <p:nvPr/>
        </p:nvSpPr>
        <p:spPr>
          <a:xfrm>
            <a:off x="822960" y="4663440"/>
            <a:ext cx="1054577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23557" y="1249765"/>
            <a:ext cx="90298" cy="90298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740320" y="979530"/>
            <a:ext cx="67724" cy="67724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444090" y="771931"/>
            <a:ext cx="161993" cy="161993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329687" y="1267999"/>
            <a:ext cx="109269" cy="109269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15737" y="844278"/>
            <a:ext cx="97378" cy="97378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25636" y="432954"/>
            <a:ext cx="149960" cy="149960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827132" y="678265"/>
            <a:ext cx="194866" cy="194866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519421" y="1021110"/>
            <a:ext cx="155073" cy="155073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618252" y="870382"/>
            <a:ext cx="126332" cy="126332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943307" y="471069"/>
            <a:ext cx="197424" cy="197424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684206" y="724073"/>
            <a:ext cx="64371" cy="64371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53C26"/>
                </a:solidFill>
              </a:rPr>
              <a:t>점검 메모와 다음 할 일</a:t>
            </a:r>
          </a:p>
        </p:txBody>
      </p:sp>
      <p:sp>
        <p:nvSpPr>
          <p:cNvPr id="16" name="카드 1"/>
          <p:cNvSpPr/>
          <p:nvPr/>
        </p:nvSpPr>
        <p:spPr>
          <a:xfrm>
            <a:off x="822960" y="1554480"/>
            <a:ext cx="3362858" cy="3977639"/>
          </a:xfrm>
          <a:prstGeom prst="roundRect">
            <a:avLst>
              <a:gd name="adj" fmla="val 8000"/>
            </a:avLst>
          </a:prstGeom>
          <a:solidFill>
            <a:srgbClr val="F0FAF4"/>
          </a:solidFill>
          <a:ln w="1587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1"/>
          <p:cNvSpPr/>
          <p:nvPr/>
        </p:nvSpPr>
        <p:spPr>
          <a:xfrm>
            <a:off x="1005840" y="1737360"/>
            <a:ext cx="457200" cy="457200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53C26"/>
                </a:solidFill>
              </a:rPr>
              <a:t>확인할 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017520"/>
            <a:ext cx="308853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0" name="카드 2"/>
          <p:cNvSpPr/>
          <p:nvPr/>
        </p:nvSpPr>
        <p:spPr>
          <a:xfrm>
            <a:off x="4414418" y="1554480"/>
            <a:ext cx="3362858" cy="3977639"/>
          </a:xfrm>
          <a:prstGeom prst="roundRect">
            <a:avLst>
              <a:gd name="adj" fmla="val 8000"/>
            </a:avLst>
          </a:prstGeom>
          <a:solidFill>
            <a:srgbClr val="F0FAF4"/>
          </a:solidFill>
          <a:ln w="1587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2"/>
          <p:cNvSpPr/>
          <p:nvPr/>
        </p:nvSpPr>
        <p:spPr>
          <a:xfrm>
            <a:off x="4597298" y="1737360"/>
            <a:ext cx="457200" cy="457200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1578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53C26"/>
                </a:solidFill>
              </a:rPr>
              <a:t>문의할 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1578" y="3017520"/>
            <a:ext cx="308853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4" name="카드 3"/>
          <p:cNvSpPr/>
          <p:nvPr/>
        </p:nvSpPr>
        <p:spPr>
          <a:xfrm>
            <a:off x="8005876" y="1554480"/>
            <a:ext cx="3362858" cy="3977639"/>
          </a:xfrm>
          <a:prstGeom prst="roundRect">
            <a:avLst>
              <a:gd name="adj" fmla="val 8000"/>
            </a:avLst>
          </a:prstGeom>
          <a:solidFill>
            <a:srgbClr val="F0FAF4"/>
          </a:solidFill>
          <a:ln w="1587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번호 3"/>
          <p:cNvSpPr/>
          <p:nvPr/>
        </p:nvSpPr>
        <p:spPr>
          <a:xfrm>
            <a:off x="8188756" y="1737360"/>
            <a:ext cx="457200" cy="457200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43036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53C26"/>
                </a:solidFill>
              </a:rPr>
              <a:t>정리할 날짜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43036" y="3017520"/>
            <a:ext cx="308853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8" name="안내 문구"/>
          <p:cNvSpPr txBox="1"/>
          <p:nvPr/>
        </p:nvSpPr>
        <p:spPr>
          <a:xfrm>
            <a:off x="822960" y="5623560"/>
            <a:ext cx="1054577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본인 점검)">
  <a:themeElements>
    <a:clrScheme name="Office">
      <a:dk1>
        <a:sysClr val="windowText" lastClr="000000"/>
      </a:dk1>
      <a:lt1>
        <a:sysClr val="window" lastClr="FFFFFF"/>
      </a:lt1>
      <a:dk2>
        <a:srgbClr val="153C26"/>
      </a:dk2>
      <a:lt2>
        <a:srgbClr val="F0FAF4"/>
      </a:lt2>
      <a:accent1>
        <a:srgbClr val="308854"/>
      </a:accent1>
      <a:accent2>
        <a:srgbClr val="8A3B91"/>
      </a:accent2>
      <a:accent3>
        <a:srgbClr val="153C26"/>
      </a:accent3>
      <a:accent4>
        <a:srgbClr val="D0F1DE"/>
      </a:accent4>
      <a:accent5>
        <a:srgbClr val="5D6272"/>
      </a:accent5>
      <a:accent6>
        <a:srgbClr val="738A7D"/>
      </a:accent6>
      <a:hlink>
        <a:srgbClr val="308854"/>
      </a:hlink>
      <a:folHlink>
        <a:srgbClr val="153C26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발표자료(본인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