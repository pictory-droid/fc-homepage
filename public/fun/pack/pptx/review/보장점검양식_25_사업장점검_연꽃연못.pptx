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463040" y="3749039"/>
            <a:ext cx="5486400" cy="548640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997190" y="1371600"/>
            <a:ext cx="457200" cy="457200"/>
          </a:xfrm>
          <a:prstGeom prst="ellipse">
            <a:avLst/>
          </a:prstGeom>
          <a:solidFill>
            <a:srgbClr val="B25E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72525" y="2468879"/>
            <a:ext cx="182880" cy="182880"/>
          </a:xfrm>
          <a:prstGeom prst="ellipse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성수기 전에 점검해 둡니다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사업장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8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8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8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8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A7BB3"/>
                      </a:solidFill>
                      <a:prstDash val="solid"/>
                    </a:lnL>
                    <a:lnR w="9525" cap="flat" cmpd="sng" algn="ctr">
                      <a:solidFill>
                        <a:srgbClr val="EA7BB3"/>
                      </a:solidFill>
                      <a:prstDash val="solid"/>
                    </a:lnR>
                    <a:lnT w="9525" cap="flat" cmpd="sng" algn="ctr">
                      <a:solidFill>
                        <a:srgbClr val="EA7BB3"/>
                      </a:solidFill>
                      <a:prstDash val="solid"/>
                    </a:lnT>
                    <a:lnB w="9525" cap="flat" cmpd="sng" algn="ctr">
                      <a:solidFill>
                        <a:srgbClr val="EA7BB3"/>
                      </a:solidFill>
                      <a:prstDash val="solid"/>
                    </a:lnB>
                    <a:solidFill>
                      <a:srgbClr val="EA7BB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8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8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8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8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mathPlus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60020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609344"/>
            <a:ext cx="3466490" cy="82296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A7B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06324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92738"/>
      </a:dk2>
      <a:lt2>
        <a:srgbClr val="FDEAF4"/>
      </a:lt2>
      <a:accent1>
        <a:srgbClr val="EA7BB3"/>
      </a:accent1>
      <a:accent2>
        <a:srgbClr val="EF9FA1"/>
      </a:accent2>
      <a:accent3>
        <a:srgbClr val="492738"/>
      </a:accent3>
      <a:accent4>
        <a:srgbClr val="FAD1E6"/>
      </a:accent4>
      <a:accent5>
        <a:srgbClr val="EC8DAA"/>
      </a:accent5>
      <a:accent6>
        <a:srgbClr val="927D88"/>
      </a:accent6>
      <a:hlink>
        <a:srgbClr val="EA7BB3"/>
      </a:hlink>
      <a:folHlink>
        <a:srgbClr val="4927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