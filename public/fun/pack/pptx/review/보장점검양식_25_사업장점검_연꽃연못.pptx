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B3759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성수기 전에 점검해 둡니다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B3759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B3759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B3759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B3759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618C"/>
                      </a:solidFill>
                      <a:prstDash val="solid"/>
                    </a:lnL>
                    <a:lnR w="9525" cap="flat" cmpd="sng" algn="ctr">
                      <a:solidFill>
                        <a:srgbClr val="B8618C"/>
                      </a:solidFill>
                      <a:prstDash val="solid"/>
                    </a:lnR>
                    <a:lnT w="9525" cap="flat" cmpd="sng" algn="ctr">
                      <a:solidFill>
                        <a:srgbClr val="B8618C"/>
                      </a:solidFill>
                      <a:prstDash val="solid"/>
                    </a:lnT>
                    <a:lnB w="9525" cap="flat" cmpd="sng" algn="ctr">
                      <a:solidFill>
                        <a:srgbClr val="B8618C"/>
                      </a:solidFill>
                      <a:prstDash val="solid"/>
                    </a:lnB>
                    <a:solidFill>
                      <a:srgbClr val="B8618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375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B3759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B3759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B3759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7B3759"/>
      </a:dk2>
      <a:lt2>
        <a:srgbClr val="F9F1F5"/>
      </a:lt2>
      <a:accent1>
        <a:srgbClr val="B8618C"/>
      </a:accent1>
      <a:accent2>
        <a:srgbClr val="3F8D3F"/>
      </a:accent2>
      <a:accent3>
        <a:srgbClr val="7B3759"/>
      </a:accent3>
      <a:accent4>
        <a:srgbClr val="EED3E0"/>
      </a:accent4>
      <a:accent5>
        <a:srgbClr val="7C7766"/>
      </a:accent5>
      <a:accent6>
        <a:srgbClr val="B0879B"/>
      </a:accent6>
      <a:hlink>
        <a:srgbClr val="B8618C"/>
      </a:hlink>
      <a:folHlink>
        <a:srgbClr val="7B37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