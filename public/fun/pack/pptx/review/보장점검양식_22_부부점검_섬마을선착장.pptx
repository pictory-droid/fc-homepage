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22A3F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휴가 전에 둘이서 한 시간만 앉아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