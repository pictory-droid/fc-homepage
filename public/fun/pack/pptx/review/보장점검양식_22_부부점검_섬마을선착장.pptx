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315017" y="960120"/>
            <a:ext cx="3657508" cy="58978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924601" y="1783080"/>
            <a:ext cx="2438339" cy="50749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046518" y="3017533"/>
            <a:ext cx="2194505" cy="54862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8046518" y="3493009"/>
            <a:ext cx="2194505" cy="548626"/>
          </a:xfrm>
          <a:prstGeom prst="wav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8046518" y="3968485"/>
            <a:ext cx="2194505" cy="54862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22A3F"/>
                </a:solidFill>
              </a:rPr>
              <a:t>우리 보험 점검 시간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853418" y="3703320"/>
            <a:ext cx="5852013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먼 섬까지 가는 배편처럼 일정을 챙겨요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853418" y="4572000"/>
            <a:ext cx="5852013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점검 대상 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22A3F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가입한 보험 목록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보장 항목 체크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22A3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월 보험료 한눈에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2A3F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2A3F"/>
                </a:solidFill>
              </a:rPr>
              <a:t>연 보험료 합계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2A3F"/>
                </a:solidFill>
              </a:rPr>
              <a:t>월 소득 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9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655503" y="557784"/>
            <a:ext cx="877824" cy="219456"/>
          </a:xfrm>
          <a:prstGeom prst="wave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655503" y="747979"/>
            <a:ext cx="877824" cy="219456"/>
          </a:xfrm>
          <a:prstGeom prst="wave">
            <a:avLst/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655503" y="938174"/>
            <a:ext cx="877824" cy="219456"/>
          </a:xfrm>
          <a:prstGeom prst="wave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점검 메모와 다음 할 일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문의할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정리할 날짜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9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