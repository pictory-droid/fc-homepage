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3B5F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B5F"/>
                </a:solidFill>
              </a:rPr>
              <a:t>휴가 전에 둘이서 한 시간만 앉아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B5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B5F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B5F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3B5F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3B5F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3B5F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3B5F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3B5F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113B5F"/>
      </a:dk2>
      <a:lt2>
        <a:srgbClr val="EEF5FC"/>
      </a:lt2>
      <a:accent1>
        <a:srgbClr val="267BC5"/>
      </a:accent1>
      <a:accent2>
        <a:srgbClr val="209DB6"/>
      </a:accent2>
      <a:accent3>
        <a:srgbClr val="113B5F"/>
      </a:accent3>
      <a:accent4>
        <a:srgbClr val="D1E7FA"/>
      </a:accent4>
      <a:accent5>
        <a:srgbClr val="238CBE"/>
      </a:accent5>
      <a:accent6>
        <a:srgbClr val="70899F"/>
      </a:accent6>
      <a:hlink>
        <a:srgbClr val="267BC5"/>
      </a:hlink>
      <a:folHlink>
        <a:srgbClr val="113B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