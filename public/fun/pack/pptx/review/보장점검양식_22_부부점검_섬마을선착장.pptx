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280288" y="-3200400"/>
            <a:ext cx="6400800" cy="6400800"/>
          </a:xfrm>
          <a:prstGeom prst="ellipse">
            <a:avLst/>
          </a:prstGeom>
          <a:solidFill>
            <a:srgbClr val="A5C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65668" y="-914400"/>
            <a:ext cx="3291840" cy="3291840"/>
          </a:xfrm>
          <a:prstGeom prst="ellipse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둘이서 한 시간만 앉아 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부부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C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394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3949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3949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3949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C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C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B6EA"/>
                      </a:solidFill>
                      <a:prstDash val="solid"/>
                    </a:lnL>
                    <a:lnR w="9525" cap="flat" cmpd="sng" algn="ctr">
                      <a:solidFill>
                        <a:srgbClr val="7BB6EA"/>
                      </a:solidFill>
                      <a:prstDash val="solid"/>
                    </a:lnR>
                    <a:lnT w="9525" cap="flat" cmpd="sng" algn="ctr">
                      <a:solidFill>
                        <a:srgbClr val="7BB6EA"/>
                      </a:solidFill>
                      <a:prstDash val="solid"/>
                    </a:lnT>
                    <a:lnB w="9525" cap="flat" cmpd="sng" algn="ctr">
                      <a:solidFill>
                        <a:srgbClr val="7BB6EA"/>
                      </a:solidFill>
                      <a:prstDash val="solid"/>
                    </a:lnB>
                    <a:solidFill>
                      <a:srgbClr val="7BB6E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949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949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949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949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949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949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949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949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C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3466490" cy="82296"/>
          </a:xfrm>
          <a:prstGeom prst="rec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9FA4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3949"/>
                </a:solidFill>
              </a:rPr>
              <a:t>월 보험료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4362602" y="1792224"/>
            <a:ext cx="3466490" cy="82296"/>
          </a:xfrm>
          <a:prstGeom prst="rec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9FA4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3949"/>
                </a:solidFill>
              </a:rPr>
              <a:t>연 보험료 합계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8075980" y="1792224"/>
            <a:ext cx="3466490" cy="82296"/>
          </a:xfrm>
          <a:prstGeom prst="rec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9FA4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3949"/>
                </a:solidFill>
              </a:rPr>
              <a:t>월 소득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21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C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3466490" cy="82296"/>
          </a:xfrm>
          <a:prstGeom prst="rec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9FA4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확인할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4362602" y="1792224"/>
            <a:ext cx="3466490" cy="82296"/>
          </a:xfrm>
          <a:prstGeom prst="rec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9FA4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문의할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8075980" y="1792224"/>
            <a:ext cx="3466490" cy="82296"/>
          </a:xfrm>
          <a:prstGeom prst="rect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9FA4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949"/>
                </a:solidFill>
              </a:rPr>
              <a:t>정리할 날짜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21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273949"/>
      </a:dk2>
      <a:lt2>
        <a:srgbClr val="EAF4FD"/>
      </a:lt2>
      <a:accent1>
        <a:srgbClr val="7BB6EA"/>
      </a:accent1>
      <a:accent2>
        <a:srgbClr val="9FA4EF"/>
      </a:accent2>
      <a:accent3>
        <a:srgbClr val="273949"/>
      </a:accent3>
      <a:accent4>
        <a:srgbClr val="D1E7FA"/>
      </a:accent4>
      <a:accent5>
        <a:srgbClr val="8DADEC"/>
      </a:accent5>
      <a:accent6>
        <a:srgbClr val="7D8892"/>
      </a:accent6>
      <a:hlink>
        <a:srgbClr val="7BB6EA"/>
      </a:hlink>
      <a:folHlink>
        <a:srgbClr val="2739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