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따끈한 차 한 잔과 가족 회의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점검 대상 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13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13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13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가입한 보험 목록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보장 항목 체크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13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월 보험료 한눈에</a:t>
            </a:r>
          </a:p>
        </p:txBody>
      </p:sp>
      <p:sp>
        <p:nvSpPr>
          <p:cNvPr id="16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13"/>
                </a:solidFill>
              </a:rPr>
              <a:t>월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13"/>
                </a:solidFill>
              </a:rPr>
              <a:t>연 보험료 합계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4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13"/>
                </a:solidFill>
              </a:rPr>
              <a:t>월 소득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8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점검 메모와 다음 할 일</a:t>
            </a:r>
          </a:p>
        </p:txBody>
      </p:sp>
      <p:sp>
        <p:nvSpPr>
          <p:cNvPr id="16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확인할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문의할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정리할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