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4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가족 회의로 정리합니다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가족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249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24927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24927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24927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0EA7B"/>
                      </a:solidFill>
                      <a:prstDash val="solid"/>
                    </a:lnL>
                    <a:lnR w="9525" cap="flat" cmpd="sng" algn="ctr">
                      <a:solidFill>
                        <a:srgbClr val="A0EA7B"/>
                      </a:solidFill>
                      <a:prstDash val="solid"/>
                    </a:lnR>
                    <a:lnT w="9525" cap="flat" cmpd="sng" algn="ctr">
                      <a:solidFill>
                        <a:srgbClr val="A0EA7B"/>
                      </a:solidFill>
                      <a:prstDash val="solid"/>
                    </a:lnT>
                    <a:lnB w="9525" cap="flat" cmpd="sng" algn="ctr">
                      <a:solidFill>
                        <a:srgbClr val="A0EA7B"/>
                      </a:solidFill>
                      <a:prstDash val="solid"/>
                    </a:lnB>
                    <a:solidFill>
                      <a:srgbClr val="A0EA7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249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DF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FFAD1"/>
                      </a:solidFill>
                      <a:prstDash val="solid"/>
                    </a:lnL>
                    <a:lnR w="9525" cap="flat" cmpd="sng" algn="ctr">
                      <a:solidFill>
                        <a:srgbClr val="DFFAD1"/>
                      </a:solidFill>
                      <a:prstDash val="solid"/>
                    </a:lnR>
                    <a:lnT w="9525" cap="flat" cmpd="sng" algn="ctr">
                      <a:solidFill>
                        <a:srgbClr val="DFFAD1"/>
                      </a:solidFill>
                      <a:prstDash val="solid"/>
                    </a:lnT>
                    <a:lnB w="9525" cap="flat" cmpd="sng" algn="ctr">
                      <a:solidFill>
                        <a:srgbClr val="DFFAD1"/>
                      </a:solidFill>
                      <a:prstDash val="solid"/>
                    </a:lnB>
                    <a:solidFill>
                      <a:srgbClr val="F0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0EA7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24927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0EA7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24927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0EA7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24927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un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A0E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0EA7B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0EA7B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FF3A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0EA7B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24927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324927"/>
      </a:dk2>
      <a:lt2>
        <a:srgbClr val="F0FDEA"/>
      </a:lt2>
      <a:accent1>
        <a:srgbClr val="A0EA7B"/>
      </a:accent1>
      <a:accent2>
        <a:srgbClr val="9FEFA9"/>
      </a:accent2>
      <a:accent3>
        <a:srgbClr val="324927"/>
      </a:accent3>
      <a:accent4>
        <a:srgbClr val="DFFAD1"/>
      </a:accent4>
      <a:accent5>
        <a:srgbClr val="A0EC92"/>
      </a:accent5>
      <a:accent6>
        <a:srgbClr val="84927D"/>
      </a:accent6>
      <a:hlink>
        <a:srgbClr val="A0EA7B"/>
      </a:hlink>
      <a:folHlink>
        <a:srgbClr val="32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