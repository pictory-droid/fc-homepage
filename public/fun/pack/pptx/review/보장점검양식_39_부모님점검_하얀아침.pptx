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463040" y="3749039"/>
            <a:ext cx="5486400" cy="548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997190" y="1371600"/>
            <a:ext cx="457200" cy="45720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72525" y="2468879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160020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05740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33756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다음에 뵐 때 물어볼 것을 적어 둡니다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20624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부모님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hear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749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749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749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749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hear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hear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AE1"/>
                      </a:solidFill>
                      <a:prstDash val="solid"/>
                    </a:lnL>
                    <a:lnR w="9525" cap="flat" cmpd="sng" algn="ctr">
                      <a:solidFill>
                        <a:srgbClr val="98BAE1"/>
                      </a:solidFill>
                      <a:prstDash val="solid"/>
                    </a:lnR>
                    <a:lnT w="9525" cap="flat" cmpd="sng" algn="ctr">
                      <a:solidFill>
                        <a:srgbClr val="98BAE1"/>
                      </a:solidFill>
                      <a:prstDash val="solid"/>
                    </a:lnT>
                    <a:lnB w="9525" cap="flat" cmpd="sng" algn="ctr">
                      <a:solidFill>
                        <a:srgbClr val="98BAE1"/>
                      </a:solidFill>
                      <a:prstDash val="solid"/>
                    </a:lnB>
                    <a:solidFill>
                      <a:srgbClr val="98BAE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hear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749"/>
                </a:solidFill>
              </a:rPr>
              <a:t>월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749"/>
                </a:solidFill>
              </a:rPr>
              <a:t>연 보험료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749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hear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609344"/>
            <a:ext cx="3466490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4362602" y="1609344"/>
            <a:ext cx="3466490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문의할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600200"/>
            <a:ext cx="3484778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4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8075980" y="1609344"/>
            <a:ext cx="3466490" cy="82296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273749"/>
      </a:dk2>
      <a:lt2>
        <a:srgbClr val="ECF3FB"/>
      </a:lt2>
      <a:accent1>
        <a:srgbClr val="98BAE1"/>
      </a:accent1>
      <a:accent2>
        <a:srgbClr val="B8B8EA"/>
      </a:accent2>
      <a:accent3>
        <a:srgbClr val="273749"/>
      </a:accent3>
      <a:accent4>
        <a:srgbClr val="D5E4F6"/>
      </a:accent4>
      <a:accent5>
        <a:srgbClr val="A8B9E6"/>
      </a:accent5>
      <a:accent6>
        <a:srgbClr val="7D8792"/>
      </a:accent6>
      <a:hlink>
        <a:srgbClr val="98BAE1"/>
      </a:hlink>
      <a:folHlink>
        <a:srgbClr val="273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