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36234" y="1965960"/>
            <a:ext cx="2377440" cy="237744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3657600"/>
            <a:ext cx="7315017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0"/>
            <a:ext cx="7315017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53949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뵐 때 증권 위치를 여쭤봅니다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626364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부모님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149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149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149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149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9CEA"/>
                      </a:solidFill>
                      <a:prstDash val="solid"/>
                    </a:lnL>
                    <a:lnR w="9525" cap="flat" cmpd="sng" algn="ctr">
                      <a:solidFill>
                        <a:srgbClr val="7B9CEA"/>
                      </a:solidFill>
                      <a:prstDash val="solid"/>
                    </a:lnR>
                    <a:lnT w="9525" cap="flat" cmpd="sng" algn="ctr">
                      <a:solidFill>
                        <a:srgbClr val="7B9CEA"/>
                      </a:solidFill>
                      <a:prstDash val="solid"/>
                    </a:lnT>
                    <a:lnB w="9525" cap="flat" cmpd="sng" algn="ctr">
                      <a:solidFill>
                        <a:srgbClr val="7B9CEA"/>
                      </a:solidFill>
                      <a:prstDash val="solid"/>
                    </a:lnB>
                    <a:solidFill>
                      <a:srgbClr val="7B9C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B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149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B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149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B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149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sun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B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B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BC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273149"/>
      </a:dk2>
      <a:lt2>
        <a:srgbClr val="EAF0FD"/>
      </a:lt2>
      <a:accent1>
        <a:srgbClr val="7B9CEA"/>
      </a:accent1>
      <a:accent2>
        <a:srgbClr val="AC9FEF"/>
      </a:accent2>
      <a:accent3>
        <a:srgbClr val="273149"/>
      </a:accent3>
      <a:accent4>
        <a:srgbClr val="D1DDFA"/>
      </a:accent4>
      <a:accent5>
        <a:srgbClr val="949EEC"/>
      </a:accent5>
      <a:accent6>
        <a:srgbClr val="7D8392"/>
      </a:accent6>
      <a:hlink>
        <a:srgbClr val="7B9CEA"/>
      </a:hlink>
      <a:folHlink>
        <a:srgbClr val="273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