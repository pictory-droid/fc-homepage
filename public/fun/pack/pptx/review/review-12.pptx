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377" y="2130425"/>
            <a:ext cx="1036294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754" y="3886200"/>
            <a:ext cx="8534186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59" y="4406900"/>
            <a:ext cx="1036294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59" y="2906713"/>
            <a:ext cx="1036294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58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44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535113"/>
            <a:ext cx="5386782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84" y="2174875"/>
            <a:ext cx="5386782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211" y="1535113"/>
            <a:ext cx="538889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211" y="2174875"/>
            <a:ext cx="538889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84" y="273050"/>
            <a:ext cx="401098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614" y="273050"/>
            <a:ext cx="6815496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84" y="1435100"/>
            <a:ext cx="401098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657" y="4800600"/>
            <a:ext cx="7315016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657" y="612775"/>
            <a:ext cx="7315016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657" y="5367338"/>
            <a:ext cx="7315016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2758" y="0"/>
            <a:ext cx="14629667" cy="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8978" y="274638"/>
            <a:ext cx="2743131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84" y="274638"/>
            <a:ext cx="8026199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2880360"/>
            <a:ext cx="5486262" cy="3977639"/>
          </a:xfrm>
          <a:prstGeom prst="rtTriangle">
            <a:avLst/>
          </a:prstGeom>
          <a:solidFill>
            <a:srgbClr val="E4EBD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0" y="4526280"/>
            <a:ext cx="3169840" cy="2331720"/>
          </a:xfrm>
          <a:prstGeom prst="rtTriangle">
            <a:avLst/>
          </a:prstGeom>
          <a:solidFill>
            <a:srgbClr val="81985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 rot="10800000">
            <a:off x="7802684" y="0"/>
            <a:ext cx="4389010" cy="2743200"/>
          </a:xfrm>
          <a:prstGeom prst="rtTriangle">
            <a:avLst/>
          </a:prstGeom>
          <a:solidFill>
            <a:srgbClr val="E4EBD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 rot="1287735">
            <a:off x="10068978" y="3482626"/>
            <a:ext cx="717411" cy="717411"/>
          </a:xfrm>
          <a:prstGeom prst="teardrop">
            <a:avLst/>
          </a:prstGeom>
          <a:solidFill>
            <a:srgbClr val="81985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 rot="15367152">
            <a:off x="9173590" y="3210033"/>
            <a:ext cx="819492" cy="819492"/>
          </a:xfrm>
          <a:prstGeom prst="teardrop">
            <a:avLst/>
          </a:prstGeom>
          <a:solidFill>
            <a:srgbClr val="E4EBD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 rot="1911692">
            <a:off x="11110533" y="3701689"/>
            <a:ext cx="662770" cy="662770"/>
          </a:xfrm>
          <a:prstGeom prst="teardrop">
            <a:avLst/>
          </a:prstGeom>
          <a:solidFill>
            <a:srgbClr val="47528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 rot="17060698">
            <a:off x="9522855" y="5210496"/>
            <a:ext cx="839686" cy="839686"/>
          </a:xfrm>
          <a:prstGeom prst="teardrop">
            <a:avLst/>
          </a:prstGeom>
          <a:solidFill>
            <a:srgbClr val="81985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 rot="6035763">
            <a:off x="10215716" y="4844690"/>
            <a:ext cx="747397" cy="747397"/>
          </a:xfrm>
          <a:prstGeom prst="teardrop">
            <a:avLst/>
          </a:prstGeom>
          <a:solidFill>
            <a:srgbClr val="E4EBD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장식"/>
          <p:cNvSpPr/>
          <p:nvPr/>
        </p:nvSpPr>
        <p:spPr>
          <a:xfrm rot="19206430">
            <a:off x="10759703" y="3411123"/>
            <a:ext cx="522820" cy="522820"/>
          </a:xfrm>
          <a:prstGeom prst="teardrop">
            <a:avLst/>
          </a:prstGeom>
          <a:solidFill>
            <a:srgbClr val="47528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장식"/>
          <p:cNvSpPr/>
          <p:nvPr/>
        </p:nvSpPr>
        <p:spPr>
          <a:xfrm rot="16250646">
            <a:off x="9231863" y="5677825"/>
            <a:ext cx="843094" cy="843094"/>
          </a:xfrm>
          <a:prstGeom prst="teardrop">
            <a:avLst/>
          </a:prstGeom>
          <a:solidFill>
            <a:srgbClr val="81985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장식"/>
          <p:cNvSpPr/>
          <p:nvPr/>
        </p:nvSpPr>
        <p:spPr>
          <a:xfrm rot="15335768">
            <a:off x="10003526" y="3131268"/>
            <a:ext cx="675253" cy="675253"/>
          </a:xfrm>
          <a:prstGeom prst="teardrop">
            <a:avLst/>
          </a:prstGeom>
          <a:solidFill>
            <a:srgbClr val="E4EBD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75335" y="1097280"/>
            <a:ext cx="7558851" cy="146304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600" b="1" i="0">
                <a:solidFill>
                  <a:srgbClr val="49562E"/>
                </a:solidFill>
              </a:rPr>
              <a:t>우리 보험 점검 시간</a:t>
            </a:r>
          </a:p>
        </p:txBody>
      </p:sp>
      <p:sp>
        <p:nvSpPr>
          <p:cNvPr id="14" name="한 줄 문구"/>
          <p:cNvSpPr txBox="1"/>
          <p:nvPr/>
        </p:nvSpPr>
        <p:spPr>
          <a:xfrm>
            <a:off x="975335" y="2651760"/>
            <a:ext cx="7315017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1">
                <a:solidFill>
                  <a:srgbClr val="49562E"/>
                </a:solidFill>
              </a:rPr>
              <a:t>달콤한 오월, 챙기지 못한 것 없는지</a:t>
            </a:r>
          </a:p>
        </p:txBody>
      </p:sp>
      <p:sp>
        <p:nvSpPr>
          <p:cNvPr id="15" name="안내 문구"/>
          <p:cNvSpPr txBox="1"/>
          <p:nvPr/>
        </p:nvSpPr>
        <p:spPr>
          <a:xfrm>
            <a:off x="975335" y="3520439"/>
            <a:ext cx="7315017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부부 점검 · 2026. 00. 00</a:t>
            </a:r>
          </a:p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가입 내용을 정리하고 함께 확인하는 양식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6035040"/>
            <a:ext cx="1737360" cy="822960"/>
          </a:xfrm>
          <a:prstGeom prst="rtTriangle">
            <a:avLst/>
          </a:prstGeom>
          <a:solidFill>
            <a:srgbClr val="E4EBD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0" y="6400800"/>
            <a:ext cx="914400" cy="457200"/>
          </a:xfrm>
          <a:prstGeom prst="rtTriangle">
            <a:avLst/>
          </a:prstGeom>
          <a:solidFill>
            <a:srgbClr val="81985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 rot="1287735">
            <a:off x="11259931" y="293982"/>
            <a:ext cx="263050" cy="263050"/>
          </a:xfrm>
          <a:prstGeom prst="teardrop">
            <a:avLst/>
          </a:prstGeom>
          <a:solidFill>
            <a:srgbClr val="81985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 rot="15367152">
            <a:off x="10931622" y="194032"/>
            <a:ext cx="300480" cy="300480"/>
          </a:xfrm>
          <a:prstGeom prst="teardrop">
            <a:avLst/>
          </a:prstGeom>
          <a:solidFill>
            <a:srgbClr val="E4EBD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 rot="1911692">
            <a:off x="11641835" y="374306"/>
            <a:ext cx="243015" cy="243015"/>
          </a:xfrm>
          <a:prstGeom prst="teardrop">
            <a:avLst/>
          </a:prstGeom>
          <a:solidFill>
            <a:srgbClr val="47528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 rot="17060698">
            <a:off x="11059686" y="927535"/>
            <a:ext cx="307884" cy="307884"/>
          </a:xfrm>
          <a:prstGeom prst="teardrop">
            <a:avLst/>
          </a:prstGeom>
          <a:solidFill>
            <a:srgbClr val="81985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 rot="6035763">
            <a:off x="11313735" y="793406"/>
            <a:ext cx="274045" cy="274045"/>
          </a:xfrm>
          <a:prstGeom prst="teardrop">
            <a:avLst/>
          </a:prstGeom>
          <a:solidFill>
            <a:srgbClr val="E4EBD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 rot="19206430">
            <a:off x="11513197" y="267765"/>
            <a:ext cx="191700" cy="191700"/>
          </a:xfrm>
          <a:prstGeom prst="teardrop">
            <a:avLst/>
          </a:prstGeom>
          <a:solidFill>
            <a:srgbClr val="47528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장식"/>
          <p:cNvSpPr/>
          <p:nvPr/>
        </p:nvSpPr>
        <p:spPr>
          <a:xfrm rot="16250646">
            <a:off x="10952989" y="1098889"/>
            <a:ext cx="309134" cy="309134"/>
          </a:xfrm>
          <a:prstGeom prst="teardrop">
            <a:avLst/>
          </a:prstGeom>
          <a:solidFill>
            <a:srgbClr val="81985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장식"/>
          <p:cNvSpPr/>
          <p:nvPr/>
        </p:nvSpPr>
        <p:spPr>
          <a:xfrm rot="15335768">
            <a:off x="11235932" y="165151"/>
            <a:ext cx="247593" cy="247593"/>
          </a:xfrm>
          <a:prstGeom prst="teardrop">
            <a:avLst/>
          </a:prstGeom>
          <a:solidFill>
            <a:srgbClr val="E4EBD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972281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49562E"/>
                </a:solidFill>
              </a:rPr>
              <a:t>점검 대상 현황</a:t>
            </a:r>
          </a:p>
        </p:txBody>
      </p:sp>
      <p:graphicFrame>
        <p:nvGraphicFramePr>
          <p:cNvPr id="13" name="표"/>
          <p:cNvGraphicFramePr>
            <a:graphicFrameLocks noGrp="1"/>
          </p:cNvGraphicFramePr>
          <p:nvPr/>
        </p:nvGraphicFramePr>
        <p:xfrm>
          <a:off x="640080" y="1600200"/>
          <a:ext cx="10911534" cy="365760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3637178"/>
                <a:gridCol w="3637178"/>
                <a:gridCol w="3637178"/>
              </a:tblGrid>
              <a:tr h="731520">
                <a:tc>
                  <a:txBody>
                    <a:bodyPr wrap="square"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</a:rPr>
                        <a:t>구분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819852"/>
                      </a:solidFill>
                      <a:prstDash val="solid"/>
                    </a:lnL>
                    <a:lnR w="9525" cap="flat" cmpd="sng" algn="ctr">
                      <a:solidFill>
                        <a:srgbClr val="819852"/>
                      </a:solidFill>
                      <a:prstDash val="solid"/>
                    </a:lnR>
                    <a:lnT w="9525" cap="flat" cmpd="sng" algn="ctr">
                      <a:solidFill>
                        <a:srgbClr val="819852"/>
                      </a:solidFill>
                      <a:prstDash val="solid"/>
                    </a:lnT>
                    <a:lnB w="9525" cap="flat" cmpd="sng" algn="ctr">
                      <a:solidFill>
                        <a:srgbClr val="819852"/>
                      </a:solidFill>
                      <a:prstDash val="solid"/>
                    </a:lnB>
                    <a:solidFill>
                      <a:srgbClr val="81985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</a:rPr>
                        <a:t>남편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819852"/>
                      </a:solidFill>
                      <a:prstDash val="solid"/>
                    </a:lnL>
                    <a:lnR w="9525" cap="flat" cmpd="sng" algn="ctr">
                      <a:solidFill>
                        <a:srgbClr val="819852"/>
                      </a:solidFill>
                      <a:prstDash val="solid"/>
                    </a:lnR>
                    <a:lnT w="9525" cap="flat" cmpd="sng" algn="ctr">
                      <a:solidFill>
                        <a:srgbClr val="819852"/>
                      </a:solidFill>
                      <a:prstDash val="solid"/>
                    </a:lnT>
                    <a:lnB w="9525" cap="flat" cmpd="sng" algn="ctr">
                      <a:solidFill>
                        <a:srgbClr val="819852"/>
                      </a:solidFill>
                      <a:prstDash val="solid"/>
                    </a:lnB>
                    <a:solidFill>
                      <a:srgbClr val="81985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</a:rPr>
                        <a:t>아내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819852"/>
                      </a:solidFill>
                      <a:prstDash val="solid"/>
                    </a:lnL>
                    <a:lnR w="9525" cap="flat" cmpd="sng" algn="ctr">
                      <a:solidFill>
                        <a:srgbClr val="819852"/>
                      </a:solidFill>
                      <a:prstDash val="solid"/>
                    </a:lnR>
                    <a:lnT w="9525" cap="flat" cmpd="sng" algn="ctr">
                      <a:solidFill>
                        <a:srgbClr val="819852"/>
                      </a:solidFill>
                      <a:prstDash val="solid"/>
                    </a:lnT>
                    <a:lnB w="9525" cap="flat" cmpd="sng" algn="ctr">
                      <a:solidFill>
                        <a:srgbClr val="819852"/>
                      </a:solidFill>
                      <a:prstDash val="solid"/>
                    </a:lnB>
                    <a:solidFill>
                      <a:srgbClr val="819852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49562E"/>
                          </a:solidFill>
                        </a:rPr>
                        <a:t>이름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4EBD6"/>
                      </a:solidFill>
                      <a:prstDash val="solid"/>
                    </a:lnL>
                    <a:lnR w="9525" cap="flat" cmpd="sng" algn="ctr">
                      <a:solidFill>
                        <a:srgbClr val="E4EBD6"/>
                      </a:solidFill>
                      <a:prstDash val="solid"/>
                    </a:lnR>
                    <a:lnT w="9525" cap="flat" cmpd="sng" algn="ctr">
                      <a:solidFill>
                        <a:srgbClr val="E4EBD6"/>
                      </a:solidFill>
                      <a:prstDash val="solid"/>
                    </a:lnT>
                    <a:lnB w="9525" cap="flat" cmpd="sng" algn="ctr">
                      <a:solidFill>
                        <a:srgbClr val="E4EBD6"/>
                      </a:solidFill>
                      <a:prstDash val="solid"/>
                    </a:lnB>
                    <a:solidFill>
                      <a:srgbClr val="E4EB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4EBD6"/>
                      </a:solidFill>
                      <a:prstDash val="solid"/>
                    </a:lnL>
                    <a:lnR w="9525" cap="flat" cmpd="sng" algn="ctr">
                      <a:solidFill>
                        <a:srgbClr val="E4EBD6"/>
                      </a:solidFill>
                      <a:prstDash val="solid"/>
                    </a:lnR>
                    <a:lnT w="9525" cap="flat" cmpd="sng" algn="ctr">
                      <a:solidFill>
                        <a:srgbClr val="E4EBD6"/>
                      </a:solidFill>
                      <a:prstDash val="solid"/>
                    </a:lnT>
                    <a:lnB w="9525" cap="flat" cmpd="sng" algn="ctr">
                      <a:solidFill>
                        <a:srgbClr val="E4EB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4EBD6"/>
                      </a:solidFill>
                      <a:prstDash val="solid"/>
                    </a:lnL>
                    <a:lnR w="9525" cap="flat" cmpd="sng" algn="ctr">
                      <a:solidFill>
                        <a:srgbClr val="E4EBD6"/>
                      </a:solidFill>
                      <a:prstDash val="solid"/>
                    </a:lnR>
                    <a:lnT w="9525" cap="flat" cmpd="sng" algn="ctr">
                      <a:solidFill>
                        <a:srgbClr val="E4EBD6"/>
                      </a:solidFill>
                      <a:prstDash val="solid"/>
                    </a:lnT>
                    <a:lnB w="9525" cap="flat" cmpd="sng" algn="ctr">
                      <a:solidFill>
                        <a:srgbClr val="E4EB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49562E"/>
                          </a:solidFill>
                        </a:rPr>
                        <a:t>나이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4EBD6"/>
                      </a:solidFill>
                      <a:prstDash val="solid"/>
                    </a:lnL>
                    <a:lnR w="9525" cap="flat" cmpd="sng" algn="ctr">
                      <a:solidFill>
                        <a:srgbClr val="E4EBD6"/>
                      </a:solidFill>
                      <a:prstDash val="solid"/>
                    </a:lnR>
                    <a:lnT w="9525" cap="flat" cmpd="sng" algn="ctr">
                      <a:solidFill>
                        <a:srgbClr val="E4EBD6"/>
                      </a:solidFill>
                      <a:prstDash val="solid"/>
                    </a:lnT>
                    <a:lnB w="9525" cap="flat" cmpd="sng" algn="ctr">
                      <a:solidFill>
                        <a:srgbClr val="E4EBD6"/>
                      </a:solidFill>
                      <a:prstDash val="solid"/>
                    </a:lnB>
                    <a:solidFill>
                      <a:srgbClr val="E4EB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4EBD6"/>
                      </a:solidFill>
                      <a:prstDash val="solid"/>
                    </a:lnL>
                    <a:lnR w="9525" cap="flat" cmpd="sng" algn="ctr">
                      <a:solidFill>
                        <a:srgbClr val="E4EBD6"/>
                      </a:solidFill>
                      <a:prstDash val="solid"/>
                    </a:lnR>
                    <a:lnT w="9525" cap="flat" cmpd="sng" algn="ctr">
                      <a:solidFill>
                        <a:srgbClr val="E4EBD6"/>
                      </a:solidFill>
                      <a:prstDash val="solid"/>
                    </a:lnT>
                    <a:lnB w="9525" cap="flat" cmpd="sng" algn="ctr">
                      <a:solidFill>
                        <a:srgbClr val="E4EBD6"/>
                      </a:solidFill>
                      <a:prstDash val="solid"/>
                    </a:lnB>
                    <a:solidFill>
                      <a:srgbClr val="F6F8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4EBD6"/>
                      </a:solidFill>
                      <a:prstDash val="solid"/>
                    </a:lnL>
                    <a:lnR w="9525" cap="flat" cmpd="sng" algn="ctr">
                      <a:solidFill>
                        <a:srgbClr val="E4EBD6"/>
                      </a:solidFill>
                      <a:prstDash val="solid"/>
                    </a:lnR>
                    <a:lnT w="9525" cap="flat" cmpd="sng" algn="ctr">
                      <a:solidFill>
                        <a:srgbClr val="E4EBD6"/>
                      </a:solidFill>
                      <a:prstDash val="solid"/>
                    </a:lnT>
                    <a:lnB w="9525" cap="flat" cmpd="sng" algn="ctr">
                      <a:solidFill>
                        <a:srgbClr val="E4EBD6"/>
                      </a:solidFill>
                      <a:prstDash val="solid"/>
                    </a:lnB>
                    <a:solidFill>
                      <a:srgbClr val="F6F8F2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49562E"/>
                          </a:solidFill>
                        </a:rPr>
                        <a:t>직업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4EBD6"/>
                      </a:solidFill>
                      <a:prstDash val="solid"/>
                    </a:lnL>
                    <a:lnR w="9525" cap="flat" cmpd="sng" algn="ctr">
                      <a:solidFill>
                        <a:srgbClr val="E4EBD6"/>
                      </a:solidFill>
                      <a:prstDash val="solid"/>
                    </a:lnR>
                    <a:lnT w="9525" cap="flat" cmpd="sng" algn="ctr">
                      <a:solidFill>
                        <a:srgbClr val="E4EBD6"/>
                      </a:solidFill>
                      <a:prstDash val="solid"/>
                    </a:lnT>
                    <a:lnB w="9525" cap="flat" cmpd="sng" algn="ctr">
                      <a:solidFill>
                        <a:srgbClr val="E4EBD6"/>
                      </a:solidFill>
                      <a:prstDash val="solid"/>
                    </a:lnB>
                    <a:solidFill>
                      <a:srgbClr val="E4EB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4EBD6"/>
                      </a:solidFill>
                      <a:prstDash val="solid"/>
                    </a:lnL>
                    <a:lnR w="9525" cap="flat" cmpd="sng" algn="ctr">
                      <a:solidFill>
                        <a:srgbClr val="E4EBD6"/>
                      </a:solidFill>
                      <a:prstDash val="solid"/>
                    </a:lnR>
                    <a:lnT w="9525" cap="flat" cmpd="sng" algn="ctr">
                      <a:solidFill>
                        <a:srgbClr val="E4EBD6"/>
                      </a:solidFill>
                      <a:prstDash val="solid"/>
                    </a:lnT>
                    <a:lnB w="9525" cap="flat" cmpd="sng" algn="ctr">
                      <a:solidFill>
                        <a:srgbClr val="E4EB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4EBD6"/>
                      </a:solidFill>
                      <a:prstDash val="solid"/>
                    </a:lnL>
                    <a:lnR w="9525" cap="flat" cmpd="sng" algn="ctr">
                      <a:solidFill>
                        <a:srgbClr val="E4EBD6"/>
                      </a:solidFill>
                      <a:prstDash val="solid"/>
                    </a:lnR>
                    <a:lnT w="9525" cap="flat" cmpd="sng" algn="ctr">
                      <a:solidFill>
                        <a:srgbClr val="E4EBD6"/>
                      </a:solidFill>
                      <a:prstDash val="solid"/>
                    </a:lnT>
                    <a:lnB w="9525" cap="flat" cmpd="sng" algn="ctr">
                      <a:solidFill>
                        <a:srgbClr val="E4EB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49562E"/>
                          </a:solidFill>
                        </a:rPr>
                        <a:t>건강 상태 메모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4EBD6"/>
                      </a:solidFill>
                      <a:prstDash val="solid"/>
                    </a:lnL>
                    <a:lnR w="9525" cap="flat" cmpd="sng" algn="ctr">
                      <a:solidFill>
                        <a:srgbClr val="E4EBD6"/>
                      </a:solidFill>
                      <a:prstDash val="solid"/>
                    </a:lnR>
                    <a:lnT w="9525" cap="flat" cmpd="sng" algn="ctr">
                      <a:solidFill>
                        <a:srgbClr val="E4EBD6"/>
                      </a:solidFill>
                      <a:prstDash val="solid"/>
                    </a:lnT>
                    <a:lnB w="9525" cap="flat" cmpd="sng" algn="ctr">
                      <a:solidFill>
                        <a:srgbClr val="E4EBD6"/>
                      </a:solidFill>
                      <a:prstDash val="solid"/>
                    </a:lnB>
                    <a:solidFill>
                      <a:srgbClr val="E4EB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4EBD6"/>
                      </a:solidFill>
                      <a:prstDash val="solid"/>
                    </a:lnL>
                    <a:lnR w="9525" cap="flat" cmpd="sng" algn="ctr">
                      <a:solidFill>
                        <a:srgbClr val="E4EBD6"/>
                      </a:solidFill>
                      <a:prstDash val="solid"/>
                    </a:lnR>
                    <a:lnT w="9525" cap="flat" cmpd="sng" algn="ctr">
                      <a:solidFill>
                        <a:srgbClr val="E4EBD6"/>
                      </a:solidFill>
                      <a:prstDash val="solid"/>
                    </a:lnT>
                    <a:lnB w="9525" cap="flat" cmpd="sng" algn="ctr">
                      <a:solidFill>
                        <a:srgbClr val="E4EBD6"/>
                      </a:solidFill>
                      <a:prstDash val="solid"/>
                    </a:lnB>
                    <a:solidFill>
                      <a:srgbClr val="F6F8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4EBD6"/>
                      </a:solidFill>
                      <a:prstDash val="solid"/>
                    </a:lnL>
                    <a:lnR w="9525" cap="flat" cmpd="sng" algn="ctr">
                      <a:solidFill>
                        <a:srgbClr val="E4EBD6"/>
                      </a:solidFill>
                      <a:prstDash val="solid"/>
                    </a:lnR>
                    <a:lnT w="9525" cap="flat" cmpd="sng" algn="ctr">
                      <a:solidFill>
                        <a:srgbClr val="E4EBD6"/>
                      </a:solidFill>
                      <a:prstDash val="solid"/>
                    </a:lnT>
                    <a:lnB w="9525" cap="flat" cmpd="sng" algn="ctr">
                      <a:solidFill>
                        <a:srgbClr val="E4EBD6"/>
                      </a:solidFill>
                      <a:prstDash val="solid"/>
                    </a:lnB>
                    <a:solidFill>
                      <a:srgbClr val="F6F8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6035040"/>
            <a:ext cx="1737360" cy="822960"/>
          </a:xfrm>
          <a:prstGeom prst="rtTriangle">
            <a:avLst/>
          </a:prstGeom>
          <a:solidFill>
            <a:srgbClr val="E4EBD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0" y="6400800"/>
            <a:ext cx="914400" cy="457200"/>
          </a:xfrm>
          <a:prstGeom prst="rtTriangle">
            <a:avLst/>
          </a:prstGeom>
          <a:solidFill>
            <a:srgbClr val="81985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 rot="1287735">
            <a:off x="11259931" y="293982"/>
            <a:ext cx="263050" cy="263050"/>
          </a:xfrm>
          <a:prstGeom prst="teardrop">
            <a:avLst/>
          </a:prstGeom>
          <a:solidFill>
            <a:srgbClr val="81985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 rot="15367152">
            <a:off x="10931622" y="194032"/>
            <a:ext cx="300480" cy="300480"/>
          </a:xfrm>
          <a:prstGeom prst="teardrop">
            <a:avLst/>
          </a:prstGeom>
          <a:solidFill>
            <a:srgbClr val="E4EBD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 rot="1911692">
            <a:off x="11641835" y="374306"/>
            <a:ext cx="243015" cy="243015"/>
          </a:xfrm>
          <a:prstGeom prst="teardrop">
            <a:avLst/>
          </a:prstGeom>
          <a:solidFill>
            <a:srgbClr val="47528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 rot="17060698">
            <a:off x="11059686" y="927535"/>
            <a:ext cx="307884" cy="307884"/>
          </a:xfrm>
          <a:prstGeom prst="teardrop">
            <a:avLst/>
          </a:prstGeom>
          <a:solidFill>
            <a:srgbClr val="81985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 rot="6035763">
            <a:off x="11313735" y="793406"/>
            <a:ext cx="274045" cy="274045"/>
          </a:xfrm>
          <a:prstGeom prst="teardrop">
            <a:avLst/>
          </a:prstGeom>
          <a:solidFill>
            <a:srgbClr val="E4EBD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 rot="19206430">
            <a:off x="11513197" y="267765"/>
            <a:ext cx="191700" cy="191700"/>
          </a:xfrm>
          <a:prstGeom prst="teardrop">
            <a:avLst/>
          </a:prstGeom>
          <a:solidFill>
            <a:srgbClr val="47528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장식"/>
          <p:cNvSpPr/>
          <p:nvPr/>
        </p:nvSpPr>
        <p:spPr>
          <a:xfrm rot="16250646">
            <a:off x="10952989" y="1098889"/>
            <a:ext cx="309134" cy="309134"/>
          </a:xfrm>
          <a:prstGeom prst="teardrop">
            <a:avLst/>
          </a:prstGeom>
          <a:solidFill>
            <a:srgbClr val="81985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장식"/>
          <p:cNvSpPr/>
          <p:nvPr/>
        </p:nvSpPr>
        <p:spPr>
          <a:xfrm rot="15335768">
            <a:off x="11235932" y="165151"/>
            <a:ext cx="247593" cy="247593"/>
          </a:xfrm>
          <a:prstGeom prst="teardrop">
            <a:avLst/>
          </a:prstGeom>
          <a:solidFill>
            <a:srgbClr val="E4EBD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972281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49562E"/>
                </a:solidFill>
              </a:rPr>
              <a:t>가입한 보험 목록</a:t>
            </a:r>
          </a:p>
        </p:txBody>
      </p:sp>
      <p:graphicFrame>
        <p:nvGraphicFramePr>
          <p:cNvPr id="13" name="표"/>
          <p:cNvGraphicFramePr>
            <a:graphicFrameLocks noGrp="1"/>
          </p:cNvGraphicFramePr>
          <p:nvPr/>
        </p:nvGraphicFramePr>
        <p:xfrm>
          <a:off x="640080" y="1600200"/>
          <a:ext cx="10911535" cy="4224528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011680"/>
                <a:gridCol w="3108960"/>
                <a:gridCol w="1828800"/>
                <a:gridCol w="1828800"/>
                <a:gridCol w="2133295"/>
              </a:tblGrid>
              <a:tr h="603504"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보험회사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819852"/>
                      </a:solidFill>
                      <a:prstDash val="solid"/>
                    </a:lnL>
                    <a:lnR w="9525" cap="flat" cmpd="sng" algn="ctr">
                      <a:solidFill>
                        <a:srgbClr val="819852"/>
                      </a:solidFill>
                      <a:prstDash val="solid"/>
                    </a:lnR>
                    <a:lnT w="9525" cap="flat" cmpd="sng" algn="ctr">
                      <a:solidFill>
                        <a:srgbClr val="819852"/>
                      </a:solidFill>
                      <a:prstDash val="solid"/>
                    </a:lnT>
                    <a:lnB w="9525" cap="flat" cmpd="sng" algn="ctr">
                      <a:solidFill>
                        <a:srgbClr val="819852"/>
                      </a:solidFill>
                      <a:prstDash val="solid"/>
                    </a:lnB>
                    <a:solidFill>
                      <a:srgbClr val="81985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상품명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819852"/>
                      </a:solidFill>
                      <a:prstDash val="solid"/>
                    </a:lnL>
                    <a:lnR w="9525" cap="flat" cmpd="sng" algn="ctr">
                      <a:solidFill>
                        <a:srgbClr val="819852"/>
                      </a:solidFill>
                      <a:prstDash val="solid"/>
                    </a:lnR>
                    <a:lnT w="9525" cap="flat" cmpd="sng" algn="ctr">
                      <a:solidFill>
                        <a:srgbClr val="819852"/>
                      </a:solidFill>
                      <a:prstDash val="solid"/>
                    </a:lnT>
                    <a:lnB w="9525" cap="flat" cmpd="sng" algn="ctr">
                      <a:solidFill>
                        <a:srgbClr val="819852"/>
                      </a:solidFill>
                      <a:prstDash val="solid"/>
                    </a:lnB>
                    <a:solidFill>
                      <a:srgbClr val="81985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종류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819852"/>
                      </a:solidFill>
                      <a:prstDash val="solid"/>
                    </a:lnL>
                    <a:lnR w="9525" cap="flat" cmpd="sng" algn="ctr">
                      <a:solidFill>
                        <a:srgbClr val="819852"/>
                      </a:solidFill>
                      <a:prstDash val="solid"/>
                    </a:lnR>
                    <a:lnT w="9525" cap="flat" cmpd="sng" algn="ctr">
                      <a:solidFill>
                        <a:srgbClr val="819852"/>
                      </a:solidFill>
                      <a:prstDash val="solid"/>
                    </a:lnT>
                    <a:lnB w="9525" cap="flat" cmpd="sng" algn="ctr">
                      <a:solidFill>
                        <a:srgbClr val="819852"/>
                      </a:solidFill>
                      <a:prstDash val="solid"/>
                    </a:lnB>
                    <a:solidFill>
                      <a:srgbClr val="81985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만기일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819852"/>
                      </a:solidFill>
                      <a:prstDash val="solid"/>
                    </a:lnL>
                    <a:lnR w="9525" cap="flat" cmpd="sng" algn="ctr">
                      <a:solidFill>
                        <a:srgbClr val="819852"/>
                      </a:solidFill>
                      <a:prstDash val="solid"/>
                    </a:lnR>
                    <a:lnT w="9525" cap="flat" cmpd="sng" algn="ctr">
                      <a:solidFill>
                        <a:srgbClr val="819852"/>
                      </a:solidFill>
                      <a:prstDash val="solid"/>
                    </a:lnT>
                    <a:lnB w="9525" cap="flat" cmpd="sng" algn="ctr">
                      <a:solidFill>
                        <a:srgbClr val="819852"/>
                      </a:solidFill>
                      <a:prstDash val="solid"/>
                    </a:lnB>
                    <a:solidFill>
                      <a:srgbClr val="81985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월 보험료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819852"/>
                      </a:solidFill>
                      <a:prstDash val="solid"/>
                    </a:lnL>
                    <a:lnR w="9525" cap="flat" cmpd="sng" algn="ctr">
                      <a:solidFill>
                        <a:srgbClr val="819852"/>
                      </a:solidFill>
                      <a:prstDash val="solid"/>
                    </a:lnR>
                    <a:lnT w="9525" cap="flat" cmpd="sng" algn="ctr">
                      <a:solidFill>
                        <a:srgbClr val="819852"/>
                      </a:solidFill>
                      <a:prstDash val="solid"/>
                    </a:lnT>
                    <a:lnB w="9525" cap="flat" cmpd="sng" algn="ctr">
                      <a:solidFill>
                        <a:srgbClr val="819852"/>
                      </a:solidFill>
                      <a:prstDash val="solid"/>
                    </a:lnB>
                    <a:solidFill>
                      <a:srgbClr val="819852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4EBD6"/>
                      </a:solidFill>
                      <a:prstDash val="solid"/>
                    </a:lnL>
                    <a:lnR w="9525" cap="flat" cmpd="sng" algn="ctr">
                      <a:solidFill>
                        <a:srgbClr val="E4EBD6"/>
                      </a:solidFill>
                      <a:prstDash val="solid"/>
                    </a:lnR>
                    <a:lnT w="9525" cap="flat" cmpd="sng" algn="ctr">
                      <a:solidFill>
                        <a:srgbClr val="E4EBD6"/>
                      </a:solidFill>
                      <a:prstDash val="solid"/>
                    </a:lnT>
                    <a:lnB w="9525" cap="flat" cmpd="sng" algn="ctr">
                      <a:solidFill>
                        <a:srgbClr val="E4EB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4EBD6"/>
                      </a:solidFill>
                      <a:prstDash val="solid"/>
                    </a:lnL>
                    <a:lnR w="9525" cap="flat" cmpd="sng" algn="ctr">
                      <a:solidFill>
                        <a:srgbClr val="E4EBD6"/>
                      </a:solidFill>
                      <a:prstDash val="solid"/>
                    </a:lnR>
                    <a:lnT w="9525" cap="flat" cmpd="sng" algn="ctr">
                      <a:solidFill>
                        <a:srgbClr val="E4EBD6"/>
                      </a:solidFill>
                      <a:prstDash val="solid"/>
                    </a:lnT>
                    <a:lnB w="9525" cap="flat" cmpd="sng" algn="ctr">
                      <a:solidFill>
                        <a:srgbClr val="E4EB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4EBD6"/>
                      </a:solidFill>
                      <a:prstDash val="solid"/>
                    </a:lnL>
                    <a:lnR w="9525" cap="flat" cmpd="sng" algn="ctr">
                      <a:solidFill>
                        <a:srgbClr val="E4EBD6"/>
                      </a:solidFill>
                      <a:prstDash val="solid"/>
                    </a:lnR>
                    <a:lnT w="9525" cap="flat" cmpd="sng" algn="ctr">
                      <a:solidFill>
                        <a:srgbClr val="E4EBD6"/>
                      </a:solidFill>
                      <a:prstDash val="solid"/>
                    </a:lnT>
                    <a:lnB w="9525" cap="flat" cmpd="sng" algn="ctr">
                      <a:solidFill>
                        <a:srgbClr val="E4EB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4EBD6"/>
                      </a:solidFill>
                      <a:prstDash val="solid"/>
                    </a:lnL>
                    <a:lnR w="9525" cap="flat" cmpd="sng" algn="ctr">
                      <a:solidFill>
                        <a:srgbClr val="E4EBD6"/>
                      </a:solidFill>
                      <a:prstDash val="solid"/>
                    </a:lnR>
                    <a:lnT w="9525" cap="flat" cmpd="sng" algn="ctr">
                      <a:solidFill>
                        <a:srgbClr val="E4EBD6"/>
                      </a:solidFill>
                      <a:prstDash val="solid"/>
                    </a:lnT>
                    <a:lnB w="9525" cap="flat" cmpd="sng" algn="ctr">
                      <a:solidFill>
                        <a:srgbClr val="E4EB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4EBD6"/>
                      </a:solidFill>
                      <a:prstDash val="solid"/>
                    </a:lnL>
                    <a:lnR w="9525" cap="flat" cmpd="sng" algn="ctr">
                      <a:solidFill>
                        <a:srgbClr val="E4EBD6"/>
                      </a:solidFill>
                      <a:prstDash val="solid"/>
                    </a:lnR>
                    <a:lnT w="9525" cap="flat" cmpd="sng" algn="ctr">
                      <a:solidFill>
                        <a:srgbClr val="E4EBD6"/>
                      </a:solidFill>
                      <a:prstDash val="solid"/>
                    </a:lnT>
                    <a:lnB w="9525" cap="flat" cmpd="sng" algn="ctr">
                      <a:solidFill>
                        <a:srgbClr val="E4EB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4EBD6"/>
                      </a:solidFill>
                      <a:prstDash val="solid"/>
                    </a:lnL>
                    <a:lnR w="9525" cap="flat" cmpd="sng" algn="ctr">
                      <a:solidFill>
                        <a:srgbClr val="E4EBD6"/>
                      </a:solidFill>
                      <a:prstDash val="solid"/>
                    </a:lnR>
                    <a:lnT w="9525" cap="flat" cmpd="sng" algn="ctr">
                      <a:solidFill>
                        <a:srgbClr val="E4EBD6"/>
                      </a:solidFill>
                      <a:prstDash val="solid"/>
                    </a:lnT>
                    <a:lnB w="9525" cap="flat" cmpd="sng" algn="ctr">
                      <a:solidFill>
                        <a:srgbClr val="E4EBD6"/>
                      </a:solidFill>
                      <a:prstDash val="solid"/>
                    </a:lnB>
                    <a:solidFill>
                      <a:srgbClr val="F6F8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4EBD6"/>
                      </a:solidFill>
                      <a:prstDash val="solid"/>
                    </a:lnL>
                    <a:lnR w="9525" cap="flat" cmpd="sng" algn="ctr">
                      <a:solidFill>
                        <a:srgbClr val="E4EBD6"/>
                      </a:solidFill>
                      <a:prstDash val="solid"/>
                    </a:lnR>
                    <a:lnT w="9525" cap="flat" cmpd="sng" algn="ctr">
                      <a:solidFill>
                        <a:srgbClr val="E4EBD6"/>
                      </a:solidFill>
                      <a:prstDash val="solid"/>
                    </a:lnT>
                    <a:lnB w="9525" cap="flat" cmpd="sng" algn="ctr">
                      <a:solidFill>
                        <a:srgbClr val="E4EBD6"/>
                      </a:solidFill>
                      <a:prstDash val="solid"/>
                    </a:lnB>
                    <a:solidFill>
                      <a:srgbClr val="F6F8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4EBD6"/>
                      </a:solidFill>
                      <a:prstDash val="solid"/>
                    </a:lnL>
                    <a:lnR w="9525" cap="flat" cmpd="sng" algn="ctr">
                      <a:solidFill>
                        <a:srgbClr val="E4EBD6"/>
                      </a:solidFill>
                      <a:prstDash val="solid"/>
                    </a:lnR>
                    <a:lnT w="9525" cap="flat" cmpd="sng" algn="ctr">
                      <a:solidFill>
                        <a:srgbClr val="E4EBD6"/>
                      </a:solidFill>
                      <a:prstDash val="solid"/>
                    </a:lnT>
                    <a:lnB w="9525" cap="flat" cmpd="sng" algn="ctr">
                      <a:solidFill>
                        <a:srgbClr val="E4EBD6"/>
                      </a:solidFill>
                      <a:prstDash val="solid"/>
                    </a:lnB>
                    <a:solidFill>
                      <a:srgbClr val="F6F8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4EBD6"/>
                      </a:solidFill>
                      <a:prstDash val="solid"/>
                    </a:lnL>
                    <a:lnR w="9525" cap="flat" cmpd="sng" algn="ctr">
                      <a:solidFill>
                        <a:srgbClr val="E4EBD6"/>
                      </a:solidFill>
                      <a:prstDash val="solid"/>
                    </a:lnR>
                    <a:lnT w="9525" cap="flat" cmpd="sng" algn="ctr">
                      <a:solidFill>
                        <a:srgbClr val="E4EBD6"/>
                      </a:solidFill>
                      <a:prstDash val="solid"/>
                    </a:lnT>
                    <a:lnB w="9525" cap="flat" cmpd="sng" algn="ctr">
                      <a:solidFill>
                        <a:srgbClr val="E4EBD6"/>
                      </a:solidFill>
                      <a:prstDash val="solid"/>
                    </a:lnB>
                    <a:solidFill>
                      <a:srgbClr val="F6F8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4EBD6"/>
                      </a:solidFill>
                      <a:prstDash val="solid"/>
                    </a:lnL>
                    <a:lnR w="9525" cap="flat" cmpd="sng" algn="ctr">
                      <a:solidFill>
                        <a:srgbClr val="E4EBD6"/>
                      </a:solidFill>
                      <a:prstDash val="solid"/>
                    </a:lnR>
                    <a:lnT w="9525" cap="flat" cmpd="sng" algn="ctr">
                      <a:solidFill>
                        <a:srgbClr val="E4EBD6"/>
                      </a:solidFill>
                      <a:prstDash val="solid"/>
                    </a:lnT>
                    <a:lnB w="9525" cap="flat" cmpd="sng" algn="ctr">
                      <a:solidFill>
                        <a:srgbClr val="E4EBD6"/>
                      </a:solidFill>
                      <a:prstDash val="solid"/>
                    </a:lnB>
                    <a:solidFill>
                      <a:srgbClr val="F6F8F2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4EBD6"/>
                      </a:solidFill>
                      <a:prstDash val="solid"/>
                    </a:lnL>
                    <a:lnR w="9525" cap="flat" cmpd="sng" algn="ctr">
                      <a:solidFill>
                        <a:srgbClr val="E4EBD6"/>
                      </a:solidFill>
                      <a:prstDash val="solid"/>
                    </a:lnR>
                    <a:lnT w="9525" cap="flat" cmpd="sng" algn="ctr">
                      <a:solidFill>
                        <a:srgbClr val="E4EBD6"/>
                      </a:solidFill>
                      <a:prstDash val="solid"/>
                    </a:lnT>
                    <a:lnB w="9525" cap="flat" cmpd="sng" algn="ctr">
                      <a:solidFill>
                        <a:srgbClr val="E4EB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4EBD6"/>
                      </a:solidFill>
                      <a:prstDash val="solid"/>
                    </a:lnL>
                    <a:lnR w="9525" cap="flat" cmpd="sng" algn="ctr">
                      <a:solidFill>
                        <a:srgbClr val="E4EBD6"/>
                      </a:solidFill>
                      <a:prstDash val="solid"/>
                    </a:lnR>
                    <a:lnT w="9525" cap="flat" cmpd="sng" algn="ctr">
                      <a:solidFill>
                        <a:srgbClr val="E4EBD6"/>
                      </a:solidFill>
                      <a:prstDash val="solid"/>
                    </a:lnT>
                    <a:lnB w="9525" cap="flat" cmpd="sng" algn="ctr">
                      <a:solidFill>
                        <a:srgbClr val="E4EB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4EBD6"/>
                      </a:solidFill>
                      <a:prstDash val="solid"/>
                    </a:lnL>
                    <a:lnR w="9525" cap="flat" cmpd="sng" algn="ctr">
                      <a:solidFill>
                        <a:srgbClr val="E4EBD6"/>
                      </a:solidFill>
                      <a:prstDash val="solid"/>
                    </a:lnR>
                    <a:lnT w="9525" cap="flat" cmpd="sng" algn="ctr">
                      <a:solidFill>
                        <a:srgbClr val="E4EBD6"/>
                      </a:solidFill>
                      <a:prstDash val="solid"/>
                    </a:lnT>
                    <a:lnB w="9525" cap="flat" cmpd="sng" algn="ctr">
                      <a:solidFill>
                        <a:srgbClr val="E4EB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4EBD6"/>
                      </a:solidFill>
                      <a:prstDash val="solid"/>
                    </a:lnL>
                    <a:lnR w="9525" cap="flat" cmpd="sng" algn="ctr">
                      <a:solidFill>
                        <a:srgbClr val="E4EBD6"/>
                      </a:solidFill>
                      <a:prstDash val="solid"/>
                    </a:lnR>
                    <a:lnT w="9525" cap="flat" cmpd="sng" algn="ctr">
                      <a:solidFill>
                        <a:srgbClr val="E4EBD6"/>
                      </a:solidFill>
                      <a:prstDash val="solid"/>
                    </a:lnT>
                    <a:lnB w="9525" cap="flat" cmpd="sng" algn="ctr">
                      <a:solidFill>
                        <a:srgbClr val="E4EB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4EBD6"/>
                      </a:solidFill>
                      <a:prstDash val="solid"/>
                    </a:lnL>
                    <a:lnR w="9525" cap="flat" cmpd="sng" algn="ctr">
                      <a:solidFill>
                        <a:srgbClr val="E4EBD6"/>
                      </a:solidFill>
                      <a:prstDash val="solid"/>
                    </a:lnR>
                    <a:lnT w="9525" cap="flat" cmpd="sng" algn="ctr">
                      <a:solidFill>
                        <a:srgbClr val="E4EBD6"/>
                      </a:solidFill>
                      <a:prstDash val="solid"/>
                    </a:lnT>
                    <a:lnB w="9525" cap="flat" cmpd="sng" algn="ctr">
                      <a:solidFill>
                        <a:srgbClr val="E4EB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4EBD6"/>
                      </a:solidFill>
                      <a:prstDash val="solid"/>
                    </a:lnL>
                    <a:lnR w="9525" cap="flat" cmpd="sng" algn="ctr">
                      <a:solidFill>
                        <a:srgbClr val="E4EBD6"/>
                      </a:solidFill>
                      <a:prstDash val="solid"/>
                    </a:lnR>
                    <a:lnT w="9525" cap="flat" cmpd="sng" algn="ctr">
                      <a:solidFill>
                        <a:srgbClr val="E4EBD6"/>
                      </a:solidFill>
                      <a:prstDash val="solid"/>
                    </a:lnT>
                    <a:lnB w="9525" cap="flat" cmpd="sng" algn="ctr">
                      <a:solidFill>
                        <a:srgbClr val="E4EBD6"/>
                      </a:solidFill>
                      <a:prstDash val="solid"/>
                    </a:lnB>
                    <a:solidFill>
                      <a:srgbClr val="F6F8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4EBD6"/>
                      </a:solidFill>
                      <a:prstDash val="solid"/>
                    </a:lnL>
                    <a:lnR w="9525" cap="flat" cmpd="sng" algn="ctr">
                      <a:solidFill>
                        <a:srgbClr val="E4EBD6"/>
                      </a:solidFill>
                      <a:prstDash val="solid"/>
                    </a:lnR>
                    <a:lnT w="9525" cap="flat" cmpd="sng" algn="ctr">
                      <a:solidFill>
                        <a:srgbClr val="E4EBD6"/>
                      </a:solidFill>
                      <a:prstDash val="solid"/>
                    </a:lnT>
                    <a:lnB w="9525" cap="flat" cmpd="sng" algn="ctr">
                      <a:solidFill>
                        <a:srgbClr val="E4EBD6"/>
                      </a:solidFill>
                      <a:prstDash val="solid"/>
                    </a:lnB>
                    <a:solidFill>
                      <a:srgbClr val="F6F8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4EBD6"/>
                      </a:solidFill>
                      <a:prstDash val="solid"/>
                    </a:lnL>
                    <a:lnR w="9525" cap="flat" cmpd="sng" algn="ctr">
                      <a:solidFill>
                        <a:srgbClr val="E4EBD6"/>
                      </a:solidFill>
                      <a:prstDash val="solid"/>
                    </a:lnR>
                    <a:lnT w="9525" cap="flat" cmpd="sng" algn="ctr">
                      <a:solidFill>
                        <a:srgbClr val="E4EBD6"/>
                      </a:solidFill>
                      <a:prstDash val="solid"/>
                    </a:lnT>
                    <a:lnB w="9525" cap="flat" cmpd="sng" algn="ctr">
                      <a:solidFill>
                        <a:srgbClr val="E4EBD6"/>
                      </a:solidFill>
                      <a:prstDash val="solid"/>
                    </a:lnB>
                    <a:solidFill>
                      <a:srgbClr val="F6F8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4EBD6"/>
                      </a:solidFill>
                      <a:prstDash val="solid"/>
                    </a:lnL>
                    <a:lnR w="9525" cap="flat" cmpd="sng" algn="ctr">
                      <a:solidFill>
                        <a:srgbClr val="E4EBD6"/>
                      </a:solidFill>
                      <a:prstDash val="solid"/>
                    </a:lnR>
                    <a:lnT w="9525" cap="flat" cmpd="sng" algn="ctr">
                      <a:solidFill>
                        <a:srgbClr val="E4EBD6"/>
                      </a:solidFill>
                      <a:prstDash val="solid"/>
                    </a:lnT>
                    <a:lnB w="9525" cap="flat" cmpd="sng" algn="ctr">
                      <a:solidFill>
                        <a:srgbClr val="E4EBD6"/>
                      </a:solidFill>
                      <a:prstDash val="solid"/>
                    </a:lnB>
                    <a:solidFill>
                      <a:srgbClr val="F6F8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4EBD6"/>
                      </a:solidFill>
                      <a:prstDash val="solid"/>
                    </a:lnL>
                    <a:lnR w="9525" cap="flat" cmpd="sng" algn="ctr">
                      <a:solidFill>
                        <a:srgbClr val="E4EBD6"/>
                      </a:solidFill>
                      <a:prstDash val="solid"/>
                    </a:lnR>
                    <a:lnT w="9525" cap="flat" cmpd="sng" algn="ctr">
                      <a:solidFill>
                        <a:srgbClr val="E4EBD6"/>
                      </a:solidFill>
                      <a:prstDash val="solid"/>
                    </a:lnT>
                    <a:lnB w="9525" cap="flat" cmpd="sng" algn="ctr">
                      <a:solidFill>
                        <a:srgbClr val="E4EBD6"/>
                      </a:solidFill>
                      <a:prstDash val="solid"/>
                    </a:lnB>
                    <a:solidFill>
                      <a:srgbClr val="F6F8F2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4EBD6"/>
                      </a:solidFill>
                      <a:prstDash val="solid"/>
                    </a:lnL>
                    <a:lnR w="9525" cap="flat" cmpd="sng" algn="ctr">
                      <a:solidFill>
                        <a:srgbClr val="E4EBD6"/>
                      </a:solidFill>
                      <a:prstDash val="solid"/>
                    </a:lnR>
                    <a:lnT w="9525" cap="flat" cmpd="sng" algn="ctr">
                      <a:solidFill>
                        <a:srgbClr val="E4EBD6"/>
                      </a:solidFill>
                      <a:prstDash val="solid"/>
                    </a:lnT>
                    <a:lnB w="9525" cap="flat" cmpd="sng" algn="ctr">
                      <a:solidFill>
                        <a:srgbClr val="E4EB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4EBD6"/>
                      </a:solidFill>
                      <a:prstDash val="solid"/>
                    </a:lnL>
                    <a:lnR w="9525" cap="flat" cmpd="sng" algn="ctr">
                      <a:solidFill>
                        <a:srgbClr val="E4EBD6"/>
                      </a:solidFill>
                      <a:prstDash val="solid"/>
                    </a:lnR>
                    <a:lnT w="9525" cap="flat" cmpd="sng" algn="ctr">
                      <a:solidFill>
                        <a:srgbClr val="E4EBD6"/>
                      </a:solidFill>
                      <a:prstDash val="solid"/>
                    </a:lnT>
                    <a:lnB w="9525" cap="flat" cmpd="sng" algn="ctr">
                      <a:solidFill>
                        <a:srgbClr val="E4EB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4EBD6"/>
                      </a:solidFill>
                      <a:prstDash val="solid"/>
                    </a:lnL>
                    <a:lnR w="9525" cap="flat" cmpd="sng" algn="ctr">
                      <a:solidFill>
                        <a:srgbClr val="E4EBD6"/>
                      </a:solidFill>
                      <a:prstDash val="solid"/>
                    </a:lnR>
                    <a:lnT w="9525" cap="flat" cmpd="sng" algn="ctr">
                      <a:solidFill>
                        <a:srgbClr val="E4EBD6"/>
                      </a:solidFill>
                      <a:prstDash val="solid"/>
                    </a:lnT>
                    <a:lnB w="9525" cap="flat" cmpd="sng" algn="ctr">
                      <a:solidFill>
                        <a:srgbClr val="E4EB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4EBD6"/>
                      </a:solidFill>
                      <a:prstDash val="solid"/>
                    </a:lnL>
                    <a:lnR w="9525" cap="flat" cmpd="sng" algn="ctr">
                      <a:solidFill>
                        <a:srgbClr val="E4EBD6"/>
                      </a:solidFill>
                      <a:prstDash val="solid"/>
                    </a:lnR>
                    <a:lnT w="9525" cap="flat" cmpd="sng" algn="ctr">
                      <a:solidFill>
                        <a:srgbClr val="E4EBD6"/>
                      </a:solidFill>
                      <a:prstDash val="solid"/>
                    </a:lnT>
                    <a:lnB w="9525" cap="flat" cmpd="sng" algn="ctr">
                      <a:solidFill>
                        <a:srgbClr val="E4EB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4EBD6"/>
                      </a:solidFill>
                      <a:prstDash val="solid"/>
                    </a:lnL>
                    <a:lnR w="9525" cap="flat" cmpd="sng" algn="ctr">
                      <a:solidFill>
                        <a:srgbClr val="E4EBD6"/>
                      </a:solidFill>
                      <a:prstDash val="solid"/>
                    </a:lnR>
                    <a:lnT w="9525" cap="flat" cmpd="sng" algn="ctr">
                      <a:solidFill>
                        <a:srgbClr val="E4EBD6"/>
                      </a:solidFill>
                      <a:prstDash val="solid"/>
                    </a:lnT>
                    <a:lnB w="9525" cap="flat" cmpd="sng" algn="ctr">
                      <a:solidFill>
                        <a:srgbClr val="E4EB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4EBD6"/>
                      </a:solidFill>
                      <a:prstDash val="solid"/>
                    </a:lnL>
                    <a:lnR w="9525" cap="flat" cmpd="sng" algn="ctr">
                      <a:solidFill>
                        <a:srgbClr val="E4EBD6"/>
                      </a:solidFill>
                      <a:prstDash val="solid"/>
                    </a:lnR>
                    <a:lnT w="9525" cap="flat" cmpd="sng" algn="ctr">
                      <a:solidFill>
                        <a:srgbClr val="E4EBD6"/>
                      </a:solidFill>
                      <a:prstDash val="solid"/>
                    </a:lnT>
                    <a:lnB w="9525" cap="flat" cmpd="sng" algn="ctr">
                      <a:solidFill>
                        <a:srgbClr val="E4EBD6"/>
                      </a:solidFill>
                      <a:prstDash val="solid"/>
                    </a:lnB>
                    <a:solidFill>
                      <a:srgbClr val="F6F8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4EBD6"/>
                      </a:solidFill>
                      <a:prstDash val="solid"/>
                    </a:lnL>
                    <a:lnR w="9525" cap="flat" cmpd="sng" algn="ctr">
                      <a:solidFill>
                        <a:srgbClr val="E4EBD6"/>
                      </a:solidFill>
                      <a:prstDash val="solid"/>
                    </a:lnR>
                    <a:lnT w="9525" cap="flat" cmpd="sng" algn="ctr">
                      <a:solidFill>
                        <a:srgbClr val="E4EBD6"/>
                      </a:solidFill>
                      <a:prstDash val="solid"/>
                    </a:lnT>
                    <a:lnB w="9525" cap="flat" cmpd="sng" algn="ctr">
                      <a:solidFill>
                        <a:srgbClr val="E4EBD6"/>
                      </a:solidFill>
                      <a:prstDash val="solid"/>
                    </a:lnB>
                    <a:solidFill>
                      <a:srgbClr val="F6F8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4EBD6"/>
                      </a:solidFill>
                      <a:prstDash val="solid"/>
                    </a:lnL>
                    <a:lnR w="9525" cap="flat" cmpd="sng" algn="ctr">
                      <a:solidFill>
                        <a:srgbClr val="E4EBD6"/>
                      </a:solidFill>
                      <a:prstDash val="solid"/>
                    </a:lnR>
                    <a:lnT w="9525" cap="flat" cmpd="sng" algn="ctr">
                      <a:solidFill>
                        <a:srgbClr val="E4EBD6"/>
                      </a:solidFill>
                      <a:prstDash val="solid"/>
                    </a:lnT>
                    <a:lnB w="9525" cap="flat" cmpd="sng" algn="ctr">
                      <a:solidFill>
                        <a:srgbClr val="E4EBD6"/>
                      </a:solidFill>
                      <a:prstDash val="solid"/>
                    </a:lnB>
                    <a:solidFill>
                      <a:srgbClr val="F6F8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4EBD6"/>
                      </a:solidFill>
                      <a:prstDash val="solid"/>
                    </a:lnL>
                    <a:lnR w="9525" cap="flat" cmpd="sng" algn="ctr">
                      <a:solidFill>
                        <a:srgbClr val="E4EBD6"/>
                      </a:solidFill>
                      <a:prstDash val="solid"/>
                    </a:lnR>
                    <a:lnT w="9525" cap="flat" cmpd="sng" algn="ctr">
                      <a:solidFill>
                        <a:srgbClr val="E4EBD6"/>
                      </a:solidFill>
                      <a:prstDash val="solid"/>
                    </a:lnT>
                    <a:lnB w="9525" cap="flat" cmpd="sng" algn="ctr">
                      <a:solidFill>
                        <a:srgbClr val="E4EBD6"/>
                      </a:solidFill>
                      <a:prstDash val="solid"/>
                    </a:lnB>
                    <a:solidFill>
                      <a:srgbClr val="F6F8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4EBD6"/>
                      </a:solidFill>
                      <a:prstDash val="solid"/>
                    </a:lnL>
                    <a:lnR w="9525" cap="flat" cmpd="sng" algn="ctr">
                      <a:solidFill>
                        <a:srgbClr val="E4EBD6"/>
                      </a:solidFill>
                      <a:prstDash val="solid"/>
                    </a:lnR>
                    <a:lnT w="9525" cap="flat" cmpd="sng" algn="ctr">
                      <a:solidFill>
                        <a:srgbClr val="E4EBD6"/>
                      </a:solidFill>
                      <a:prstDash val="solid"/>
                    </a:lnT>
                    <a:lnB w="9525" cap="flat" cmpd="sng" algn="ctr">
                      <a:solidFill>
                        <a:srgbClr val="E4EBD6"/>
                      </a:solidFill>
                      <a:prstDash val="solid"/>
                    </a:lnB>
                    <a:solidFill>
                      <a:srgbClr val="F6F8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6035040"/>
            <a:ext cx="1737360" cy="822960"/>
          </a:xfrm>
          <a:prstGeom prst="rtTriangle">
            <a:avLst/>
          </a:prstGeom>
          <a:solidFill>
            <a:srgbClr val="E4EBD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0" y="6400800"/>
            <a:ext cx="914400" cy="457200"/>
          </a:xfrm>
          <a:prstGeom prst="rtTriangle">
            <a:avLst/>
          </a:prstGeom>
          <a:solidFill>
            <a:srgbClr val="81985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 rot="1287735">
            <a:off x="11259931" y="293982"/>
            <a:ext cx="263050" cy="263050"/>
          </a:xfrm>
          <a:prstGeom prst="teardrop">
            <a:avLst/>
          </a:prstGeom>
          <a:solidFill>
            <a:srgbClr val="81985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 rot="15367152">
            <a:off x="10931622" y="194032"/>
            <a:ext cx="300480" cy="300480"/>
          </a:xfrm>
          <a:prstGeom prst="teardrop">
            <a:avLst/>
          </a:prstGeom>
          <a:solidFill>
            <a:srgbClr val="E4EBD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 rot="1911692">
            <a:off x="11641835" y="374306"/>
            <a:ext cx="243015" cy="243015"/>
          </a:xfrm>
          <a:prstGeom prst="teardrop">
            <a:avLst/>
          </a:prstGeom>
          <a:solidFill>
            <a:srgbClr val="47528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 rot="17060698">
            <a:off x="11059686" y="927535"/>
            <a:ext cx="307884" cy="307884"/>
          </a:xfrm>
          <a:prstGeom prst="teardrop">
            <a:avLst/>
          </a:prstGeom>
          <a:solidFill>
            <a:srgbClr val="81985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 rot="6035763">
            <a:off x="11313735" y="793406"/>
            <a:ext cx="274045" cy="274045"/>
          </a:xfrm>
          <a:prstGeom prst="teardrop">
            <a:avLst/>
          </a:prstGeom>
          <a:solidFill>
            <a:srgbClr val="E4EBD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 rot="19206430">
            <a:off x="11513197" y="267765"/>
            <a:ext cx="191700" cy="191700"/>
          </a:xfrm>
          <a:prstGeom prst="teardrop">
            <a:avLst/>
          </a:prstGeom>
          <a:solidFill>
            <a:srgbClr val="47528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장식"/>
          <p:cNvSpPr/>
          <p:nvPr/>
        </p:nvSpPr>
        <p:spPr>
          <a:xfrm rot="16250646">
            <a:off x="10952989" y="1098889"/>
            <a:ext cx="309134" cy="309134"/>
          </a:xfrm>
          <a:prstGeom prst="teardrop">
            <a:avLst/>
          </a:prstGeom>
          <a:solidFill>
            <a:srgbClr val="81985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장식"/>
          <p:cNvSpPr/>
          <p:nvPr/>
        </p:nvSpPr>
        <p:spPr>
          <a:xfrm rot="15335768">
            <a:off x="11235932" y="165151"/>
            <a:ext cx="247593" cy="247593"/>
          </a:xfrm>
          <a:prstGeom prst="teardrop">
            <a:avLst/>
          </a:prstGeom>
          <a:solidFill>
            <a:srgbClr val="E4EBD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972281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49562E"/>
                </a:solidFill>
              </a:rPr>
              <a:t>보장 항목 체크</a:t>
            </a:r>
          </a:p>
        </p:txBody>
      </p:sp>
      <p:graphicFrame>
        <p:nvGraphicFramePr>
          <p:cNvPr id="13" name="표"/>
          <p:cNvGraphicFramePr>
            <a:graphicFrameLocks noGrp="1"/>
          </p:cNvGraphicFramePr>
          <p:nvPr/>
        </p:nvGraphicFramePr>
        <p:xfrm>
          <a:off x="640080" y="1600200"/>
          <a:ext cx="10911534" cy="4773168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3657600"/>
                <a:gridCol w="2417978"/>
                <a:gridCol w="2417978"/>
                <a:gridCol w="2417978"/>
              </a:tblGrid>
              <a:tr h="530352"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보장 항목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819852"/>
                      </a:solidFill>
                      <a:prstDash val="solid"/>
                    </a:lnL>
                    <a:lnR w="9525" cap="flat" cmpd="sng" algn="ctr">
                      <a:solidFill>
                        <a:srgbClr val="819852"/>
                      </a:solidFill>
                      <a:prstDash val="solid"/>
                    </a:lnR>
                    <a:lnT w="9525" cap="flat" cmpd="sng" algn="ctr">
                      <a:solidFill>
                        <a:srgbClr val="819852"/>
                      </a:solidFill>
                      <a:prstDash val="solid"/>
                    </a:lnT>
                    <a:lnB w="9525" cap="flat" cmpd="sng" algn="ctr">
                      <a:solidFill>
                        <a:srgbClr val="819852"/>
                      </a:solidFill>
                      <a:prstDash val="solid"/>
                    </a:lnB>
                    <a:solidFill>
                      <a:srgbClr val="81985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가입 확인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819852"/>
                      </a:solidFill>
                      <a:prstDash val="solid"/>
                    </a:lnL>
                    <a:lnR w="9525" cap="flat" cmpd="sng" algn="ctr">
                      <a:solidFill>
                        <a:srgbClr val="819852"/>
                      </a:solidFill>
                      <a:prstDash val="solid"/>
                    </a:lnR>
                    <a:lnT w="9525" cap="flat" cmpd="sng" algn="ctr">
                      <a:solidFill>
                        <a:srgbClr val="819852"/>
                      </a:solidFill>
                      <a:prstDash val="solid"/>
                    </a:lnT>
                    <a:lnB w="9525" cap="flat" cmpd="sng" algn="ctr">
                      <a:solidFill>
                        <a:srgbClr val="819852"/>
                      </a:solidFill>
                      <a:prstDash val="solid"/>
                    </a:lnB>
                    <a:solidFill>
                      <a:srgbClr val="81985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확인 필요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819852"/>
                      </a:solidFill>
                      <a:prstDash val="solid"/>
                    </a:lnL>
                    <a:lnR w="9525" cap="flat" cmpd="sng" algn="ctr">
                      <a:solidFill>
                        <a:srgbClr val="819852"/>
                      </a:solidFill>
                      <a:prstDash val="solid"/>
                    </a:lnR>
                    <a:lnT w="9525" cap="flat" cmpd="sng" algn="ctr">
                      <a:solidFill>
                        <a:srgbClr val="819852"/>
                      </a:solidFill>
                      <a:prstDash val="solid"/>
                    </a:lnT>
                    <a:lnB w="9525" cap="flat" cmpd="sng" algn="ctr">
                      <a:solidFill>
                        <a:srgbClr val="819852"/>
                      </a:solidFill>
                      <a:prstDash val="solid"/>
                    </a:lnB>
                    <a:solidFill>
                      <a:srgbClr val="81985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해당 없음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819852"/>
                      </a:solidFill>
                      <a:prstDash val="solid"/>
                    </a:lnL>
                    <a:lnR w="9525" cap="flat" cmpd="sng" algn="ctr">
                      <a:solidFill>
                        <a:srgbClr val="819852"/>
                      </a:solidFill>
                      <a:prstDash val="solid"/>
                    </a:lnR>
                    <a:lnT w="9525" cap="flat" cmpd="sng" algn="ctr">
                      <a:solidFill>
                        <a:srgbClr val="819852"/>
                      </a:solidFill>
                      <a:prstDash val="solid"/>
                    </a:lnT>
                    <a:lnB w="9525" cap="flat" cmpd="sng" algn="ctr">
                      <a:solidFill>
                        <a:srgbClr val="819852"/>
                      </a:solidFill>
                      <a:prstDash val="solid"/>
                    </a:lnB>
                    <a:solidFill>
                      <a:srgbClr val="819852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49562E"/>
                          </a:solidFill>
                        </a:rPr>
                        <a:t>사망·재해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4EBD6"/>
                      </a:solidFill>
                      <a:prstDash val="solid"/>
                    </a:lnL>
                    <a:lnR w="9525" cap="flat" cmpd="sng" algn="ctr">
                      <a:solidFill>
                        <a:srgbClr val="E4EBD6"/>
                      </a:solidFill>
                      <a:prstDash val="solid"/>
                    </a:lnR>
                    <a:lnT w="9525" cap="flat" cmpd="sng" algn="ctr">
                      <a:solidFill>
                        <a:srgbClr val="E4EBD6"/>
                      </a:solidFill>
                      <a:prstDash val="solid"/>
                    </a:lnT>
                    <a:lnB w="9525" cap="flat" cmpd="sng" algn="ctr">
                      <a:solidFill>
                        <a:srgbClr val="E4EBD6"/>
                      </a:solidFill>
                      <a:prstDash val="solid"/>
                    </a:lnB>
                    <a:solidFill>
                      <a:srgbClr val="E4EB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4EBD6"/>
                      </a:solidFill>
                      <a:prstDash val="solid"/>
                    </a:lnL>
                    <a:lnR w="9525" cap="flat" cmpd="sng" algn="ctr">
                      <a:solidFill>
                        <a:srgbClr val="E4EBD6"/>
                      </a:solidFill>
                      <a:prstDash val="solid"/>
                    </a:lnR>
                    <a:lnT w="9525" cap="flat" cmpd="sng" algn="ctr">
                      <a:solidFill>
                        <a:srgbClr val="E4EBD6"/>
                      </a:solidFill>
                      <a:prstDash val="solid"/>
                    </a:lnT>
                    <a:lnB w="9525" cap="flat" cmpd="sng" algn="ctr">
                      <a:solidFill>
                        <a:srgbClr val="E4EB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4EBD6"/>
                      </a:solidFill>
                      <a:prstDash val="solid"/>
                    </a:lnL>
                    <a:lnR w="9525" cap="flat" cmpd="sng" algn="ctr">
                      <a:solidFill>
                        <a:srgbClr val="E4EBD6"/>
                      </a:solidFill>
                      <a:prstDash val="solid"/>
                    </a:lnR>
                    <a:lnT w="9525" cap="flat" cmpd="sng" algn="ctr">
                      <a:solidFill>
                        <a:srgbClr val="E4EBD6"/>
                      </a:solidFill>
                      <a:prstDash val="solid"/>
                    </a:lnT>
                    <a:lnB w="9525" cap="flat" cmpd="sng" algn="ctr">
                      <a:solidFill>
                        <a:srgbClr val="E4EB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4EBD6"/>
                      </a:solidFill>
                      <a:prstDash val="solid"/>
                    </a:lnL>
                    <a:lnR w="9525" cap="flat" cmpd="sng" algn="ctr">
                      <a:solidFill>
                        <a:srgbClr val="E4EBD6"/>
                      </a:solidFill>
                      <a:prstDash val="solid"/>
                    </a:lnR>
                    <a:lnT w="9525" cap="flat" cmpd="sng" algn="ctr">
                      <a:solidFill>
                        <a:srgbClr val="E4EBD6"/>
                      </a:solidFill>
                      <a:prstDash val="solid"/>
                    </a:lnT>
                    <a:lnB w="9525" cap="flat" cmpd="sng" algn="ctr">
                      <a:solidFill>
                        <a:srgbClr val="E4EB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49562E"/>
                          </a:solidFill>
                        </a:rPr>
                        <a:t>질병 진단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4EBD6"/>
                      </a:solidFill>
                      <a:prstDash val="solid"/>
                    </a:lnL>
                    <a:lnR w="9525" cap="flat" cmpd="sng" algn="ctr">
                      <a:solidFill>
                        <a:srgbClr val="E4EBD6"/>
                      </a:solidFill>
                      <a:prstDash val="solid"/>
                    </a:lnR>
                    <a:lnT w="9525" cap="flat" cmpd="sng" algn="ctr">
                      <a:solidFill>
                        <a:srgbClr val="E4EBD6"/>
                      </a:solidFill>
                      <a:prstDash val="solid"/>
                    </a:lnT>
                    <a:lnB w="9525" cap="flat" cmpd="sng" algn="ctr">
                      <a:solidFill>
                        <a:srgbClr val="E4EBD6"/>
                      </a:solidFill>
                      <a:prstDash val="solid"/>
                    </a:lnB>
                    <a:solidFill>
                      <a:srgbClr val="E4EB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4EBD6"/>
                      </a:solidFill>
                      <a:prstDash val="solid"/>
                    </a:lnL>
                    <a:lnR w="9525" cap="flat" cmpd="sng" algn="ctr">
                      <a:solidFill>
                        <a:srgbClr val="E4EBD6"/>
                      </a:solidFill>
                      <a:prstDash val="solid"/>
                    </a:lnR>
                    <a:lnT w="9525" cap="flat" cmpd="sng" algn="ctr">
                      <a:solidFill>
                        <a:srgbClr val="E4EBD6"/>
                      </a:solidFill>
                      <a:prstDash val="solid"/>
                    </a:lnT>
                    <a:lnB w="9525" cap="flat" cmpd="sng" algn="ctr">
                      <a:solidFill>
                        <a:srgbClr val="E4EBD6"/>
                      </a:solidFill>
                      <a:prstDash val="solid"/>
                    </a:lnB>
                    <a:solidFill>
                      <a:srgbClr val="F6F8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4EBD6"/>
                      </a:solidFill>
                      <a:prstDash val="solid"/>
                    </a:lnL>
                    <a:lnR w="9525" cap="flat" cmpd="sng" algn="ctr">
                      <a:solidFill>
                        <a:srgbClr val="E4EBD6"/>
                      </a:solidFill>
                      <a:prstDash val="solid"/>
                    </a:lnR>
                    <a:lnT w="9525" cap="flat" cmpd="sng" algn="ctr">
                      <a:solidFill>
                        <a:srgbClr val="E4EBD6"/>
                      </a:solidFill>
                      <a:prstDash val="solid"/>
                    </a:lnT>
                    <a:lnB w="9525" cap="flat" cmpd="sng" algn="ctr">
                      <a:solidFill>
                        <a:srgbClr val="E4EBD6"/>
                      </a:solidFill>
                      <a:prstDash val="solid"/>
                    </a:lnB>
                    <a:solidFill>
                      <a:srgbClr val="F6F8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4EBD6"/>
                      </a:solidFill>
                      <a:prstDash val="solid"/>
                    </a:lnL>
                    <a:lnR w="9525" cap="flat" cmpd="sng" algn="ctr">
                      <a:solidFill>
                        <a:srgbClr val="E4EBD6"/>
                      </a:solidFill>
                      <a:prstDash val="solid"/>
                    </a:lnR>
                    <a:lnT w="9525" cap="flat" cmpd="sng" algn="ctr">
                      <a:solidFill>
                        <a:srgbClr val="E4EBD6"/>
                      </a:solidFill>
                      <a:prstDash val="solid"/>
                    </a:lnT>
                    <a:lnB w="9525" cap="flat" cmpd="sng" algn="ctr">
                      <a:solidFill>
                        <a:srgbClr val="E4EBD6"/>
                      </a:solidFill>
                      <a:prstDash val="solid"/>
                    </a:lnB>
                    <a:solidFill>
                      <a:srgbClr val="F6F8F2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49562E"/>
                          </a:solidFill>
                        </a:rPr>
                        <a:t>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4EBD6"/>
                      </a:solidFill>
                      <a:prstDash val="solid"/>
                    </a:lnL>
                    <a:lnR w="9525" cap="flat" cmpd="sng" algn="ctr">
                      <a:solidFill>
                        <a:srgbClr val="E4EBD6"/>
                      </a:solidFill>
                      <a:prstDash val="solid"/>
                    </a:lnR>
                    <a:lnT w="9525" cap="flat" cmpd="sng" algn="ctr">
                      <a:solidFill>
                        <a:srgbClr val="E4EBD6"/>
                      </a:solidFill>
                      <a:prstDash val="solid"/>
                    </a:lnT>
                    <a:lnB w="9525" cap="flat" cmpd="sng" algn="ctr">
                      <a:solidFill>
                        <a:srgbClr val="E4EBD6"/>
                      </a:solidFill>
                      <a:prstDash val="solid"/>
                    </a:lnB>
                    <a:solidFill>
                      <a:srgbClr val="E4EB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4EBD6"/>
                      </a:solidFill>
                      <a:prstDash val="solid"/>
                    </a:lnL>
                    <a:lnR w="9525" cap="flat" cmpd="sng" algn="ctr">
                      <a:solidFill>
                        <a:srgbClr val="E4EBD6"/>
                      </a:solidFill>
                      <a:prstDash val="solid"/>
                    </a:lnR>
                    <a:lnT w="9525" cap="flat" cmpd="sng" algn="ctr">
                      <a:solidFill>
                        <a:srgbClr val="E4EBD6"/>
                      </a:solidFill>
                      <a:prstDash val="solid"/>
                    </a:lnT>
                    <a:lnB w="9525" cap="flat" cmpd="sng" algn="ctr">
                      <a:solidFill>
                        <a:srgbClr val="E4EB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4EBD6"/>
                      </a:solidFill>
                      <a:prstDash val="solid"/>
                    </a:lnL>
                    <a:lnR w="9525" cap="flat" cmpd="sng" algn="ctr">
                      <a:solidFill>
                        <a:srgbClr val="E4EBD6"/>
                      </a:solidFill>
                      <a:prstDash val="solid"/>
                    </a:lnR>
                    <a:lnT w="9525" cap="flat" cmpd="sng" algn="ctr">
                      <a:solidFill>
                        <a:srgbClr val="E4EBD6"/>
                      </a:solidFill>
                      <a:prstDash val="solid"/>
                    </a:lnT>
                    <a:lnB w="9525" cap="flat" cmpd="sng" algn="ctr">
                      <a:solidFill>
                        <a:srgbClr val="E4EB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4EBD6"/>
                      </a:solidFill>
                      <a:prstDash val="solid"/>
                    </a:lnL>
                    <a:lnR w="9525" cap="flat" cmpd="sng" algn="ctr">
                      <a:solidFill>
                        <a:srgbClr val="E4EBD6"/>
                      </a:solidFill>
                      <a:prstDash val="solid"/>
                    </a:lnR>
                    <a:lnT w="9525" cap="flat" cmpd="sng" algn="ctr">
                      <a:solidFill>
                        <a:srgbClr val="E4EBD6"/>
                      </a:solidFill>
                      <a:prstDash val="solid"/>
                    </a:lnT>
                    <a:lnB w="9525" cap="flat" cmpd="sng" algn="ctr">
                      <a:solidFill>
                        <a:srgbClr val="E4EB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49562E"/>
                          </a:solidFill>
                        </a:rPr>
                        <a:t>뇌·심장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4EBD6"/>
                      </a:solidFill>
                      <a:prstDash val="solid"/>
                    </a:lnL>
                    <a:lnR w="9525" cap="flat" cmpd="sng" algn="ctr">
                      <a:solidFill>
                        <a:srgbClr val="E4EBD6"/>
                      </a:solidFill>
                      <a:prstDash val="solid"/>
                    </a:lnR>
                    <a:lnT w="9525" cap="flat" cmpd="sng" algn="ctr">
                      <a:solidFill>
                        <a:srgbClr val="E4EBD6"/>
                      </a:solidFill>
                      <a:prstDash val="solid"/>
                    </a:lnT>
                    <a:lnB w="9525" cap="flat" cmpd="sng" algn="ctr">
                      <a:solidFill>
                        <a:srgbClr val="E4EBD6"/>
                      </a:solidFill>
                      <a:prstDash val="solid"/>
                    </a:lnB>
                    <a:solidFill>
                      <a:srgbClr val="E4EB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4EBD6"/>
                      </a:solidFill>
                      <a:prstDash val="solid"/>
                    </a:lnL>
                    <a:lnR w="9525" cap="flat" cmpd="sng" algn="ctr">
                      <a:solidFill>
                        <a:srgbClr val="E4EBD6"/>
                      </a:solidFill>
                      <a:prstDash val="solid"/>
                    </a:lnR>
                    <a:lnT w="9525" cap="flat" cmpd="sng" algn="ctr">
                      <a:solidFill>
                        <a:srgbClr val="E4EBD6"/>
                      </a:solidFill>
                      <a:prstDash val="solid"/>
                    </a:lnT>
                    <a:lnB w="9525" cap="flat" cmpd="sng" algn="ctr">
                      <a:solidFill>
                        <a:srgbClr val="E4EBD6"/>
                      </a:solidFill>
                      <a:prstDash val="solid"/>
                    </a:lnB>
                    <a:solidFill>
                      <a:srgbClr val="F6F8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4EBD6"/>
                      </a:solidFill>
                      <a:prstDash val="solid"/>
                    </a:lnL>
                    <a:lnR w="9525" cap="flat" cmpd="sng" algn="ctr">
                      <a:solidFill>
                        <a:srgbClr val="E4EBD6"/>
                      </a:solidFill>
                      <a:prstDash val="solid"/>
                    </a:lnR>
                    <a:lnT w="9525" cap="flat" cmpd="sng" algn="ctr">
                      <a:solidFill>
                        <a:srgbClr val="E4EBD6"/>
                      </a:solidFill>
                      <a:prstDash val="solid"/>
                    </a:lnT>
                    <a:lnB w="9525" cap="flat" cmpd="sng" algn="ctr">
                      <a:solidFill>
                        <a:srgbClr val="E4EBD6"/>
                      </a:solidFill>
                      <a:prstDash val="solid"/>
                    </a:lnB>
                    <a:solidFill>
                      <a:srgbClr val="F6F8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4EBD6"/>
                      </a:solidFill>
                      <a:prstDash val="solid"/>
                    </a:lnL>
                    <a:lnR w="9525" cap="flat" cmpd="sng" algn="ctr">
                      <a:solidFill>
                        <a:srgbClr val="E4EBD6"/>
                      </a:solidFill>
                      <a:prstDash val="solid"/>
                    </a:lnR>
                    <a:lnT w="9525" cap="flat" cmpd="sng" algn="ctr">
                      <a:solidFill>
                        <a:srgbClr val="E4EBD6"/>
                      </a:solidFill>
                      <a:prstDash val="solid"/>
                    </a:lnT>
                    <a:lnB w="9525" cap="flat" cmpd="sng" algn="ctr">
                      <a:solidFill>
                        <a:srgbClr val="E4EBD6"/>
                      </a:solidFill>
                      <a:prstDash val="solid"/>
                    </a:lnB>
                    <a:solidFill>
                      <a:srgbClr val="F6F8F2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49562E"/>
                          </a:solidFill>
                        </a:rPr>
                        <a:t>입원·수술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4EBD6"/>
                      </a:solidFill>
                      <a:prstDash val="solid"/>
                    </a:lnL>
                    <a:lnR w="9525" cap="flat" cmpd="sng" algn="ctr">
                      <a:solidFill>
                        <a:srgbClr val="E4EBD6"/>
                      </a:solidFill>
                      <a:prstDash val="solid"/>
                    </a:lnR>
                    <a:lnT w="9525" cap="flat" cmpd="sng" algn="ctr">
                      <a:solidFill>
                        <a:srgbClr val="E4EBD6"/>
                      </a:solidFill>
                      <a:prstDash val="solid"/>
                    </a:lnT>
                    <a:lnB w="9525" cap="flat" cmpd="sng" algn="ctr">
                      <a:solidFill>
                        <a:srgbClr val="E4EBD6"/>
                      </a:solidFill>
                      <a:prstDash val="solid"/>
                    </a:lnB>
                    <a:solidFill>
                      <a:srgbClr val="E4EB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4EBD6"/>
                      </a:solidFill>
                      <a:prstDash val="solid"/>
                    </a:lnL>
                    <a:lnR w="9525" cap="flat" cmpd="sng" algn="ctr">
                      <a:solidFill>
                        <a:srgbClr val="E4EBD6"/>
                      </a:solidFill>
                      <a:prstDash val="solid"/>
                    </a:lnR>
                    <a:lnT w="9525" cap="flat" cmpd="sng" algn="ctr">
                      <a:solidFill>
                        <a:srgbClr val="E4EBD6"/>
                      </a:solidFill>
                      <a:prstDash val="solid"/>
                    </a:lnT>
                    <a:lnB w="9525" cap="flat" cmpd="sng" algn="ctr">
                      <a:solidFill>
                        <a:srgbClr val="E4EB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4EBD6"/>
                      </a:solidFill>
                      <a:prstDash val="solid"/>
                    </a:lnL>
                    <a:lnR w="9525" cap="flat" cmpd="sng" algn="ctr">
                      <a:solidFill>
                        <a:srgbClr val="E4EBD6"/>
                      </a:solidFill>
                      <a:prstDash val="solid"/>
                    </a:lnR>
                    <a:lnT w="9525" cap="flat" cmpd="sng" algn="ctr">
                      <a:solidFill>
                        <a:srgbClr val="E4EBD6"/>
                      </a:solidFill>
                      <a:prstDash val="solid"/>
                    </a:lnT>
                    <a:lnB w="9525" cap="flat" cmpd="sng" algn="ctr">
                      <a:solidFill>
                        <a:srgbClr val="E4EB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4EBD6"/>
                      </a:solidFill>
                      <a:prstDash val="solid"/>
                    </a:lnL>
                    <a:lnR w="9525" cap="flat" cmpd="sng" algn="ctr">
                      <a:solidFill>
                        <a:srgbClr val="E4EBD6"/>
                      </a:solidFill>
                      <a:prstDash val="solid"/>
                    </a:lnR>
                    <a:lnT w="9525" cap="flat" cmpd="sng" algn="ctr">
                      <a:solidFill>
                        <a:srgbClr val="E4EBD6"/>
                      </a:solidFill>
                      <a:prstDash val="solid"/>
                    </a:lnT>
                    <a:lnB w="9525" cap="flat" cmpd="sng" algn="ctr">
                      <a:solidFill>
                        <a:srgbClr val="E4EB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49562E"/>
                          </a:solidFill>
                        </a:rPr>
                        <a:t>상해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4EBD6"/>
                      </a:solidFill>
                      <a:prstDash val="solid"/>
                    </a:lnL>
                    <a:lnR w="9525" cap="flat" cmpd="sng" algn="ctr">
                      <a:solidFill>
                        <a:srgbClr val="E4EBD6"/>
                      </a:solidFill>
                      <a:prstDash val="solid"/>
                    </a:lnR>
                    <a:lnT w="9525" cap="flat" cmpd="sng" algn="ctr">
                      <a:solidFill>
                        <a:srgbClr val="E4EBD6"/>
                      </a:solidFill>
                      <a:prstDash val="solid"/>
                    </a:lnT>
                    <a:lnB w="9525" cap="flat" cmpd="sng" algn="ctr">
                      <a:solidFill>
                        <a:srgbClr val="E4EBD6"/>
                      </a:solidFill>
                      <a:prstDash val="solid"/>
                    </a:lnB>
                    <a:solidFill>
                      <a:srgbClr val="E4EB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4EBD6"/>
                      </a:solidFill>
                      <a:prstDash val="solid"/>
                    </a:lnL>
                    <a:lnR w="9525" cap="flat" cmpd="sng" algn="ctr">
                      <a:solidFill>
                        <a:srgbClr val="E4EBD6"/>
                      </a:solidFill>
                      <a:prstDash val="solid"/>
                    </a:lnR>
                    <a:lnT w="9525" cap="flat" cmpd="sng" algn="ctr">
                      <a:solidFill>
                        <a:srgbClr val="E4EBD6"/>
                      </a:solidFill>
                      <a:prstDash val="solid"/>
                    </a:lnT>
                    <a:lnB w="9525" cap="flat" cmpd="sng" algn="ctr">
                      <a:solidFill>
                        <a:srgbClr val="E4EBD6"/>
                      </a:solidFill>
                      <a:prstDash val="solid"/>
                    </a:lnB>
                    <a:solidFill>
                      <a:srgbClr val="F6F8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4EBD6"/>
                      </a:solidFill>
                      <a:prstDash val="solid"/>
                    </a:lnL>
                    <a:lnR w="9525" cap="flat" cmpd="sng" algn="ctr">
                      <a:solidFill>
                        <a:srgbClr val="E4EBD6"/>
                      </a:solidFill>
                      <a:prstDash val="solid"/>
                    </a:lnR>
                    <a:lnT w="9525" cap="flat" cmpd="sng" algn="ctr">
                      <a:solidFill>
                        <a:srgbClr val="E4EBD6"/>
                      </a:solidFill>
                      <a:prstDash val="solid"/>
                    </a:lnT>
                    <a:lnB w="9525" cap="flat" cmpd="sng" algn="ctr">
                      <a:solidFill>
                        <a:srgbClr val="E4EBD6"/>
                      </a:solidFill>
                      <a:prstDash val="solid"/>
                    </a:lnB>
                    <a:solidFill>
                      <a:srgbClr val="F6F8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4EBD6"/>
                      </a:solidFill>
                      <a:prstDash val="solid"/>
                    </a:lnL>
                    <a:lnR w="9525" cap="flat" cmpd="sng" algn="ctr">
                      <a:solidFill>
                        <a:srgbClr val="E4EBD6"/>
                      </a:solidFill>
                      <a:prstDash val="solid"/>
                    </a:lnR>
                    <a:lnT w="9525" cap="flat" cmpd="sng" algn="ctr">
                      <a:solidFill>
                        <a:srgbClr val="E4EBD6"/>
                      </a:solidFill>
                      <a:prstDash val="solid"/>
                    </a:lnT>
                    <a:lnB w="9525" cap="flat" cmpd="sng" algn="ctr">
                      <a:solidFill>
                        <a:srgbClr val="E4EBD6"/>
                      </a:solidFill>
                      <a:prstDash val="solid"/>
                    </a:lnB>
                    <a:solidFill>
                      <a:srgbClr val="F6F8F2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49562E"/>
                          </a:solidFill>
                        </a:rPr>
                        <a:t>실손의료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4EBD6"/>
                      </a:solidFill>
                      <a:prstDash val="solid"/>
                    </a:lnL>
                    <a:lnR w="9525" cap="flat" cmpd="sng" algn="ctr">
                      <a:solidFill>
                        <a:srgbClr val="E4EBD6"/>
                      </a:solidFill>
                      <a:prstDash val="solid"/>
                    </a:lnR>
                    <a:lnT w="9525" cap="flat" cmpd="sng" algn="ctr">
                      <a:solidFill>
                        <a:srgbClr val="E4EBD6"/>
                      </a:solidFill>
                      <a:prstDash val="solid"/>
                    </a:lnT>
                    <a:lnB w="9525" cap="flat" cmpd="sng" algn="ctr">
                      <a:solidFill>
                        <a:srgbClr val="E4EBD6"/>
                      </a:solidFill>
                      <a:prstDash val="solid"/>
                    </a:lnB>
                    <a:solidFill>
                      <a:srgbClr val="E4EB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4EBD6"/>
                      </a:solidFill>
                      <a:prstDash val="solid"/>
                    </a:lnL>
                    <a:lnR w="9525" cap="flat" cmpd="sng" algn="ctr">
                      <a:solidFill>
                        <a:srgbClr val="E4EBD6"/>
                      </a:solidFill>
                      <a:prstDash val="solid"/>
                    </a:lnR>
                    <a:lnT w="9525" cap="flat" cmpd="sng" algn="ctr">
                      <a:solidFill>
                        <a:srgbClr val="E4EBD6"/>
                      </a:solidFill>
                      <a:prstDash val="solid"/>
                    </a:lnT>
                    <a:lnB w="9525" cap="flat" cmpd="sng" algn="ctr">
                      <a:solidFill>
                        <a:srgbClr val="E4EB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4EBD6"/>
                      </a:solidFill>
                      <a:prstDash val="solid"/>
                    </a:lnL>
                    <a:lnR w="9525" cap="flat" cmpd="sng" algn="ctr">
                      <a:solidFill>
                        <a:srgbClr val="E4EBD6"/>
                      </a:solidFill>
                      <a:prstDash val="solid"/>
                    </a:lnR>
                    <a:lnT w="9525" cap="flat" cmpd="sng" algn="ctr">
                      <a:solidFill>
                        <a:srgbClr val="E4EBD6"/>
                      </a:solidFill>
                      <a:prstDash val="solid"/>
                    </a:lnT>
                    <a:lnB w="9525" cap="flat" cmpd="sng" algn="ctr">
                      <a:solidFill>
                        <a:srgbClr val="E4EB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4EBD6"/>
                      </a:solidFill>
                      <a:prstDash val="solid"/>
                    </a:lnL>
                    <a:lnR w="9525" cap="flat" cmpd="sng" algn="ctr">
                      <a:solidFill>
                        <a:srgbClr val="E4EBD6"/>
                      </a:solidFill>
                      <a:prstDash val="solid"/>
                    </a:lnR>
                    <a:lnT w="9525" cap="flat" cmpd="sng" algn="ctr">
                      <a:solidFill>
                        <a:srgbClr val="E4EBD6"/>
                      </a:solidFill>
                      <a:prstDash val="solid"/>
                    </a:lnT>
                    <a:lnB w="9525" cap="flat" cmpd="sng" algn="ctr">
                      <a:solidFill>
                        <a:srgbClr val="E4EB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49562E"/>
                          </a:solidFill>
                        </a:rPr>
                        <a:t>연금·노후자금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4EBD6"/>
                      </a:solidFill>
                      <a:prstDash val="solid"/>
                    </a:lnL>
                    <a:lnR w="9525" cap="flat" cmpd="sng" algn="ctr">
                      <a:solidFill>
                        <a:srgbClr val="E4EBD6"/>
                      </a:solidFill>
                      <a:prstDash val="solid"/>
                    </a:lnR>
                    <a:lnT w="9525" cap="flat" cmpd="sng" algn="ctr">
                      <a:solidFill>
                        <a:srgbClr val="E4EBD6"/>
                      </a:solidFill>
                      <a:prstDash val="solid"/>
                    </a:lnT>
                    <a:lnB w="9525" cap="flat" cmpd="sng" algn="ctr">
                      <a:solidFill>
                        <a:srgbClr val="E4EBD6"/>
                      </a:solidFill>
                      <a:prstDash val="solid"/>
                    </a:lnB>
                    <a:solidFill>
                      <a:srgbClr val="E4EB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4EBD6"/>
                      </a:solidFill>
                      <a:prstDash val="solid"/>
                    </a:lnL>
                    <a:lnR w="9525" cap="flat" cmpd="sng" algn="ctr">
                      <a:solidFill>
                        <a:srgbClr val="E4EBD6"/>
                      </a:solidFill>
                      <a:prstDash val="solid"/>
                    </a:lnR>
                    <a:lnT w="9525" cap="flat" cmpd="sng" algn="ctr">
                      <a:solidFill>
                        <a:srgbClr val="E4EBD6"/>
                      </a:solidFill>
                      <a:prstDash val="solid"/>
                    </a:lnT>
                    <a:lnB w="9525" cap="flat" cmpd="sng" algn="ctr">
                      <a:solidFill>
                        <a:srgbClr val="E4EBD6"/>
                      </a:solidFill>
                      <a:prstDash val="solid"/>
                    </a:lnB>
                    <a:solidFill>
                      <a:srgbClr val="F6F8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4EBD6"/>
                      </a:solidFill>
                      <a:prstDash val="solid"/>
                    </a:lnL>
                    <a:lnR w="9525" cap="flat" cmpd="sng" algn="ctr">
                      <a:solidFill>
                        <a:srgbClr val="E4EBD6"/>
                      </a:solidFill>
                      <a:prstDash val="solid"/>
                    </a:lnR>
                    <a:lnT w="9525" cap="flat" cmpd="sng" algn="ctr">
                      <a:solidFill>
                        <a:srgbClr val="E4EBD6"/>
                      </a:solidFill>
                      <a:prstDash val="solid"/>
                    </a:lnT>
                    <a:lnB w="9525" cap="flat" cmpd="sng" algn="ctr">
                      <a:solidFill>
                        <a:srgbClr val="E4EBD6"/>
                      </a:solidFill>
                      <a:prstDash val="solid"/>
                    </a:lnB>
                    <a:solidFill>
                      <a:srgbClr val="F6F8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4EBD6"/>
                      </a:solidFill>
                      <a:prstDash val="solid"/>
                    </a:lnL>
                    <a:lnR w="9525" cap="flat" cmpd="sng" algn="ctr">
                      <a:solidFill>
                        <a:srgbClr val="E4EBD6"/>
                      </a:solidFill>
                      <a:prstDash val="solid"/>
                    </a:lnR>
                    <a:lnT w="9525" cap="flat" cmpd="sng" algn="ctr">
                      <a:solidFill>
                        <a:srgbClr val="E4EBD6"/>
                      </a:solidFill>
                      <a:prstDash val="solid"/>
                    </a:lnT>
                    <a:lnB w="9525" cap="flat" cmpd="sng" algn="ctr">
                      <a:solidFill>
                        <a:srgbClr val="E4EBD6"/>
                      </a:solidFill>
                      <a:prstDash val="solid"/>
                    </a:lnB>
                    <a:solidFill>
                      <a:srgbClr val="F6F8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6035040"/>
            <a:ext cx="1737360" cy="822960"/>
          </a:xfrm>
          <a:prstGeom prst="rtTriangle">
            <a:avLst/>
          </a:prstGeom>
          <a:solidFill>
            <a:srgbClr val="E4EBD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0" y="6400800"/>
            <a:ext cx="914400" cy="457200"/>
          </a:xfrm>
          <a:prstGeom prst="rtTriangle">
            <a:avLst/>
          </a:prstGeom>
          <a:solidFill>
            <a:srgbClr val="81985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 rot="1287735">
            <a:off x="11259931" y="293982"/>
            <a:ext cx="263050" cy="263050"/>
          </a:xfrm>
          <a:prstGeom prst="teardrop">
            <a:avLst/>
          </a:prstGeom>
          <a:solidFill>
            <a:srgbClr val="81985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 rot="15367152">
            <a:off x="10931622" y="194032"/>
            <a:ext cx="300480" cy="300480"/>
          </a:xfrm>
          <a:prstGeom prst="teardrop">
            <a:avLst/>
          </a:prstGeom>
          <a:solidFill>
            <a:srgbClr val="E4EBD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 rot="1911692">
            <a:off x="11641835" y="374306"/>
            <a:ext cx="243015" cy="243015"/>
          </a:xfrm>
          <a:prstGeom prst="teardrop">
            <a:avLst/>
          </a:prstGeom>
          <a:solidFill>
            <a:srgbClr val="47528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 rot="17060698">
            <a:off x="11059686" y="927535"/>
            <a:ext cx="307884" cy="307884"/>
          </a:xfrm>
          <a:prstGeom prst="teardrop">
            <a:avLst/>
          </a:prstGeom>
          <a:solidFill>
            <a:srgbClr val="81985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 rot="6035763">
            <a:off x="11313735" y="793406"/>
            <a:ext cx="274045" cy="274045"/>
          </a:xfrm>
          <a:prstGeom prst="teardrop">
            <a:avLst/>
          </a:prstGeom>
          <a:solidFill>
            <a:srgbClr val="E4EBD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 rot="19206430">
            <a:off x="11513197" y="267765"/>
            <a:ext cx="191700" cy="191700"/>
          </a:xfrm>
          <a:prstGeom prst="teardrop">
            <a:avLst/>
          </a:prstGeom>
          <a:solidFill>
            <a:srgbClr val="47528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장식"/>
          <p:cNvSpPr/>
          <p:nvPr/>
        </p:nvSpPr>
        <p:spPr>
          <a:xfrm rot="16250646">
            <a:off x="10952989" y="1098889"/>
            <a:ext cx="309134" cy="309134"/>
          </a:xfrm>
          <a:prstGeom prst="teardrop">
            <a:avLst/>
          </a:prstGeom>
          <a:solidFill>
            <a:srgbClr val="81985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장식"/>
          <p:cNvSpPr/>
          <p:nvPr/>
        </p:nvSpPr>
        <p:spPr>
          <a:xfrm rot="15335768">
            <a:off x="11235932" y="165151"/>
            <a:ext cx="247593" cy="247593"/>
          </a:xfrm>
          <a:prstGeom prst="teardrop">
            <a:avLst/>
          </a:prstGeom>
          <a:solidFill>
            <a:srgbClr val="E4EBD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972281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49562E"/>
                </a:solidFill>
              </a:rPr>
              <a:t>월 보험료 한눈에</a:t>
            </a:r>
          </a:p>
        </p:txBody>
      </p:sp>
      <p:sp>
        <p:nvSpPr>
          <p:cNvPr id="13" name="카드 1"/>
          <p:cNvSpPr/>
          <p:nvPr/>
        </p:nvSpPr>
        <p:spPr>
          <a:xfrm>
            <a:off x="640080" y="1600200"/>
            <a:ext cx="3484778" cy="2926080"/>
          </a:xfrm>
          <a:prstGeom prst="roundRect">
            <a:avLst>
              <a:gd name="adj" fmla="val 8000"/>
            </a:avLst>
          </a:prstGeom>
          <a:solidFill>
            <a:srgbClr val="F6F8F2"/>
          </a:solidFill>
          <a:ln w="15875">
            <a:solidFill>
              <a:srgbClr val="E4EBD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번호 1"/>
          <p:cNvSpPr/>
          <p:nvPr/>
        </p:nvSpPr>
        <p:spPr>
          <a:xfrm>
            <a:off x="822959" y="1783080"/>
            <a:ext cx="457200" cy="457200"/>
          </a:xfrm>
          <a:prstGeom prst="ellipse">
            <a:avLst/>
          </a:prstGeom>
          <a:solidFill>
            <a:srgbClr val="819852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2377440"/>
            <a:ext cx="321045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1" i="0">
                <a:solidFill>
                  <a:srgbClr val="49562E"/>
                </a:solidFill>
              </a:rPr>
              <a:t>월 보험료 합계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3063240"/>
            <a:ext cx="3210458" cy="13258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3000" b="0" i="0">
                <a:solidFill>
                  <a:srgbClr val="2B2B2B"/>
                </a:solidFill>
              </a:rPr>
              <a:t>0원</a:t>
            </a:r>
          </a:p>
        </p:txBody>
      </p:sp>
      <p:sp>
        <p:nvSpPr>
          <p:cNvPr id="17" name="카드 2"/>
          <p:cNvSpPr/>
          <p:nvPr/>
        </p:nvSpPr>
        <p:spPr>
          <a:xfrm>
            <a:off x="4353458" y="1600200"/>
            <a:ext cx="3484778" cy="2926080"/>
          </a:xfrm>
          <a:prstGeom prst="roundRect">
            <a:avLst>
              <a:gd name="adj" fmla="val 8000"/>
            </a:avLst>
          </a:prstGeom>
          <a:solidFill>
            <a:srgbClr val="F6F8F2"/>
          </a:solidFill>
          <a:ln w="15875">
            <a:solidFill>
              <a:srgbClr val="E4EBD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번호 2"/>
          <p:cNvSpPr/>
          <p:nvPr/>
        </p:nvSpPr>
        <p:spPr>
          <a:xfrm>
            <a:off x="4536338" y="1783080"/>
            <a:ext cx="457200" cy="457200"/>
          </a:xfrm>
          <a:prstGeom prst="ellipse">
            <a:avLst/>
          </a:prstGeom>
          <a:solidFill>
            <a:srgbClr val="819852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90618" y="2377440"/>
            <a:ext cx="321045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1" i="0">
                <a:solidFill>
                  <a:srgbClr val="49562E"/>
                </a:solidFill>
              </a:rPr>
              <a:t>연 보험료 합계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90618" y="3063240"/>
            <a:ext cx="3210458" cy="13258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3000" b="0" i="0">
                <a:solidFill>
                  <a:srgbClr val="2B2B2B"/>
                </a:solidFill>
              </a:rPr>
              <a:t>0원</a:t>
            </a:r>
          </a:p>
        </p:txBody>
      </p:sp>
      <p:sp>
        <p:nvSpPr>
          <p:cNvPr id="21" name="카드 3"/>
          <p:cNvSpPr/>
          <p:nvPr/>
        </p:nvSpPr>
        <p:spPr>
          <a:xfrm>
            <a:off x="8066836" y="1600200"/>
            <a:ext cx="3484778" cy="2926080"/>
          </a:xfrm>
          <a:prstGeom prst="roundRect">
            <a:avLst>
              <a:gd name="adj" fmla="val 8000"/>
            </a:avLst>
          </a:prstGeom>
          <a:solidFill>
            <a:srgbClr val="F6F8F2"/>
          </a:solidFill>
          <a:ln w="15875">
            <a:solidFill>
              <a:srgbClr val="E4EBD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번호 3"/>
          <p:cNvSpPr/>
          <p:nvPr/>
        </p:nvSpPr>
        <p:spPr>
          <a:xfrm>
            <a:off x="8249716" y="1783080"/>
            <a:ext cx="457200" cy="457200"/>
          </a:xfrm>
          <a:prstGeom prst="ellipse">
            <a:avLst/>
          </a:prstGeom>
          <a:solidFill>
            <a:srgbClr val="819852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03996" y="2377440"/>
            <a:ext cx="321045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1" i="0">
                <a:solidFill>
                  <a:srgbClr val="49562E"/>
                </a:solidFill>
              </a:rPr>
              <a:t>월 소득 대비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03996" y="3063240"/>
            <a:ext cx="3210458" cy="13258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3000" b="0" i="0">
                <a:solidFill>
                  <a:srgbClr val="2B2B2B"/>
                </a:solidFill>
              </a:rPr>
              <a:t>0 %</a:t>
            </a:r>
          </a:p>
        </p:txBody>
      </p:sp>
      <p:sp>
        <p:nvSpPr>
          <p:cNvPr id="25" name="안내"/>
          <p:cNvSpPr txBox="1"/>
          <p:nvPr/>
        </p:nvSpPr>
        <p:spPr>
          <a:xfrm>
            <a:off x="640080" y="4709160"/>
            <a:ext cx="10911535" cy="365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100" b="0" i="1">
                <a:solidFill>
                  <a:srgbClr val="777777"/>
                </a:solidFill>
              </a:rPr>
              <a:t>숫자를 눌러 직접 고쳐 쓰세요.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6035040"/>
            <a:ext cx="1737360" cy="822960"/>
          </a:xfrm>
          <a:prstGeom prst="rtTriangle">
            <a:avLst/>
          </a:prstGeom>
          <a:solidFill>
            <a:srgbClr val="E4EBD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0" y="6400800"/>
            <a:ext cx="914400" cy="457200"/>
          </a:xfrm>
          <a:prstGeom prst="rtTriangle">
            <a:avLst/>
          </a:prstGeom>
          <a:solidFill>
            <a:srgbClr val="81985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 rot="1287735">
            <a:off x="11259931" y="293982"/>
            <a:ext cx="263050" cy="263050"/>
          </a:xfrm>
          <a:prstGeom prst="teardrop">
            <a:avLst/>
          </a:prstGeom>
          <a:solidFill>
            <a:srgbClr val="81985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 rot="15367152">
            <a:off x="10931622" y="194032"/>
            <a:ext cx="300480" cy="300480"/>
          </a:xfrm>
          <a:prstGeom prst="teardrop">
            <a:avLst/>
          </a:prstGeom>
          <a:solidFill>
            <a:srgbClr val="E4EBD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 rot="1911692">
            <a:off x="11641835" y="374306"/>
            <a:ext cx="243015" cy="243015"/>
          </a:xfrm>
          <a:prstGeom prst="teardrop">
            <a:avLst/>
          </a:prstGeom>
          <a:solidFill>
            <a:srgbClr val="47528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 rot="17060698">
            <a:off x="11059686" y="927535"/>
            <a:ext cx="307884" cy="307884"/>
          </a:xfrm>
          <a:prstGeom prst="teardrop">
            <a:avLst/>
          </a:prstGeom>
          <a:solidFill>
            <a:srgbClr val="81985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 rot="6035763">
            <a:off x="11313735" y="793406"/>
            <a:ext cx="274045" cy="274045"/>
          </a:xfrm>
          <a:prstGeom prst="teardrop">
            <a:avLst/>
          </a:prstGeom>
          <a:solidFill>
            <a:srgbClr val="E4EBD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 rot="19206430">
            <a:off x="11513197" y="267765"/>
            <a:ext cx="191700" cy="191700"/>
          </a:xfrm>
          <a:prstGeom prst="teardrop">
            <a:avLst/>
          </a:prstGeom>
          <a:solidFill>
            <a:srgbClr val="47528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장식"/>
          <p:cNvSpPr/>
          <p:nvPr/>
        </p:nvSpPr>
        <p:spPr>
          <a:xfrm rot="16250646">
            <a:off x="10952989" y="1098889"/>
            <a:ext cx="309134" cy="309134"/>
          </a:xfrm>
          <a:prstGeom prst="teardrop">
            <a:avLst/>
          </a:prstGeom>
          <a:solidFill>
            <a:srgbClr val="81985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장식"/>
          <p:cNvSpPr/>
          <p:nvPr/>
        </p:nvSpPr>
        <p:spPr>
          <a:xfrm rot="15335768">
            <a:off x="11235932" y="165151"/>
            <a:ext cx="247593" cy="247593"/>
          </a:xfrm>
          <a:prstGeom prst="teardrop">
            <a:avLst/>
          </a:prstGeom>
          <a:solidFill>
            <a:srgbClr val="E4EBD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972281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49562E"/>
                </a:solidFill>
              </a:rPr>
              <a:t>점검 메모와 다음 할 일</a:t>
            </a:r>
          </a:p>
        </p:txBody>
      </p:sp>
      <p:sp>
        <p:nvSpPr>
          <p:cNvPr id="13" name="카드 1"/>
          <p:cNvSpPr/>
          <p:nvPr/>
        </p:nvSpPr>
        <p:spPr>
          <a:xfrm>
            <a:off x="640080" y="1600200"/>
            <a:ext cx="3484778" cy="4160520"/>
          </a:xfrm>
          <a:prstGeom prst="roundRect">
            <a:avLst>
              <a:gd name="adj" fmla="val 8000"/>
            </a:avLst>
          </a:prstGeom>
          <a:solidFill>
            <a:srgbClr val="F6F8F2"/>
          </a:solidFill>
          <a:ln w="15875">
            <a:solidFill>
              <a:srgbClr val="E4EBD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번호 1"/>
          <p:cNvSpPr/>
          <p:nvPr/>
        </p:nvSpPr>
        <p:spPr>
          <a:xfrm>
            <a:off x="822959" y="1783080"/>
            <a:ext cx="457200" cy="457200"/>
          </a:xfrm>
          <a:prstGeom prst="ellipse">
            <a:avLst/>
          </a:prstGeom>
          <a:solidFill>
            <a:srgbClr val="819852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2377440"/>
            <a:ext cx="321045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49562E"/>
                </a:solidFill>
              </a:rPr>
              <a:t>확인할 것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3063240"/>
            <a:ext cx="3210458" cy="25603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2B2B2B"/>
                </a:solidFill>
              </a:rPr>
              <a:t>내용을 입력하세요</a:t>
            </a:r>
          </a:p>
        </p:txBody>
      </p:sp>
      <p:sp>
        <p:nvSpPr>
          <p:cNvPr id="17" name="카드 2"/>
          <p:cNvSpPr/>
          <p:nvPr/>
        </p:nvSpPr>
        <p:spPr>
          <a:xfrm>
            <a:off x="4353458" y="1600200"/>
            <a:ext cx="3484778" cy="4160520"/>
          </a:xfrm>
          <a:prstGeom prst="roundRect">
            <a:avLst>
              <a:gd name="adj" fmla="val 8000"/>
            </a:avLst>
          </a:prstGeom>
          <a:solidFill>
            <a:srgbClr val="F6F8F2"/>
          </a:solidFill>
          <a:ln w="15875">
            <a:solidFill>
              <a:srgbClr val="E4EBD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번호 2"/>
          <p:cNvSpPr/>
          <p:nvPr/>
        </p:nvSpPr>
        <p:spPr>
          <a:xfrm>
            <a:off x="4536338" y="1783080"/>
            <a:ext cx="457200" cy="457200"/>
          </a:xfrm>
          <a:prstGeom prst="ellipse">
            <a:avLst/>
          </a:prstGeom>
          <a:solidFill>
            <a:srgbClr val="819852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90618" y="2377440"/>
            <a:ext cx="321045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49562E"/>
                </a:solidFill>
              </a:rPr>
              <a:t>문의할 것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90618" y="3063240"/>
            <a:ext cx="3210458" cy="25603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2B2B2B"/>
                </a:solidFill>
              </a:rPr>
              <a:t>내용을 입력하세요</a:t>
            </a:r>
          </a:p>
        </p:txBody>
      </p:sp>
      <p:sp>
        <p:nvSpPr>
          <p:cNvPr id="21" name="카드 3"/>
          <p:cNvSpPr/>
          <p:nvPr/>
        </p:nvSpPr>
        <p:spPr>
          <a:xfrm>
            <a:off x="8066836" y="1600200"/>
            <a:ext cx="3484778" cy="4160520"/>
          </a:xfrm>
          <a:prstGeom prst="roundRect">
            <a:avLst>
              <a:gd name="adj" fmla="val 8000"/>
            </a:avLst>
          </a:prstGeom>
          <a:solidFill>
            <a:srgbClr val="F6F8F2"/>
          </a:solidFill>
          <a:ln w="15875">
            <a:solidFill>
              <a:srgbClr val="E4EBD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번호 3"/>
          <p:cNvSpPr/>
          <p:nvPr/>
        </p:nvSpPr>
        <p:spPr>
          <a:xfrm>
            <a:off x="8249716" y="1783080"/>
            <a:ext cx="457200" cy="457200"/>
          </a:xfrm>
          <a:prstGeom prst="ellipse">
            <a:avLst/>
          </a:prstGeom>
          <a:solidFill>
            <a:srgbClr val="819852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03996" y="2377440"/>
            <a:ext cx="321045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49562E"/>
                </a:solidFill>
              </a:rPr>
              <a:t>정리할 날짜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03996" y="3063240"/>
            <a:ext cx="3210458" cy="25603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2B2B2B"/>
                </a:solidFill>
              </a:rPr>
              <a:t>내용을 입력하세요</a:t>
            </a:r>
          </a:p>
        </p:txBody>
      </p:sp>
      <p:sp>
        <p:nvSpPr>
          <p:cNvPr id="25" name="안내 문구"/>
          <p:cNvSpPr txBox="1"/>
          <p:nvPr/>
        </p:nvSpPr>
        <p:spPr>
          <a:xfrm>
            <a:off x="640080" y="5852160"/>
            <a:ext cx="10911535" cy="54864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100" b="0" i="1">
                <a:solidFill>
                  <a:srgbClr val="777777"/>
                </a:solidFill>
              </a:rPr>
              <a:t>이 양식은 가입 내용을 스스로 정리하기 위한 것이며 보험 가입을 권유하거나 보장의 적정성을 판단하지 않습니다. 정확한 내용은 증권·약관과 가입한 보험회사에서 확인하세요.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보험 보장 점검 발표자료(부부 점검)">
  <a:themeElements>
    <a:clrScheme name="Office">
      <a:dk1>
        <a:sysClr val="windowText" lastClr="000000"/>
      </a:dk1>
      <a:lt1>
        <a:sysClr val="window" lastClr="FFFFFF"/>
      </a:lt1>
      <a:dk2>
        <a:srgbClr val="49562E"/>
      </a:dk2>
      <a:lt2>
        <a:srgbClr val="F6F8F2"/>
      </a:lt2>
      <a:accent1>
        <a:srgbClr val="819852"/>
      </a:accent1>
      <a:accent2>
        <a:srgbClr val="475285"/>
      </a:accent2>
      <a:accent3>
        <a:srgbClr val="49562E"/>
      </a:accent3>
      <a:accent4>
        <a:srgbClr val="E4EBD6"/>
      </a:accent4>
      <a:accent5>
        <a:srgbClr val="64756C"/>
      </a:accent5>
      <a:accent6>
        <a:srgbClr val="929A82"/>
      </a:accent6>
      <a:hlink>
        <a:srgbClr val="819852"/>
      </a:hlink>
      <a:folHlink>
        <a:srgbClr val="49562E"/>
      </a:folHlink>
    </a:clrScheme>
    <a:fontScheme name="Office">
      <a:maj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보험 보장 점검 발표자료(부부 점검)</dc:title>
  <dc:subject/>
  <dc:creator>우체국보험 상담 안내</dc:creator>
  <cp:keywords/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