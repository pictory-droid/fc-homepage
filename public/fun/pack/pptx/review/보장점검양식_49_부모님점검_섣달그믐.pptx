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연락처와 담당자 이름도 적어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