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1938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연락처와 담당자 이름도 적어 둡니다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45738"/>
                <a:gridCol w="3545738"/>
                <a:gridCol w="354573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91938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91938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91938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91938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1938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1938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1938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77240" y="466344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191938"/>
      </a:dk2>
      <a:lt2>
        <a:srgbClr val="F1F1F9"/>
      </a:lt2>
      <a:accent1>
        <a:srgbClr val="29295B"/>
      </a:accent1>
      <a:accent2>
        <a:srgbClr val="8D663F"/>
      </a:accent2>
      <a:accent3>
        <a:srgbClr val="191938"/>
      </a:accent3>
      <a:accent4>
        <a:srgbClr val="D3D3EE"/>
      </a:accent4>
      <a:accent5>
        <a:srgbClr val="5B484D"/>
      </a:accent5>
      <a:accent6>
        <a:srgbClr val="757588"/>
      </a:accent6>
      <a:hlink>
        <a:srgbClr val="29295B"/>
      </a:hlink>
      <a:folHlink>
        <a:srgbClr val="191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