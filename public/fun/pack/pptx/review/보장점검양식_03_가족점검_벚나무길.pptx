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463040" y="3749039"/>
            <a:ext cx="5486400" cy="5486400"/>
          </a:xfrm>
          <a:prstGeom prst="ellips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997190" y="1371600"/>
            <a:ext cx="457200" cy="457200"/>
          </a:xfrm>
          <a:prstGeom prst="ellipse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72525" y="2468879"/>
            <a:ext cx="182880" cy="182880"/>
          </a:xfrm>
          <a:prstGeom prst="ellips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160020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5740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33756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가족 모두의 가입 내역을 한 장에 모읍니다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20624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가족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tar4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3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30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30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30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tar4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tar4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30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30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30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30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30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30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30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30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tar4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2730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2730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2730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tar4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492730"/>
      </a:dk2>
      <a:lt2>
        <a:srgbClr val="FDEAEF"/>
      </a:lt2>
      <a:accent1>
        <a:srgbClr val="ED97AC"/>
      </a:accent1>
      <a:accent2>
        <a:srgbClr val="F3C6BA"/>
      </a:accent2>
      <a:accent3>
        <a:srgbClr val="492730"/>
      </a:accent3>
      <a:accent4>
        <a:srgbClr val="FAD1DB"/>
      </a:accent4>
      <a:accent5>
        <a:srgbClr val="F0AEB3"/>
      </a:accent5>
      <a:accent6>
        <a:srgbClr val="927D83"/>
      </a:accent6>
      <a:hlink>
        <a:srgbClr val="ED97AC"/>
      </a:hlink>
      <a:folHlink>
        <a:srgbClr val="49273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