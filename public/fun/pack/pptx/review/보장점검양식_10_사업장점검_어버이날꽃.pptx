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3901342" y="2057400"/>
            <a:ext cx="1463003" cy="48006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A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2316422" y="1577339"/>
            <a:ext cx="1463003" cy="52806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731501" y="1097279"/>
            <a:ext cx="1463003" cy="576072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AD1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우리 보험 점검 시간</a:t>
            </a:r>
          </a:p>
        </p:txBody>
      </p:sp>
      <p:sp>
        <p:nvSpPr>
          <p:cNvPr id="7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직원 수와 업종을 먼저 적습니다</a:t>
            </a:r>
          </a:p>
        </p:txBody>
      </p:sp>
      <p:sp>
        <p:nvSpPr>
          <p:cNvPr id="8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사업장 점검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95097"/>
          </a:xfrm>
          <a:prstGeom prst="wave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대상 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A5"/>
                      </a:solidFill>
                      <a:prstDash val="solid"/>
                    </a:lnL>
                    <a:lnR w="9525" cap="flat" cmpd="sng" algn="ctr">
                      <a:solidFill>
                        <a:srgbClr val="ED97A5"/>
                      </a:solidFill>
                      <a:prstDash val="solid"/>
                    </a:lnR>
                    <a:lnT w="9525" cap="flat" cmpd="sng" algn="ctr">
                      <a:solidFill>
                        <a:srgbClr val="ED97A5"/>
                      </a:solidFill>
                      <a:prstDash val="solid"/>
                    </a:lnT>
                    <a:lnB w="9525" cap="flat" cmpd="sng" algn="ctr">
                      <a:solidFill>
                        <a:srgbClr val="ED97A5"/>
                      </a:solidFill>
                      <a:prstDash val="solid"/>
                    </a:lnB>
                    <a:solidFill>
                      <a:srgbClr val="ED9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A5"/>
                      </a:solidFill>
                      <a:prstDash val="solid"/>
                    </a:lnL>
                    <a:lnR w="9525" cap="flat" cmpd="sng" algn="ctr">
                      <a:solidFill>
                        <a:srgbClr val="ED97A5"/>
                      </a:solidFill>
                      <a:prstDash val="solid"/>
                    </a:lnR>
                    <a:lnT w="9525" cap="flat" cmpd="sng" algn="ctr">
                      <a:solidFill>
                        <a:srgbClr val="ED97A5"/>
                      </a:solidFill>
                      <a:prstDash val="solid"/>
                    </a:lnT>
                    <a:lnB w="9525" cap="flat" cmpd="sng" algn="ctr">
                      <a:solidFill>
                        <a:srgbClr val="ED97A5"/>
                      </a:solidFill>
                      <a:prstDash val="solid"/>
                    </a:lnB>
                    <a:solidFill>
                      <a:srgbClr val="ED97A5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2D"/>
                          </a:solidFill>
                        </a:rPr>
                        <a:t>상호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AD1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2D"/>
                          </a:solidFill>
                        </a:rPr>
                        <a:t>업종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AD1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2D"/>
                          </a:solidFill>
                        </a:rPr>
                        <a:t>직원 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AD1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2D"/>
                          </a:solidFill>
                        </a:rPr>
                        <a:t>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AD1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95097"/>
          </a:xfrm>
          <a:prstGeom prst="wave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가입한 보험 목록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A5"/>
                      </a:solidFill>
                      <a:prstDash val="solid"/>
                    </a:lnL>
                    <a:lnR w="9525" cap="flat" cmpd="sng" algn="ctr">
                      <a:solidFill>
                        <a:srgbClr val="ED97A5"/>
                      </a:solidFill>
                      <a:prstDash val="solid"/>
                    </a:lnR>
                    <a:lnT w="9525" cap="flat" cmpd="sng" algn="ctr">
                      <a:solidFill>
                        <a:srgbClr val="ED97A5"/>
                      </a:solidFill>
                      <a:prstDash val="solid"/>
                    </a:lnT>
                    <a:lnB w="9525" cap="flat" cmpd="sng" algn="ctr">
                      <a:solidFill>
                        <a:srgbClr val="ED97A5"/>
                      </a:solidFill>
                      <a:prstDash val="solid"/>
                    </a:lnB>
                    <a:solidFill>
                      <a:srgbClr val="ED9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A5"/>
                      </a:solidFill>
                      <a:prstDash val="solid"/>
                    </a:lnL>
                    <a:lnR w="9525" cap="flat" cmpd="sng" algn="ctr">
                      <a:solidFill>
                        <a:srgbClr val="ED97A5"/>
                      </a:solidFill>
                      <a:prstDash val="solid"/>
                    </a:lnR>
                    <a:lnT w="9525" cap="flat" cmpd="sng" algn="ctr">
                      <a:solidFill>
                        <a:srgbClr val="ED97A5"/>
                      </a:solidFill>
                      <a:prstDash val="solid"/>
                    </a:lnT>
                    <a:lnB w="9525" cap="flat" cmpd="sng" algn="ctr">
                      <a:solidFill>
                        <a:srgbClr val="ED97A5"/>
                      </a:solidFill>
                      <a:prstDash val="solid"/>
                    </a:lnB>
                    <a:solidFill>
                      <a:srgbClr val="ED9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A5"/>
                      </a:solidFill>
                      <a:prstDash val="solid"/>
                    </a:lnL>
                    <a:lnR w="9525" cap="flat" cmpd="sng" algn="ctr">
                      <a:solidFill>
                        <a:srgbClr val="ED97A5"/>
                      </a:solidFill>
                      <a:prstDash val="solid"/>
                    </a:lnR>
                    <a:lnT w="9525" cap="flat" cmpd="sng" algn="ctr">
                      <a:solidFill>
                        <a:srgbClr val="ED97A5"/>
                      </a:solidFill>
                      <a:prstDash val="solid"/>
                    </a:lnT>
                    <a:lnB w="9525" cap="flat" cmpd="sng" algn="ctr">
                      <a:solidFill>
                        <a:srgbClr val="ED97A5"/>
                      </a:solidFill>
                      <a:prstDash val="solid"/>
                    </a:lnB>
                    <a:solidFill>
                      <a:srgbClr val="ED9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A5"/>
                      </a:solidFill>
                      <a:prstDash val="solid"/>
                    </a:lnL>
                    <a:lnR w="9525" cap="flat" cmpd="sng" algn="ctr">
                      <a:solidFill>
                        <a:srgbClr val="ED97A5"/>
                      </a:solidFill>
                      <a:prstDash val="solid"/>
                    </a:lnR>
                    <a:lnT w="9525" cap="flat" cmpd="sng" algn="ctr">
                      <a:solidFill>
                        <a:srgbClr val="ED97A5"/>
                      </a:solidFill>
                      <a:prstDash val="solid"/>
                    </a:lnT>
                    <a:lnB w="9525" cap="flat" cmpd="sng" algn="ctr">
                      <a:solidFill>
                        <a:srgbClr val="ED97A5"/>
                      </a:solidFill>
                      <a:prstDash val="solid"/>
                    </a:lnB>
                    <a:solidFill>
                      <a:srgbClr val="ED9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A5"/>
                      </a:solidFill>
                      <a:prstDash val="solid"/>
                    </a:lnL>
                    <a:lnR w="9525" cap="flat" cmpd="sng" algn="ctr">
                      <a:solidFill>
                        <a:srgbClr val="ED97A5"/>
                      </a:solidFill>
                      <a:prstDash val="solid"/>
                    </a:lnR>
                    <a:lnT w="9525" cap="flat" cmpd="sng" algn="ctr">
                      <a:solidFill>
                        <a:srgbClr val="ED97A5"/>
                      </a:solidFill>
                      <a:prstDash val="solid"/>
                    </a:lnT>
                    <a:lnB w="9525" cap="flat" cmpd="sng" algn="ctr">
                      <a:solidFill>
                        <a:srgbClr val="ED97A5"/>
                      </a:solidFill>
                      <a:prstDash val="solid"/>
                    </a:lnB>
                    <a:solidFill>
                      <a:srgbClr val="ED97A5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95097"/>
          </a:xfrm>
          <a:prstGeom prst="wave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보장 항목 체크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A5"/>
                      </a:solidFill>
                      <a:prstDash val="solid"/>
                    </a:lnL>
                    <a:lnR w="9525" cap="flat" cmpd="sng" algn="ctr">
                      <a:solidFill>
                        <a:srgbClr val="ED97A5"/>
                      </a:solidFill>
                      <a:prstDash val="solid"/>
                    </a:lnR>
                    <a:lnT w="9525" cap="flat" cmpd="sng" algn="ctr">
                      <a:solidFill>
                        <a:srgbClr val="ED97A5"/>
                      </a:solidFill>
                      <a:prstDash val="solid"/>
                    </a:lnT>
                    <a:lnB w="9525" cap="flat" cmpd="sng" algn="ctr">
                      <a:solidFill>
                        <a:srgbClr val="ED97A5"/>
                      </a:solidFill>
                      <a:prstDash val="solid"/>
                    </a:lnB>
                    <a:solidFill>
                      <a:srgbClr val="ED9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A5"/>
                      </a:solidFill>
                      <a:prstDash val="solid"/>
                    </a:lnL>
                    <a:lnR w="9525" cap="flat" cmpd="sng" algn="ctr">
                      <a:solidFill>
                        <a:srgbClr val="ED97A5"/>
                      </a:solidFill>
                      <a:prstDash val="solid"/>
                    </a:lnR>
                    <a:lnT w="9525" cap="flat" cmpd="sng" algn="ctr">
                      <a:solidFill>
                        <a:srgbClr val="ED97A5"/>
                      </a:solidFill>
                      <a:prstDash val="solid"/>
                    </a:lnT>
                    <a:lnB w="9525" cap="flat" cmpd="sng" algn="ctr">
                      <a:solidFill>
                        <a:srgbClr val="ED97A5"/>
                      </a:solidFill>
                      <a:prstDash val="solid"/>
                    </a:lnB>
                    <a:solidFill>
                      <a:srgbClr val="ED9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A5"/>
                      </a:solidFill>
                      <a:prstDash val="solid"/>
                    </a:lnL>
                    <a:lnR w="9525" cap="flat" cmpd="sng" algn="ctr">
                      <a:solidFill>
                        <a:srgbClr val="ED97A5"/>
                      </a:solidFill>
                      <a:prstDash val="solid"/>
                    </a:lnR>
                    <a:lnT w="9525" cap="flat" cmpd="sng" algn="ctr">
                      <a:solidFill>
                        <a:srgbClr val="ED97A5"/>
                      </a:solidFill>
                      <a:prstDash val="solid"/>
                    </a:lnT>
                    <a:lnB w="9525" cap="flat" cmpd="sng" algn="ctr">
                      <a:solidFill>
                        <a:srgbClr val="ED97A5"/>
                      </a:solidFill>
                      <a:prstDash val="solid"/>
                    </a:lnB>
                    <a:solidFill>
                      <a:srgbClr val="ED9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A5"/>
                      </a:solidFill>
                      <a:prstDash val="solid"/>
                    </a:lnL>
                    <a:lnR w="9525" cap="flat" cmpd="sng" algn="ctr">
                      <a:solidFill>
                        <a:srgbClr val="ED97A5"/>
                      </a:solidFill>
                      <a:prstDash val="solid"/>
                    </a:lnR>
                    <a:lnT w="9525" cap="flat" cmpd="sng" algn="ctr">
                      <a:solidFill>
                        <a:srgbClr val="ED97A5"/>
                      </a:solidFill>
                      <a:prstDash val="solid"/>
                    </a:lnT>
                    <a:lnB w="9525" cap="flat" cmpd="sng" algn="ctr">
                      <a:solidFill>
                        <a:srgbClr val="ED97A5"/>
                      </a:solidFill>
                      <a:prstDash val="solid"/>
                    </a:lnB>
                    <a:solidFill>
                      <a:srgbClr val="ED97A5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2D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AD1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2D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AD1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2D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AD1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2D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AD1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2D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AD1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2D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AD1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2D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AD1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2D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AD1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95097"/>
          </a:xfrm>
          <a:prstGeom prst="wave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월 보험료 한눈에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2926080"/>
          </a:xfrm>
          <a:prstGeom prst="roundRect">
            <a:avLst>
              <a:gd name="adj" fmla="val 4000"/>
            </a:avLst>
          </a:prstGeom>
          <a:solidFill>
            <a:srgbClr val="FDEA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2706624"/>
          </a:xfrm>
          <a:prstGeom prst="rect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ED97A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72D"/>
                </a:solidFill>
              </a:rPr>
              <a:t>월 보험료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783080"/>
            <a:ext cx="3484778" cy="2926080"/>
          </a:xfrm>
          <a:prstGeom prst="roundRect">
            <a:avLst>
              <a:gd name="adj" fmla="val 4000"/>
            </a:avLst>
          </a:prstGeom>
          <a:solidFill>
            <a:srgbClr val="FDEA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포인트 막대"/>
          <p:cNvSpPr/>
          <p:nvPr/>
        </p:nvSpPr>
        <p:spPr>
          <a:xfrm>
            <a:off x="4353458" y="1892807"/>
            <a:ext cx="54864" cy="2706624"/>
          </a:xfrm>
          <a:prstGeom prst="rect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ED97A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72D"/>
                </a:solidFill>
              </a:rPr>
              <a:t>연 보험료 합계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6" name="카드 3"/>
          <p:cNvSpPr/>
          <p:nvPr/>
        </p:nvSpPr>
        <p:spPr>
          <a:xfrm>
            <a:off x="8066836" y="1783080"/>
            <a:ext cx="3484778" cy="2926080"/>
          </a:xfrm>
          <a:prstGeom prst="roundRect">
            <a:avLst>
              <a:gd name="adj" fmla="val 4000"/>
            </a:avLst>
          </a:prstGeom>
          <a:solidFill>
            <a:srgbClr val="FDEA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포인트 막대"/>
          <p:cNvSpPr/>
          <p:nvPr/>
        </p:nvSpPr>
        <p:spPr>
          <a:xfrm>
            <a:off x="8066836" y="1892807"/>
            <a:ext cx="54864" cy="2706624"/>
          </a:xfrm>
          <a:prstGeom prst="rect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ED97A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72D"/>
                </a:solidFill>
              </a:rPr>
              <a:t>월 소득 대비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0 %</a:t>
            </a:r>
          </a:p>
        </p:txBody>
      </p:sp>
      <p:sp>
        <p:nvSpPr>
          <p:cNvPr id="21" name="안내"/>
          <p:cNvSpPr txBox="1"/>
          <p:nvPr/>
        </p:nvSpPr>
        <p:spPr>
          <a:xfrm>
            <a:off x="640080" y="48920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95097"/>
          </a:xfrm>
          <a:prstGeom prst="wave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메모와 다음 할 일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3931920"/>
          </a:xfrm>
          <a:prstGeom prst="roundRect">
            <a:avLst>
              <a:gd name="adj" fmla="val 4000"/>
            </a:avLst>
          </a:prstGeom>
          <a:solidFill>
            <a:srgbClr val="FDEA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3712463"/>
          </a:xfrm>
          <a:prstGeom prst="rect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ED97A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확인할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783080"/>
            <a:ext cx="3484778" cy="3931920"/>
          </a:xfrm>
          <a:prstGeom prst="roundRect">
            <a:avLst>
              <a:gd name="adj" fmla="val 4000"/>
            </a:avLst>
          </a:prstGeom>
          <a:solidFill>
            <a:srgbClr val="FDEA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포인트 막대"/>
          <p:cNvSpPr/>
          <p:nvPr/>
        </p:nvSpPr>
        <p:spPr>
          <a:xfrm>
            <a:off x="4353458" y="1892807"/>
            <a:ext cx="54864" cy="3712463"/>
          </a:xfrm>
          <a:prstGeom prst="rect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ED97A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문의할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6" name="카드 3"/>
          <p:cNvSpPr/>
          <p:nvPr/>
        </p:nvSpPr>
        <p:spPr>
          <a:xfrm>
            <a:off x="8066836" y="1783080"/>
            <a:ext cx="3484778" cy="3931920"/>
          </a:xfrm>
          <a:prstGeom prst="roundRect">
            <a:avLst>
              <a:gd name="adj" fmla="val 4000"/>
            </a:avLst>
          </a:prstGeom>
          <a:solidFill>
            <a:srgbClr val="FDEA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포인트 막대"/>
          <p:cNvSpPr/>
          <p:nvPr/>
        </p:nvSpPr>
        <p:spPr>
          <a:xfrm>
            <a:off x="8066836" y="1892807"/>
            <a:ext cx="54864" cy="3712463"/>
          </a:xfrm>
          <a:prstGeom prst="rect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ED97A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정리할 날짜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21" name="안내 문구"/>
          <p:cNvSpPr txBox="1"/>
          <p:nvPr/>
        </p:nvSpPr>
        <p:spPr>
          <a:xfrm>
            <a:off x="640080" y="580644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사업장 점검)">
  <a:themeElements>
    <a:clrScheme name="Office">
      <a:dk1>
        <a:sysClr val="windowText" lastClr="000000"/>
      </a:dk1>
      <a:lt1>
        <a:sysClr val="window" lastClr="FFFFFF"/>
      </a:lt1>
      <a:dk2>
        <a:srgbClr val="49272D"/>
      </a:dk2>
      <a:lt2>
        <a:srgbClr val="FDEAED"/>
      </a:lt2>
      <a:accent1>
        <a:srgbClr val="ED97A5"/>
      </a:accent1>
      <a:accent2>
        <a:srgbClr val="F3CBBA"/>
      </a:accent2>
      <a:accent3>
        <a:srgbClr val="49272D"/>
      </a:accent3>
      <a:accent4>
        <a:srgbClr val="FAD1D8"/>
      </a:accent4>
      <a:accent5>
        <a:srgbClr val="F0B1B0"/>
      </a:accent5>
      <a:accent6>
        <a:srgbClr val="927D81"/>
      </a:accent6>
      <a:hlink>
        <a:srgbClr val="ED97A5"/>
      </a:hlink>
      <a:folHlink>
        <a:srgbClr val="49272D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