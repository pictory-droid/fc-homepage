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1D2B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2B"/>
                </a:solidFill>
              </a:rPr>
              <a:t>직원 수와 업종을 먼저 적습니다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2B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2B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2B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2B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3A55"/>
                      </a:solidFill>
                      <a:prstDash val="solid"/>
                    </a:lnL>
                    <a:lnR w="9525" cap="flat" cmpd="sng" algn="ctr">
                      <a:solidFill>
                        <a:srgbClr val="DF3A55"/>
                      </a:solidFill>
                      <a:prstDash val="solid"/>
                    </a:lnR>
                    <a:lnT w="9525" cap="flat" cmpd="sng" algn="ctr">
                      <a:solidFill>
                        <a:srgbClr val="DF3A55"/>
                      </a:solidFill>
                      <a:prstDash val="solid"/>
                    </a:lnT>
                    <a:lnB w="9525" cap="flat" cmpd="sng" algn="ctr">
                      <a:solidFill>
                        <a:srgbClr val="DF3A55"/>
                      </a:solidFill>
                      <a:prstDash val="solid"/>
                    </a:lnB>
                    <a:solidFill>
                      <a:srgbClr val="DF3A5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2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7D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A"/>
                      </a:solidFill>
                      <a:prstDash val="solid"/>
                    </a:lnL>
                    <a:lnR w="9525" cap="flat" cmpd="sng" algn="ctr">
                      <a:solidFill>
                        <a:srgbClr val="F7D4DA"/>
                      </a:solidFill>
                      <a:prstDash val="solid"/>
                    </a:lnR>
                    <a:lnT w="9525" cap="flat" cmpd="sng" algn="ctr">
                      <a:solidFill>
                        <a:srgbClr val="F7D4DA"/>
                      </a:solidFill>
                      <a:prstDash val="solid"/>
                    </a:lnT>
                    <a:lnB w="9525" cap="flat" cmpd="sng" algn="ctr">
                      <a:solidFill>
                        <a:srgbClr val="F7D4DA"/>
                      </a:solidFill>
                      <a:prstDash val="solid"/>
                    </a:lnB>
                    <a:solidFill>
                      <a:srgbClr val="FC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B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B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B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CF3F4"/>
          </a:solidFill>
          <a:ln w="1587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DF3A5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B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721D2B"/>
      </a:dk2>
      <a:lt2>
        <a:srgbClr val="FCF3F4"/>
      </a:lt2>
      <a:accent1>
        <a:srgbClr val="DF3A55"/>
      </a:accent1>
      <a:accent2>
        <a:srgbClr val="339941"/>
      </a:accent2>
      <a:accent3>
        <a:srgbClr val="721D2B"/>
      </a:accent3>
      <a:accent4>
        <a:srgbClr val="F7D4DA"/>
      </a:accent4>
      <a:accent5>
        <a:srgbClr val="896A4B"/>
      </a:accent5>
      <a:accent6>
        <a:srgbClr val="AA7780"/>
      </a:accent6>
      <a:hlink>
        <a:srgbClr val="DF3A55"/>
      </a:hlink>
      <a:folHlink>
        <a:srgbClr val="721D2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