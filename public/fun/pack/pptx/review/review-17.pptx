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6E570C"/>
                </a:solidFill>
              </a:rPr>
              <a:t>우리 보험 점검 시간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해바라기처럼 환한 얼굴로 점검해요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점검 대상 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31520" y="1600200"/>
          <a:ext cx="1072865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E570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E570C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E570C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E570C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가입한 보험 목록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보장 항목 체크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E570C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월 보험료 한눈에</a:t>
            </a:r>
          </a:p>
        </p:txBody>
      </p:sp>
      <p:sp>
        <p:nvSpPr>
          <p:cNvPr id="8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E570C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E570C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E570C"/>
                </a:solidFill>
              </a:rPr>
              <a:t>월 소득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0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점검 메모와 다음 할 일</a:t>
            </a:r>
          </a:p>
        </p:txBody>
      </p:sp>
      <p:sp>
        <p:nvSpPr>
          <p:cNvPr id="8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정리할 날짜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6E570C"/>
      </a:dk2>
      <a:lt2>
        <a:srgbClr val="FDF9ED"/>
      </a:lt2>
      <a:accent1>
        <a:srgbClr val="CAA016"/>
      </a:accent1>
      <a:accent2>
        <a:srgbClr val="3B7A91"/>
      </a:accent2>
      <a:accent3>
        <a:srgbClr val="6E570C"/>
      </a:accent3>
      <a:accent4>
        <a:srgbClr val="FAEEC6"/>
      </a:accent4>
      <a:accent5>
        <a:srgbClr val="828D54"/>
      </a:accent5>
      <a:accent6>
        <a:srgbClr val="A89A6D"/>
      </a:accent6>
      <a:hlink>
        <a:srgbClr val="CAA016"/>
      </a:hlink>
      <a:folHlink>
        <a:srgbClr val="6E570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