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노란 메모지에 적어 가며 하나씩 점검해요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05610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05610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05610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605610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605610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05610"/>
                </a:solidFill>
              </a:rPr>
              <a:t>월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05610"/>
                </a:solidFill>
              </a:rPr>
              <a:t>연 보험료 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605610"/>
                </a:solidFill>
              </a:rPr>
              <a:t>월 소득 대비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7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문의할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정리할 날짜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