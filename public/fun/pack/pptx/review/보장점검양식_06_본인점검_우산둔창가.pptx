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778020" y="1965960"/>
            <a:ext cx="2377440" cy="237744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증권철을 꺼내 놓고 하나씩 확인합니다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본인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B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B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B4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B4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B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D2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B49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D2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B49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D2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B49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D2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D2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D2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273B49"/>
      </a:dk2>
      <a:lt2>
        <a:srgbClr val="EAF5FD"/>
      </a:lt2>
      <a:accent1>
        <a:srgbClr val="97C9ED"/>
      </a:accent1>
      <a:accent2>
        <a:srgbClr val="BAC0F3"/>
      </a:accent2>
      <a:accent3>
        <a:srgbClr val="273B49"/>
      </a:accent3>
      <a:accent4>
        <a:srgbClr val="D1E9FA"/>
      </a:accent4>
      <a:accent5>
        <a:srgbClr val="A8C4F0"/>
      </a:accent5>
      <a:accent6>
        <a:srgbClr val="7D8992"/>
      </a:accent6>
      <a:hlink>
        <a:srgbClr val="97C9ED"/>
      </a:hlink>
      <a:folHlink>
        <a:srgbClr val="273B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