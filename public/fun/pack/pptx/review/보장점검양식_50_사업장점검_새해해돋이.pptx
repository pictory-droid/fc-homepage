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사업 계획 전에 점검합니다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84111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84111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84111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