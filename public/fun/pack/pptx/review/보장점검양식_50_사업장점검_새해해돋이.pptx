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884111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84111"/>
                </a:solidFill>
              </a:rPr>
              <a:t>새해 사업 계획 전에 점검합니다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사업장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18607"/>
                <a:gridCol w="531860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884111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884111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884111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884111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85897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26538"/>
                <a:gridCol w="2326538"/>
                <a:gridCol w="232653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6C1C"/>
                      </a:solidFill>
                      <a:prstDash val="solid"/>
                    </a:lnL>
                    <a:lnR w="9525" cap="flat" cmpd="sng" algn="ctr">
                      <a:solidFill>
                        <a:srgbClr val="E36C1C"/>
                      </a:solidFill>
                      <a:prstDash val="solid"/>
                    </a:lnR>
                    <a:lnT w="9525" cap="flat" cmpd="sng" algn="ctr">
                      <a:solidFill>
                        <a:srgbClr val="E36C1C"/>
                      </a:solidFill>
                      <a:prstDash val="solid"/>
                    </a:lnT>
                    <a:lnB w="9525" cap="flat" cmpd="sng" algn="ctr">
                      <a:solidFill>
                        <a:srgbClr val="E36C1C"/>
                      </a:solidFill>
                      <a:prstDash val="solid"/>
                    </a:lnB>
                    <a:solidFill>
                      <a:srgbClr val="E36C1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84111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84111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84111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84111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84111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84111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84111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84111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ADB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BC7"/>
                      </a:solidFill>
                      <a:prstDash val="solid"/>
                    </a:lnL>
                    <a:lnR w="9525" cap="flat" cmpd="sng" algn="ctr">
                      <a:solidFill>
                        <a:srgbClr val="FADBC7"/>
                      </a:solidFill>
                      <a:prstDash val="solid"/>
                    </a:lnR>
                    <a:lnT w="9525" cap="flat" cmpd="sng" algn="ctr">
                      <a:solidFill>
                        <a:srgbClr val="FADBC7"/>
                      </a:solidFill>
                      <a:prstDash val="solid"/>
                    </a:lnT>
                    <a:lnB w="9525" cap="flat" cmpd="sng" algn="ctr">
                      <a:solidFill>
                        <a:srgbClr val="FADBC7"/>
                      </a:solidFill>
                      <a:prstDash val="solid"/>
                    </a:lnB>
                    <a:solidFill>
                      <a:srgbClr val="FDF3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884111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536338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719218" y="178308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498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884111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158276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341156" y="178308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884111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914400" y="4709160"/>
            <a:ext cx="1063721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36C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84111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536338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719218" y="178308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498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158276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DF3ED"/>
          </a:solidFill>
          <a:ln w="15875">
            <a:solidFill>
              <a:srgbClr val="FAD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341156" y="1783080"/>
            <a:ext cx="457200" cy="457200"/>
          </a:xfrm>
          <a:prstGeom prst="ellipse">
            <a:avLst/>
          </a:prstGeom>
          <a:solidFill>
            <a:srgbClr val="E36C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4111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914400" y="5852160"/>
            <a:ext cx="1063721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884111"/>
      </a:dk2>
      <a:lt2>
        <a:srgbClr val="FDF3ED"/>
      </a:lt2>
      <a:accent1>
        <a:srgbClr val="E36C1C"/>
      </a:accent1>
      <a:accent2>
        <a:srgbClr val="3B9188"/>
      </a:accent2>
      <a:accent3>
        <a:srgbClr val="884111"/>
      </a:accent3>
      <a:accent4>
        <a:srgbClr val="FADBC7"/>
      </a:accent4>
      <a:accent5>
        <a:srgbClr val="8F7E52"/>
      </a:accent5>
      <a:accent6>
        <a:srgbClr val="B88D70"/>
      </a:accent6>
      <a:hlink>
        <a:srgbClr val="E36C1C"/>
      </a:hlink>
      <a:folHlink>
        <a:srgbClr val="88411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