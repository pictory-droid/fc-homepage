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74649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74649"/>
                </a:solidFill>
              </a:rPr>
              <a:t>더운 날 건강 챙기는 김에 같이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부모님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15258"/>
                <a:gridCol w="3515258"/>
                <a:gridCol w="351525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B868B"/>
                      </a:solidFill>
                      <a:prstDash val="solid"/>
                    </a:lnL>
                    <a:lnR w="9525" cap="flat" cmpd="sng" algn="ctr">
                      <a:solidFill>
                        <a:srgbClr val="4B868B"/>
                      </a:solidFill>
                      <a:prstDash val="solid"/>
                    </a:lnR>
                    <a:lnT w="9525" cap="flat" cmpd="sng" algn="ctr">
                      <a:solidFill>
                        <a:srgbClr val="4B868B"/>
                      </a:solidFill>
                      <a:prstDash val="solid"/>
                    </a:lnT>
                    <a:lnB w="9525" cap="flat" cmpd="sng" algn="ctr">
                      <a:solidFill>
                        <a:srgbClr val="4B868B"/>
                      </a:solidFill>
                      <a:prstDash val="solid"/>
                    </a:lnB>
                    <a:solidFill>
                      <a:srgbClr val="4B86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B868B"/>
                      </a:solidFill>
                      <a:prstDash val="solid"/>
                    </a:lnL>
                    <a:lnR w="9525" cap="flat" cmpd="sng" algn="ctr">
                      <a:solidFill>
                        <a:srgbClr val="4B868B"/>
                      </a:solidFill>
                      <a:prstDash val="solid"/>
                    </a:lnR>
                    <a:lnT w="9525" cap="flat" cmpd="sng" algn="ctr">
                      <a:solidFill>
                        <a:srgbClr val="4B868B"/>
                      </a:solidFill>
                      <a:prstDash val="solid"/>
                    </a:lnT>
                    <a:lnB w="9525" cap="flat" cmpd="sng" algn="ctr">
                      <a:solidFill>
                        <a:srgbClr val="4B868B"/>
                      </a:solidFill>
                      <a:prstDash val="solid"/>
                    </a:lnB>
                    <a:solidFill>
                      <a:srgbClr val="4B86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B868B"/>
                      </a:solidFill>
                      <a:prstDash val="solid"/>
                    </a:lnL>
                    <a:lnR w="9525" cap="flat" cmpd="sng" algn="ctr">
                      <a:solidFill>
                        <a:srgbClr val="4B868B"/>
                      </a:solidFill>
                      <a:prstDash val="solid"/>
                    </a:lnR>
                    <a:lnT w="9525" cap="flat" cmpd="sng" algn="ctr">
                      <a:solidFill>
                        <a:srgbClr val="4B868B"/>
                      </a:solidFill>
                      <a:prstDash val="solid"/>
                    </a:lnT>
                    <a:lnB w="9525" cap="flat" cmpd="sng" algn="ctr">
                      <a:solidFill>
                        <a:srgbClr val="4B868B"/>
                      </a:solidFill>
                      <a:prstDash val="solid"/>
                    </a:lnB>
                    <a:solidFill>
                      <a:srgbClr val="4B868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649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649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649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649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76753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B868B"/>
                      </a:solidFill>
                      <a:prstDash val="solid"/>
                    </a:lnL>
                    <a:lnR w="9525" cap="flat" cmpd="sng" algn="ctr">
                      <a:solidFill>
                        <a:srgbClr val="4B868B"/>
                      </a:solidFill>
                      <a:prstDash val="solid"/>
                    </a:lnR>
                    <a:lnT w="9525" cap="flat" cmpd="sng" algn="ctr">
                      <a:solidFill>
                        <a:srgbClr val="4B868B"/>
                      </a:solidFill>
                      <a:prstDash val="solid"/>
                    </a:lnT>
                    <a:lnB w="9525" cap="flat" cmpd="sng" algn="ctr">
                      <a:solidFill>
                        <a:srgbClr val="4B868B"/>
                      </a:solidFill>
                      <a:prstDash val="solid"/>
                    </a:lnB>
                    <a:solidFill>
                      <a:srgbClr val="4B86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B868B"/>
                      </a:solidFill>
                      <a:prstDash val="solid"/>
                    </a:lnL>
                    <a:lnR w="9525" cap="flat" cmpd="sng" algn="ctr">
                      <a:solidFill>
                        <a:srgbClr val="4B868B"/>
                      </a:solidFill>
                      <a:prstDash val="solid"/>
                    </a:lnR>
                    <a:lnT w="9525" cap="flat" cmpd="sng" algn="ctr">
                      <a:solidFill>
                        <a:srgbClr val="4B868B"/>
                      </a:solidFill>
                      <a:prstDash val="solid"/>
                    </a:lnT>
                    <a:lnB w="9525" cap="flat" cmpd="sng" algn="ctr">
                      <a:solidFill>
                        <a:srgbClr val="4B868B"/>
                      </a:solidFill>
                      <a:prstDash val="solid"/>
                    </a:lnB>
                    <a:solidFill>
                      <a:srgbClr val="4B86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B868B"/>
                      </a:solidFill>
                      <a:prstDash val="solid"/>
                    </a:lnL>
                    <a:lnR w="9525" cap="flat" cmpd="sng" algn="ctr">
                      <a:solidFill>
                        <a:srgbClr val="4B868B"/>
                      </a:solidFill>
                      <a:prstDash val="solid"/>
                    </a:lnR>
                    <a:lnT w="9525" cap="flat" cmpd="sng" algn="ctr">
                      <a:solidFill>
                        <a:srgbClr val="4B868B"/>
                      </a:solidFill>
                      <a:prstDash val="solid"/>
                    </a:lnT>
                    <a:lnB w="9525" cap="flat" cmpd="sng" algn="ctr">
                      <a:solidFill>
                        <a:srgbClr val="4B868B"/>
                      </a:solidFill>
                      <a:prstDash val="solid"/>
                    </a:lnB>
                    <a:solidFill>
                      <a:srgbClr val="4B86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B868B"/>
                      </a:solidFill>
                      <a:prstDash val="solid"/>
                    </a:lnL>
                    <a:lnR w="9525" cap="flat" cmpd="sng" algn="ctr">
                      <a:solidFill>
                        <a:srgbClr val="4B868B"/>
                      </a:solidFill>
                      <a:prstDash val="solid"/>
                    </a:lnR>
                    <a:lnT w="9525" cap="flat" cmpd="sng" algn="ctr">
                      <a:solidFill>
                        <a:srgbClr val="4B868B"/>
                      </a:solidFill>
                      <a:prstDash val="solid"/>
                    </a:lnT>
                    <a:lnB w="9525" cap="flat" cmpd="sng" algn="ctr">
                      <a:solidFill>
                        <a:srgbClr val="4B868B"/>
                      </a:solidFill>
                      <a:prstDash val="solid"/>
                    </a:lnB>
                    <a:solidFill>
                      <a:srgbClr val="4B86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B868B"/>
                      </a:solidFill>
                      <a:prstDash val="solid"/>
                    </a:lnL>
                    <a:lnR w="9525" cap="flat" cmpd="sng" algn="ctr">
                      <a:solidFill>
                        <a:srgbClr val="4B868B"/>
                      </a:solidFill>
                      <a:prstDash val="solid"/>
                    </a:lnR>
                    <a:lnT w="9525" cap="flat" cmpd="sng" algn="ctr">
                      <a:solidFill>
                        <a:srgbClr val="4B868B"/>
                      </a:solidFill>
                      <a:prstDash val="solid"/>
                    </a:lnT>
                    <a:lnB w="9525" cap="flat" cmpd="sng" algn="ctr">
                      <a:solidFill>
                        <a:srgbClr val="4B868B"/>
                      </a:solidFill>
                      <a:prstDash val="solid"/>
                    </a:lnB>
                    <a:solidFill>
                      <a:srgbClr val="4B868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296058"/>
                <a:gridCol w="2296058"/>
                <a:gridCol w="229605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B868B"/>
                      </a:solidFill>
                      <a:prstDash val="solid"/>
                    </a:lnL>
                    <a:lnR w="9525" cap="flat" cmpd="sng" algn="ctr">
                      <a:solidFill>
                        <a:srgbClr val="4B868B"/>
                      </a:solidFill>
                      <a:prstDash val="solid"/>
                    </a:lnR>
                    <a:lnT w="9525" cap="flat" cmpd="sng" algn="ctr">
                      <a:solidFill>
                        <a:srgbClr val="4B868B"/>
                      </a:solidFill>
                      <a:prstDash val="solid"/>
                    </a:lnT>
                    <a:lnB w="9525" cap="flat" cmpd="sng" algn="ctr">
                      <a:solidFill>
                        <a:srgbClr val="4B868B"/>
                      </a:solidFill>
                      <a:prstDash val="solid"/>
                    </a:lnB>
                    <a:solidFill>
                      <a:srgbClr val="4B86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B868B"/>
                      </a:solidFill>
                      <a:prstDash val="solid"/>
                    </a:lnL>
                    <a:lnR w="9525" cap="flat" cmpd="sng" algn="ctr">
                      <a:solidFill>
                        <a:srgbClr val="4B868B"/>
                      </a:solidFill>
                      <a:prstDash val="solid"/>
                    </a:lnR>
                    <a:lnT w="9525" cap="flat" cmpd="sng" algn="ctr">
                      <a:solidFill>
                        <a:srgbClr val="4B868B"/>
                      </a:solidFill>
                      <a:prstDash val="solid"/>
                    </a:lnT>
                    <a:lnB w="9525" cap="flat" cmpd="sng" algn="ctr">
                      <a:solidFill>
                        <a:srgbClr val="4B868B"/>
                      </a:solidFill>
                      <a:prstDash val="solid"/>
                    </a:lnB>
                    <a:solidFill>
                      <a:srgbClr val="4B86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B868B"/>
                      </a:solidFill>
                      <a:prstDash val="solid"/>
                    </a:lnL>
                    <a:lnR w="9525" cap="flat" cmpd="sng" algn="ctr">
                      <a:solidFill>
                        <a:srgbClr val="4B868B"/>
                      </a:solidFill>
                      <a:prstDash val="solid"/>
                    </a:lnR>
                    <a:lnT w="9525" cap="flat" cmpd="sng" algn="ctr">
                      <a:solidFill>
                        <a:srgbClr val="4B868B"/>
                      </a:solidFill>
                      <a:prstDash val="solid"/>
                    </a:lnT>
                    <a:lnB w="9525" cap="flat" cmpd="sng" algn="ctr">
                      <a:solidFill>
                        <a:srgbClr val="4B868B"/>
                      </a:solidFill>
                      <a:prstDash val="solid"/>
                    </a:lnB>
                    <a:solidFill>
                      <a:srgbClr val="4B86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B868B"/>
                      </a:solidFill>
                      <a:prstDash val="solid"/>
                    </a:lnL>
                    <a:lnR w="9525" cap="flat" cmpd="sng" algn="ctr">
                      <a:solidFill>
                        <a:srgbClr val="4B868B"/>
                      </a:solidFill>
                      <a:prstDash val="solid"/>
                    </a:lnR>
                    <a:lnT w="9525" cap="flat" cmpd="sng" algn="ctr">
                      <a:solidFill>
                        <a:srgbClr val="4B868B"/>
                      </a:solidFill>
                      <a:prstDash val="solid"/>
                    </a:lnT>
                    <a:lnB w="9525" cap="flat" cmpd="sng" algn="ctr">
                      <a:solidFill>
                        <a:srgbClr val="4B868B"/>
                      </a:solidFill>
                      <a:prstDash val="solid"/>
                    </a:lnB>
                    <a:solidFill>
                      <a:srgbClr val="4B868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D6E9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9EB"/>
                      </a:solidFill>
                      <a:prstDash val="solid"/>
                    </a:lnL>
                    <a:lnR w="9525" cap="flat" cmpd="sng" algn="ctr">
                      <a:solidFill>
                        <a:srgbClr val="D6E9EB"/>
                      </a:solidFill>
                      <a:prstDash val="solid"/>
                    </a:lnR>
                    <a:lnT w="9525" cap="flat" cmpd="sng" algn="ctr">
                      <a:solidFill>
                        <a:srgbClr val="D6E9EB"/>
                      </a:solidFill>
                      <a:prstDash val="solid"/>
                    </a:lnT>
                    <a:lnB w="9525" cap="flat" cmpd="sng" algn="ctr">
                      <a:solidFill>
                        <a:srgbClr val="D6E9EB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F2F7F8"/>
          </a:solidFill>
          <a:ln w="1587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649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414418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F2F7F8"/>
          </a:solidFill>
          <a:ln w="1587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97298" y="1737360"/>
            <a:ext cx="457200" cy="45720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649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05876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F2F7F8"/>
          </a:solidFill>
          <a:ln w="1587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188756" y="1737360"/>
            <a:ext cx="457200" cy="45720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36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649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822960" y="4663440"/>
            <a:ext cx="1054577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F2F7F8"/>
          </a:solidFill>
          <a:ln w="1587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414418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F2F7F8"/>
          </a:solidFill>
          <a:ln w="1587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97298" y="1737360"/>
            <a:ext cx="457200" cy="45720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05876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F2F7F8"/>
          </a:solidFill>
          <a:ln w="1587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188756" y="1737360"/>
            <a:ext cx="457200" cy="45720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36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822960" y="5623560"/>
            <a:ext cx="1054577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274649"/>
      </a:dk2>
      <a:lt2>
        <a:srgbClr val="F2F7F8"/>
      </a:lt2>
      <a:accent1>
        <a:srgbClr val="4B868B"/>
      </a:accent1>
      <a:accent2>
        <a:srgbClr val="854761"/>
      </a:accent2>
      <a:accent3>
        <a:srgbClr val="274649"/>
      </a:accent3>
      <a:accent4>
        <a:srgbClr val="D6E9EB"/>
      </a:accent4>
      <a:accent5>
        <a:srgbClr val="686676"/>
      </a:accent5>
      <a:accent6>
        <a:srgbClr val="7D9092"/>
      </a:accent6>
      <a:hlink>
        <a:srgbClr val="4B868B"/>
      </a:hlink>
      <a:folHlink>
        <a:srgbClr val="2746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