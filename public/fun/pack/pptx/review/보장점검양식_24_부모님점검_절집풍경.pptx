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3901342" y="2057400"/>
            <a:ext cx="1463003" cy="4800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EAA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2316422" y="1577339"/>
            <a:ext cx="1463003" cy="528066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731501" y="1097279"/>
            <a:ext cx="1463003" cy="5760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EAA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더운 날 건강 챙기는 김에 같이 봅니다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부모님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tar4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4649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tar4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tar4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E0EA"/>
                      </a:solidFill>
                      <a:prstDash val="solid"/>
                    </a:lnL>
                    <a:lnR w="9525" cap="flat" cmpd="sng" algn="ctr">
                      <a:solidFill>
                        <a:srgbClr val="7BE0EA"/>
                      </a:solidFill>
                      <a:prstDash val="solid"/>
                    </a:lnR>
                    <a:lnT w="9525" cap="flat" cmpd="sng" algn="ctr">
                      <a:solidFill>
                        <a:srgbClr val="7BE0EA"/>
                      </a:solidFill>
                      <a:prstDash val="solid"/>
                    </a:lnT>
                    <a:lnB w="9525" cap="flat" cmpd="sng" algn="ctr">
                      <a:solidFill>
                        <a:srgbClr val="7BE0EA"/>
                      </a:solidFill>
                      <a:prstDash val="solid"/>
                    </a:lnB>
                    <a:solidFill>
                      <a:srgbClr val="7BE0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6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D1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7FA"/>
                      </a:solidFill>
                      <a:prstDash val="solid"/>
                    </a:lnL>
                    <a:lnR w="9525" cap="flat" cmpd="sng" algn="ctr">
                      <a:solidFill>
                        <a:srgbClr val="D1F7FA"/>
                      </a:solidFill>
                      <a:prstDash val="solid"/>
                    </a:lnR>
                    <a:lnT w="9525" cap="flat" cmpd="sng" algn="ctr">
                      <a:solidFill>
                        <a:srgbClr val="D1F7FA"/>
                      </a:solidFill>
                      <a:prstDash val="solid"/>
                    </a:lnT>
                    <a:lnB w="9525" cap="flat" cmpd="sng" algn="ctr">
                      <a:solidFill>
                        <a:srgbClr val="D1F7FA"/>
                      </a:solidFill>
                      <a:prstDash val="solid"/>
                    </a:lnB>
                    <a:solidFill>
                      <a:srgbClr val="EAF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tar4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2706624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월 보험료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2706624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연 보험료 합계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2706624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4649"/>
                </a:solidFill>
              </a:rPr>
              <a:t>월 소득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21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tar4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3712463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확인할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4353458" y="1892807"/>
            <a:ext cx="54864" cy="3712463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문의할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4000"/>
            </a:avLst>
          </a:prstGeom>
          <a:solidFill>
            <a:srgbClr val="EAF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8066836" y="1892807"/>
            <a:ext cx="54864" cy="3712463"/>
          </a:xfrm>
          <a:prstGeom prst="rect">
            <a:avLst/>
          </a:prstGeom>
          <a:solidFill>
            <a:srgbClr val="7BE0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7BE0E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정리할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21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EAFBFD"/>
      </a:lt2>
      <a:accent1>
        <a:srgbClr val="7BE0EA"/>
      </a:accent1>
      <a:accent2>
        <a:srgbClr val="9FC3EF"/>
      </a:accent2>
      <a:accent3>
        <a:srgbClr val="274649"/>
      </a:accent3>
      <a:accent4>
        <a:srgbClr val="D1F7FA"/>
      </a:accent4>
      <a:accent5>
        <a:srgbClr val="8DD2EC"/>
      </a:accent5>
      <a:accent6>
        <a:srgbClr val="7D9092"/>
      </a:accent6>
      <a:hlink>
        <a:srgbClr val="7BE0EA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