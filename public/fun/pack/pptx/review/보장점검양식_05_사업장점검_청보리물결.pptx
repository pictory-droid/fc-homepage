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9633618" y="206228"/>
            <a:ext cx="489661" cy="176323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0253910" y="111652"/>
            <a:ext cx="489661" cy="144950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0326474" y="-64298"/>
            <a:ext cx="489661" cy="1767415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8806542" y="229447"/>
            <a:ext cx="489661" cy="1454912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8708084" y="1629234"/>
            <a:ext cx="489661" cy="129143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9245814" y="275150"/>
            <a:ext cx="489661" cy="1379889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F481E"/>
                </a:solidFill>
              </a:rPr>
              <a:t>우리 보험 점검 시간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F481E"/>
                </a:solidFill>
              </a:rPr>
              <a:t>푸른 보리처럼 쑥쑥 늘어난 가입 내역을 차분히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점검 대상 현황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F913B"/>
                      </a:solidFill>
                      <a:prstDash val="solid"/>
                    </a:lnL>
                    <a:lnR w="9525" cap="flat" cmpd="sng" algn="ctr">
                      <a:solidFill>
                        <a:srgbClr val="5F913B"/>
                      </a:solidFill>
                      <a:prstDash val="solid"/>
                    </a:lnR>
                    <a:lnT w="9525" cap="flat" cmpd="sng" algn="ctr">
                      <a:solidFill>
                        <a:srgbClr val="5F913B"/>
                      </a:solidFill>
                      <a:prstDash val="solid"/>
                    </a:lnT>
                    <a:lnB w="9525" cap="flat" cmpd="sng" algn="ctr">
                      <a:solidFill>
                        <a:srgbClr val="5F913B"/>
                      </a:solidFill>
                      <a:prstDash val="solid"/>
                    </a:lnB>
                    <a:solidFill>
                      <a:srgbClr val="5F91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F913B"/>
                      </a:solidFill>
                      <a:prstDash val="solid"/>
                    </a:lnL>
                    <a:lnR w="9525" cap="flat" cmpd="sng" algn="ctr">
                      <a:solidFill>
                        <a:srgbClr val="5F913B"/>
                      </a:solidFill>
                      <a:prstDash val="solid"/>
                    </a:lnR>
                    <a:lnT w="9525" cap="flat" cmpd="sng" algn="ctr">
                      <a:solidFill>
                        <a:srgbClr val="5F913B"/>
                      </a:solidFill>
                      <a:prstDash val="solid"/>
                    </a:lnT>
                    <a:lnB w="9525" cap="flat" cmpd="sng" algn="ctr">
                      <a:solidFill>
                        <a:srgbClr val="5F913B"/>
                      </a:solidFill>
                      <a:prstDash val="solid"/>
                    </a:lnB>
                    <a:solidFill>
                      <a:srgbClr val="5F913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F481E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F481E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F481E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F481E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가입한 보험 목록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F913B"/>
                      </a:solidFill>
                      <a:prstDash val="solid"/>
                    </a:lnL>
                    <a:lnR w="9525" cap="flat" cmpd="sng" algn="ctr">
                      <a:solidFill>
                        <a:srgbClr val="5F913B"/>
                      </a:solidFill>
                      <a:prstDash val="solid"/>
                    </a:lnR>
                    <a:lnT w="9525" cap="flat" cmpd="sng" algn="ctr">
                      <a:solidFill>
                        <a:srgbClr val="5F913B"/>
                      </a:solidFill>
                      <a:prstDash val="solid"/>
                    </a:lnT>
                    <a:lnB w="9525" cap="flat" cmpd="sng" algn="ctr">
                      <a:solidFill>
                        <a:srgbClr val="5F913B"/>
                      </a:solidFill>
                      <a:prstDash val="solid"/>
                    </a:lnB>
                    <a:solidFill>
                      <a:srgbClr val="5F91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F913B"/>
                      </a:solidFill>
                      <a:prstDash val="solid"/>
                    </a:lnL>
                    <a:lnR w="9525" cap="flat" cmpd="sng" algn="ctr">
                      <a:solidFill>
                        <a:srgbClr val="5F913B"/>
                      </a:solidFill>
                      <a:prstDash val="solid"/>
                    </a:lnR>
                    <a:lnT w="9525" cap="flat" cmpd="sng" algn="ctr">
                      <a:solidFill>
                        <a:srgbClr val="5F913B"/>
                      </a:solidFill>
                      <a:prstDash val="solid"/>
                    </a:lnT>
                    <a:lnB w="9525" cap="flat" cmpd="sng" algn="ctr">
                      <a:solidFill>
                        <a:srgbClr val="5F913B"/>
                      </a:solidFill>
                      <a:prstDash val="solid"/>
                    </a:lnB>
                    <a:solidFill>
                      <a:srgbClr val="5F91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F913B"/>
                      </a:solidFill>
                      <a:prstDash val="solid"/>
                    </a:lnL>
                    <a:lnR w="9525" cap="flat" cmpd="sng" algn="ctr">
                      <a:solidFill>
                        <a:srgbClr val="5F913B"/>
                      </a:solidFill>
                      <a:prstDash val="solid"/>
                    </a:lnR>
                    <a:lnT w="9525" cap="flat" cmpd="sng" algn="ctr">
                      <a:solidFill>
                        <a:srgbClr val="5F913B"/>
                      </a:solidFill>
                      <a:prstDash val="solid"/>
                    </a:lnT>
                    <a:lnB w="9525" cap="flat" cmpd="sng" algn="ctr">
                      <a:solidFill>
                        <a:srgbClr val="5F913B"/>
                      </a:solidFill>
                      <a:prstDash val="solid"/>
                    </a:lnB>
                    <a:solidFill>
                      <a:srgbClr val="5F91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F913B"/>
                      </a:solidFill>
                      <a:prstDash val="solid"/>
                    </a:lnL>
                    <a:lnR w="9525" cap="flat" cmpd="sng" algn="ctr">
                      <a:solidFill>
                        <a:srgbClr val="5F913B"/>
                      </a:solidFill>
                      <a:prstDash val="solid"/>
                    </a:lnR>
                    <a:lnT w="9525" cap="flat" cmpd="sng" algn="ctr">
                      <a:solidFill>
                        <a:srgbClr val="5F913B"/>
                      </a:solidFill>
                      <a:prstDash val="solid"/>
                    </a:lnT>
                    <a:lnB w="9525" cap="flat" cmpd="sng" algn="ctr">
                      <a:solidFill>
                        <a:srgbClr val="5F913B"/>
                      </a:solidFill>
                      <a:prstDash val="solid"/>
                    </a:lnB>
                    <a:solidFill>
                      <a:srgbClr val="5F91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F913B"/>
                      </a:solidFill>
                      <a:prstDash val="solid"/>
                    </a:lnL>
                    <a:lnR w="9525" cap="flat" cmpd="sng" algn="ctr">
                      <a:solidFill>
                        <a:srgbClr val="5F913B"/>
                      </a:solidFill>
                      <a:prstDash val="solid"/>
                    </a:lnR>
                    <a:lnT w="9525" cap="flat" cmpd="sng" algn="ctr">
                      <a:solidFill>
                        <a:srgbClr val="5F913B"/>
                      </a:solidFill>
                      <a:prstDash val="solid"/>
                    </a:lnT>
                    <a:lnB w="9525" cap="flat" cmpd="sng" algn="ctr">
                      <a:solidFill>
                        <a:srgbClr val="5F913B"/>
                      </a:solidFill>
                      <a:prstDash val="solid"/>
                    </a:lnB>
                    <a:solidFill>
                      <a:srgbClr val="5F913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보장 항목 체크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F913B"/>
                      </a:solidFill>
                      <a:prstDash val="solid"/>
                    </a:lnL>
                    <a:lnR w="9525" cap="flat" cmpd="sng" algn="ctr">
                      <a:solidFill>
                        <a:srgbClr val="5F913B"/>
                      </a:solidFill>
                      <a:prstDash val="solid"/>
                    </a:lnR>
                    <a:lnT w="9525" cap="flat" cmpd="sng" algn="ctr">
                      <a:solidFill>
                        <a:srgbClr val="5F913B"/>
                      </a:solidFill>
                      <a:prstDash val="solid"/>
                    </a:lnT>
                    <a:lnB w="9525" cap="flat" cmpd="sng" algn="ctr">
                      <a:solidFill>
                        <a:srgbClr val="5F913B"/>
                      </a:solidFill>
                      <a:prstDash val="solid"/>
                    </a:lnB>
                    <a:solidFill>
                      <a:srgbClr val="5F91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F913B"/>
                      </a:solidFill>
                      <a:prstDash val="solid"/>
                    </a:lnL>
                    <a:lnR w="9525" cap="flat" cmpd="sng" algn="ctr">
                      <a:solidFill>
                        <a:srgbClr val="5F913B"/>
                      </a:solidFill>
                      <a:prstDash val="solid"/>
                    </a:lnR>
                    <a:lnT w="9525" cap="flat" cmpd="sng" algn="ctr">
                      <a:solidFill>
                        <a:srgbClr val="5F913B"/>
                      </a:solidFill>
                      <a:prstDash val="solid"/>
                    </a:lnT>
                    <a:lnB w="9525" cap="flat" cmpd="sng" algn="ctr">
                      <a:solidFill>
                        <a:srgbClr val="5F913B"/>
                      </a:solidFill>
                      <a:prstDash val="solid"/>
                    </a:lnB>
                    <a:solidFill>
                      <a:srgbClr val="5F91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F913B"/>
                      </a:solidFill>
                      <a:prstDash val="solid"/>
                    </a:lnL>
                    <a:lnR w="9525" cap="flat" cmpd="sng" algn="ctr">
                      <a:solidFill>
                        <a:srgbClr val="5F913B"/>
                      </a:solidFill>
                      <a:prstDash val="solid"/>
                    </a:lnR>
                    <a:lnT w="9525" cap="flat" cmpd="sng" algn="ctr">
                      <a:solidFill>
                        <a:srgbClr val="5F913B"/>
                      </a:solidFill>
                      <a:prstDash val="solid"/>
                    </a:lnT>
                    <a:lnB w="9525" cap="flat" cmpd="sng" algn="ctr">
                      <a:solidFill>
                        <a:srgbClr val="5F913B"/>
                      </a:solidFill>
                      <a:prstDash val="solid"/>
                    </a:lnB>
                    <a:solidFill>
                      <a:srgbClr val="5F91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F913B"/>
                      </a:solidFill>
                      <a:prstDash val="solid"/>
                    </a:lnL>
                    <a:lnR w="9525" cap="flat" cmpd="sng" algn="ctr">
                      <a:solidFill>
                        <a:srgbClr val="5F913B"/>
                      </a:solidFill>
                      <a:prstDash val="solid"/>
                    </a:lnR>
                    <a:lnT w="9525" cap="flat" cmpd="sng" algn="ctr">
                      <a:solidFill>
                        <a:srgbClr val="5F913B"/>
                      </a:solidFill>
                      <a:prstDash val="solid"/>
                    </a:lnT>
                    <a:lnB w="9525" cap="flat" cmpd="sng" algn="ctr">
                      <a:solidFill>
                        <a:srgbClr val="5F913B"/>
                      </a:solidFill>
                      <a:prstDash val="solid"/>
                    </a:lnB>
                    <a:solidFill>
                      <a:srgbClr val="5F913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F481E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F481E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F481E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F481E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F481E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F481E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F481E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F481E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월 보험료 한눈에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F481E"/>
                </a:solidFill>
              </a:rPr>
              <a:t>월 보험료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F481E"/>
                </a:solidFill>
              </a:rPr>
              <a:t>연 보험료 합계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F481E"/>
                </a:solidFill>
              </a:rPr>
              <a:t>월 소득 대비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3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점검 메모와 다음 할 일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확인할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문의할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정리할 날짜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3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2F481E"/>
      </a:dk2>
      <a:lt2>
        <a:srgbClr val="F4F9F1"/>
      </a:lt2>
      <a:accent1>
        <a:srgbClr val="5F913B"/>
      </a:accent1>
      <a:accent2>
        <a:srgbClr val="423B91"/>
      </a:accent2>
      <a:accent3>
        <a:srgbClr val="2F481E"/>
      </a:accent3>
      <a:accent4>
        <a:srgbClr val="DEEFD2"/>
      </a:accent4>
      <a:accent5>
        <a:srgbClr val="506666"/>
      </a:accent5>
      <a:accent6>
        <a:srgbClr val="829178"/>
      </a:accent6>
      <a:hlink>
        <a:srgbClr val="5F913B"/>
      </a:hlink>
      <a:folHlink>
        <a:srgbClr val="2F481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