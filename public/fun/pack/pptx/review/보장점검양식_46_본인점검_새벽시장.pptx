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339681" y="137159"/>
            <a:ext cx="6583680" cy="6583680"/>
          </a:xfrm>
          <a:prstGeom prst="ellipse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315017" y="1325880"/>
            <a:ext cx="4206240" cy="4206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이름과 증권 번호를 한 줄씩 옮겨 적습니다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본인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14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CFE1"/>
                      </a:solidFill>
                      <a:prstDash val="solid"/>
                    </a:lnL>
                    <a:lnR w="9525" cap="flat" cmpd="sng" algn="ctr">
                      <a:solidFill>
                        <a:srgbClr val="98CFE1"/>
                      </a:solidFill>
                      <a:prstDash val="solid"/>
                    </a:lnR>
                    <a:lnT w="9525" cap="flat" cmpd="sng" algn="ctr">
                      <a:solidFill>
                        <a:srgbClr val="98CFE1"/>
                      </a:solidFill>
                      <a:prstDash val="solid"/>
                    </a:lnT>
                    <a:lnB w="9525" cap="flat" cmpd="sng" algn="ctr">
                      <a:solidFill>
                        <a:srgbClr val="98CFE1"/>
                      </a:solidFill>
                      <a:prstDash val="solid"/>
                    </a:lnB>
                    <a:solidFill>
                      <a:srgbClr val="98CFE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1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D5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EF6"/>
                      </a:solidFill>
                      <a:prstDash val="solid"/>
                    </a:lnL>
                    <a:lnR w="9525" cap="flat" cmpd="sng" algn="ctr">
                      <a:solidFill>
                        <a:srgbClr val="D5EEF6"/>
                      </a:solidFill>
                      <a:prstDash val="solid"/>
                    </a:lnR>
                    <a:lnT w="9525" cap="flat" cmpd="sng" algn="ctr">
                      <a:solidFill>
                        <a:srgbClr val="D5EEF6"/>
                      </a:solidFill>
                      <a:prstDash val="solid"/>
                    </a:lnT>
                    <a:lnB w="9525" cap="flat" cmpd="sng" algn="ctr">
                      <a:solidFill>
                        <a:srgbClr val="D5EEF6"/>
                      </a:solidFill>
                      <a:prstDash val="solid"/>
                    </a:lnB>
                    <a:solidFill>
                      <a:srgbClr val="EC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149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149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149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CF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ADD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98CF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1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149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74149"/>
      </a:dk2>
      <a:lt2>
        <a:srgbClr val="ECF7FB"/>
      </a:lt2>
      <a:accent1>
        <a:srgbClr val="98CFE1"/>
      </a:accent1>
      <a:accent2>
        <a:srgbClr val="B8C6EA"/>
      </a:accent2>
      <a:accent3>
        <a:srgbClr val="274149"/>
      </a:accent3>
      <a:accent4>
        <a:srgbClr val="D5EEF6"/>
      </a:accent4>
      <a:accent5>
        <a:srgbClr val="A8CAE6"/>
      </a:accent5>
      <a:accent6>
        <a:srgbClr val="7D8D92"/>
      </a:accent6>
      <a:hlink>
        <a:srgbClr val="98CFE1"/>
      </a:hlink>
      <a:folHlink>
        <a:srgbClr val="27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