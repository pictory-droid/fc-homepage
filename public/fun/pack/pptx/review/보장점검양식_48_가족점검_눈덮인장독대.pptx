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9967632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11003315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11056782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9824297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11470644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9911340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우리 보험 점검 시간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소복이 쌓이는 눈처럼 차곡차곡 기록해요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점검 대상 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9466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94660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94660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94660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가입한 보험 목록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보장 항목 체크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94660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월 보험료 한눈에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94660"/>
                </a:solidFill>
              </a:rPr>
              <a:t>월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94660"/>
                </a:solidFill>
              </a:rPr>
              <a:t>연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94660"/>
                </a:solidFill>
              </a:rPr>
              <a:t>월 소득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3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점검 메모와 다음 할 일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확인할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문의할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정리할 날짜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