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2315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2315"/>
                </a:solidFill>
              </a:rPr>
              <a:t>만기가 가까운 것부터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사업장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2315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2315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2315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B2315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2315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2315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2315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2315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2315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2315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2315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B2315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B2315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B2315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B2315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5B2315"/>
      </a:dk2>
      <a:lt2>
        <a:srgbClr val="FBF1EE"/>
      </a:lt2>
      <a:accent1>
        <a:srgbClr val="AE4329"/>
      </a:accent1>
      <a:accent2>
        <a:srgbClr val="3B9177"/>
      </a:accent2>
      <a:accent3>
        <a:srgbClr val="5B2315"/>
      </a:accent3>
      <a:accent4>
        <a:srgbClr val="F5D4CC"/>
      </a:accent4>
      <a:accent5>
        <a:srgbClr val="746A50"/>
      </a:accent5>
      <a:accent6>
        <a:srgbClr val="9D7B73"/>
      </a:accent6>
      <a:hlink>
        <a:srgbClr val="AE4329"/>
      </a:hlink>
      <a:folHlink>
        <a:srgbClr val="5B23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