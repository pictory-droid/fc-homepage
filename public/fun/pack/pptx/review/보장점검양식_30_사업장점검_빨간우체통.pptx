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만기가 가까운 것부터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