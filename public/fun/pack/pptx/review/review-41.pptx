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D45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D9D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43219" y="987552"/>
            <a:ext cx="905256" cy="905256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5174132" y="1670608"/>
            <a:ext cx="526694" cy="526694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6540246" y="1654149"/>
            <a:ext cx="493775" cy="493775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B2017"/>
                </a:solidFill>
              </a:rPr>
              <a:t>우리 보험 점검 시간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B2017"/>
                </a:solidFill>
              </a:rPr>
              <a:t>아랫목에 모여 앉아 보험 이야기를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본인 점검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점검 대상 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777240" y="1554480"/>
          <a:ext cx="1063721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18607"/>
                <a:gridCol w="531860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01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017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017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017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가입한 보험 목록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777240" y="155448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보장 항목 체크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777240" y="155448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017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017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017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017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017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017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017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017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월 보험료 한눈에</a:t>
            </a:r>
          </a:p>
        </p:txBody>
      </p:sp>
      <p:sp>
        <p:nvSpPr>
          <p:cNvPr id="7" name="카드 1"/>
          <p:cNvSpPr/>
          <p:nvPr/>
        </p:nvSpPr>
        <p:spPr>
          <a:xfrm>
            <a:off x="777240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B2017"/>
                </a:solidFill>
              </a:rPr>
              <a:t>월 보험료 합계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1" name="카드 2"/>
          <p:cNvSpPr/>
          <p:nvPr/>
        </p:nvSpPr>
        <p:spPr>
          <a:xfrm>
            <a:off x="4399178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B2017"/>
                </a:solidFill>
              </a:rPr>
              <a:t>연 보험료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338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5" name="카드 3"/>
          <p:cNvSpPr/>
          <p:nvPr/>
        </p:nvSpPr>
        <p:spPr>
          <a:xfrm>
            <a:off x="8021116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B2017"/>
                </a:solidFill>
              </a:rPr>
              <a:t>월 소득 대비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8276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9" name="안내"/>
          <p:cNvSpPr txBox="1"/>
          <p:nvPr/>
        </p:nvSpPr>
        <p:spPr>
          <a:xfrm>
            <a:off x="777240" y="466344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점검 메모와 다음 할 일</a:t>
            </a:r>
          </a:p>
        </p:txBody>
      </p:sp>
      <p:sp>
        <p:nvSpPr>
          <p:cNvPr id="7" name="카드 1"/>
          <p:cNvSpPr/>
          <p:nvPr/>
        </p:nvSpPr>
        <p:spPr>
          <a:xfrm>
            <a:off x="777240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확인할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99178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문의할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338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21116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정리할 날짜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8276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안내 문구"/>
          <p:cNvSpPr txBox="1"/>
          <p:nvPr/>
        </p:nvSpPr>
        <p:spPr>
          <a:xfrm>
            <a:off x="777240" y="566928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3B2017"/>
      </a:dk2>
      <a:lt2>
        <a:srgbClr val="F9F3F0"/>
      </a:lt2>
      <a:accent1>
        <a:srgbClr val="7D4531"/>
      </a:accent1>
      <a:accent2>
        <a:srgbClr val="3B917D"/>
      </a:accent2>
      <a:accent3>
        <a:srgbClr val="3B2017"/>
      </a:accent3>
      <a:accent4>
        <a:srgbClr val="EFD9D1"/>
      </a:accent4>
      <a:accent5>
        <a:srgbClr val="5C6B57"/>
      </a:accent5>
      <a:accent6>
        <a:srgbClr val="897974"/>
      </a:accent6>
      <a:hlink>
        <a:srgbClr val="7D4531"/>
      </a:hlink>
      <a:folHlink>
        <a:srgbClr val="3B201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