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겨울 저녁에 따뜻한 차 놓고 정리합니다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