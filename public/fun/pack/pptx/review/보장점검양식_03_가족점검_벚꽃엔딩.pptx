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5368727" y="1847869"/>
            <a:ext cx="467593" cy="467593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6511102" y="969124"/>
            <a:ext cx="369744" cy="369744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6638769" y="1950927"/>
            <a:ext cx="305695" cy="305695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5905681" y="1251101"/>
            <a:ext cx="297506" cy="2975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6059803" y="687133"/>
            <a:ext cx="343973" cy="343973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6020842" y="1322210"/>
            <a:ext cx="288217" cy="28821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5569194" y="899581"/>
            <a:ext cx="469205" cy="469205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5569555" y="819754"/>
            <a:ext cx="471396" cy="471396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9E2E4A"/>
                </a:solidFill>
              </a:rPr>
              <a:t>우리 보험 점검 시간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9E2E4A"/>
                </a:solidFill>
              </a:rPr>
              <a:t>꽃잎처럼 흩어진 증권을 한자리에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가족 점검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10562296" y="1248768"/>
            <a:ext cx="283389" cy="283389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11254644" y="716195"/>
            <a:ext cx="224087" cy="224087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11332018" y="1311227"/>
            <a:ext cx="185269" cy="185269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10887723" y="887090"/>
            <a:ext cx="180306" cy="1803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10981130" y="545291"/>
            <a:ext cx="208469" cy="208469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10957517" y="930186"/>
            <a:ext cx="174677" cy="17467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10683791" y="674048"/>
            <a:ext cx="284367" cy="284367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10684010" y="625668"/>
            <a:ext cx="285695" cy="285695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점검 대상 현황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731520" y="1600200"/>
          <a:ext cx="1072865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엄마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자녀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9E2E4A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9E2E4A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9E2E4A"/>
                          </a:solidFill>
                        </a:rPr>
                        <a:t>직업·학교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9E2E4A"/>
                          </a:solidFill>
                        </a:rPr>
                        <a:t>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10562296" y="1248768"/>
            <a:ext cx="283389" cy="283389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11254644" y="716195"/>
            <a:ext cx="224087" cy="224087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11332018" y="1311227"/>
            <a:ext cx="185269" cy="185269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10887723" y="887090"/>
            <a:ext cx="180306" cy="1803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10981130" y="545291"/>
            <a:ext cx="208469" cy="208469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10957517" y="930186"/>
            <a:ext cx="174677" cy="17467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10683791" y="674048"/>
            <a:ext cx="284367" cy="284367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10684010" y="625668"/>
            <a:ext cx="285695" cy="285695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가입한 보험 목록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731520" y="1600200"/>
          <a:ext cx="1072865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10562296" y="1248768"/>
            <a:ext cx="283389" cy="283389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11254644" y="716195"/>
            <a:ext cx="224087" cy="224087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11332018" y="1311227"/>
            <a:ext cx="185269" cy="185269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10887723" y="887090"/>
            <a:ext cx="180306" cy="1803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10981130" y="545291"/>
            <a:ext cx="208469" cy="208469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10957517" y="930186"/>
            <a:ext cx="174677" cy="17467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10683791" y="674048"/>
            <a:ext cx="284367" cy="284367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10684010" y="625668"/>
            <a:ext cx="285695" cy="285695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보장 항목 체크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731520" y="1600200"/>
          <a:ext cx="1072865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617D"/>
                      </a:solidFill>
                      <a:prstDash val="solid"/>
                    </a:lnL>
                    <a:lnR w="9525" cap="flat" cmpd="sng" algn="ctr">
                      <a:solidFill>
                        <a:srgbClr val="D1617D"/>
                      </a:solidFill>
                      <a:prstDash val="solid"/>
                    </a:lnR>
                    <a:lnT w="9525" cap="flat" cmpd="sng" algn="ctr">
                      <a:solidFill>
                        <a:srgbClr val="D1617D"/>
                      </a:solidFill>
                      <a:prstDash val="solid"/>
                    </a:lnT>
                    <a:lnB w="9525" cap="flat" cmpd="sng" algn="ctr">
                      <a:solidFill>
                        <a:srgbClr val="D1617D"/>
                      </a:solidFill>
                      <a:prstDash val="solid"/>
                    </a:lnB>
                    <a:solidFill>
                      <a:srgbClr val="D1617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9E2E4A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9E2E4A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9E2E4A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9E2E4A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9E2E4A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9E2E4A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9E2E4A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9E2E4A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10562296" y="1248768"/>
            <a:ext cx="283389" cy="283389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11254644" y="716195"/>
            <a:ext cx="224087" cy="224087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11332018" y="1311227"/>
            <a:ext cx="185269" cy="185269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10887723" y="887090"/>
            <a:ext cx="180306" cy="1803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10981130" y="545291"/>
            <a:ext cx="208469" cy="208469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10957517" y="930186"/>
            <a:ext cx="174677" cy="17467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10683791" y="674048"/>
            <a:ext cx="284367" cy="284367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10684010" y="625668"/>
            <a:ext cx="285695" cy="285695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월 보험료 한눈에</a:t>
            </a:r>
          </a:p>
        </p:txBody>
      </p:sp>
      <p:sp>
        <p:nvSpPr>
          <p:cNvPr id="12" name="카드 1"/>
          <p:cNvSpPr/>
          <p:nvPr/>
        </p:nvSpPr>
        <p:spPr>
          <a:xfrm>
            <a:off x="731520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5875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9E2E4A"/>
                </a:solidFill>
              </a:rPr>
              <a:t>월 보험료 합계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6" name="카드 2"/>
          <p:cNvSpPr/>
          <p:nvPr/>
        </p:nvSpPr>
        <p:spPr>
          <a:xfrm>
            <a:off x="4383938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5875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2"/>
          <p:cNvSpPr/>
          <p:nvPr/>
        </p:nvSpPr>
        <p:spPr>
          <a:xfrm>
            <a:off x="4566818" y="1783080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098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9E2E4A"/>
                </a:solidFill>
              </a:rPr>
              <a:t>연 보험료 합계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1098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0" name="카드 3"/>
          <p:cNvSpPr/>
          <p:nvPr/>
        </p:nvSpPr>
        <p:spPr>
          <a:xfrm>
            <a:off x="8036356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5875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3"/>
          <p:cNvSpPr/>
          <p:nvPr/>
        </p:nvSpPr>
        <p:spPr>
          <a:xfrm>
            <a:off x="8219236" y="1783080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3516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9E2E4A"/>
                </a:solidFill>
              </a:rPr>
              <a:t>월 소득 대비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3516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4" name="안내"/>
          <p:cNvSpPr txBox="1"/>
          <p:nvPr/>
        </p:nvSpPr>
        <p:spPr>
          <a:xfrm>
            <a:off x="731520" y="4709160"/>
            <a:ext cx="1072865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10562296" y="1248768"/>
            <a:ext cx="283389" cy="283389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11254644" y="716195"/>
            <a:ext cx="224087" cy="224087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11332018" y="1311227"/>
            <a:ext cx="185269" cy="185269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10887723" y="887090"/>
            <a:ext cx="180306" cy="1803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10981130" y="545291"/>
            <a:ext cx="208469" cy="208469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10957517" y="930186"/>
            <a:ext cx="174677" cy="17467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10683791" y="674048"/>
            <a:ext cx="284367" cy="284367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10684010" y="625668"/>
            <a:ext cx="285695" cy="285695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점검 메모와 다음 할 일</a:t>
            </a:r>
          </a:p>
        </p:txBody>
      </p:sp>
      <p:sp>
        <p:nvSpPr>
          <p:cNvPr id="12" name="카드 1"/>
          <p:cNvSpPr/>
          <p:nvPr/>
        </p:nvSpPr>
        <p:spPr>
          <a:xfrm>
            <a:off x="731520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5875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카드 2"/>
          <p:cNvSpPr/>
          <p:nvPr/>
        </p:nvSpPr>
        <p:spPr>
          <a:xfrm>
            <a:off x="4383938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5875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2"/>
          <p:cNvSpPr/>
          <p:nvPr/>
        </p:nvSpPr>
        <p:spPr>
          <a:xfrm>
            <a:off x="4566818" y="1783080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098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문의할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1098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카드 3"/>
          <p:cNvSpPr/>
          <p:nvPr/>
        </p:nvSpPr>
        <p:spPr>
          <a:xfrm>
            <a:off x="8036356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5875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3"/>
          <p:cNvSpPr/>
          <p:nvPr/>
        </p:nvSpPr>
        <p:spPr>
          <a:xfrm>
            <a:off x="8219236" y="1783080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3516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정리할 날짜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3516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731520" y="5669280"/>
            <a:ext cx="1072865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가족 점검)">
  <a:themeElements>
    <a:clrScheme name="Office">
      <a:dk1>
        <a:sysClr val="windowText" lastClr="000000"/>
      </a:dk1>
      <a:lt1>
        <a:sysClr val="window" lastClr="FFFFFF"/>
      </a:lt1>
      <a:dk2>
        <a:srgbClr val="9E2E4A"/>
      </a:dk2>
      <a:lt2>
        <a:srgbClr val="FAEFF2"/>
      </a:lt2>
      <a:accent1>
        <a:srgbClr val="D1617D"/>
      </a:accent1>
      <a:accent2>
        <a:srgbClr val="3B9151"/>
      </a:accent2>
      <a:accent3>
        <a:srgbClr val="9E2E4A"/>
      </a:accent3>
      <a:accent4>
        <a:srgbClr val="F3CED7"/>
      </a:accent4>
      <a:accent5>
        <a:srgbClr val="867967"/>
      </a:accent5>
      <a:accent6>
        <a:srgbClr val="C58292"/>
      </a:accent6>
      <a:hlink>
        <a:srgbClr val="D1617D"/>
      </a:hlink>
      <a:folHlink>
        <a:srgbClr val="9E2E4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