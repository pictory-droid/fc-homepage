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붕어빵 사 들고 가는 길에 떠올려 본 가족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3D15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3D15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3D15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3D15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3D15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3D15"/>
                </a:solidFill>
              </a:rPr>
              <a:t>월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3D15"/>
                </a:solidFill>
              </a:rPr>
              <a:t>연 보험료 합계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3D15"/>
                </a:solidFill>
              </a:rPr>
              <a:t>월 소득 대비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7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15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문의할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정리할 날짜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