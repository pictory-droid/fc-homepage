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B3D15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3D15"/>
                </a:solidFill>
              </a:rPr>
              <a:t>결산 전에 한 번 확인합니다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사업장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점검 대상 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7429"/>
                      </a:solidFill>
                      <a:prstDash val="solid"/>
                    </a:lnL>
                    <a:lnR w="9525" cap="flat" cmpd="sng" algn="ctr">
                      <a:solidFill>
                        <a:srgbClr val="AE7429"/>
                      </a:solidFill>
                      <a:prstDash val="solid"/>
                    </a:lnR>
                    <a:lnT w="9525" cap="flat" cmpd="sng" algn="ctr">
                      <a:solidFill>
                        <a:srgbClr val="AE7429"/>
                      </a:solidFill>
                      <a:prstDash val="solid"/>
                    </a:lnT>
                    <a:lnB w="9525" cap="flat" cmpd="sng" algn="ctr">
                      <a:solidFill>
                        <a:srgbClr val="AE7429"/>
                      </a:solidFill>
                      <a:prstDash val="solid"/>
                    </a:lnB>
                    <a:solidFill>
                      <a:srgbClr val="AE74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7429"/>
                      </a:solidFill>
                      <a:prstDash val="solid"/>
                    </a:lnL>
                    <a:lnR w="9525" cap="flat" cmpd="sng" algn="ctr">
                      <a:solidFill>
                        <a:srgbClr val="AE7429"/>
                      </a:solidFill>
                      <a:prstDash val="solid"/>
                    </a:lnR>
                    <a:lnT w="9525" cap="flat" cmpd="sng" algn="ctr">
                      <a:solidFill>
                        <a:srgbClr val="AE7429"/>
                      </a:solidFill>
                      <a:prstDash val="solid"/>
                    </a:lnT>
                    <a:lnB w="9525" cap="flat" cmpd="sng" algn="ctr">
                      <a:solidFill>
                        <a:srgbClr val="AE7429"/>
                      </a:solidFill>
                      <a:prstDash val="solid"/>
                    </a:lnB>
                    <a:solidFill>
                      <a:srgbClr val="AE742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B3D15"/>
                          </a:solidFill>
                        </a:rPr>
                        <a:t>상호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B3D15"/>
                          </a:solidFill>
                        </a:rPr>
                        <a:t>업종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B3D15"/>
                          </a:solidFill>
                        </a:rPr>
                        <a:t>직원 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B3D15"/>
                          </a:solidFill>
                        </a:rPr>
                        <a:t>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가입한 보험 목록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7429"/>
                      </a:solidFill>
                      <a:prstDash val="solid"/>
                    </a:lnL>
                    <a:lnR w="9525" cap="flat" cmpd="sng" algn="ctr">
                      <a:solidFill>
                        <a:srgbClr val="AE7429"/>
                      </a:solidFill>
                      <a:prstDash val="solid"/>
                    </a:lnR>
                    <a:lnT w="9525" cap="flat" cmpd="sng" algn="ctr">
                      <a:solidFill>
                        <a:srgbClr val="AE7429"/>
                      </a:solidFill>
                      <a:prstDash val="solid"/>
                    </a:lnT>
                    <a:lnB w="9525" cap="flat" cmpd="sng" algn="ctr">
                      <a:solidFill>
                        <a:srgbClr val="AE7429"/>
                      </a:solidFill>
                      <a:prstDash val="solid"/>
                    </a:lnB>
                    <a:solidFill>
                      <a:srgbClr val="AE74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7429"/>
                      </a:solidFill>
                      <a:prstDash val="solid"/>
                    </a:lnL>
                    <a:lnR w="9525" cap="flat" cmpd="sng" algn="ctr">
                      <a:solidFill>
                        <a:srgbClr val="AE7429"/>
                      </a:solidFill>
                      <a:prstDash val="solid"/>
                    </a:lnR>
                    <a:lnT w="9525" cap="flat" cmpd="sng" algn="ctr">
                      <a:solidFill>
                        <a:srgbClr val="AE7429"/>
                      </a:solidFill>
                      <a:prstDash val="solid"/>
                    </a:lnT>
                    <a:lnB w="9525" cap="flat" cmpd="sng" algn="ctr">
                      <a:solidFill>
                        <a:srgbClr val="AE7429"/>
                      </a:solidFill>
                      <a:prstDash val="solid"/>
                    </a:lnB>
                    <a:solidFill>
                      <a:srgbClr val="AE74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7429"/>
                      </a:solidFill>
                      <a:prstDash val="solid"/>
                    </a:lnL>
                    <a:lnR w="9525" cap="flat" cmpd="sng" algn="ctr">
                      <a:solidFill>
                        <a:srgbClr val="AE7429"/>
                      </a:solidFill>
                      <a:prstDash val="solid"/>
                    </a:lnR>
                    <a:lnT w="9525" cap="flat" cmpd="sng" algn="ctr">
                      <a:solidFill>
                        <a:srgbClr val="AE7429"/>
                      </a:solidFill>
                      <a:prstDash val="solid"/>
                    </a:lnT>
                    <a:lnB w="9525" cap="flat" cmpd="sng" algn="ctr">
                      <a:solidFill>
                        <a:srgbClr val="AE7429"/>
                      </a:solidFill>
                      <a:prstDash val="solid"/>
                    </a:lnB>
                    <a:solidFill>
                      <a:srgbClr val="AE74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7429"/>
                      </a:solidFill>
                      <a:prstDash val="solid"/>
                    </a:lnL>
                    <a:lnR w="9525" cap="flat" cmpd="sng" algn="ctr">
                      <a:solidFill>
                        <a:srgbClr val="AE7429"/>
                      </a:solidFill>
                      <a:prstDash val="solid"/>
                    </a:lnR>
                    <a:lnT w="9525" cap="flat" cmpd="sng" algn="ctr">
                      <a:solidFill>
                        <a:srgbClr val="AE7429"/>
                      </a:solidFill>
                      <a:prstDash val="solid"/>
                    </a:lnT>
                    <a:lnB w="9525" cap="flat" cmpd="sng" algn="ctr">
                      <a:solidFill>
                        <a:srgbClr val="AE7429"/>
                      </a:solidFill>
                      <a:prstDash val="solid"/>
                    </a:lnB>
                    <a:solidFill>
                      <a:srgbClr val="AE74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7429"/>
                      </a:solidFill>
                      <a:prstDash val="solid"/>
                    </a:lnL>
                    <a:lnR w="9525" cap="flat" cmpd="sng" algn="ctr">
                      <a:solidFill>
                        <a:srgbClr val="AE7429"/>
                      </a:solidFill>
                      <a:prstDash val="solid"/>
                    </a:lnR>
                    <a:lnT w="9525" cap="flat" cmpd="sng" algn="ctr">
                      <a:solidFill>
                        <a:srgbClr val="AE7429"/>
                      </a:solidFill>
                      <a:prstDash val="solid"/>
                    </a:lnT>
                    <a:lnB w="9525" cap="flat" cmpd="sng" algn="ctr">
                      <a:solidFill>
                        <a:srgbClr val="AE7429"/>
                      </a:solidFill>
                      <a:prstDash val="solid"/>
                    </a:lnB>
                    <a:solidFill>
                      <a:srgbClr val="AE742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보장 항목 체크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7429"/>
                      </a:solidFill>
                      <a:prstDash val="solid"/>
                    </a:lnL>
                    <a:lnR w="9525" cap="flat" cmpd="sng" algn="ctr">
                      <a:solidFill>
                        <a:srgbClr val="AE7429"/>
                      </a:solidFill>
                      <a:prstDash val="solid"/>
                    </a:lnR>
                    <a:lnT w="9525" cap="flat" cmpd="sng" algn="ctr">
                      <a:solidFill>
                        <a:srgbClr val="AE7429"/>
                      </a:solidFill>
                      <a:prstDash val="solid"/>
                    </a:lnT>
                    <a:lnB w="9525" cap="flat" cmpd="sng" algn="ctr">
                      <a:solidFill>
                        <a:srgbClr val="AE7429"/>
                      </a:solidFill>
                      <a:prstDash val="solid"/>
                    </a:lnB>
                    <a:solidFill>
                      <a:srgbClr val="AE74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7429"/>
                      </a:solidFill>
                      <a:prstDash val="solid"/>
                    </a:lnL>
                    <a:lnR w="9525" cap="flat" cmpd="sng" algn="ctr">
                      <a:solidFill>
                        <a:srgbClr val="AE7429"/>
                      </a:solidFill>
                      <a:prstDash val="solid"/>
                    </a:lnR>
                    <a:lnT w="9525" cap="flat" cmpd="sng" algn="ctr">
                      <a:solidFill>
                        <a:srgbClr val="AE7429"/>
                      </a:solidFill>
                      <a:prstDash val="solid"/>
                    </a:lnT>
                    <a:lnB w="9525" cap="flat" cmpd="sng" algn="ctr">
                      <a:solidFill>
                        <a:srgbClr val="AE7429"/>
                      </a:solidFill>
                      <a:prstDash val="solid"/>
                    </a:lnB>
                    <a:solidFill>
                      <a:srgbClr val="AE74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7429"/>
                      </a:solidFill>
                      <a:prstDash val="solid"/>
                    </a:lnL>
                    <a:lnR w="9525" cap="flat" cmpd="sng" algn="ctr">
                      <a:solidFill>
                        <a:srgbClr val="AE7429"/>
                      </a:solidFill>
                      <a:prstDash val="solid"/>
                    </a:lnR>
                    <a:lnT w="9525" cap="flat" cmpd="sng" algn="ctr">
                      <a:solidFill>
                        <a:srgbClr val="AE7429"/>
                      </a:solidFill>
                      <a:prstDash val="solid"/>
                    </a:lnT>
                    <a:lnB w="9525" cap="flat" cmpd="sng" algn="ctr">
                      <a:solidFill>
                        <a:srgbClr val="AE7429"/>
                      </a:solidFill>
                      <a:prstDash val="solid"/>
                    </a:lnB>
                    <a:solidFill>
                      <a:srgbClr val="AE74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7429"/>
                      </a:solidFill>
                      <a:prstDash val="solid"/>
                    </a:lnL>
                    <a:lnR w="9525" cap="flat" cmpd="sng" algn="ctr">
                      <a:solidFill>
                        <a:srgbClr val="AE7429"/>
                      </a:solidFill>
                      <a:prstDash val="solid"/>
                    </a:lnR>
                    <a:lnT w="9525" cap="flat" cmpd="sng" algn="ctr">
                      <a:solidFill>
                        <a:srgbClr val="AE7429"/>
                      </a:solidFill>
                      <a:prstDash val="solid"/>
                    </a:lnT>
                    <a:lnB w="9525" cap="flat" cmpd="sng" algn="ctr">
                      <a:solidFill>
                        <a:srgbClr val="AE7429"/>
                      </a:solidFill>
                      <a:prstDash val="solid"/>
                    </a:lnB>
                    <a:solidFill>
                      <a:srgbClr val="AE742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3D15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3D15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3D15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3D15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3D15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3D15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3D15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3D15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월 보험료 한눈에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4592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5B3D15"/>
                </a:solidFill>
              </a:rPr>
              <a:t>월 보험료 합계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4592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82880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5B3D15"/>
                </a:solidFill>
              </a:rPr>
              <a:t>연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10896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4592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82880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5B3D15"/>
                </a:solidFill>
              </a:rPr>
              <a:t>월 소득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10896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6" name="안내"/>
          <p:cNvSpPr txBox="1"/>
          <p:nvPr/>
        </p:nvSpPr>
        <p:spPr>
          <a:xfrm>
            <a:off x="640080" y="475488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점검 메모와 다음 할 일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45920"/>
            <a:ext cx="3484778" cy="411480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확인할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3210458" cy="2514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45920"/>
            <a:ext cx="3484778" cy="411480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82880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문의할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108960"/>
            <a:ext cx="3210458" cy="2514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45920"/>
            <a:ext cx="3484778" cy="411480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82880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정리할 날짜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108960"/>
            <a:ext cx="3210458" cy="2514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사업장 점검)">
  <a:themeElements>
    <a:clrScheme name="Office">
      <a:dk1>
        <a:sysClr val="windowText" lastClr="000000"/>
      </a:dk1>
      <a:lt1>
        <a:sysClr val="window" lastClr="FFFFFF"/>
      </a:lt1>
      <a:dk2>
        <a:srgbClr val="5B3D15"/>
      </a:dk2>
      <a:lt2>
        <a:srgbClr val="FBF6EE"/>
      </a:lt2>
      <a:accent1>
        <a:srgbClr val="AE7429"/>
      </a:accent1>
      <a:accent2>
        <a:srgbClr val="3B8B91"/>
      </a:accent2>
      <a:accent3>
        <a:srgbClr val="5B3D15"/>
      </a:accent3>
      <a:accent4>
        <a:srgbClr val="F5E3CC"/>
      </a:accent4>
      <a:accent5>
        <a:srgbClr val="74805D"/>
      </a:accent5>
      <a:accent6>
        <a:srgbClr val="9D8B73"/>
      </a:accent6>
      <a:hlink>
        <a:srgbClr val="AE7429"/>
      </a:hlink>
      <a:folHlink>
        <a:srgbClr val="5B3D1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