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새해에는 한 번 정리하고 시작합니다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B201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017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017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B2017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