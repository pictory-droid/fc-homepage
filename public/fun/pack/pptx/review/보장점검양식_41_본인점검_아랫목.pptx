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B2017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새해에는 한 번 정리하고 시작합니다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18607"/>
                <a:gridCol w="531860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B201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B2017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B2017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B2017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B201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B201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B201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B201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B201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B201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B201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B201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B2017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B2017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3B2017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77240" y="466344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3B2017"/>
      </a:dk2>
      <a:lt2>
        <a:srgbClr val="F9F3F0"/>
      </a:lt2>
      <a:accent1>
        <a:srgbClr val="7D4531"/>
      </a:accent1>
      <a:accent2>
        <a:srgbClr val="3B917D"/>
      </a:accent2>
      <a:accent3>
        <a:srgbClr val="3B2017"/>
      </a:accent3>
      <a:accent4>
        <a:srgbClr val="EFD9D1"/>
      </a:accent4>
      <a:accent5>
        <a:srgbClr val="5C6B57"/>
      </a:accent5>
      <a:accent6>
        <a:srgbClr val="897974"/>
      </a:accent6>
      <a:hlink>
        <a:srgbClr val="7D4531"/>
      </a:hlink>
      <a:folHlink>
        <a:srgbClr val="3B201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