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3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1950671" cy="6858000"/>
          </a:xfrm>
          <a:prstGeom prst="rect">
            <a:avLst/>
          </a:prstGeom>
          <a:solidFill>
            <a:srgbClr val="3352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950671" y="0"/>
            <a:ext cx="91440" cy="6858000"/>
          </a:xfrm>
          <a:prstGeom prst="rect">
            <a:avLst/>
          </a:prstGeom>
          <a:solidFill>
            <a:srgbClr val="914C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8900000">
            <a:off x="9114351" y="5637503"/>
            <a:ext cx="419603" cy="419603"/>
          </a:xfrm>
          <a:prstGeom prst="teardrop">
            <a:avLst/>
          </a:prstGeom>
          <a:solidFill>
            <a:srgbClr val="3352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8900000">
            <a:off x="10779996" y="5400928"/>
            <a:ext cx="611692" cy="611692"/>
          </a:xfrm>
          <a:prstGeom prst="teardrop">
            <a:avLst/>
          </a:prstGeom>
          <a:solidFill>
            <a:srgbClr val="D0DAF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8900000">
            <a:off x="10835836" y="5859767"/>
            <a:ext cx="487089" cy="487089"/>
          </a:xfrm>
          <a:prstGeom prst="teardrop">
            <a:avLst/>
          </a:prstGeom>
          <a:solidFill>
            <a:srgbClr val="914C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8900000">
            <a:off x="10119557" y="5849388"/>
            <a:ext cx="595431" cy="595431"/>
          </a:xfrm>
          <a:prstGeom prst="teardrop">
            <a:avLst/>
          </a:prstGeom>
          <a:solidFill>
            <a:srgbClr val="3352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8900000">
            <a:off x="10049508" y="6102867"/>
            <a:ext cx="463533" cy="463533"/>
          </a:xfrm>
          <a:prstGeom prst="teardrop">
            <a:avLst/>
          </a:prstGeom>
          <a:solidFill>
            <a:srgbClr val="D0DAF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8900000">
            <a:off x="10515572" y="5930318"/>
            <a:ext cx="539169" cy="539169"/>
          </a:xfrm>
          <a:prstGeom prst="teardrop">
            <a:avLst/>
          </a:prstGeom>
          <a:solidFill>
            <a:srgbClr val="914C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18900000">
            <a:off x="8631671" y="5574825"/>
            <a:ext cx="389859" cy="389859"/>
          </a:xfrm>
          <a:prstGeom prst="teardrop">
            <a:avLst/>
          </a:prstGeom>
          <a:solidFill>
            <a:srgbClr val="3352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26006" y="2194560"/>
            <a:ext cx="7558851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19294D"/>
                </a:solidFill>
              </a:rPr>
              <a:t>우리 보험 점검 시간</a:t>
            </a:r>
          </a:p>
        </p:txBody>
      </p:sp>
      <p:sp>
        <p:nvSpPr>
          <p:cNvPr id="12" name="한 줄 문구"/>
          <p:cNvSpPr txBox="1"/>
          <p:nvPr/>
        </p:nvSpPr>
        <p:spPr>
          <a:xfrm>
            <a:off x="2926006" y="3749039"/>
            <a:ext cx="7558851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19294D"/>
                </a:solidFill>
              </a:rPr>
              <a:t>장마철 습기 대신 정리된 서류를 챙겨요</a:t>
            </a:r>
          </a:p>
        </p:txBody>
      </p:sp>
      <p:sp>
        <p:nvSpPr>
          <p:cNvPr id="13" name="안내 문구"/>
          <p:cNvSpPr txBox="1"/>
          <p:nvPr/>
        </p:nvSpPr>
        <p:spPr>
          <a:xfrm>
            <a:off x="2926006" y="4617720"/>
            <a:ext cx="7558851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부모님 점검 · 2026. 00. 00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가입 내용을 정리하고 함께 확인하는 양식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3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3352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914C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8900000">
            <a:off x="11062680" y="1006440"/>
            <a:ext cx="170949" cy="170949"/>
          </a:xfrm>
          <a:prstGeom prst="teardrop">
            <a:avLst/>
          </a:prstGeom>
          <a:solidFill>
            <a:srgbClr val="3352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8900000">
            <a:off x="11741276" y="910058"/>
            <a:ext cx="249208" cy="249208"/>
          </a:xfrm>
          <a:prstGeom prst="teardrop">
            <a:avLst/>
          </a:prstGeom>
          <a:solidFill>
            <a:srgbClr val="D0DAF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8900000">
            <a:off x="11764025" y="1096992"/>
            <a:ext cx="198443" cy="198443"/>
          </a:xfrm>
          <a:prstGeom prst="teardrop">
            <a:avLst/>
          </a:prstGeom>
          <a:solidFill>
            <a:srgbClr val="914C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8900000">
            <a:off x="11472208" y="1092764"/>
            <a:ext cx="242583" cy="242583"/>
          </a:xfrm>
          <a:prstGeom prst="teardrop">
            <a:avLst/>
          </a:prstGeom>
          <a:solidFill>
            <a:srgbClr val="3352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8900000">
            <a:off x="11443669" y="1196033"/>
            <a:ext cx="188847" cy="188847"/>
          </a:xfrm>
          <a:prstGeom prst="teardrop">
            <a:avLst/>
          </a:prstGeom>
          <a:solidFill>
            <a:srgbClr val="D0DAF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8900000">
            <a:off x="11633547" y="1125735"/>
            <a:ext cx="219661" cy="219661"/>
          </a:xfrm>
          <a:prstGeom prst="teardrop">
            <a:avLst/>
          </a:prstGeom>
          <a:solidFill>
            <a:srgbClr val="914C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18900000">
            <a:off x="10866032" y="980905"/>
            <a:ext cx="158831" cy="158831"/>
          </a:xfrm>
          <a:prstGeom prst="teardrop">
            <a:avLst/>
          </a:prstGeom>
          <a:solidFill>
            <a:srgbClr val="3352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9294D"/>
                </a:solidFill>
              </a:rPr>
              <a:t>점검 대상 현황</a:t>
            </a:r>
          </a:p>
        </p:txBody>
      </p:sp>
      <p:graphicFrame>
        <p:nvGraphicFramePr>
          <p:cNvPr id="12" name="표"/>
          <p:cNvGraphicFramePr>
            <a:graphicFrameLocks noGrp="1"/>
          </p:cNvGraphicFramePr>
          <p:nvPr/>
        </p:nvGraphicFramePr>
        <p:xfrm>
          <a:off x="914400" y="1600200"/>
          <a:ext cx="10637214" cy="36576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545738"/>
                <a:gridCol w="3545738"/>
                <a:gridCol w="3545738"/>
              </a:tblGrid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구분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335299"/>
                      </a:solidFill>
                      <a:prstDash val="solid"/>
                    </a:lnL>
                    <a:lnR w="9525" cap="flat" cmpd="sng" algn="ctr">
                      <a:solidFill>
                        <a:srgbClr val="335299"/>
                      </a:solidFill>
                      <a:prstDash val="solid"/>
                    </a:lnR>
                    <a:lnT w="9525" cap="flat" cmpd="sng" algn="ctr">
                      <a:solidFill>
                        <a:srgbClr val="335299"/>
                      </a:solidFill>
                      <a:prstDash val="solid"/>
                    </a:lnT>
                    <a:lnB w="9525" cap="flat" cmpd="sng" algn="ctr">
                      <a:solidFill>
                        <a:srgbClr val="335299"/>
                      </a:solidFill>
                      <a:prstDash val="solid"/>
                    </a:lnB>
                    <a:solidFill>
                      <a:srgbClr val="33529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아버지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335299"/>
                      </a:solidFill>
                      <a:prstDash val="solid"/>
                    </a:lnL>
                    <a:lnR w="9525" cap="flat" cmpd="sng" algn="ctr">
                      <a:solidFill>
                        <a:srgbClr val="335299"/>
                      </a:solidFill>
                      <a:prstDash val="solid"/>
                    </a:lnR>
                    <a:lnT w="9525" cap="flat" cmpd="sng" algn="ctr">
                      <a:solidFill>
                        <a:srgbClr val="335299"/>
                      </a:solidFill>
                      <a:prstDash val="solid"/>
                    </a:lnT>
                    <a:lnB w="9525" cap="flat" cmpd="sng" algn="ctr">
                      <a:solidFill>
                        <a:srgbClr val="335299"/>
                      </a:solidFill>
                      <a:prstDash val="solid"/>
                    </a:lnB>
                    <a:solidFill>
                      <a:srgbClr val="33529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어머니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335299"/>
                      </a:solidFill>
                      <a:prstDash val="solid"/>
                    </a:lnL>
                    <a:lnR w="9525" cap="flat" cmpd="sng" algn="ctr">
                      <a:solidFill>
                        <a:srgbClr val="335299"/>
                      </a:solidFill>
                      <a:prstDash val="solid"/>
                    </a:lnR>
                    <a:lnT w="9525" cap="flat" cmpd="sng" algn="ctr">
                      <a:solidFill>
                        <a:srgbClr val="335299"/>
                      </a:solidFill>
                      <a:prstDash val="solid"/>
                    </a:lnT>
                    <a:lnB w="9525" cap="flat" cmpd="sng" algn="ctr">
                      <a:solidFill>
                        <a:srgbClr val="335299"/>
                      </a:solidFill>
                      <a:prstDash val="solid"/>
                    </a:lnB>
                    <a:solidFill>
                      <a:srgbClr val="335299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9294D"/>
                          </a:solidFill>
                        </a:rPr>
                        <a:t>성함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DAF1"/>
                      </a:solidFill>
                      <a:prstDash val="solid"/>
                    </a:lnL>
                    <a:lnR w="9525" cap="flat" cmpd="sng" algn="ctr">
                      <a:solidFill>
                        <a:srgbClr val="D0DAF1"/>
                      </a:solidFill>
                      <a:prstDash val="solid"/>
                    </a:lnR>
                    <a:lnT w="9525" cap="flat" cmpd="sng" algn="ctr">
                      <a:solidFill>
                        <a:srgbClr val="D0DAF1"/>
                      </a:solidFill>
                      <a:prstDash val="solid"/>
                    </a:lnT>
                    <a:lnB w="9525" cap="flat" cmpd="sng" algn="ctr">
                      <a:solidFill>
                        <a:srgbClr val="D0DAF1"/>
                      </a:solidFill>
                      <a:prstDash val="solid"/>
                    </a:lnB>
                    <a:solidFill>
                      <a:srgbClr val="D0DA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DAF1"/>
                      </a:solidFill>
                      <a:prstDash val="solid"/>
                    </a:lnL>
                    <a:lnR w="9525" cap="flat" cmpd="sng" algn="ctr">
                      <a:solidFill>
                        <a:srgbClr val="D0DAF1"/>
                      </a:solidFill>
                      <a:prstDash val="solid"/>
                    </a:lnR>
                    <a:lnT w="9525" cap="flat" cmpd="sng" algn="ctr">
                      <a:solidFill>
                        <a:srgbClr val="D0DAF1"/>
                      </a:solidFill>
                      <a:prstDash val="solid"/>
                    </a:lnT>
                    <a:lnB w="9525" cap="flat" cmpd="sng" algn="ctr">
                      <a:solidFill>
                        <a:srgbClr val="D0DAF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DAF1"/>
                      </a:solidFill>
                      <a:prstDash val="solid"/>
                    </a:lnL>
                    <a:lnR w="9525" cap="flat" cmpd="sng" algn="ctr">
                      <a:solidFill>
                        <a:srgbClr val="D0DAF1"/>
                      </a:solidFill>
                      <a:prstDash val="solid"/>
                    </a:lnR>
                    <a:lnT w="9525" cap="flat" cmpd="sng" algn="ctr">
                      <a:solidFill>
                        <a:srgbClr val="D0DAF1"/>
                      </a:solidFill>
                      <a:prstDash val="solid"/>
                    </a:lnT>
                    <a:lnB w="9525" cap="flat" cmpd="sng" algn="ctr">
                      <a:solidFill>
                        <a:srgbClr val="D0DAF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9294D"/>
                          </a:solidFill>
                        </a:rPr>
                        <a:t>연세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DAF1"/>
                      </a:solidFill>
                      <a:prstDash val="solid"/>
                    </a:lnL>
                    <a:lnR w="9525" cap="flat" cmpd="sng" algn="ctr">
                      <a:solidFill>
                        <a:srgbClr val="D0DAF1"/>
                      </a:solidFill>
                      <a:prstDash val="solid"/>
                    </a:lnR>
                    <a:lnT w="9525" cap="flat" cmpd="sng" algn="ctr">
                      <a:solidFill>
                        <a:srgbClr val="D0DAF1"/>
                      </a:solidFill>
                      <a:prstDash val="solid"/>
                    </a:lnT>
                    <a:lnB w="9525" cap="flat" cmpd="sng" algn="ctr">
                      <a:solidFill>
                        <a:srgbClr val="D0DAF1"/>
                      </a:solidFill>
                      <a:prstDash val="solid"/>
                    </a:lnB>
                    <a:solidFill>
                      <a:srgbClr val="D0DA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DAF1"/>
                      </a:solidFill>
                      <a:prstDash val="solid"/>
                    </a:lnL>
                    <a:lnR w="9525" cap="flat" cmpd="sng" algn="ctr">
                      <a:solidFill>
                        <a:srgbClr val="D0DAF1"/>
                      </a:solidFill>
                      <a:prstDash val="solid"/>
                    </a:lnR>
                    <a:lnT w="9525" cap="flat" cmpd="sng" algn="ctr">
                      <a:solidFill>
                        <a:srgbClr val="D0DAF1"/>
                      </a:solidFill>
                      <a:prstDash val="solid"/>
                    </a:lnT>
                    <a:lnB w="9525" cap="flat" cmpd="sng" algn="ctr">
                      <a:solidFill>
                        <a:srgbClr val="D0DAF1"/>
                      </a:solidFill>
                      <a:prstDash val="soli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DAF1"/>
                      </a:solidFill>
                      <a:prstDash val="solid"/>
                    </a:lnL>
                    <a:lnR w="9525" cap="flat" cmpd="sng" algn="ctr">
                      <a:solidFill>
                        <a:srgbClr val="D0DAF1"/>
                      </a:solidFill>
                      <a:prstDash val="solid"/>
                    </a:lnR>
                    <a:lnT w="9525" cap="flat" cmpd="sng" algn="ctr">
                      <a:solidFill>
                        <a:srgbClr val="D0DAF1"/>
                      </a:solidFill>
                      <a:prstDash val="solid"/>
                    </a:lnT>
                    <a:lnB w="9525" cap="flat" cmpd="sng" algn="ctr">
                      <a:solidFill>
                        <a:srgbClr val="D0DAF1"/>
                      </a:solidFill>
                      <a:prstDash val="solid"/>
                    </a:lnB>
                    <a:solidFill>
                      <a:srgbClr val="F0F3FA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9294D"/>
                          </a:solidFill>
                        </a:rPr>
                        <a:t>건강 상태 메모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DAF1"/>
                      </a:solidFill>
                      <a:prstDash val="solid"/>
                    </a:lnL>
                    <a:lnR w="9525" cap="flat" cmpd="sng" algn="ctr">
                      <a:solidFill>
                        <a:srgbClr val="D0DAF1"/>
                      </a:solidFill>
                      <a:prstDash val="solid"/>
                    </a:lnR>
                    <a:lnT w="9525" cap="flat" cmpd="sng" algn="ctr">
                      <a:solidFill>
                        <a:srgbClr val="D0DAF1"/>
                      </a:solidFill>
                      <a:prstDash val="solid"/>
                    </a:lnT>
                    <a:lnB w="9525" cap="flat" cmpd="sng" algn="ctr">
                      <a:solidFill>
                        <a:srgbClr val="D0DAF1"/>
                      </a:solidFill>
                      <a:prstDash val="solid"/>
                    </a:lnB>
                    <a:solidFill>
                      <a:srgbClr val="D0DA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DAF1"/>
                      </a:solidFill>
                      <a:prstDash val="solid"/>
                    </a:lnL>
                    <a:lnR w="9525" cap="flat" cmpd="sng" algn="ctr">
                      <a:solidFill>
                        <a:srgbClr val="D0DAF1"/>
                      </a:solidFill>
                      <a:prstDash val="solid"/>
                    </a:lnR>
                    <a:lnT w="9525" cap="flat" cmpd="sng" algn="ctr">
                      <a:solidFill>
                        <a:srgbClr val="D0DAF1"/>
                      </a:solidFill>
                      <a:prstDash val="solid"/>
                    </a:lnT>
                    <a:lnB w="9525" cap="flat" cmpd="sng" algn="ctr">
                      <a:solidFill>
                        <a:srgbClr val="D0DAF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DAF1"/>
                      </a:solidFill>
                      <a:prstDash val="solid"/>
                    </a:lnL>
                    <a:lnR w="9525" cap="flat" cmpd="sng" algn="ctr">
                      <a:solidFill>
                        <a:srgbClr val="D0DAF1"/>
                      </a:solidFill>
                      <a:prstDash val="solid"/>
                    </a:lnR>
                    <a:lnT w="9525" cap="flat" cmpd="sng" algn="ctr">
                      <a:solidFill>
                        <a:srgbClr val="D0DAF1"/>
                      </a:solidFill>
                      <a:prstDash val="solid"/>
                    </a:lnT>
                    <a:lnB w="9525" cap="flat" cmpd="sng" algn="ctr">
                      <a:solidFill>
                        <a:srgbClr val="D0DAF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9294D"/>
                          </a:solidFill>
                        </a:rPr>
                        <a:t>함께 확인할 것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DAF1"/>
                      </a:solidFill>
                      <a:prstDash val="solid"/>
                    </a:lnL>
                    <a:lnR w="9525" cap="flat" cmpd="sng" algn="ctr">
                      <a:solidFill>
                        <a:srgbClr val="D0DAF1"/>
                      </a:solidFill>
                      <a:prstDash val="solid"/>
                    </a:lnR>
                    <a:lnT w="9525" cap="flat" cmpd="sng" algn="ctr">
                      <a:solidFill>
                        <a:srgbClr val="D0DAF1"/>
                      </a:solidFill>
                      <a:prstDash val="solid"/>
                    </a:lnT>
                    <a:lnB w="9525" cap="flat" cmpd="sng" algn="ctr">
                      <a:solidFill>
                        <a:srgbClr val="D0DAF1"/>
                      </a:solidFill>
                      <a:prstDash val="solid"/>
                    </a:lnB>
                    <a:solidFill>
                      <a:srgbClr val="D0DA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DAF1"/>
                      </a:solidFill>
                      <a:prstDash val="solid"/>
                    </a:lnL>
                    <a:lnR w="9525" cap="flat" cmpd="sng" algn="ctr">
                      <a:solidFill>
                        <a:srgbClr val="D0DAF1"/>
                      </a:solidFill>
                      <a:prstDash val="solid"/>
                    </a:lnR>
                    <a:lnT w="9525" cap="flat" cmpd="sng" algn="ctr">
                      <a:solidFill>
                        <a:srgbClr val="D0DAF1"/>
                      </a:solidFill>
                      <a:prstDash val="solid"/>
                    </a:lnT>
                    <a:lnB w="9525" cap="flat" cmpd="sng" algn="ctr">
                      <a:solidFill>
                        <a:srgbClr val="D0DAF1"/>
                      </a:solidFill>
                      <a:prstDash val="soli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DAF1"/>
                      </a:solidFill>
                      <a:prstDash val="solid"/>
                    </a:lnL>
                    <a:lnR w="9525" cap="flat" cmpd="sng" algn="ctr">
                      <a:solidFill>
                        <a:srgbClr val="D0DAF1"/>
                      </a:solidFill>
                      <a:prstDash val="solid"/>
                    </a:lnR>
                    <a:lnT w="9525" cap="flat" cmpd="sng" algn="ctr">
                      <a:solidFill>
                        <a:srgbClr val="D0DAF1"/>
                      </a:solidFill>
                      <a:prstDash val="solid"/>
                    </a:lnT>
                    <a:lnB w="9525" cap="flat" cmpd="sng" algn="ctr">
                      <a:solidFill>
                        <a:srgbClr val="D0DAF1"/>
                      </a:solidFill>
                      <a:prstDash val="solid"/>
                    </a:lnB>
                    <a:solidFill>
                      <a:srgbClr val="F0F3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3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3352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914C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8900000">
            <a:off x="11062680" y="1006440"/>
            <a:ext cx="170949" cy="170949"/>
          </a:xfrm>
          <a:prstGeom prst="teardrop">
            <a:avLst/>
          </a:prstGeom>
          <a:solidFill>
            <a:srgbClr val="3352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8900000">
            <a:off x="11741276" y="910058"/>
            <a:ext cx="249208" cy="249208"/>
          </a:xfrm>
          <a:prstGeom prst="teardrop">
            <a:avLst/>
          </a:prstGeom>
          <a:solidFill>
            <a:srgbClr val="D0DAF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8900000">
            <a:off x="11764025" y="1096992"/>
            <a:ext cx="198443" cy="198443"/>
          </a:xfrm>
          <a:prstGeom prst="teardrop">
            <a:avLst/>
          </a:prstGeom>
          <a:solidFill>
            <a:srgbClr val="914C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8900000">
            <a:off x="11472208" y="1092764"/>
            <a:ext cx="242583" cy="242583"/>
          </a:xfrm>
          <a:prstGeom prst="teardrop">
            <a:avLst/>
          </a:prstGeom>
          <a:solidFill>
            <a:srgbClr val="3352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8900000">
            <a:off x="11443669" y="1196033"/>
            <a:ext cx="188847" cy="188847"/>
          </a:xfrm>
          <a:prstGeom prst="teardrop">
            <a:avLst/>
          </a:prstGeom>
          <a:solidFill>
            <a:srgbClr val="D0DAF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8900000">
            <a:off x="11633547" y="1125735"/>
            <a:ext cx="219661" cy="219661"/>
          </a:xfrm>
          <a:prstGeom prst="teardrop">
            <a:avLst/>
          </a:prstGeom>
          <a:solidFill>
            <a:srgbClr val="914C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18900000">
            <a:off x="10866032" y="980905"/>
            <a:ext cx="158831" cy="158831"/>
          </a:xfrm>
          <a:prstGeom prst="teardrop">
            <a:avLst/>
          </a:prstGeom>
          <a:solidFill>
            <a:srgbClr val="3352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9294D"/>
                </a:solidFill>
              </a:rPr>
              <a:t>가입한 보험 목록</a:t>
            </a:r>
          </a:p>
        </p:txBody>
      </p:sp>
      <p:graphicFrame>
        <p:nvGraphicFramePr>
          <p:cNvPr id="12" name="표"/>
          <p:cNvGraphicFramePr>
            <a:graphicFrameLocks noGrp="1"/>
          </p:cNvGraphicFramePr>
          <p:nvPr/>
        </p:nvGraphicFramePr>
        <p:xfrm>
          <a:off x="914400" y="1600200"/>
          <a:ext cx="10637215" cy="422452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11680"/>
                <a:gridCol w="3108960"/>
                <a:gridCol w="1828800"/>
                <a:gridCol w="1828800"/>
                <a:gridCol w="1858975"/>
              </a:tblGrid>
              <a:tr h="603504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보험회사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335299"/>
                      </a:solidFill>
                      <a:prstDash val="solid"/>
                    </a:lnL>
                    <a:lnR w="9525" cap="flat" cmpd="sng" algn="ctr">
                      <a:solidFill>
                        <a:srgbClr val="335299"/>
                      </a:solidFill>
                      <a:prstDash val="solid"/>
                    </a:lnR>
                    <a:lnT w="9525" cap="flat" cmpd="sng" algn="ctr">
                      <a:solidFill>
                        <a:srgbClr val="335299"/>
                      </a:solidFill>
                      <a:prstDash val="solid"/>
                    </a:lnT>
                    <a:lnB w="9525" cap="flat" cmpd="sng" algn="ctr">
                      <a:solidFill>
                        <a:srgbClr val="335299"/>
                      </a:solidFill>
                      <a:prstDash val="solid"/>
                    </a:lnB>
                    <a:solidFill>
                      <a:srgbClr val="33529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상품명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335299"/>
                      </a:solidFill>
                      <a:prstDash val="solid"/>
                    </a:lnL>
                    <a:lnR w="9525" cap="flat" cmpd="sng" algn="ctr">
                      <a:solidFill>
                        <a:srgbClr val="335299"/>
                      </a:solidFill>
                      <a:prstDash val="solid"/>
                    </a:lnR>
                    <a:lnT w="9525" cap="flat" cmpd="sng" algn="ctr">
                      <a:solidFill>
                        <a:srgbClr val="335299"/>
                      </a:solidFill>
                      <a:prstDash val="solid"/>
                    </a:lnT>
                    <a:lnB w="9525" cap="flat" cmpd="sng" algn="ctr">
                      <a:solidFill>
                        <a:srgbClr val="335299"/>
                      </a:solidFill>
                      <a:prstDash val="solid"/>
                    </a:lnB>
                    <a:solidFill>
                      <a:srgbClr val="33529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종류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335299"/>
                      </a:solidFill>
                      <a:prstDash val="solid"/>
                    </a:lnL>
                    <a:lnR w="9525" cap="flat" cmpd="sng" algn="ctr">
                      <a:solidFill>
                        <a:srgbClr val="335299"/>
                      </a:solidFill>
                      <a:prstDash val="solid"/>
                    </a:lnR>
                    <a:lnT w="9525" cap="flat" cmpd="sng" algn="ctr">
                      <a:solidFill>
                        <a:srgbClr val="335299"/>
                      </a:solidFill>
                      <a:prstDash val="solid"/>
                    </a:lnT>
                    <a:lnB w="9525" cap="flat" cmpd="sng" algn="ctr">
                      <a:solidFill>
                        <a:srgbClr val="335299"/>
                      </a:solidFill>
                      <a:prstDash val="solid"/>
                    </a:lnB>
                    <a:solidFill>
                      <a:srgbClr val="33529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만기일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335299"/>
                      </a:solidFill>
                      <a:prstDash val="solid"/>
                    </a:lnL>
                    <a:lnR w="9525" cap="flat" cmpd="sng" algn="ctr">
                      <a:solidFill>
                        <a:srgbClr val="335299"/>
                      </a:solidFill>
                      <a:prstDash val="solid"/>
                    </a:lnR>
                    <a:lnT w="9525" cap="flat" cmpd="sng" algn="ctr">
                      <a:solidFill>
                        <a:srgbClr val="335299"/>
                      </a:solidFill>
                      <a:prstDash val="solid"/>
                    </a:lnT>
                    <a:lnB w="9525" cap="flat" cmpd="sng" algn="ctr">
                      <a:solidFill>
                        <a:srgbClr val="335299"/>
                      </a:solidFill>
                      <a:prstDash val="solid"/>
                    </a:lnB>
                    <a:solidFill>
                      <a:srgbClr val="33529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월 보험료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335299"/>
                      </a:solidFill>
                      <a:prstDash val="solid"/>
                    </a:lnL>
                    <a:lnR w="9525" cap="flat" cmpd="sng" algn="ctr">
                      <a:solidFill>
                        <a:srgbClr val="335299"/>
                      </a:solidFill>
                      <a:prstDash val="solid"/>
                    </a:lnR>
                    <a:lnT w="9525" cap="flat" cmpd="sng" algn="ctr">
                      <a:solidFill>
                        <a:srgbClr val="335299"/>
                      </a:solidFill>
                      <a:prstDash val="solid"/>
                    </a:lnT>
                    <a:lnB w="9525" cap="flat" cmpd="sng" algn="ctr">
                      <a:solidFill>
                        <a:srgbClr val="335299"/>
                      </a:solidFill>
                      <a:prstDash val="solid"/>
                    </a:lnB>
                    <a:solidFill>
                      <a:srgbClr val="335299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DAF1"/>
                      </a:solidFill>
                      <a:prstDash val="solid"/>
                    </a:lnL>
                    <a:lnR w="9525" cap="flat" cmpd="sng" algn="ctr">
                      <a:solidFill>
                        <a:srgbClr val="D0DAF1"/>
                      </a:solidFill>
                      <a:prstDash val="solid"/>
                    </a:lnR>
                    <a:lnT w="9525" cap="flat" cmpd="sng" algn="ctr">
                      <a:solidFill>
                        <a:srgbClr val="D0DAF1"/>
                      </a:solidFill>
                      <a:prstDash val="solid"/>
                    </a:lnT>
                    <a:lnB w="9525" cap="flat" cmpd="sng" algn="ctr">
                      <a:solidFill>
                        <a:srgbClr val="D0DAF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DAF1"/>
                      </a:solidFill>
                      <a:prstDash val="solid"/>
                    </a:lnL>
                    <a:lnR w="9525" cap="flat" cmpd="sng" algn="ctr">
                      <a:solidFill>
                        <a:srgbClr val="D0DAF1"/>
                      </a:solidFill>
                      <a:prstDash val="solid"/>
                    </a:lnR>
                    <a:lnT w="9525" cap="flat" cmpd="sng" algn="ctr">
                      <a:solidFill>
                        <a:srgbClr val="D0DAF1"/>
                      </a:solidFill>
                      <a:prstDash val="solid"/>
                    </a:lnT>
                    <a:lnB w="9525" cap="flat" cmpd="sng" algn="ctr">
                      <a:solidFill>
                        <a:srgbClr val="D0DAF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DAF1"/>
                      </a:solidFill>
                      <a:prstDash val="solid"/>
                    </a:lnL>
                    <a:lnR w="9525" cap="flat" cmpd="sng" algn="ctr">
                      <a:solidFill>
                        <a:srgbClr val="D0DAF1"/>
                      </a:solidFill>
                      <a:prstDash val="solid"/>
                    </a:lnR>
                    <a:lnT w="9525" cap="flat" cmpd="sng" algn="ctr">
                      <a:solidFill>
                        <a:srgbClr val="D0DAF1"/>
                      </a:solidFill>
                      <a:prstDash val="solid"/>
                    </a:lnT>
                    <a:lnB w="9525" cap="flat" cmpd="sng" algn="ctr">
                      <a:solidFill>
                        <a:srgbClr val="D0DAF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DAF1"/>
                      </a:solidFill>
                      <a:prstDash val="solid"/>
                    </a:lnL>
                    <a:lnR w="9525" cap="flat" cmpd="sng" algn="ctr">
                      <a:solidFill>
                        <a:srgbClr val="D0DAF1"/>
                      </a:solidFill>
                      <a:prstDash val="solid"/>
                    </a:lnR>
                    <a:lnT w="9525" cap="flat" cmpd="sng" algn="ctr">
                      <a:solidFill>
                        <a:srgbClr val="D0DAF1"/>
                      </a:solidFill>
                      <a:prstDash val="solid"/>
                    </a:lnT>
                    <a:lnB w="9525" cap="flat" cmpd="sng" algn="ctr">
                      <a:solidFill>
                        <a:srgbClr val="D0DAF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DAF1"/>
                      </a:solidFill>
                      <a:prstDash val="solid"/>
                    </a:lnL>
                    <a:lnR w="9525" cap="flat" cmpd="sng" algn="ctr">
                      <a:solidFill>
                        <a:srgbClr val="D0DAF1"/>
                      </a:solidFill>
                      <a:prstDash val="solid"/>
                    </a:lnR>
                    <a:lnT w="9525" cap="flat" cmpd="sng" algn="ctr">
                      <a:solidFill>
                        <a:srgbClr val="D0DAF1"/>
                      </a:solidFill>
                      <a:prstDash val="solid"/>
                    </a:lnT>
                    <a:lnB w="9525" cap="flat" cmpd="sng" algn="ctr">
                      <a:solidFill>
                        <a:srgbClr val="D0DAF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DAF1"/>
                      </a:solidFill>
                      <a:prstDash val="solid"/>
                    </a:lnL>
                    <a:lnR w="9525" cap="flat" cmpd="sng" algn="ctr">
                      <a:solidFill>
                        <a:srgbClr val="D0DAF1"/>
                      </a:solidFill>
                      <a:prstDash val="solid"/>
                    </a:lnR>
                    <a:lnT w="9525" cap="flat" cmpd="sng" algn="ctr">
                      <a:solidFill>
                        <a:srgbClr val="D0DAF1"/>
                      </a:solidFill>
                      <a:prstDash val="solid"/>
                    </a:lnT>
                    <a:lnB w="9525" cap="flat" cmpd="sng" algn="ctr">
                      <a:solidFill>
                        <a:srgbClr val="D0DAF1"/>
                      </a:solidFill>
                      <a:prstDash val="soli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DAF1"/>
                      </a:solidFill>
                      <a:prstDash val="solid"/>
                    </a:lnL>
                    <a:lnR w="9525" cap="flat" cmpd="sng" algn="ctr">
                      <a:solidFill>
                        <a:srgbClr val="D0DAF1"/>
                      </a:solidFill>
                      <a:prstDash val="solid"/>
                    </a:lnR>
                    <a:lnT w="9525" cap="flat" cmpd="sng" algn="ctr">
                      <a:solidFill>
                        <a:srgbClr val="D0DAF1"/>
                      </a:solidFill>
                      <a:prstDash val="solid"/>
                    </a:lnT>
                    <a:lnB w="9525" cap="flat" cmpd="sng" algn="ctr">
                      <a:solidFill>
                        <a:srgbClr val="D0DAF1"/>
                      </a:solidFill>
                      <a:prstDash val="soli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DAF1"/>
                      </a:solidFill>
                      <a:prstDash val="solid"/>
                    </a:lnL>
                    <a:lnR w="9525" cap="flat" cmpd="sng" algn="ctr">
                      <a:solidFill>
                        <a:srgbClr val="D0DAF1"/>
                      </a:solidFill>
                      <a:prstDash val="solid"/>
                    </a:lnR>
                    <a:lnT w="9525" cap="flat" cmpd="sng" algn="ctr">
                      <a:solidFill>
                        <a:srgbClr val="D0DAF1"/>
                      </a:solidFill>
                      <a:prstDash val="solid"/>
                    </a:lnT>
                    <a:lnB w="9525" cap="flat" cmpd="sng" algn="ctr">
                      <a:solidFill>
                        <a:srgbClr val="D0DAF1"/>
                      </a:solidFill>
                      <a:prstDash val="soli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DAF1"/>
                      </a:solidFill>
                      <a:prstDash val="solid"/>
                    </a:lnL>
                    <a:lnR w="9525" cap="flat" cmpd="sng" algn="ctr">
                      <a:solidFill>
                        <a:srgbClr val="D0DAF1"/>
                      </a:solidFill>
                      <a:prstDash val="solid"/>
                    </a:lnR>
                    <a:lnT w="9525" cap="flat" cmpd="sng" algn="ctr">
                      <a:solidFill>
                        <a:srgbClr val="D0DAF1"/>
                      </a:solidFill>
                      <a:prstDash val="solid"/>
                    </a:lnT>
                    <a:lnB w="9525" cap="flat" cmpd="sng" algn="ctr">
                      <a:solidFill>
                        <a:srgbClr val="D0DAF1"/>
                      </a:solidFill>
                      <a:prstDash val="soli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DAF1"/>
                      </a:solidFill>
                      <a:prstDash val="solid"/>
                    </a:lnL>
                    <a:lnR w="9525" cap="flat" cmpd="sng" algn="ctr">
                      <a:solidFill>
                        <a:srgbClr val="D0DAF1"/>
                      </a:solidFill>
                      <a:prstDash val="solid"/>
                    </a:lnR>
                    <a:lnT w="9525" cap="flat" cmpd="sng" algn="ctr">
                      <a:solidFill>
                        <a:srgbClr val="D0DAF1"/>
                      </a:solidFill>
                      <a:prstDash val="solid"/>
                    </a:lnT>
                    <a:lnB w="9525" cap="flat" cmpd="sng" algn="ctr">
                      <a:solidFill>
                        <a:srgbClr val="D0DAF1"/>
                      </a:solidFill>
                      <a:prstDash val="solid"/>
                    </a:lnB>
                    <a:solidFill>
                      <a:srgbClr val="F0F3FA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DAF1"/>
                      </a:solidFill>
                      <a:prstDash val="solid"/>
                    </a:lnL>
                    <a:lnR w="9525" cap="flat" cmpd="sng" algn="ctr">
                      <a:solidFill>
                        <a:srgbClr val="D0DAF1"/>
                      </a:solidFill>
                      <a:prstDash val="solid"/>
                    </a:lnR>
                    <a:lnT w="9525" cap="flat" cmpd="sng" algn="ctr">
                      <a:solidFill>
                        <a:srgbClr val="D0DAF1"/>
                      </a:solidFill>
                      <a:prstDash val="solid"/>
                    </a:lnT>
                    <a:lnB w="9525" cap="flat" cmpd="sng" algn="ctr">
                      <a:solidFill>
                        <a:srgbClr val="D0DAF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DAF1"/>
                      </a:solidFill>
                      <a:prstDash val="solid"/>
                    </a:lnL>
                    <a:lnR w="9525" cap="flat" cmpd="sng" algn="ctr">
                      <a:solidFill>
                        <a:srgbClr val="D0DAF1"/>
                      </a:solidFill>
                      <a:prstDash val="solid"/>
                    </a:lnR>
                    <a:lnT w="9525" cap="flat" cmpd="sng" algn="ctr">
                      <a:solidFill>
                        <a:srgbClr val="D0DAF1"/>
                      </a:solidFill>
                      <a:prstDash val="solid"/>
                    </a:lnT>
                    <a:lnB w="9525" cap="flat" cmpd="sng" algn="ctr">
                      <a:solidFill>
                        <a:srgbClr val="D0DAF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DAF1"/>
                      </a:solidFill>
                      <a:prstDash val="solid"/>
                    </a:lnL>
                    <a:lnR w="9525" cap="flat" cmpd="sng" algn="ctr">
                      <a:solidFill>
                        <a:srgbClr val="D0DAF1"/>
                      </a:solidFill>
                      <a:prstDash val="solid"/>
                    </a:lnR>
                    <a:lnT w="9525" cap="flat" cmpd="sng" algn="ctr">
                      <a:solidFill>
                        <a:srgbClr val="D0DAF1"/>
                      </a:solidFill>
                      <a:prstDash val="solid"/>
                    </a:lnT>
                    <a:lnB w="9525" cap="flat" cmpd="sng" algn="ctr">
                      <a:solidFill>
                        <a:srgbClr val="D0DAF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DAF1"/>
                      </a:solidFill>
                      <a:prstDash val="solid"/>
                    </a:lnL>
                    <a:lnR w="9525" cap="flat" cmpd="sng" algn="ctr">
                      <a:solidFill>
                        <a:srgbClr val="D0DAF1"/>
                      </a:solidFill>
                      <a:prstDash val="solid"/>
                    </a:lnR>
                    <a:lnT w="9525" cap="flat" cmpd="sng" algn="ctr">
                      <a:solidFill>
                        <a:srgbClr val="D0DAF1"/>
                      </a:solidFill>
                      <a:prstDash val="solid"/>
                    </a:lnT>
                    <a:lnB w="9525" cap="flat" cmpd="sng" algn="ctr">
                      <a:solidFill>
                        <a:srgbClr val="D0DAF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DAF1"/>
                      </a:solidFill>
                      <a:prstDash val="solid"/>
                    </a:lnL>
                    <a:lnR w="9525" cap="flat" cmpd="sng" algn="ctr">
                      <a:solidFill>
                        <a:srgbClr val="D0DAF1"/>
                      </a:solidFill>
                      <a:prstDash val="solid"/>
                    </a:lnR>
                    <a:lnT w="9525" cap="flat" cmpd="sng" algn="ctr">
                      <a:solidFill>
                        <a:srgbClr val="D0DAF1"/>
                      </a:solidFill>
                      <a:prstDash val="solid"/>
                    </a:lnT>
                    <a:lnB w="9525" cap="flat" cmpd="sng" algn="ctr">
                      <a:solidFill>
                        <a:srgbClr val="D0DAF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DAF1"/>
                      </a:solidFill>
                      <a:prstDash val="solid"/>
                    </a:lnL>
                    <a:lnR w="9525" cap="flat" cmpd="sng" algn="ctr">
                      <a:solidFill>
                        <a:srgbClr val="D0DAF1"/>
                      </a:solidFill>
                      <a:prstDash val="solid"/>
                    </a:lnR>
                    <a:lnT w="9525" cap="flat" cmpd="sng" algn="ctr">
                      <a:solidFill>
                        <a:srgbClr val="D0DAF1"/>
                      </a:solidFill>
                      <a:prstDash val="solid"/>
                    </a:lnT>
                    <a:lnB w="9525" cap="flat" cmpd="sng" algn="ctr">
                      <a:solidFill>
                        <a:srgbClr val="D0DAF1"/>
                      </a:solidFill>
                      <a:prstDash val="soli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DAF1"/>
                      </a:solidFill>
                      <a:prstDash val="solid"/>
                    </a:lnL>
                    <a:lnR w="9525" cap="flat" cmpd="sng" algn="ctr">
                      <a:solidFill>
                        <a:srgbClr val="D0DAF1"/>
                      </a:solidFill>
                      <a:prstDash val="solid"/>
                    </a:lnR>
                    <a:lnT w="9525" cap="flat" cmpd="sng" algn="ctr">
                      <a:solidFill>
                        <a:srgbClr val="D0DAF1"/>
                      </a:solidFill>
                      <a:prstDash val="solid"/>
                    </a:lnT>
                    <a:lnB w="9525" cap="flat" cmpd="sng" algn="ctr">
                      <a:solidFill>
                        <a:srgbClr val="D0DAF1"/>
                      </a:solidFill>
                      <a:prstDash val="soli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DAF1"/>
                      </a:solidFill>
                      <a:prstDash val="solid"/>
                    </a:lnL>
                    <a:lnR w="9525" cap="flat" cmpd="sng" algn="ctr">
                      <a:solidFill>
                        <a:srgbClr val="D0DAF1"/>
                      </a:solidFill>
                      <a:prstDash val="solid"/>
                    </a:lnR>
                    <a:lnT w="9525" cap="flat" cmpd="sng" algn="ctr">
                      <a:solidFill>
                        <a:srgbClr val="D0DAF1"/>
                      </a:solidFill>
                      <a:prstDash val="solid"/>
                    </a:lnT>
                    <a:lnB w="9525" cap="flat" cmpd="sng" algn="ctr">
                      <a:solidFill>
                        <a:srgbClr val="D0DAF1"/>
                      </a:solidFill>
                      <a:prstDash val="soli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DAF1"/>
                      </a:solidFill>
                      <a:prstDash val="solid"/>
                    </a:lnL>
                    <a:lnR w="9525" cap="flat" cmpd="sng" algn="ctr">
                      <a:solidFill>
                        <a:srgbClr val="D0DAF1"/>
                      </a:solidFill>
                      <a:prstDash val="solid"/>
                    </a:lnR>
                    <a:lnT w="9525" cap="flat" cmpd="sng" algn="ctr">
                      <a:solidFill>
                        <a:srgbClr val="D0DAF1"/>
                      </a:solidFill>
                      <a:prstDash val="solid"/>
                    </a:lnT>
                    <a:lnB w="9525" cap="flat" cmpd="sng" algn="ctr">
                      <a:solidFill>
                        <a:srgbClr val="D0DAF1"/>
                      </a:solidFill>
                      <a:prstDash val="soli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DAF1"/>
                      </a:solidFill>
                      <a:prstDash val="solid"/>
                    </a:lnL>
                    <a:lnR w="9525" cap="flat" cmpd="sng" algn="ctr">
                      <a:solidFill>
                        <a:srgbClr val="D0DAF1"/>
                      </a:solidFill>
                      <a:prstDash val="solid"/>
                    </a:lnR>
                    <a:lnT w="9525" cap="flat" cmpd="sng" algn="ctr">
                      <a:solidFill>
                        <a:srgbClr val="D0DAF1"/>
                      </a:solidFill>
                      <a:prstDash val="solid"/>
                    </a:lnT>
                    <a:lnB w="9525" cap="flat" cmpd="sng" algn="ctr">
                      <a:solidFill>
                        <a:srgbClr val="D0DAF1"/>
                      </a:solidFill>
                      <a:prstDash val="solid"/>
                    </a:lnB>
                    <a:solidFill>
                      <a:srgbClr val="F0F3FA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DAF1"/>
                      </a:solidFill>
                      <a:prstDash val="solid"/>
                    </a:lnL>
                    <a:lnR w="9525" cap="flat" cmpd="sng" algn="ctr">
                      <a:solidFill>
                        <a:srgbClr val="D0DAF1"/>
                      </a:solidFill>
                      <a:prstDash val="solid"/>
                    </a:lnR>
                    <a:lnT w="9525" cap="flat" cmpd="sng" algn="ctr">
                      <a:solidFill>
                        <a:srgbClr val="D0DAF1"/>
                      </a:solidFill>
                      <a:prstDash val="solid"/>
                    </a:lnT>
                    <a:lnB w="9525" cap="flat" cmpd="sng" algn="ctr">
                      <a:solidFill>
                        <a:srgbClr val="D0DAF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DAF1"/>
                      </a:solidFill>
                      <a:prstDash val="solid"/>
                    </a:lnL>
                    <a:lnR w="9525" cap="flat" cmpd="sng" algn="ctr">
                      <a:solidFill>
                        <a:srgbClr val="D0DAF1"/>
                      </a:solidFill>
                      <a:prstDash val="solid"/>
                    </a:lnR>
                    <a:lnT w="9525" cap="flat" cmpd="sng" algn="ctr">
                      <a:solidFill>
                        <a:srgbClr val="D0DAF1"/>
                      </a:solidFill>
                      <a:prstDash val="solid"/>
                    </a:lnT>
                    <a:lnB w="9525" cap="flat" cmpd="sng" algn="ctr">
                      <a:solidFill>
                        <a:srgbClr val="D0DAF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DAF1"/>
                      </a:solidFill>
                      <a:prstDash val="solid"/>
                    </a:lnL>
                    <a:lnR w="9525" cap="flat" cmpd="sng" algn="ctr">
                      <a:solidFill>
                        <a:srgbClr val="D0DAF1"/>
                      </a:solidFill>
                      <a:prstDash val="solid"/>
                    </a:lnR>
                    <a:lnT w="9525" cap="flat" cmpd="sng" algn="ctr">
                      <a:solidFill>
                        <a:srgbClr val="D0DAF1"/>
                      </a:solidFill>
                      <a:prstDash val="solid"/>
                    </a:lnT>
                    <a:lnB w="9525" cap="flat" cmpd="sng" algn="ctr">
                      <a:solidFill>
                        <a:srgbClr val="D0DAF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DAF1"/>
                      </a:solidFill>
                      <a:prstDash val="solid"/>
                    </a:lnL>
                    <a:lnR w="9525" cap="flat" cmpd="sng" algn="ctr">
                      <a:solidFill>
                        <a:srgbClr val="D0DAF1"/>
                      </a:solidFill>
                      <a:prstDash val="solid"/>
                    </a:lnR>
                    <a:lnT w="9525" cap="flat" cmpd="sng" algn="ctr">
                      <a:solidFill>
                        <a:srgbClr val="D0DAF1"/>
                      </a:solidFill>
                      <a:prstDash val="solid"/>
                    </a:lnT>
                    <a:lnB w="9525" cap="flat" cmpd="sng" algn="ctr">
                      <a:solidFill>
                        <a:srgbClr val="D0DAF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DAF1"/>
                      </a:solidFill>
                      <a:prstDash val="solid"/>
                    </a:lnL>
                    <a:lnR w="9525" cap="flat" cmpd="sng" algn="ctr">
                      <a:solidFill>
                        <a:srgbClr val="D0DAF1"/>
                      </a:solidFill>
                      <a:prstDash val="solid"/>
                    </a:lnR>
                    <a:lnT w="9525" cap="flat" cmpd="sng" algn="ctr">
                      <a:solidFill>
                        <a:srgbClr val="D0DAF1"/>
                      </a:solidFill>
                      <a:prstDash val="solid"/>
                    </a:lnT>
                    <a:lnB w="9525" cap="flat" cmpd="sng" algn="ctr">
                      <a:solidFill>
                        <a:srgbClr val="D0DAF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DAF1"/>
                      </a:solidFill>
                      <a:prstDash val="solid"/>
                    </a:lnL>
                    <a:lnR w="9525" cap="flat" cmpd="sng" algn="ctr">
                      <a:solidFill>
                        <a:srgbClr val="D0DAF1"/>
                      </a:solidFill>
                      <a:prstDash val="solid"/>
                    </a:lnR>
                    <a:lnT w="9525" cap="flat" cmpd="sng" algn="ctr">
                      <a:solidFill>
                        <a:srgbClr val="D0DAF1"/>
                      </a:solidFill>
                      <a:prstDash val="solid"/>
                    </a:lnT>
                    <a:lnB w="9525" cap="flat" cmpd="sng" algn="ctr">
                      <a:solidFill>
                        <a:srgbClr val="D0DAF1"/>
                      </a:solidFill>
                      <a:prstDash val="soli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DAF1"/>
                      </a:solidFill>
                      <a:prstDash val="solid"/>
                    </a:lnL>
                    <a:lnR w="9525" cap="flat" cmpd="sng" algn="ctr">
                      <a:solidFill>
                        <a:srgbClr val="D0DAF1"/>
                      </a:solidFill>
                      <a:prstDash val="solid"/>
                    </a:lnR>
                    <a:lnT w="9525" cap="flat" cmpd="sng" algn="ctr">
                      <a:solidFill>
                        <a:srgbClr val="D0DAF1"/>
                      </a:solidFill>
                      <a:prstDash val="solid"/>
                    </a:lnT>
                    <a:lnB w="9525" cap="flat" cmpd="sng" algn="ctr">
                      <a:solidFill>
                        <a:srgbClr val="D0DAF1"/>
                      </a:solidFill>
                      <a:prstDash val="soli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DAF1"/>
                      </a:solidFill>
                      <a:prstDash val="solid"/>
                    </a:lnL>
                    <a:lnR w="9525" cap="flat" cmpd="sng" algn="ctr">
                      <a:solidFill>
                        <a:srgbClr val="D0DAF1"/>
                      </a:solidFill>
                      <a:prstDash val="solid"/>
                    </a:lnR>
                    <a:lnT w="9525" cap="flat" cmpd="sng" algn="ctr">
                      <a:solidFill>
                        <a:srgbClr val="D0DAF1"/>
                      </a:solidFill>
                      <a:prstDash val="solid"/>
                    </a:lnT>
                    <a:lnB w="9525" cap="flat" cmpd="sng" algn="ctr">
                      <a:solidFill>
                        <a:srgbClr val="D0DAF1"/>
                      </a:solidFill>
                      <a:prstDash val="soli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DAF1"/>
                      </a:solidFill>
                      <a:prstDash val="solid"/>
                    </a:lnL>
                    <a:lnR w="9525" cap="flat" cmpd="sng" algn="ctr">
                      <a:solidFill>
                        <a:srgbClr val="D0DAF1"/>
                      </a:solidFill>
                      <a:prstDash val="solid"/>
                    </a:lnR>
                    <a:lnT w="9525" cap="flat" cmpd="sng" algn="ctr">
                      <a:solidFill>
                        <a:srgbClr val="D0DAF1"/>
                      </a:solidFill>
                      <a:prstDash val="solid"/>
                    </a:lnT>
                    <a:lnB w="9525" cap="flat" cmpd="sng" algn="ctr">
                      <a:solidFill>
                        <a:srgbClr val="D0DAF1"/>
                      </a:solidFill>
                      <a:prstDash val="soli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DAF1"/>
                      </a:solidFill>
                      <a:prstDash val="solid"/>
                    </a:lnL>
                    <a:lnR w="9525" cap="flat" cmpd="sng" algn="ctr">
                      <a:solidFill>
                        <a:srgbClr val="D0DAF1"/>
                      </a:solidFill>
                      <a:prstDash val="solid"/>
                    </a:lnR>
                    <a:lnT w="9525" cap="flat" cmpd="sng" algn="ctr">
                      <a:solidFill>
                        <a:srgbClr val="D0DAF1"/>
                      </a:solidFill>
                      <a:prstDash val="solid"/>
                    </a:lnT>
                    <a:lnB w="9525" cap="flat" cmpd="sng" algn="ctr">
                      <a:solidFill>
                        <a:srgbClr val="D0DAF1"/>
                      </a:solidFill>
                      <a:prstDash val="solid"/>
                    </a:lnB>
                    <a:solidFill>
                      <a:srgbClr val="F0F3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3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3352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914C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8900000">
            <a:off x="11062680" y="1006440"/>
            <a:ext cx="170949" cy="170949"/>
          </a:xfrm>
          <a:prstGeom prst="teardrop">
            <a:avLst/>
          </a:prstGeom>
          <a:solidFill>
            <a:srgbClr val="3352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8900000">
            <a:off x="11741276" y="910058"/>
            <a:ext cx="249208" cy="249208"/>
          </a:xfrm>
          <a:prstGeom prst="teardrop">
            <a:avLst/>
          </a:prstGeom>
          <a:solidFill>
            <a:srgbClr val="D0DAF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8900000">
            <a:off x="11764025" y="1096992"/>
            <a:ext cx="198443" cy="198443"/>
          </a:xfrm>
          <a:prstGeom prst="teardrop">
            <a:avLst/>
          </a:prstGeom>
          <a:solidFill>
            <a:srgbClr val="914C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8900000">
            <a:off x="11472208" y="1092764"/>
            <a:ext cx="242583" cy="242583"/>
          </a:xfrm>
          <a:prstGeom prst="teardrop">
            <a:avLst/>
          </a:prstGeom>
          <a:solidFill>
            <a:srgbClr val="3352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8900000">
            <a:off x="11443669" y="1196033"/>
            <a:ext cx="188847" cy="188847"/>
          </a:xfrm>
          <a:prstGeom prst="teardrop">
            <a:avLst/>
          </a:prstGeom>
          <a:solidFill>
            <a:srgbClr val="D0DAF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8900000">
            <a:off x="11633547" y="1125735"/>
            <a:ext cx="219661" cy="219661"/>
          </a:xfrm>
          <a:prstGeom prst="teardrop">
            <a:avLst/>
          </a:prstGeom>
          <a:solidFill>
            <a:srgbClr val="914C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18900000">
            <a:off x="10866032" y="980905"/>
            <a:ext cx="158831" cy="158831"/>
          </a:xfrm>
          <a:prstGeom prst="teardrop">
            <a:avLst/>
          </a:prstGeom>
          <a:solidFill>
            <a:srgbClr val="3352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9294D"/>
                </a:solidFill>
              </a:rPr>
              <a:t>보장 항목 체크</a:t>
            </a:r>
          </a:p>
        </p:txBody>
      </p:sp>
      <p:graphicFrame>
        <p:nvGraphicFramePr>
          <p:cNvPr id="12" name="표"/>
          <p:cNvGraphicFramePr>
            <a:graphicFrameLocks noGrp="1"/>
          </p:cNvGraphicFramePr>
          <p:nvPr/>
        </p:nvGraphicFramePr>
        <p:xfrm>
          <a:off x="914400" y="1600200"/>
          <a:ext cx="10637214" cy="477316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657600"/>
                <a:gridCol w="2326538"/>
                <a:gridCol w="2326538"/>
                <a:gridCol w="2326538"/>
              </a:tblGrid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보장 항목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335299"/>
                      </a:solidFill>
                      <a:prstDash val="solid"/>
                    </a:lnL>
                    <a:lnR w="9525" cap="flat" cmpd="sng" algn="ctr">
                      <a:solidFill>
                        <a:srgbClr val="335299"/>
                      </a:solidFill>
                      <a:prstDash val="solid"/>
                    </a:lnR>
                    <a:lnT w="9525" cap="flat" cmpd="sng" algn="ctr">
                      <a:solidFill>
                        <a:srgbClr val="335299"/>
                      </a:solidFill>
                      <a:prstDash val="solid"/>
                    </a:lnT>
                    <a:lnB w="9525" cap="flat" cmpd="sng" algn="ctr">
                      <a:solidFill>
                        <a:srgbClr val="335299"/>
                      </a:solidFill>
                      <a:prstDash val="solid"/>
                    </a:lnB>
                    <a:solidFill>
                      <a:srgbClr val="33529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가입 확인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335299"/>
                      </a:solidFill>
                      <a:prstDash val="solid"/>
                    </a:lnL>
                    <a:lnR w="9525" cap="flat" cmpd="sng" algn="ctr">
                      <a:solidFill>
                        <a:srgbClr val="335299"/>
                      </a:solidFill>
                      <a:prstDash val="solid"/>
                    </a:lnR>
                    <a:lnT w="9525" cap="flat" cmpd="sng" algn="ctr">
                      <a:solidFill>
                        <a:srgbClr val="335299"/>
                      </a:solidFill>
                      <a:prstDash val="solid"/>
                    </a:lnT>
                    <a:lnB w="9525" cap="flat" cmpd="sng" algn="ctr">
                      <a:solidFill>
                        <a:srgbClr val="335299"/>
                      </a:solidFill>
                      <a:prstDash val="solid"/>
                    </a:lnB>
                    <a:solidFill>
                      <a:srgbClr val="33529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확인 필요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335299"/>
                      </a:solidFill>
                      <a:prstDash val="solid"/>
                    </a:lnL>
                    <a:lnR w="9525" cap="flat" cmpd="sng" algn="ctr">
                      <a:solidFill>
                        <a:srgbClr val="335299"/>
                      </a:solidFill>
                      <a:prstDash val="solid"/>
                    </a:lnR>
                    <a:lnT w="9525" cap="flat" cmpd="sng" algn="ctr">
                      <a:solidFill>
                        <a:srgbClr val="335299"/>
                      </a:solidFill>
                      <a:prstDash val="solid"/>
                    </a:lnT>
                    <a:lnB w="9525" cap="flat" cmpd="sng" algn="ctr">
                      <a:solidFill>
                        <a:srgbClr val="335299"/>
                      </a:solidFill>
                      <a:prstDash val="solid"/>
                    </a:lnB>
                    <a:solidFill>
                      <a:srgbClr val="33529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해당 없음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335299"/>
                      </a:solidFill>
                      <a:prstDash val="solid"/>
                    </a:lnL>
                    <a:lnR w="9525" cap="flat" cmpd="sng" algn="ctr">
                      <a:solidFill>
                        <a:srgbClr val="335299"/>
                      </a:solidFill>
                      <a:prstDash val="solid"/>
                    </a:lnR>
                    <a:lnT w="9525" cap="flat" cmpd="sng" algn="ctr">
                      <a:solidFill>
                        <a:srgbClr val="335299"/>
                      </a:solidFill>
                      <a:prstDash val="solid"/>
                    </a:lnT>
                    <a:lnB w="9525" cap="flat" cmpd="sng" algn="ctr">
                      <a:solidFill>
                        <a:srgbClr val="335299"/>
                      </a:solidFill>
                      <a:prstDash val="solid"/>
                    </a:lnB>
                    <a:solidFill>
                      <a:srgbClr val="335299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9294D"/>
                          </a:solidFill>
                        </a:rPr>
                        <a:t>사망·재해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DAF1"/>
                      </a:solidFill>
                      <a:prstDash val="solid"/>
                    </a:lnL>
                    <a:lnR w="9525" cap="flat" cmpd="sng" algn="ctr">
                      <a:solidFill>
                        <a:srgbClr val="D0DAF1"/>
                      </a:solidFill>
                      <a:prstDash val="solid"/>
                    </a:lnR>
                    <a:lnT w="9525" cap="flat" cmpd="sng" algn="ctr">
                      <a:solidFill>
                        <a:srgbClr val="D0DAF1"/>
                      </a:solidFill>
                      <a:prstDash val="solid"/>
                    </a:lnT>
                    <a:lnB w="9525" cap="flat" cmpd="sng" algn="ctr">
                      <a:solidFill>
                        <a:srgbClr val="D0DAF1"/>
                      </a:solidFill>
                      <a:prstDash val="solid"/>
                    </a:lnB>
                    <a:solidFill>
                      <a:srgbClr val="D0DA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DAF1"/>
                      </a:solidFill>
                      <a:prstDash val="solid"/>
                    </a:lnL>
                    <a:lnR w="9525" cap="flat" cmpd="sng" algn="ctr">
                      <a:solidFill>
                        <a:srgbClr val="D0DAF1"/>
                      </a:solidFill>
                      <a:prstDash val="solid"/>
                    </a:lnR>
                    <a:lnT w="9525" cap="flat" cmpd="sng" algn="ctr">
                      <a:solidFill>
                        <a:srgbClr val="D0DAF1"/>
                      </a:solidFill>
                      <a:prstDash val="solid"/>
                    </a:lnT>
                    <a:lnB w="9525" cap="flat" cmpd="sng" algn="ctr">
                      <a:solidFill>
                        <a:srgbClr val="D0DAF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DAF1"/>
                      </a:solidFill>
                      <a:prstDash val="solid"/>
                    </a:lnL>
                    <a:lnR w="9525" cap="flat" cmpd="sng" algn="ctr">
                      <a:solidFill>
                        <a:srgbClr val="D0DAF1"/>
                      </a:solidFill>
                      <a:prstDash val="solid"/>
                    </a:lnR>
                    <a:lnT w="9525" cap="flat" cmpd="sng" algn="ctr">
                      <a:solidFill>
                        <a:srgbClr val="D0DAF1"/>
                      </a:solidFill>
                      <a:prstDash val="solid"/>
                    </a:lnT>
                    <a:lnB w="9525" cap="flat" cmpd="sng" algn="ctr">
                      <a:solidFill>
                        <a:srgbClr val="D0DAF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DAF1"/>
                      </a:solidFill>
                      <a:prstDash val="solid"/>
                    </a:lnL>
                    <a:lnR w="9525" cap="flat" cmpd="sng" algn="ctr">
                      <a:solidFill>
                        <a:srgbClr val="D0DAF1"/>
                      </a:solidFill>
                      <a:prstDash val="solid"/>
                    </a:lnR>
                    <a:lnT w="9525" cap="flat" cmpd="sng" algn="ctr">
                      <a:solidFill>
                        <a:srgbClr val="D0DAF1"/>
                      </a:solidFill>
                      <a:prstDash val="solid"/>
                    </a:lnT>
                    <a:lnB w="9525" cap="flat" cmpd="sng" algn="ctr">
                      <a:solidFill>
                        <a:srgbClr val="D0DAF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9294D"/>
                          </a:solidFill>
                        </a:rPr>
                        <a:t>질병 진단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DAF1"/>
                      </a:solidFill>
                      <a:prstDash val="solid"/>
                    </a:lnL>
                    <a:lnR w="9525" cap="flat" cmpd="sng" algn="ctr">
                      <a:solidFill>
                        <a:srgbClr val="D0DAF1"/>
                      </a:solidFill>
                      <a:prstDash val="solid"/>
                    </a:lnR>
                    <a:lnT w="9525" cap="flat" cmpd="sng" algn="ctr">
                      <a:solidFill>
                        <a:srgbClr val="D0DAF1"/>
                      </a:solidFill>
                      <a:prstDash val="solid"/>
                    </a:lnT>
                    <a:lnB w="9525" cap="flat" cmpd="sng" algn="ctr">
                      <a:solidFill>
                        <a:srgbClr val="D0DAF1"/>
                      </a:solidFill>
                      <a:prstDash val="solid"/>
                    </a:lnB>
                    <a:solidFill>
                      <a:srgbClr val="D0DA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DAF1"/>
                      </a:solidFill>
                      <a:prstDash val="solid"/>
                    </a:lnL>
                    <a:lnR w="9525" cap="flat" cmpd="sng" algn="ctr">
                      <a:solidFill>
                        <a:srgbClr val="D0DAF1"/>
                      </a:solidFill>
                      <a:prstDash val="solid"/>
                    </a:lnR>
                    <a:lnT w="9525" cap="flat" cmpd="sng" algn="ctr">
                      <a:solidFill>
                        <a:srgbClr val="D0DAF1"/>
                      </a:solidFill>
                      <a:prstDash val="solid"/>
                    </a:lnT>
                    <a:lnB w="9525" cap="flat" cmpd="sng" algn="ctr">
                      <a:solidFill>
                        <a:srgbClr val="D0DAF1"/>
                      </a:solidFill>
                      <a:prstDash val="soli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DAF1"/>
                      </a:solidFill>
                      <a:prstDash val="solid"/>
                    </a:lnL>
                    <a:lnR w="9525" cap="flat" cmpd="sng" algn="ctr">
                      <a:solidFill>
                        <a:srgbClr val="D0DAF1"/>
                      </a:solidFill>
                      <a:prstDash val="solid"/>
                    </a:lnR>
                    <a:lnT w="9525" cap="flat" cmpd="sng" algn="ctr">
                      <a:solidFill>
                        <a:srgbClr val="D0DAF1"/>
                      </a:solidFill>
                      <a:prstDash val="solid"/>
                    </a:lnT>
                    <a:lnB w="9525" cap="flat" cmpd="sng" algn="ctr">
                      <a:solidFill>
                        <a:srgbClr val="D0DAF1"/>
                      </a:solidFill>
                      <a:prstDash val="soli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DAF1"/>
                      </a:solidFill>
                      <a:prstDash val="solid"/>
                    </a:lnL>
                    <a:lnR w="9525" cap="flat" cmpd="sng" algn="ctr">
                      <a:solidFill>
                        <a:srgbClr val="D0DAF1"/>
                      </a:solidFill>
                      <a:prstDash val="solid"/>
                    </a:lnR>
                    <a:lnT w="9525" cap="flat" cmpd="sng" algn="ctr">
                      <a:solidFill>
                        <a:srgbClr val="D0DAF1"/>
                      </a:solidFill>
                      <a:prstDash val="solid"/>
                    </a:lnT>
                    <a:lnB w="9525" cap="flat" cmpd="sng" algn="ctr">
                      <a:solidFill>
                        <a:srgbClr val="D0DAF1"/>
                      </a:solidFill>
                      <a:prstDash val="solid"/>
                    </a:lnB>
                    <a:solidFill>
                      <a:srgbClr val="F0F3FA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9294D"/>
                          </a:solidFill>
                        </a:rPr>
                        <a:t>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DAF1"/>
                      </a:solidFill>
                      <a:prstDash val="solid"/>
                    </a:lnL>
                    <a:lnR w="9525" cap="flat" cmpd="sng" algn="ctr">
                      <a:solidFill>
                        <a:srgbClr val="D0DAF1"/>
                      </a:solidFill>
                      <a:prstDash val="solid"/>
                    </a:lnR>
                    <a:lnT w="9525" cap="flat" cmpd="sng" algn="ctr">
                      <a:solidFill>
                        <a:srgbClr val="D0DAF1"/>
                      </a:solidFill>
                      <a:prstDash val="solid"/>
                    </a:lnT>
                    <a:lnB w="9525" cap="flat" cmpd="sng" algn="ctr">
                      <a:solidFill>
                        <a:srgbClr val="D0DAF1"/>
                      </a:solidFill>
                      <a:prstDash val="solid"/>
                    </a:lnB>
                    <a:solidFill>
                      <a:srgbClr val="D0DA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DAF1"/>
                      </a:solidFill>
                      <a:prstDash val="solid"/>
                    </a:lnL>
                    <a:lnR w="9525" cap="flat" cmpd="sng" algn="ctr">
                      <a:solidFill>
                        <a:srgbClr val="D0DAF1"/>
                      </a:solidFill>
                      <a:prstDash val="solid"/>
                    </a:lnR>
                    <a:lnT w="9525" cap="flat" cmpd="sng" algn="ctr">
                      <a:solidFill>
                        <a:srgbClr val="D0DAF1"/>
                      </a:solidFill>
                      <a:prstDash val="solid"/>
                    </a:lnT>
                    <a:lnB w="9525" cap="flat" cmpd="sng" algn="ctr">
                      <a:solidFill>
                        <a:srgbClr val="D0DAF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DAF1"/>
                      </a:solidFill>
                      <a:prstDash val="solid"/>
                    </a:lnL>
                    <a:lnR w="9525" cap="flat" cmpd="sng" algn="ctr">
                      <a:solidFill>
                        <a:srgbClr val="D0DAF1"/>
                      </a:solidFill>
                      <a:prstDash val="solid"/>
                    </a:lnR>
                    <a:lnT w="9525" cap="flat" cmpd="sng" algn="ctr">
                      <a:solidFill>
                        <a:srgbClr val="D0DAF1"/>
                      </a:solidFill>
                      <a:prstDash val="solid"/>
                    </a:lnT>
                    <a:lnB w="9525" cap="flat" cmpd="sng" algn="ctr">
                      <a:solidFill>
                        <a:srgbClr val="D0DAF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DAF1"/>
                      </a:solidFill>
                      <a:prstDash val="solid"/>
                    </a:lnL>
                    <a:lnR w="9525" cap="flat" cmpd="sng" algn="ctr">
                      <a:solidFill>
                        <a:srgbClr val="D0DAF1"/>
                      </a:solidFill>
                      <a:prstDash val="solid"/>
                    </a:lnR>
                    <a:lnT w="9525" cap="flat" cmpd="sng" algn="ctr">
                      <a:solidFill>
                        <a:srgbClr val="D0DAF1"/>
                      </a:solidFill>
                      <a:prstDash val="solid"/>
                    </a:lnT>
                    <a:lnB w="9525" cap="flat" cmpd="sng" algn="ctr">
                      <a:solidFill>
                        <a:srgbClr val="D0DAF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9294D"/>
                          </a:solidFill>
                        </a:rPr>
                        <a:t>뇌·심장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DAF1"/>
                      </a:solidFill>
                      <a:prstDash val="solid"/>
                    </a:lnL>
                    <a:lnR w="9525" cap="flat" cmpd="sng" algn="ctr">
                      <a:solidFill>
                        <a:srgbClr val="D0DAF1"/>
                      </a:solidFill>
                      <a:prstDash val="solid"/>
                    </a:lnR>
                    <a:lnT w="9525" cap="flat" cmpd="sng" algn="ctr">
                      <a:solidFill>
                        <a:srgbClr val="D0DAF1"/>
                      </a:solidFill>
                      <a:prstDash val="solid"/>
                    </a:lnT>
                    <a:lnB w="9525" cap="flat" cmpd="sng" algn="ctr">
                      <a:solidFill>
                        <a:srgbClr val="D0DAF1"/>
                      </a:solidFill>
                      <a:prstDash val="solid"/>
                    </a:lnB>
                    <a:solidFill>
                      <a:srgbClr val="D0DA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DAF1"/>
                      </a:solidFill>
                      <a:prstDash val="solid"/>
                    </a:lnL>
                    <a:lnR w="9525" cap="flat" cmpd="sng" algn="ctr">
                      <a:solidFill>
                        <a:srgbClr val="D0DAF1"/>
                      </a:solidFill>
                      <a:prstDash val="solid"/>
                    </a:lnR>
                    <a:lnT w="9525" cap="flat" cmpd="sng" algn="ctr">
                      <a:solidFill>
                        <a:srgbClr val="D0DAF1"/>
                      </a:solidFill>
                      <a:prstDash val="solid"/>
                    </a:lnT>
                    <a:lnB w="9525" cap="flat" cmpd="sng" algn="ctr">
                      <a:solidFill>
                        <a:srgbClr val="D0DAF1"/>
                      </a:solidFill>
                      <a:prstDash val="soli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DAF1"/>
                      </a:solidFill>
                      <a:prstDash val="solid"/>
                    </a:lnL>
                    <a:lnR w="9525" cap="flat" cmpd="sng" algn="ctr">
                      <a:solidFill>
                        <a:srgbClr val="D0DAF1"/>
                      </a:solidFill>
                      <a:prstDash val="solid"/>
                    </a:lnR>
                    <a:lnT w="9525" cap="flat" cmpd="sng" algn="ctr">
                      <a:solidFill>
                        <a:srgbClr val="D0DAF1"/>
                      </a:solidFill>
                      <a:prstDash val="solid"/>
                    </a:lnT>
                    <a:lnB w="9525" cap="flat" cmpd="sng" algn="ctr">
                      <a:solidFill>
                        <a:srgbClr val="D0DAF1"/>
                      </a:solidFill>
                      <a:prstDash val="soli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DAF1"/>
                      </a:solidFill>
                      <a:prstDash val="solid"/>
                    </a:lnL>
                    <a:lnR w="9525" cap="flat" cmpd="sng" algn="ctr">
                      <a:solidFill>
                        <a:srgbClr val="D0DAF1"/>
                      </a:solidFill>
                      <a:prstDash val="solid"/>
                    </a:lnR>
                    <a:lnT w="9525" cap="flat" cmpd="sng" algn="ctr">
                      <a:solidFill>
                        <a:srgbClr val="D0DAF1"/>
                      </a:solidFill>
                      <a:prstDash val="solid"/>
                    </a:lnT>
                    <a:lnB w="9525" cap="flat" cmpd="sng" algn="ctr">
                      <a:solidFill>
                        <a:srgbClr val="D0DAF1"/>
                      </a:solidFill>
                      <a:prstDash val="solid"/>
                    </a:lnB>
                    <a:solidFill>
                      <a:srgbClr val="F0F3FA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9294D"/>
                          </a:solidFill>
                        </a:rPr>
                        <a:t>입원·수술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DAF1"/>
                      </a:solidFill>
                      <a:prstDash val="solid"/>
                    </a:lnL>
                    <a:lnR w="9525" cap="flat" cmpd="sng" algn="ctr">
                      <a:solidFill>
                        <a:srgbClr val="D0DAF1"/>
                      </a:solidFill>
                      <a:prstDash val="solid"/>
                    </a:lnR>
                    <a:lnT w="9525" cap="flat" cmpd="sng" algn="ctr">
                      <a:solidFill>
                        <a:srgbClr val="D0DAF1"/>
                      </a:solidFill>
                      <a:prstDash val="solid"/>
                    </a:lnT>
                    <a:lnB w="9525" cap="flat" cmpd="sng" algn="ctr">
                      <a:solidFill>
                        <a:srgbClr val="D0DAF1"/>
                      </a:solidFill>
                      <a:prstDash val="solid"/>
                    </a:lnB>
                    <a:solidFill>
                      <a:srgbClr val="D0DA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DAF1"/>
                      </a:solidFill>
                      <a:prstDash val="solid"/>
                    </a:lnL>
                    <a:lnR w="9525" cap="flat" cmpd="sng" algn="ctr">
                      <a:solidFill>
                        <a:srgbClr val="D0DAF1"/>
                      </a:solidFill>
                      <a:prstDash val="solid"/>
                    </a:lnR>
                    <a:lnT w="9525" cap="flat" cmpd="sng" algn="ctr">
                      <a:solidFill>
                        <a:srgbClr val="D0DAF1"/>
                      </a:solidFill>
                      <a:prstDash val="solid"/>
                    </a:lnT>
                    <a:lnB w="9525" cap="flat" cmpd="sng" algn="ctr">
                      <a:solidFill>
                        <a:srgbClr val="D0DAF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DAF1"/>
                      </a:solidFill>
                      <a:prstDash val="solid"/>
                    </a:lnL>
                    <a:lnR w="9525" cap="flat" cmpd="sng" algn="ctr">
                      <a:solidFill>
                        <a:srgbClr val="D0DAF1"/>
                      </a:solidFill>
                      <a:prstDash val="solid"/>
                    </a:lnR>
                    <a:lnT w="9525" cap="flat" cmpd="sng" algn="ctr">
                      <a:solidFill>
                        <a:srgbClr val="D0DAF1"/>
                      </a:solidFill>
                      <a:prstDash val="solid"/>
                    </a:lnT>
                    <a:lnB w="9525" cap="flat" cmpd="sng" algn="ctr">
                      <a:solidFill>
                        <a:srgbClr val="D0DAF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DAF1"/>
                      </a:solidFill>
                      <a:prstDash val="solid"/>
                    </a:lnL>
                    <a:lnR w="9525" cap="flat" cmpd="sng" algn="ctr">
                      <a:solidFill>
                        <a:srgbClr val="D0DAF1"/>
                      </a:solidFill>
                      <a:prstDash val="solid"/>
                    </a:lnR>
                    <a:lnT w="9525" cap="flat" cmpd="sng" algn="ctr">
                      <a:solidFill>
                        <a:srgbClr val="D0DAF1"/>
                      </a:solidFill>
                      <a:prstDash val="solid"/>
                    </a:lnT>
                    <a:lnB w="9525" cap="flat" cmpd="sng" algn="ctr">
                      <a:solidFill>
                        <a:srgbClr val="D0DAF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9294D"/>
                          </a:solidFill>
                        </a:rPr>
                        <a:t>상해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DAF1"/>
                      </a:solidFill>
                      <a:prstDash val="solid"/>
                    </a:lnL>
                    <a:lnR w="9525" cap="flat" cmpd="sng" algn="ctr">
                      <a:solidFill>
                        <a:srgbClr val="D0DAF1"/>
                      </a:solidFill>
                      <a:prstDash val="solid"/>
                    </a:lnR>
                    <a:lnT w="9525" cap="flat" cmpd="sng" algn="ctr">
                      <a:solidFill>
                        <a:srgbClr val="D0DAF1"/>
                      </a:solidFill>
                      <a:prstDash val="solid"/>
                    </a:lnT>
                    <a:lnB w="9525" cap="flat" cmpd="sng" algn="ctr">
                      <a:solidFill>
                        <a:srgbClr val="D0DAF1"/>
                      </a:solidFill>
                      <a:prstDash val="solid"/>
                    </a:lnB>
                    <a:solidFill>
                      <a:srgbClr val="D0DA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DAF1"/>
                      </a:solidFill>
                      <a:prstDash val="solid"/>
                    </a:lnL>
                    <a:lnR w="9525" cap="flat" cmpd="sng" algn="ctr">
                      <a:solidFill>
                        <a:srgbClr val="D0DAF1"/>
                      </a:solidFill>
                      <a:prstDash val="solid"/>
                    </a:lnR>
                    <a:lnT w="9525" cap="flat" cmpd="sng" algn="ctr">
                      <a:solidFill>
                        <a:srgbClr val="D0DAF1"/>
                      </a:solidFill>
                      <a:prstDash val="solid"/>
                    </a:lnT>
                    <a:lnB w="9525" cap="flat" cmpd="sng" algn="ctr">
                      <a:solidFill>
                        <a:srgbClr val="D0DAF1"/>
                      </a:solidFill>
                      <a:prstDash val="soli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DAF1"/>
                      </a:solidFill>
                      <a:prstDash val="solid"/>
                    </a:lnL>
                    <a:lnR w="9525" cap="flat" cmpd="sng" algn="ctr">
                      <a:solidFill>
                        <a:srgbClr val="D0DAF1"/>
                      </a:solidFill>
                      <a:prstDash val="solid"/>
                    </a:lnR>
                    <a:lnT w="9525" cap="flat" cmpd="sng" algn="ctr">
                      <a:solidFill>
                        <a:srgbClr val="D0DAF1"/>
                      </a:solidFill>
                      <a:prstDash val="solid"/>
                    </a:lnT>
                    <a:lnB w="9525" cap="flat" cmpd="sng" algn="ctr">
                      <a:solidFill>
                        <a:srgbClr val="D0DAF1"/>
                      </a:solidFill>
                      <a:prstDash val="soli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DAF1"/>
                      </a:solidFill>
                      <a:prstDash val="solid"/>
                    </a:lnL>
                    <a:lnR w="9525" cap="flat" cmpd="sng" algn="ctr">
                      <a:solidFill>
                        <a:srgbClr val="D0DAF1"/>
                      </a:solidFill>
                      <a:prstDash val="solid"/>
                    </a:lnR>
                    <a:lnT w="9525" cap="flat" cmpd="sng" algn="ctr">
                      <a:solidFill>
                        <a:srgbClr val="D0DAF1"/>
                      </a:solidFill>
                      <a:prstDash val="solid"/>
                    </a:lnT>
                    <a:lnB w="9525" cap="flat" cmpd="sng" algn="ctr">
                      <a:solidFill>
                        <a:srgbClr val="D0DAF1"/>
                      </a:solidFill>
                      <a:prstDash val="solid"/>
                    </a:lnB>
                    <a:solidFill>
                      <a:srgbClr val="F0F3FA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9294D"/>
                          </a:solidFill>
                        </a:rPr>
                        <a:t>실손의료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DAF1"/>
                      </a:solidFill>
                      <a:prstDash val="solid"/>
                    </a:lnL>
                    <a:lnR w="9525" cap="flat" cmpd="sng" algn="ctr">
                      <a:solidFill>
                        <a:srgbClr val="D0DAF1"/>
                      </a:solidFill>
                      <a:prstDash val="solid"/>
                    </a:lnR>
                    <a:lnT w="9525" cap="flat" cmpd="sng" algn="ctr">
                      <a:solidFill>
                        <a:srgbClr val="D0DAF1"/>
                      </a:solidFill>
                      <a:prstDash val="solid"/>
                    </a:lnT>
                    <a:lnB w="9525" cap="flat" cmpd="sng" algn="ctr">
                      <a:solidFill>
                        <a:srgbClr val="D0DAF1"/>
                      </a:solidFill>
                      <a:prstDash val="solid"/>
                    </a:lnB>
                    <a:solidFill>
                      <a:srgbClr val="D0DA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DAF1"/>
                      </a:solidFill>
                      <a:prstDash val="solid"/>
                    </a:lnL>
                    <a:lnR w="9525" cap="flat" cmpd="sng" algn="ctr">
                      <a:solidFill>
                        <a:srgbClr val="D0DAF1"/>
                      </a:solidFill>
                      <a:prstDash val="solid"/>
                    </a:lnR>
                    <a:lnT w="9525" cap="flat" cmpd="sng" algn="ctr">
                      <a:solidFill>
                        <a:srgbClr val="D0DAF1"/>
                      </a:solidFill>
                      <a:prstDash val="solid"/>
                    </a:lnT>
                    <a:lnB w="9525" cap="flat" cmpd="sng" algn="ctr">
                      <a:solidFill>
                        <a:srgbClr val="D0DAF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DAF1"/>
                      </a:solidFill>
                      <a:prstDash val="solid"/>
                    </a:lnL>
                    <a:lnR w="9525" cap="flat" cmpd="sng" algn="ctr">
                      <a:solidFill>
                        <a:srgbClr val="D0DAF1"/>
                      </a:solidFill>
                      <a:prstDash val="solid"/>
                    </a:lnR>
                    <a:lnT w="9525" cap="flat" cmpd="sng" algn="ctr">
                      <a:solidFill>
                        <a:srgbClr val="D0DAF1"/>
                      </a:solidFill>
                      <a:prstDash val="solid"/>
                    </a:lnT>
                    <a:lnB w="9525" cap="flat" cmpd="sng" algn="ctr">
                      <a:solidFill>
                        <a:srgbClr val="D0DAF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DAF1"/>
                      </a:solidFill>
                      <a:prstDash val="solid"/>
                    </a:lnL>
                    <a:lnR w="9525" cap="flat" cmpd="sng" algn="ctr">
                      <a:solidFill>
                        <a:srgbClr val="D0DAF1"/>
                      </a:solidFill>
                      <a:prstDash val="solid"/>
                    </a:lnR>
                    <a:lnT w="9525" cap="flat" cmpd="sng" algn="ctr">
                      <a:solidFill>
                        <a:srgbClr val="D0DAF1"/>
                      </a:solidFill>
                      <a:prstDash val="solid"/>
                    </a:lnT>
                    <a:lnB w="9525" cap="flat" cmpd="sng" algn="ctr">
                      <a:solidFill>
                        <a:srgbClr val="D0DAF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9294D"/>
                          </a:solidFill>
                        </a:rPr>
                        <a:t>연금·노후자금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DAF1"/>
                      </a:solidFill>
                      <a:prstDash val="solid"/>
                    </a:lnL>
                    <a:lnR w="9525" cap="flat" cmpd="sng" algn="ctr">
                      <a:solidFill>
                        <a:srgbClr val="D0DAF1"/>
                      </a:solidFill>
                      <a:prstDash val="solid"/>
                    </a:lnR>
                    <a:lnT w="9525" cap="flat" cmpd="sng" algn="ctr">
                      <a:solidFill>
                        <a:srgbClr val="D0DAF1"/>
                      </a:solidFill>
                      <a:prstDash val="solid"/>
                    </a:lnT>
                    <a:lnB w="9525" cap="flat" cmpd="sng" algn="ctr">
                      <a:solidFill>
                        <a:srgbClr val="D0DAF1"/>
                      </a:solidFill>
                      <a:prstDash val="solid"/>
                    </a:lnB>
                    <a:solidFill>
                      <a:srgbClr val="D0DA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DAF1"/>
                      </a:solidFill>
                      <a:prstDash val="solid"/>
                    </a:lnL>
                    <a:lnR w="9525" cap="flat" cmpd="sng" algn="ctr">
                      <a:solidFill>
                        <a:srgbClr val="D0DAF1"/>
                      </a:solidFill>
                      <a:prstDash val="solid"/>
                    </a:lnR>
                    <a:lnT w="9525" cap="flat" cmpd="sng" algn="ctr">
                      <a:solidFill>
                        <a:srgbClr val="D0DAF1"/>
                      </a:solidFill>
                      <a:prstDash val="solid"/>
                    </a:lnT>
                    <a:lnB w="9525" cap="flat" cmpd="sng" algn="ctr">
                      <a:solidFill>
                        <a:srgbClr val="D0DAF1"/>
                      </a:solidFill>
                      <a:prstDash val="soli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DAF1"/>
                      </a:solidFill>
                      <a:prstDash val="solid"/>
                    </a:lnL>
                    <a:lnR w="9525" cap="flat" cmpd="sng" algn="ctr">
                      <a:solidFill>
                        <a:srgbClr val="D0DAF1"/>
                      </a:solidFill>
                      <a:prstDash val="solid"/>
                    </a:lnR>
                    <a:lnT w="9525" cap="flat" cmpd="sng" algn="ctr">
                      <a:solidFill>
                        <a:srgbClr val="D0DAF1"/>
                      </a:solidFill>
                      <a:prstDash val="solid"/>
                    </a:lnT>
                    <a:lnB w="9525" cap="flat" cmpd="sng" algn="ctr">
                      <a:solidFill>
                        <a:srgbClr val="D0DAF1"/>
                      </a:solidFill>
                      <a:prstDash val="soli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DAF1"/>
                      </a:solidFill>
                      <a:prstDash val="solid"/>
                    </a:lnL>
                    <a:lnR w="9525" cap="flat" cmpd="sng" algn="ctr">
                      <a:solidFill>
                        <a:srgbClr val="D0DAF1"/>
                      </a:solidFill>
                      <a:prstDash val="solid"/>
                    </a:lnR>
                    <a:lnT w="9525" cap="flat" cmpd="sng" algn="ctr">
                      <a:solidFill>
                        <a:srgbClr val="D0DAF1"/>
                      </a:solidFill>
                      <a:prstDash val="solid"/>
                    </a:lnT>
                    <a:lnB w="9525" cap="flat" cmpd="sng" algn="ctr">
                      <a:solidFill>
                        <a:srgbClr val="D0DAF1"/>
                      </a:solidFill>
                      <a:prstDash val="solid"/>
                    </a:lnB>
                    <a:solidFill>
                      <a:srgbClr val="F0F3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3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3352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914C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8900000">
            <a:off x="11062680" y="1006440"/>
            <a:ext cx="170949" cy="170949"/>
          </a:xfrm>
          <a:prstGeom prst="teardrop">
            <a:avLst/>
          </a:prstGeom>
          <a:solidFill>
            <a:srgbClr val="3352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8900000">
            <a:off x="11741276" y="910058"/>
            <a:ext cx="249208" cy="249208"/>
          </a:xfrm>
          <a:prstGeom prst="teardrop">
            <a:avLst/>
          </a:prstGeom>
          <a:solidFill>
            <a:srgbClr val="D0DAF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8900000">
            <a:off x="11764025" y="1096992"/>
            <a:ext cx="198443" cy="198443"/>
          </a:xfrm>
          <a:prstGeom prst="teardrop">
            <a:avLst/>
          </a:prstGeom>
          <a:solidFill>
            <a:srgbClr val="914C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8900000">
            <a:off x="11472208" y="1092764"/>
            <a:ext cx="242583" cy="242583"/>
          </a:xfrm>
          <a:prstGeom prst="teardrop">
            <a:avLst/>
          </a:prstGeom>
          <a:solidFill>
            <a:srgbClr val="3352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8900000">
            <a:off x="11443669" y="1196033"/>
            <a:ext cx="188847" cy="188847"/>
          </a:xfrm>
          <a:prstGeom prst="teardrop">
            <a:avLst/>
          </a:prstGeom>
          <a:solidFill>
            <a:srgbClr val="D0DAF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8900000">
            <a:off x="11633547" y="1125735"/>
            <a:ext cx="219661" cy="219661"/>
          </a:xfrm>
          <a:prstGeom prst="teardrop">
            <a:avLst/>
          </a:prstGeom>
          <a:solidFill>
            <a:srgbClr val="914C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18900000">
            <a:off x="10866032" y="980905"/>
            <a:ext cx="158831" cy="158831"/>
          </a:xfrm>
          <a:prstGeom prst="teardrop">
            <a:avLst/>
          </a:prstGeom>
          <a:solidFill>
            <a:srgbClr val="3352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9294D"/>
                </a:solidFill>
              </a:rPr>
              <a:t>월 보험료 한눈에</a:t>
            </a:r>
          </a:p>
        </p:txBody>
      </p:sp>
      <p:sp>
        <p:nvSpPr>
          <p:cNvPr id="12" name="카드 1"/>
          <p:cNvSpPr/>
          <p:nvPr/>
        </p:nvSpPr>
        <p:spPr>
          <a:xfrm>
            <a:off x="914400" y="1600200"/>
            <a:ext cx="3393338" cy="2926080"/>
          </a:xfrm>
          <a:prstGeom prst="roundRect">
            <a:avLst>
              <a:gd name="adj" fmla="val 8000"/>
            </a:avLst>
          </a:prstGeom>
          <a:solidFill>
            <a:srgbClr val="F0F3FA"/>
          </a:solidFill>
          <a:ln w="15875">
            <a:solidFill>
              <a:srgbClr val="D0DAF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번호 1"/>
          <p:cNvSpPr/>
          <p:nvPr/>
        </p:nvSpPr>
        <p:spPr>
          <a:xfrm>
            <a:off x="1097280" y="1783080"/>
            <a:ext cx="457200" cy="457200"/>
          </a:xfrm>
          <a:prstGeom prst="ellipse">
            <a:avLst/>
          </a:prstGeom>
          <a:solidFill>
            <a:srgbClr val="335299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2377440"/>
            <a:ext cx="311901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9294D"/>
                </a:solidFill>
              </a:rPr>
              <a:t>월 보험료 합계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063240"/>
            <a:ext cx="311901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0원</a:t>
            </a:r>
          </a:p>
        </p:txBody>
      </p:sp>
      <p:sp>
        <p:nvSpPr>
          <p:cNvPr id="16" name="카드 2"/>
          <p:cNvSpPr/>
          <p:nvPr/>
        </p:nvSpPr>
        <p:spPr>
          <a:xfrm>
            <a:off x="4536338" y="1600200"/>
            <a:ext cx="3393338" cy="2926080"/>
          </a:xfrm>
          <a:prstGeom prst="roundRect">
            <a:avLst>
              <a:gd name="adj" fmla="val 8000"/>
            </a:avLst>
          </a:prstGeom>
          <a:solidFill>
            <a:srgbClr val="F0F3FA"/>
          </a:solidFill>
          <a:ln w="15875">
            <a:solidFill>
              <a:srgbClr val="D0DAF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번호 2"/>
          <p:cNvSpPr/>
          <p:nvPr/>
        </p:nvSpPr>
        <p:spPr>
          <a:xfrm>
            <a:off x="4719218" y="1783080"/>
            <a:ext cx="457200" cy="457200"/>
          </a:xfrm>
          <a:prstGeom prst="ellipse">
            <a:avLst/>
          </a:prstGeom>
          <a:solidFill>
            <a:srgbClr val="335299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73498" y="2377440"/>
            <a:ext cx="311901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9294D"/>
                </a:solidFill>
              </a:rPr>
              <a:t>연 보험료 합계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73498" y="3063240"/>
            <a:ext cx="311901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0원</a:t>
            </a:r>
          </a:p>
        </p:txBody>
      </p:sp>
      <p:sp>
        <p:nvSpPr>
          <p:cNvPr id="20" name="카드 3"/>
          <p:cNvSpPr/>
          <p:nvPr/>
        </p:nvSpPr>
        <p:spPr>
          <a:xfrm>
            <a:off x="8158276" y="1600200"/>
            <a:ext cx="3393338" cy="2926080"/>
          </a:xfrm>
          <a:prstGeom prst="roundRect">
            <a:avLst>
              <a:gd name="adj" fmla="val 8000"/>
            </a:avLst>
          </a:prstGeom>
          <a:solidFill>
            <a:srgbClr val="F0F3FA"/>
          </a:solidFill>
          <a:ln w="15875">
            <a:solidFill>
              <a:srgbClr val="D0DAF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번호 3"/>
          <p:cNvSpPr/>
          <p:nvPr/>
        </p:nvSpPr>
        <p:spPr>
          <a:xfrm>
            <a:off x="8341156" y="1783080"/>
            <a:ext cx="457200" cy="457200"/>
          </a:xfrm>
          <a:prstGeom prst="ellipse">
            <a:avLst/>
          </a:prstGeom>
          <a:solidFill>
            <a:srgbClr val="335299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95436" y="2377440"/>
            <a:ext cx="311901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9294D"/>
                </a:solidFill>
              </a:rPr>
              <a:t>월 소득 대비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95436" y="3063240"/>
            <a:ext cx="311901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0 %</a:t>
            </a:r>
          </a:p>
        </p:txBody>
      </p:sp>
      <p:sp>
        <p:nvSpPr>
          <p:cNvPr id="24" name="안내"/>
          <p:cNvSpPr txBox="1"/>
          <p:nvPr/>
        </p:nvSpPr>
        <p:spPr>
          <a:xfrm>
            <a:off x="914400" y="4709160"/>
            <a:ext cx="10637215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777777"/>
                </a:solidFill>
              </a:rPr>
              <a:t>숫자를 눌러 직접 고쳐 쓰세요.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3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3352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914C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8900000">
            <a:off x="11062680" y="1006440"/>
            <a:ext cx="170949" cy="170949"/>
          </a:xfrm>
          <a:prstGeom prst="teardrop">
            <a:avLst/>
          </a:prstGeom>
          <a:solidFill>
            <a:srgbClr val="3352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8900000">
            <a:off x="11741276" y="910058"/>
            <a:ext cx="249208" cy="249208"/>
          </a:xfrm>
          <a:prstGeom prst="teardrop">
            <a:avLst/>
          </a:prstGeom>
          <a:solidFill>
            <a:srgbClr val="D0DAF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8900000">
            <a:off x="11764025" y="1096992"/>
            <a:ext cx="198443" cy="198443"/>
          </a:xfrm>
          <a:prstGeom prst="teardrop">
            <a:avLst/>
          </a:prstGeom>
          <a:solidFill>
            <a:srgbClr val="914C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8900000">
            <a:off x="11472208" y="1092764"/>
            <a:ext cx="242583" cy="242583"/>
          </a:xfrm>
          <a:prstGeom prst="teardrop">
            <a:avLst/>
          </a:prstGeom>
          <a:solidFill>
            <a:srgbClr val="3352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8900000">
            <a:off x="11443669" y="1196033"/>
            <a:ext cx="188847" cy="188847"/>
          </a:xfrm>
          <a:prstGeom prst="teardrop">
            <a:avLst/>
          </a:prstGeom>
          <a:solidFill>
            <a:srgbClr val="D0DAF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8900000">
            <a:off x="11633547" y="1125735"/>
            <a:ext cx="219661" cy="219661"/>
          </a:xfrm>
          <a:prstGeom prst="teardrop">
            <a:avLst/>
          </a:prstGeom>
          <a:solidFill>
            <a:srgbClr val="914C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18900000">
            <a:off x="10866032" y="980905"/>
            <a:ext cx="158831" cy="158831"/>
          </a:xfrm>
          <a:prstGeom prst="teardrop">
            <a:avLst/>
          </a:prstGeom>
          <a:solidFill>
            <a:srgbClr val="3352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9294D"/>
                </a:solidFill>
              </a:rPr>
              <a:t>점검 메모와 다음 할 일</a:t>
            </a:r>
          </a:p>
        </p:txBody>
      </p:sp>
      <p:sp>
        <p:nvSpPr>
          <p:cNvPr id="12" name="카드 1"/>
          <p:cNvSpPr/>
          <p:nvPr/>
        </p:nvSpPr>
        <p:spPr>
          <a:xfrm>
            <a:off x="914400" y="1600200"/>
            <a:ext cx="3393338" cy="4160520"/>
          </a:xfrm>
          <a:prstGeom prst="roundRect">
            <a:avLst>
              <a:gd name="adj" fmla="val 8000"/>
            </a:avLst>
          </a:prstGeom>
          <a:solidFill>
            <a:srgbClr val="F0F3FA"/>
          </a:solidFill>
          <a:ln w="15875">
            <a:solidFill>
              <a:srgbClr val="D0DAF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번호 1"/>
          <p:cNvSpPr/>
          <p:nvPr/>
        </p:nvSpPr>
        <p:spPr>
          <a:xfrm>
            <a:off x="1097280" y="1783080"/>
            <a:ext cx="457200" cy="457200"/>
          </a:xfrm>
          <a:prstGeom prst="ellipse">
            <a:avLst/>
          </a:prstGeom>
          <a:solidFill>
            <a:srgbClr val="335299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2377440"/>
            <a:ext cx="311901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9294D"/>
                </a:solidFill>
              </a:rPr>
              <a:t>확인할 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063240"/>
            <a:ext cx="3119018" cy="2560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6" name="카드 2"/>
          <p:cNvSpPr/>
          <p:nvPr/>
        </p:nvSpPr>
        <p:spPr>
          <a:xfrm>
            <a:off x="4536338" y="1600200"/>
            <a:ext cx="3393338" cy="4160520"/>
          </a:xfrm>
          <a:prstGeom prst="roundRect">
            <a:avLst>
              <a:gd name="adj" fmla="val 8000"/>
            </a:avLst>
          </a:prstGeom>
          <a:solidFill>
            <a:srgbClr val="F0F3FA"/>
          </a:solidFill>
          <a:ln w="15875">
            <a:solidFill>
              <a:srgbClr val="D0DAF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번호 2"/>
          <p:cNvSpPr/>
          <p:nvPr/>
        </p:nvSpPr>
        <p:spPr>
          <a:xfrm>
            <a:off x="4719218" y="1783080"/>
            <a:ext cx="457200" cy="457200"/>
          </a:xfrm>
          <a:prstGeom prst="ellipse">
            <a:avLst/>
          </a:prstGeom>
          <a:solidFill>
            <a:srgbClr val="335299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73498" y="2377440"/>
            <a:ext cx="311901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9294D"/>
                </a:solidFill>
              </a:rPr>
              <a:t>문의할 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73498" y="3063240"/>
            <a:ext cx="3119018" cy="2560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20" name="카드 3"/>
          <p:cNvSpPr/>
          <p:nvPr/>
        </p:nvSpPr>
        <p:spPr>
          <a:xfrm>
            <a:off x="8158276" y="1600200"/>
            <a:ext cx="3393338" cy="4160520"/>
          </a:xfrm>
          <a:prstGeom prst="roundRect">
            <a:avLst>
              <a:gd name="adj" fmla="val 8000"/>
            </a:avLst>
          </a:prstGeom>
          <a:solidFill>
            <a:srgbClr val="F0F3FA"/>
          </a:solidFill>
          <a:ln w="15875">
            <a:solidFill>
              <a:srgbClr val="D0DAF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번호 3"/>
          <p:cNvSpPr/>
          <p:nvPr/>
        </p:nvSpPr>
        <p:spPr>
          <a:xfrm>
            <a:off x="8341156" y="1783080"/>
            <a:ext cx="457200" cy="457200"/>
          </a:xfrm>
          <a:prstGeom prst="ellipse">
            <a:avLst/>
          </a:prstGeom>
          <a:solidFill>
            <a:srgbClr val="335299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95436" y="2377440"/>
            <a:ext cx="311901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9294D"/>
                </a:solidFill>
              </a:rPr>
              <a:t>정리할 날짜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95436" y="3063240"/>
            <a:ext cx="3119018" cy="2560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24" name="안내 문구"/>
          <p:cNvSpPr txBox="1"/>
          <p:nvPr/>
        </p:nvSpPr>
        <p:spPr>
          <a:xfrm>
            <a:off x="914400" y="5852160"/>
            <a:ext cx="10637215" cy="5486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777777"/>
                </a:solidFill>
              </a:rPr>
              <a:t>이 양식은 가입 내용을 스스로 정리하기 위한 것이며 보험 가입을 권유하거나 보장의 적정성을 판단하지 않습니다. 정확한 내용은 증권·약관과 가입한 보험회사에서 확인하세요.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보험 보장 점검 발표자료(부모님 점검)">
  <a:themeElements>
    <a:clrScheme name="Office">
      <a:dk1>
        <a:sysClr val="windowText" lastClr="000000"/>
      </a:dk1>
      <a:lt1>
        <a:sysClr val="window" lastClr="FFFFFF"/>
      </a:lt1>
      <a:dk2>
        <a:srgbClr val="19294D"/>
      </a:dk2>
      <a:lt2>
        <a:srgbClr val="F0F3FA"/>
      </a:lt2>
      <a:accent1>
        <a:srgbClr val="335299"/>
      </a:accent1>
      <a:accent2>
        <a:srgbClr val="914C3B"/>
      </a:accent2>
      <a:accent3>
        <a:srgbClr val="19294D"/>
      </a:accent3>
      <a:accent4>
        <a:srgbClr val="D0DAF1"/>
      </a:accent4>
      <a:accent5>
        <a:srgbClr val="624F6A"/>
      </a:accent5>
      <a:accent6>
        <a:srgbClr val="757F94"/>
      </a:accent6>
      <a:hlink>
        <a:srgbClr val="335299"/>
      </a:hlink>
      <a:folHlink>
        <a:srgbClr val="19294D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보험 보장 점검 발표자료(부모님 점검)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