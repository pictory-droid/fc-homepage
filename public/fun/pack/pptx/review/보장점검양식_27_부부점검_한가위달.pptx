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15214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15214"/>
                </a:solidFill>
              </a:rPr>
              <a:t>수익자 이름이 맞는지 확인합니다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부부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45738"/>
                <a:gridCol w="3545738"/>
                <a:gridCol w="354573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남편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15214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15214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15214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15214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85897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26538"/>
                <a:gridCol w="2326538"/>
                <a:gridCol w="232653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79123"/>
                      </a:solidFill>
                      <a:prstDash val="solid"/>
                    </a:lnL>
                    <a:lnR w="9525" cap="flat" cmpd="sng" algn="ctr">
                      <a:solidFill>
                        <a:srgbClr val="C79123"/>
                      </a:solidFill>
                      <a:prstDash val="solid"/>
                    </a:lnR>
                    <a:lnT w="9525" cap="flat" cmpd="sng" algn="ctr">
                      <a:solidFill>
                        <a:srgbClr val="C79123"/>
                      </a:solidFill>
                      <a:prstDash val="solid"/>
                    </a:lnT>
                    <a:lnB w="9525" cap="flat" cmpd="sng" algn="ctr">
                      <a:solidFill>
                        <a:srgbClr val="C79123"/>
                      </a:solidFill>
                      <a:prstDash val="solid"/>
                    </a:lnB>
                    <a:solidFill>
                      <a:srgbClr val="C7912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15214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7E8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E8C9"/>
                      </a:solidFill>
                      <a:prstDash val="solid"/>
                    </a:lnL>
                    <a:lnR w="9525" cap="flat" cmpd="sng" algn="ctr">
                      <a:solidFill>
                        <a:srgbClr val="F7E8C9"/>
                      </a:solidFill>
                      <a:prstDash val="solid"/>
                    </a:lnR>
                    <a:lnT w="9525" cap="flat" cmpd="sng" algn="ctr">
                      <a:solidFill>
                        <a:srgbClr val="F7E8C9"/>
                      </a:solidFill>
                      <a:prstDash val="solid"/>
                    </a:lnT>
                    <a:lnB w="9525" cap="flat" cmpd="sng" algn="ctr">
                      <a:solidFill>
                        <a:srgbClr val="F7E8C9"/>
                      </a:solidFill>
                      <a:prstDash val="solid"/>
                    </a:lnB>
                    <a:solidFill>
                      <a:srgbClr val="FCF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15214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15214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2926080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15214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77240" y="4663440"/>
            <a:ext cx="1063721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E8C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C7912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15214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77240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99178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82058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6338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21116" y="1554480"/>
            <a:ext cx="3393338" cy="4023359"/>
          </a:xfrm>
          <a:prstGeom prst="roundRect">
            <a:avLst>
              <a:gd name="adj" fmla="val 8000"/>
            </a:avLst>
          </a:prstGeom>
          <a:solidFill>
            <a:srgbClr val="FCF7EE"/>
          </a:solidFill>
          <a:ln w="15875">
            <a:solidFill>
              <a:srgbClr val="F7E8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03996" y="1737360"/>
            <a:ext cx="457200" cy="457200"/>
          </a:xfrm>
          <a:prstGeom prst="ellipse">
            <a:avLst/>
          </a:prstGeom>
          <a:solidFill>
            <a:srgbClr val="C7912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233172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15214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017520"/>
            <a:ext cx="3119018" cy="242315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77240" y="5669280"/>
            <a:ext cx="1063721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부 점검)">
  <a:themeElements>
    <a:clrScheme name="Office">
      <a:dk1>
        <a:sysClr val="windowText" lastClr="000000"/>
      </a:dk1>
      <a:lt1>
        <a:sysClr val="window" lastClr="FFFFFF"/>
      </a:lt1>
      <a:dk2>
        <a:srgbClr val="715214"/>
      </a:dk2>
      <a:lt2>
        <a:srgbClr val="FCF7EE"/>
      </a:lt2>
      <a:accent1>
        <a:srgbClr val="C79123"/>
      </a:accent1>
      <a:accent2>
        <a:srgbClr val="3B8391"/>
      </a:accent2>
      <a:accent3>
        <a:srgbClr val="715214"/>
      </a:accent3>
      <a:accent4>
        <a:srgbClr val="F7E8C9"/>
      </a:accent4>
      <a:accent5>
        <a:srgbClr val="818A5A"/>
      </a:accent5>
      <a:accent6>
        <a:srgbClr val="AA9772"/>
      </a:accent6>
      <a:hlink>
        <a:srgbClr val="C79123"/>
      </a:hlink>
      <a:folHlink>
        <a:srgbClr val="71521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발표자료(부부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