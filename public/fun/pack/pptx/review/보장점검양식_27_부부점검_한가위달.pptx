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463003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8B8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358505" y="4251960"/>
            <a:ext cx="1005840" cy="1005840"/>
          </a:xfrm>
          <a:prstGeom prst="ellipse">
            <a:avLst/>
          </a:prstGeom>
          <a:solidFill>
            <a:srgbClr val="EBD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우리 보험 점검 시간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수익자 이름이 맞는지 확인합니다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부부 점검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donut">
            <a:avLst/>
          </a:prstGeom>
          <a:solidFill>
            <a:srgbClr val="D8B8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대상 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B879"/>
                      </a:solidFill>
                      <a:prstDash val="solid"/>
                    </a:lnL>
                    <a:lnR w="9525" cap="flat" cmpd="sng" algn="ctr">
                      <a:solidFill>
                        <a:srgbClr val="D8B879"/>
                      </a:solidFill>
                      <a:prstDash val="solid"/>
                    </a:lnR>
                    <a:lnT w="9525" cap="flat" cmpd="sng" algn="ctr">
                      <a:solidFill>
                        <a:srgbClr val="D8B879"/>
                      </a:solidFill>
                      <a:prstDash val="solid"/>
                    </a:lnT>
                    <a:lnB w="9525" cap="flat" cmpd="sng" algn="ctr">
                      <a:solidFill>
                        <a:srgbClr val="D8B879"/>
                      </a:solidFill>
                      <a:prstDash val="solid"/>
                    </a:lnB>
                    <a:solidFill>
                      <a:srgbClr val="D8B8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남편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B879"/>
                      </a:solidFill>
                      <a:prstDash val="solid"/>
                    </a:lnL>
                    <a:lnR w="9525" cap="flat" cmpd="sng" algn="ctr">
                      <a:solidFill>
                        <a:srgbClr val="D8B879"/>
                      </a:solidFill>
                      <a:prstDash val="solid"/>
                    </a:lnR>
                    <a:lnT w="9525" cap="flat" cmpd="sng" algn="ctr">
                      <a:solidFill>
                        <a:srgbClr val="D8B879"/>
                      </a:solidFill>
                      <a:prstDash val="solid"/>
                    </a:lnT>
                    <a:lnB w="9525" cap="flat" cmpd="sng" algn="ctr">
                      <a:solidFill>
                        <a:srgbClr val="D8B879"/>
                      </a:solidFill>
                      <a:prstDash val="solid"/>
                    </a:lnB>
                    <a:solidFill>
                      <a:srgbClr val="D8B8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아내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B879"/>
                      </a:solidFill>
                      <a:prstDash val="solid"/>
                    </a:lnL>
                    <a:lnR w="9525" cap="flat" cmpd="sng" algn="ctr">
                      <a:solidFill>
                        <a:srgbClr val="D8B879"/>
                      </a:solidFill>
                      <a:prstDash val="solid"/>
                    </a:lnR>
                    <a:lnT w="9525" cap="flat" cmpd="sng" algn="ctr">
                      <a:solidFill>
                        <a:srgbClr val="D8B879"/>
                      </a:solidFill>
                      <a:prstDash val="solid"/>
                    </a:lnT>
                    <a:lnB w="9525" cap="flat" cmpd="sng" algn="ctr">
                      <a:solidFill>
                        <a:srgbClr val="D8B879"/>
                      </a:solidFill>
                      <a:prstDash val="solid"/>
                    </a:lnB>
                    <a:solidFill>
                      <a:srgbClr val="D8B87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3E27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6E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3E27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6E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BF6E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3E27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6E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3E27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6E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donut">
            <a:avLst/>
          </a:prstGeom>
          <a:solidFill>
            <a:srgbClr val="D8B8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가입한 보험 목록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B879"/>
                      </a:solidFill>
                      <a:prstDash val="solid"/>
                    </a:lnL>
                    <a:lnR w="9525" cap="flat" cmpd="sng" algn="ctr">
                      <a:solidFill>
                        <a:srgbClr val="D8B879"/>
                      </a:solidFill>
                      <a:prstDash val="solid"/>
                    </a:lnR>
                    <a:lnT w="9525" cap="flat" cmpd="sng" algn="ctr">
                      <a:solidFill>
                        <a:srgbClr val="D8B879"/>
                      </a:solidFill>
                      <a:prstDash val="solid"/>
                    </a:lnT>
                    <a:lnB w="9525" cap="flat" cmpd="sng" algn="ctr">
                      <a:solidFill>
                        <a:srgbClr val="D8B879"/>
                      </a:solidFill>
                      <a:prstDash val="solid"/>
                    </a:lnB>
                    <a:solidFill>
                      <a:srgbClr val="D8B8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B879"/>
                      </a:solidFill>
                      <a:prstDash val="solid"/>
                    </a:lnL>
                    <a:lnR w="9525" cap="flat" cmpd="sng" algn="ctr">
                      <a:solidFill>
                        <a:srgbClr val="D8B879"/>
                      </a:solidFill>
                      <a:prstDash val="solid"/>
                    </a:lnR>
                    <a:lnT w="9525" cap="flat" cmpd="sng" algn="ctr">
                      <a:solidFill>
                        <a:srgbClr val="D8B879"/>
                      </a:solidFill>
                      <a:prstDash val="solid"/>
                    </a:lnT>
                    <a:lnB w="9525" cap="flat" cmpd="sng" algn="ctr">
                      <a:solidFill>
                        <a:srgbClr val="D8B879"/>
                      </a:solidFill>
                      <a:prstDash val="solid"/>
                    </a:lnB>
                    <a:solidFill>
                      <a:srgbClr val="D8B8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B879"/>
                      </a:solidFill>
                      <a:prstDash val="solid"/>
                    </a:lnL>
                    <a:lnR w="9525" cap="flat" cmpd="sng" algn="ctr">
                      <a:solidFill>
                        <a:srgbClr val="D8B879"/>
                      </a:solidFill>
                      <a:prstDash val="solid"/>
                    </a:lnR>
                    <a:lnT w="9525" cap="flat" cmpd="sng" algn="ctr">
                      <a:solidFill>
                        <a:srgbClr val="D8B879"/>
                      </a:solidFill>
                      <a:prstDash val="solid"/>
                    </a:lnT>
                    <a:lnB w="9525" cap="flat" cmpd="sng" algn="ctr">
                      <a:solidFill>
                        <a:srgbClr val="D8B879"/>
                      </a:solidFill>
                      <a:prstDash val="solid"/>
                    </a:lnB>
                    <a:solidFill>
                      <a:srgbClr val="D8B8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B879"/>
                      </a:solidFill>
                      <a:prstDash val="solid"/>
                    </a:lnL>
                    <a:lnR w="9525" cap="flat" cmpd="sng" algn="ctr">
                      <a:solidFill>
                        <a:srgbClr val="D8B879"/>
                      </a:solidFill>
                      <a:prstDash val="solid"/>
                    </a:lnR>
                    <a:lnT w="9525" cap="flat" cmpd="sng" algn="ctr">
                      <a:solidFill>
                        <a:srgbClr val="D8B879"/>
                      </a:solidFill>
                      <a:prstDash val="solid"/>
                    </a:lnT>
                    <a:lnB w="9525" cap="flat" cmpd="sng" algn="ctr">
                      <a:solidFill>
                        <a:srgbClr val="D8B879"/>
                      </a:solidFill>
                      <a:prstDash val="solid"/>
                    </a:lnB>
                    <a:solidFill>
                      <a:srgbClr val="D8B8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B879"/>
                      </a:solidFill>
                      <a:prstDash val="solid"/>
                    </a:lnL>
                    <a:lnR w="9525" cap="flat" cmpd="sng" algn="ctr">
                      <a:solidFill>
                        <a:srgbClr val="D8B879"/>
                      </a:solidFill>
                      <a:prstDash val="solid"/>
                    </a:lnR>
                    <a:lnT w="9525" cap="flat" cmpd="sng" algn="ctr">
                      <a:solidFill>
                        <a:srgbClr val="D8B879"/>
                      </a:solidFill>
                      <a:prstDash val="solid"/>
                    </a:lnT>
                    <a:lnB w="9525" cap="flat" cmpd="sng" algn="ctr">
                      <a:solidFill>
                        <a:srgbClr val="D8B879"/>
                      </a:solidFill>
                      <a:prstDash val="solid"/>
                    </a:lnB>
                    <a:solidFill>
                      <a:srgbClr val="D8B87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BF6E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BF6E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donut">
            <a:avLst/>
          </a:prstGeom>
          <a:solidFill>
            <a:srgbClr val="D8B8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보장 항목 체크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B879"/>
                      </a:solidFill>
                      <a:prstDash val="solid"/>
                    </a:lnL>
                    <a:lnR w="9525" cap="flat" cmpd="sng" algn="ctr">
                      <a:solidFill>
                        <a:srgbClr val="D8B879"/>
                      </a:solidFill>
                      <a:prstDash val="solid"/>
                    </a:lnR>
                    <a:lnT w="9525" cap="flat" cmpd="sng" algn="ctr">
                      <a:solidFill>
                        <a:srgbClr val="D8B879"/>
                      </a:solidFill>
                      <a:prstDash val="solid"/>
                    </a:lnT>
                    <a:lnB w="9525" cap="flat" cmpd="sng" algn="ctr">
                      <a:solidFill>
                        <a:srgbClr val="D8B879"/>
                      </a:solidFill>
                      <a:prstDash val="solid"/>
                    </a:lnB>
                    <a:solidFill>
                      <a:srgbClr val="D8B8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B879"/>
                      </a:solidFill>
                      <a:prstDash val="solid"/>
                    </a:lnL>
                    <a:lnR w="9525" cap="flat" cmpd="sng" algn="ctr">
                      <a:solidFill>
                        <a:srgbClr val="D8B879"/>
                      </a:solidFill>
                      <a:prstDash val="solid"/>
                    </a:lnR>
                    <a:lnT w="9525" cap="flat" cmpd="sng" algn="ctr">
                      <a:solidFill>
                        <a:srgbClr val="D8B879"/>
                      </a:solidFill>
                      <a:prstDash val="solid"/>
                    </a:lnT>
                    <a:lnB w="9525" cap="flat" cmpd="sng" algn="ctr">
                      <a:solidFill>
                        <a:srgbClr val="D8B879"/>
                      </a:solidFill>
                      <a:prstDash val="solid"/>
                    </a:lnB>
                    <a:solidFill>
                      <a:srgbClr val="D8B8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B879"/>
                      </a:solidFill>
                      <a:prstDash val="solid"/>
                    </a:lnL>
                    <a:lnR w="9525" cap="flat" cmpd="sng" algn="ctr">
                      <a:solidFill>
                        <a:srgbClr val="D8B879"/>
                      </a:solidFill>
                      <a:prstDash val="solid"/>
                    </a:lnR>
                    <a:lnT w="9525" cap="flat" cmpd="sng" algn="ctr">
                      <a:solidFill>
                        <a:srgbClr val="D8B879"/>
                      </a:solidFill>
                      <a:prstDash val="solid"/>
                    </a:lnT>
                    <a:lnB w="9525" cap="flat" cmpd="sng" algn="ctr">
                      <a:solidFill>
                        <a:srgbClr val="D8B879"/>
                      </a:solidFill>
                      <a:prstDash val="solid"/>
                    </a:lnB>
                    <a:solidFill>
                      <a:srgbClr val="D8B8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B879"/>
                      </a:solidFill>
                      <a:prstDash val="solid"/>
                    </a:lnL>
                    <a:lnR w="9525" cap="flat" cmpd="sng" algn="ctr">
                      <a:solidFill>
                        <a:srgbClr val="D8B879"/>
                      </a:solidFill>
                      <a:prstDash val="solid"/>
                    </a:lnR>
                    <a:lnT w="9525" cap="flat" cmpd="sng" algn="ctr">
                      <a:solidFill>
                        <a:srgbClr val="D8B879"/>
                      </a:solidFill>
                      <a:prstDash val="solid"/>
                    </a:lnT>
                    <a:lnB w="9525" cap="flat" cmpd="sng" algn="ctr">
                      <a:solidFill>
                        <a:srgbClr val="D8B879"/>
                      </a:solidFill>
                      <a:prstDash val="solid"/>
                    </a:lnB>
                    <a:solidFill>
                      <a:srgbClr val="D8B87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E27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6E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E27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6E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BF6E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E27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6E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E27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6E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BF6E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E27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6E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E27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6E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BF6E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E27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6E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E27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6E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BD5"/>
                      </a:solidFill>
                      <a:prstDash val="solid"/>
                    </a:lnL>
                    <a:lnR w="9525" cap="flat" cmpd="sng" algn="ctr">
                      <a:solidFill>
                        <a:srgbClr val="F6EBD5"/>
                      </a:solidFill>
                      <a:prstDash val="solid"/>
                    </a:lnR>
                    <a:lnT w="9525" cap="flat" cmpd="sng" algn="ctr">
                      <a:solidFill>
                        <a:srgbClr val="F6EBD5"/>
                      </a:solidFill>
                      <a:prstDash val="solid"/>
                    </a:lnT>
                    <a:lnB w="9525" cap="flat" cmpd="sng" algn="ctr">
                      <a:solidFill>
                        <a:srgbClr val="F6EBD5"/>
                      </a:solidFill>
                      <a:prstDash val="solid"/>
                    </a:lnB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donut">
            <a:avLst/>
          </a:prstGeom>
          <a:solidFill>
            <a:srgbClr val="D8B8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월 보험료 한눈에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3484778" cy="2926080"/>
          </a:xfrm>
          <a:prstGeom prst="roundRect">
            <a:avLst>
              <a:gd name="adj" fmla="val 7000"/>
            </a:avLst>
          </a:prstGeom>
          <a:solidFill>
            <a:srgbClr val="FBF6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solidFill>
            <a:srgbClr val="D8B87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93E27"/>
                </a:solidFill>
              </a:rPr>
              <a:t>월 보험료 합계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0" name="카드 2"/>
          <p:cNvSpPr/>
          <p:nvPr/>
        </p:nvSpPr>
        <p:spPr>
          <a:xfrm>
            <a:off x="4353458" y="1783080"/>
            <a:ext cx="3484778" cy="2926080"/>
          </a:xfrm>
          <a:prstGeom prst="roundRect">
            <a:avLst>
              <a:gd name="adj" fmla="val 7000"/>
            </a:avLst>
          </a:prstGeom>
          <a:solidFill>
            <a:srgbClr val="FBF6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4536338" y="1965960"/>
            <a:ext cx="457200" cy="457200"/>
          </a:xfrm>
          <a:prstGeom prst="ellipse">
            <a:avLst/>
          </a:prstGeom>
          <a:solidFill>
            <a:srgbClr val="D8B87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93E27"/>
                </a:solidFill>
              </a:rPr>
              <a:t>연 보험료 합계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4" name="카드 3"/>
          <p:cNvSpPr/>
          <p:nvPr/>
        </p:nvSpPr>
        <p:spPr>
          <a:xfrm>
            <a:off x="8066836" y="1783080"/>
            <a:ext cx="3484778" cy="2926080"/>
          </a:xfrm>
          <a:prstGeom prst="roundRect">
            <a:avLst>
              <a:gd name="adj" fmla="val 7000"/>
            </a:avLst>
          </a:prstGeom>
          <a:solidFill>
            <a:srgbClr val="FBF6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49716" y="1965960"/>
            <a:ext cx="457200" cy="457200"/>
          </a:xfrm>
          <a:prstGeom prst="ellipse">
            <a:avLst/>
          </a:prstGeom>
          <a:solidFill>
            <a:srgbClr val="D8B87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93E27"/>
                </a:solidFill>
              </a:rPr>
              <a:t>월 소득 대비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0 %</a:t>
            </a:r>
          </a:p>
        </p:txBody>
      </p:sp>
      <p:sp>
        <p:nvSpPr>
          <p:cNvPr id="18" name="안내"/>
          <p:cNvSpPr txBox="1"/>
          <p:nvPr/>
        </p:nvSpPr>
        <p:spPr>
          <a:xfrm>
            <a:off x="640080" y="489204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donut">
            <a:avLst/>
          </a:prstGeom>
          <a:solidFill>
            <a:srgbClr val="D8B8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메모와 다음 할 일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3484778" cy="3931920"/>
          </a:xfrm>
          <a:prstGeom prst="roundRect">
            <a:avLst>
              <a:gd name="adj" fmla="val 7000"/>
            </a:avLst>
          </a:prstGeom>
          <a:solidFill>
            <a:srgbClr val="FBF6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solidFill>
            <a:srgbClr val="D8B87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E27"/>
                </a:solidFill>
              </a:rPr>
              <a:t>확인할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0" name="카드 2"/>
          <p:cNvSpPr/>
          <p:nvPr/>
        </p:nvSpPr>
        <p:spPr>
          <a:xfrm>
            <a:off x="4353458" y="1783080"/>
            <a:ext cx="3484778" cy="3931920"/>
          </a:xfrm>
          <a:prstGeom prst="roundRect">
            <a:avLst>
              <a:gd name="adj" fmla="val 7000"/>
            </a:avLst>
          </a:prstGeom>
          <a:solidFill>
            <a:srgbClr val="FBF6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4536338" y="1965960"/>
            <a:ext cx="457200" cy="457200"/>
          </a:xfrm>
          <a:prstGeom prst="ellipse">
            <a:avLst/>
          </a:prstGeom>
          <a:solidFill>
            <a:srgbClr val="D8B87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E27"/>
                </a:solidFill>
              </a:rPr>
              <a:t>문의할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324612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4" name="카드 3"/>
          <p:cNvSpPr/>
          <p:nvPr/>
        </p:nvSpPr>
        <p:spPr>
          <a:xfrm>
            <a:off x="8066836" y="1783080"/>
            <a:ext cx="3484778" cy="3931920"/>
          </a:xfrm>
          <a:prstGeom prst="roundRect">
            <a:avLst>
              <a:gd name="adj" fmla="val 7000"/>
            </a:avLst>
          </a:prstGeom>
          <a:solidFill>
            <a:srgbClr val="FBF6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49716" y="1965960"/>
            <a:ext cx="457200" cy="457200"/>
          </a:xfrm>
          <a:prstGeom prst="ellipse">
            <a:avLst/>
          </a:prstGeom>
          <a:solidFill>
            <a:srgbClr val="D8B87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E27"/>
                </a:solidFill>
              </a:rPr>
              <a:t>정리할 날짜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324612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8" name="안내 문구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부 점검)">
  <a:themeElements>
    <a:clrScheme name="Office">
      <a:dk1>
        <a:sysClr val="windowText" lastClr="000000"/>
      </a:dk1>
      <a:lt1>
        <a:sysClr val="window" lastClr="FFFFFF"/>
      </a:lt1>
      <a:dk2>
        <a:srgbClr val="493E27"/>
      </a:dk2>
      <a:lt2>
        <a:srgbClr val="FBF6EC"/>
      </a:lt2>
      <a:accent1>
        <a:srgbClr val="D8B879"/>
      </a:accent1>
      <a:accent2>
        <a:srgbClr val="D7E198"/>
      </a:accent2>
      <a:accent3>
        <a:srgbClr val="493E27"/>
      </a:accent3>
      <a:accent4>
        <a:srgbClr val="F6EBD5"/>
      </a:accent4>
      <a:accent5>
        <a:srgbClr val="D8CC88"/>
      </a:accent5>
      <a:accent6>
        <a:srgbClr val="928B7D"/>
      </a:accent6>
      <a:hlink>
        <a:srgbClr val="D8B879"/>
      </a:hlink>
      <a:folHlink>
        <a:srgbClr val="493E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