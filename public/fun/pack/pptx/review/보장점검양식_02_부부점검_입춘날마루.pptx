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591D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591D"/>
                </a:solidFill>
              </a:rPr>
              <a:t>부부가 각자 든 보험을 나란히 적어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591D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591D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591D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591D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AD3A"/>
                      </a:solidFill>
                      <a:prstDash val="solid"/>
                    </a:lnL>
                    <a:lnR w="9525" cap="flat" cmpd="sng" algn="ctr">
                      <a:solidFill>
                        <a:srgbClr val="DFAD3A"/>
                      </a:solidFill>
                      <a:prstDash val="solid"/>
                    </a:lnR>
                    <a:lnT w="9525" cap="flat" cmpd="sng" algn="ctr">
                      <a:solidFill>
                        <a:srgbClr val="DFAD3A"/>
                      </a:solidFill>
                      <a:prstDash val="solid"/>
                    </a:lnT>
                    <a:lnB w="9525" cap="flat" cmpd="sng" algn="ctr">
                      <a:solidFill>
                        <a:srgbClr val="DFAD3A"/>
                      </a:solidFill>
                      <a:prstDash val="solid"/>
                    </a:lnB>
                    <a:solidFill>
                      <a:srgbClr val="DFAD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591D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591D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591D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591D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72591D"/>
      </a:dk2>
      <a:lt2>
        <a:srgbClr val="FCF9F3"/>
      </a:lt2>
      <a:accent1>
        <a:srgbClr val="DFAD3A"/>
      </a:accent1>
      <a:accent2>
        <a:srgbClr val="339941"/>
      </a:accent2>
      <a:accent3>
        <a:srgbClr val="72591D"/>
      </a:accent3>
      <a:accent4>
        <a:srgbClr val="F7EDD4"/>
      </a:accent4>
      <a:accent5>
        <a:srgbClr val="89A33E"/>
      </a:accent5>
      <a:accent6>
        <a:srgbClr val="AA9B77"/>
      </a:accent6>
      <a:hlink>
        <a:srgbClr val="DFAD3A"/>
      </a:hlink>
      <a:folHlink>
        <a:srgbClr val="7259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