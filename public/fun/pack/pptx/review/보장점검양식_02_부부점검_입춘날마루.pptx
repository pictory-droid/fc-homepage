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4591B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4591B"/>
                </a:solidFill>
              </a:rPr>
              <a:t>부부가 각자 든 보험을 나란히 적어 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부부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591B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822960" y="1554480"/>
          <a:ext cx="1054577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15258"/>
                <a:gridCol w="3515258"/>
                <a:gridCol w="351525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6992F"/>
                      </a:solidFill>
                      <a:prstDash val="solid"/>
                    </a:lnL>
                    <a:lnR w="9525" cap="flat" cmpd="sng" algn="ctr">
                      <a:solidFill>
                        <a:srgbClr val="C6992F"/>
                      </a:solidFill>
                      <a:prstDash val="solid"/>
                    </a:lnR>
                    <a:lnT w="9525" cap="flat" cmpd="sng" algn="ctr">
                      <a:solidFill>
                        <a:srgbClr val="C6992F"/>
                      </a:solidFill>
                      <a:prstDash val="solid"/>
                    </a:lnT>
                    <a:lnB w="9525" cap="flat" cmpd="sng" algn="ctr">
                      <a:solidFill>
                        <a:srgbClr val="C6992F"/>
                      </a:solidFill>
                      <a:prstDash val="solid"/>
                    </a:lnB>
                    <a:solidFill>
                      <a:srgbClr val="C699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남편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6992F"/>
                      </a:solidFill>
                      <a:prstDash val="solid"/>
                    </a:lnL>
                    <a:lnR w="9525" cap="flat" cmpd="sng" algn="ctr">
                      <a:solidFill>
                        <a:srgbClr val="C6992F"/>
                      </a:solidFill>
                      <a:prstDash val="solid"/>
                    </a:lnR>
                    <a:lnT w="9525" cap="flat" cmpd="sng" algn="ctr">
                      <a:solidFill>
                        <a:srgbClr val="C6992F"/>
                      </a:solidFill>
                      <a:prstDash val="solid"/>
                    </a:lnT>
                    <a:lnB w="9525" cap="flat" cmpd="sng" algn="ctr">
                      <a:solidFill>
                        <a:srgbClr val="C6992F"/>
                      </a:solidFill>
                      <a:prstDash val="solid"/>
                    </a:lnB>
                    <a:solidFill>
                      <a:srgbClr val="C699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6992F"/>
                      </a:solidFill>
                      <a:prstDash val="solid"/>
                    </a:lnL>
                    <a:lnR w="9525" cap="flat" cmpd="sng" algn="ctr">
                      <a:solidFill>
                        <a:srgbClr val="C6992F"/>
                      </a:solidFill>
                      <a:prstDash val="solid"/>
                    </a:lnR>
                    <a:lnT w="9525" cap="flat" cmpd="sng" algn="ctr">
                      <a:solidFill>
                        <a:srgbClr val="C6992F"/>
                      </a:solidFill>
                      <a:prstDash val="solid"/>
                    </a:lnT>
                    <a:lnB w="9525" cap="flat" cmpd="sng" algn="ctr">
                      <a:solidFill>
                        <a:srgbClr val="C6992F"/>
                      </a:solidFill>
                      <a:prstDash val="solid"/>
                    </a:lnB>
                    <a:solidFill>
                      <a:srgbClr val="C6992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4591B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5E9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4591B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5E9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4591B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5E9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4591B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5E9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591B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822960" y="1554480"/>
          <a:ext cx="1054577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176753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6992F"/>
                      </a:solidFill>
                      <a:prstDash val="solid"/>
                    </a:lnL>
                    <a:lnR w="9525" cap="flat" cmpd="sng" algn="ctr">
                      <a:solidFill>
                        <a:srgbClr val="C6992F"/>
                      </a:solidFill>
                      <a:prstDash val="solid"/>
                    </a:lnR>
                    <a:lnT w="9525" cap="flat" cmpd="sng" algn="ctr">
                      <a:solidFill>
                        <a:srgbClr val="C6992F"/>
                      </a:solidFill>
                      <a:prstDash val="solid"/>
                    </a:lnT>
                    <a:lnB w="9525" cap="flat" cmpd="sng" algn="ctr">
                      <a:solidFill>
                        <a:srgbClr val="C6992F"/>
                      </a:solidFill>
                      <a:prstDash val="solid"/>
                    </a:lnB>
                    <a:solidFill>
                      <a:srgbClr val="C699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6992F"/>
                      </a:solidFill>
                      <a:prstDash val="solid"/>
                    </a:lnL>
                    <a:lnR w="9525" cap="flat" cmpd="sng" algn="ctr">
                      <a:solidFill>
                        <a:srgbClr val="C6992F"/>
                      </a:solidFill>
                      <a:prstDash val="solid"/>
                    </a:lnR>
                    <a:lnT w="9525" cap="flat" cmpd="sng" algn="ctr">
                      <a:solidFill>
                        <a:srgbClr val="C6992F"/>
                      </a:solidFill>
                      <a:prstDash val="solid"/>
                    </a:lnT>
                    <a:lnB w="9525" cap="flat" cmpd="sng" algn="ctr">
                      <a:solidFill>
                        <a:srgbClr val="C6992F"/>
                      </a:solidFill>
                      <a:prstDash val="solid"/>
                    </a:lnB>
                    <a:solidFill>
                      <a:srgbClr val="C699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6992F"/>
                      </a:solidFill>
                      <a:prstDash val="solid"/>
                    </a:lnL>
                    <a:lnR w="9525" cap="flat" cmpd="sng" algn="ctr">
                      <a:solidFill>
                        <a:srgbClr val="C6992F"/>
                      </a:solidFill>
                      <a:prstDash val="solid"/>
                    </a:lnR>
                    <a:lnT w="9525" cap="flat" cmpd="sng" algn="ctr">
                      <a:solidFill>
                        <a:srgbClr val="C6992F"/>
                      </a:solidFill>
                      <a:prstDash val="solid"/>
                    </a:lnT>
                    <a:lnB w="9525" cap="flat" cmpd="sng" algn="ctr">
                      <a:solidFill>
                        <a:srgbClr val="C6992F"/>
                      </a:solidFill>
                      <a:prstDash val="solid"/>
                    </a:lnB>
                    <a:solidFill>
                      <a:srgbClr val="C699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6992F"/>
                      </a:solidFill>
                      <a:prstDash val="solid"/>
                    </a:lnL>
                    <a:lnR w="9525" cap="flat" cmpd="sng" algn="ctr">
                      <a:solidFill>
                        <a:srgbClr val="C6992F"/>
                      </a:solidFill>
                      <a:prstDash val="solid"/>
                    </a:lnR>
                    <a:lnT w="9525" cap="flat" cmpd="sng" algn="ctr">
                      <a:solidFill>
                        <a:srgbClr val="C6992F"/>
                      </a:solidFill>
                      <a:prstDash val="solid"/>
                    </a:lnT>
                    <a:lnB w="9525" cap="flat" cmpd="sng" algn="ctr">
                      <a:solidFill>
                        <a:srgbClr val="C6992F"/>
                      </a:solidFill>
                      <a:prstDash val="solid"/>
                    </a:lnB>
                    <a:solidFill>
                      <a:srgbClr val="C699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6992F"/>
                      </a:solidFill>
                      <a:prstDash val="solid"/>
                    </a:lnL>
                    <a:lnR w="9525" cap="flat" cmpd="sng" algn="ctr">
                      <a:solidFill>
                        <a:srgbClr val="C6992F"/>
                      </a:solidFill>
                      <a:prstDash val="solid"/>
                    </a:lnR>
                    <a:lnT w="9525" cap="flat" cmpd="sng" algn="ctr">
                      <a:solidFill>
                        <a:srgbClr val="C6992F"/>
                      </a:solidFill>
                      <a:prstDash val="solid"/>
                    </a:lnT>
                    <a:lnB w="9525" cap="flat" cmpd="sng" algn="ctr">
                      <a:solidFill>
                        <a:srgbClr val="C6992F"/>
                      </a:solidFill>
                      <a:prstDash val="solid"/>
                    </a:lnB>
                    <a:solidFill>
                      <a:srgbClr val="C6992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591B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822960" y="1554480"/>
          <a:ext cx="1054577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296058"/>
                <a:gridCol w="2296058"/>
                <a:gridCol w="229605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6992F"/>
                      </a:solidFill>
                      <a:prstDash val="solid"/>
                    </a:lnL>
                    <a:lnR w="9525" cap="flat" cmpd="sng" algn="ctr">
                      <a:solidFill>
                        <a:srgbClr val="C6992F"/>
                      </a:solidFill>
                      <a:prstDash val="solid"/>
                    </a:lnR>
                    <a:lnT w="9525" cap="flat" cmpd="sng" algn="ctr">
                      <a:solidFill>
                        <a:srgbClr val="C6992F"/>
                      </a:solidFill>
                      <a:prstDash val="solid"/>
                    </a:lnT>
                    <a:lnB w="9525" cap="flat" cmpd="sng" algn="ctr">
                      <a:solidFill>
                        <a:srgbClr val="C6992F"/>
                      </a:solidFill>
                      <a:prstDash val="solid"/>
                    </a:lnB>
                    <a:solidFill>
                      <a:srgbClr val="C699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6992F"/>
                      </a:solidFill>
                      <a:prstDash val="solid"/>
                    </a:lnL>
                    <a:lnR w="9525" cap="flat" cmpd="sng" algn="ctr">
                      <a:solidFill>
                        <a:srgbClr val="C6992F"/>
                      </a:solidFill>
                      <a:prstDash val="solid"/>
                    </a:lnR>
                    <a:lnT w="9525" cap="flat" cmpd="sng" algn="ctr">
                      <a:solidFill>
                        <a:srgbClr val="C6992F"/>
                      </a:solidFill>
                      <a:prstDash val="solid"/>
                    </a:lnT>
                    <a:lnB w="9525" cap="flat" cmpd="sng" algn="ctr">
                      <a:solidFill>
                        <a:srgbClr val="C6992F"/>
                      </a:solidFill>
                      <a:prstDash val="solid"/>
                    </a:lnB>
                    <a:solidFill>
                      <a:srgbClr val="C699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6992F"/>
                      </a:solidFill>
                      <a:prstDash val="solid"/>
                    </a:lnL>
                    <a:lnR w="9525" cap="flat" cmpd="sng" algn="ctr">
                      <a:solidFill>
                        <a:srgbClr val="C6992F"/>
                      </a:solidFill>
                      <a:prstDash val="solid"/>
                    </a:lnR>
                    <a:lnT w="9525" cap="flat" cmpd="sng" algn="ctr">
                      <a:solidFill>
                        <a:srgbClr val="C6992F"/>
                      </a:solidFill>
                      <a:prstDash val="solid"/>
                    </a:lnT>
                    <a:lnB w="9525" cap="flat" cmpd="sng" algn="ctr">
                      <a:solidFill>
                        <a:srgbClr val="C6992F"/>
                      </a:solidFill>
                      <a:prstDash val="solid"/>
                    </a:lnB>
                    <a:solidFill>
                      <a:srgbClr val="C699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6992F"/>
                      </a:solidFill>
                      <a:prstDash val="solid"/>
                    </a:lnL>
                    <a:lnR w="9525" cap="flat" cmpd="sng" algn="ctr">
                      <a:solidFill>
                        <a:srgbClr val="C6992F"/>
                      </a:solidFill>
                      <a:prstDash val="solid"/>
                    </a:lnR>
                    <a:lnT w="9525" cap="flat" cmpd="sng" algn="ctr">
                      <a:solidFill>
                        <a:srgbClr val="C6992F"/>
                      </a:solidFill>
                      <a:prstDash val="solid"/>
                    </a:lnT>
                    <a:lnB w="9525" cap="flat" cmpd="sng" algn="ctr">
                      <a:solidFill>
                        <a:srgbClr val="C6992F"/>
                      </a:solidFill>
                      <a:prstDash val="solid"/>
                    </a:lnB>
                    <a:solidFill>
                      <a:srgbClr val="C6992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4591B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5E9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4591B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5E9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4591B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5E9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4591B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5E9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4591B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5E9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4591B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5E9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4591B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5E9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4591B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5E9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591B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822960" y="1554480"/>
            <a:ext cx="3362858" cy="2926080"/>
          </a:xfrm>
          <a:prstGeom prst="roundRect">
            <a:avLst>
              <a:gd name="adj" fmla="val 8000"/>
            </a:avLst>
          </a:prstGeom>
          <a:solidFill>
            <a:srgbClr val="FBF7EE"/>
          </a:solidFill>
          <a:ln w="1587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737360"/>
            <a:ext cx="457200" cy="457200"/>
          </a:xfrm>
          <a:prstGeom prst="ellipse">
            <a:avLst/>
          </a:prstGeom>
          <a:solidFill>
            <a:srgbClr val="C6992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74591B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17520"/>
            <a:ext cx="308853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414418" y="1554480"/>
            <a:ext cx="3362858" cy="2926080"/>
          </a:xfrm>
          <a:prstGeom prst="roundRect">
            <a:avLst>
              <a:gd name="adj" fmla="val 8000"/>
            </a:avLst>
          </a:prstGeom>
          <a:solidFill>
            <a:srgbClr val="FBF7EE"/>
          </a:solidFill>
          <a:ln w="1587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97298" y="1737360"/>
            <a:ext cx="457200" cy="457200"/>
          </a:xfrm>
          <a:prstGeom prst="ellipse">
            <a:avLst/>
          </a:prstGeom>
          <a:solidFill>
            <a:srgbClr val="C6992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1578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74591B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3017520"/>
            <a:ext cx="308853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05876" y="1554480"/>
            <a:ext cx="3362858" cy="2926080"/>
          </a:xfrm>
          <a:prstGeom prst="roundRect">
            <a:avLst>
              <a:gd name="adj" fmla="val 8000"/>
            </a:avLst>
          </a:prstGeom>
          <a:solidFill>
            <a:srgbClr val="FBF7EE"/>
          </a:solidFill>
          <a:ln w="1587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188756" y="1737360"/>
            <a:ext cx="457200" cy="457200"/>
          </a:xfrm>
          <a:prstGeom prst="ellipse">
            <a:avLst/>
          </a:prstGeom>
          <a:solidFill>
            <a:srgbClr val="C6992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3036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74591B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3036" y="3017520"/>
            <a:ext cx="308853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822960" y="4663440"/>
            <a:ext cx="1054577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591B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822960" y="1554480"/>
            <a:ext cx="3362858" cy="3977639"/>
          </a:xfrm>
          <a:prstGeom prst="roundRect">
            <a:avLst>
              <a:gd name="adj" fmla="val 8000"/>
            </a:avLst>
          </a:prstGeom>
          <a:solidFill>
            <a:srgbClr val="FBF7EE"/>
          </a:solidFill>
          <a:ln w="1587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737360"/>
            <a:ext cx="457200" cy="457200"/>
          </a:xfrm>
          <a:prstGeom prst="ellipse">
            <a:avLst/>
          </a:prstGeom>
          <a:solidFill>
            <a:srgbClr val="C6992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4591B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17520"/>
            <a:ext cx="308853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414418" y="1554480"/>
            <a:ext cx="3362858" cy="3977639"/>
          </a:xfrm>
          <a:prstGeom prst="roundRect">
            <a:avLst>
              <a:gd name="adj" fmla="val 8000"/>
            </a:avLst>
          </a:prstGeom>
          <a:solidFill>
            <a:srgbClr val="FBF7EE"/>
          </a:solidFill>
          <a:ln w="1587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97298" y="1737360"/>
            <a:ext cx="457200" cy="457200"/>
          </a:xfrm>
          <a:prstGeom prst="ellipse">
            <a:avLst/>
          </a:prstGeom>
          <a:solidFill>
            <a:srgbClr val="C6992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1578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4591B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3017520"/>
            <a:ext cx="308853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05876" y="1554480"/>
            <a:ext cx="3362858" cy="3977639"/>
          </a:xfrm>
          <a:prstGeom prst="roundRect">
            <a:avLst>
              <a:gd name="adj" fmla="val 8000"/>
            </a:avLst>
          </a:prstGeom>
          <a:solidFill>
            <a:srgbClr val="FBF7EE"/>
          </a:solidFill>
          <a:ln w="1587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188756" y="1737360"/>
            <a:ext cx="457200" cy="457200"/>
          </a:xfrm>
          <a:prstGeom prst="ellipse">
            <a:avLst/>
          </a:prstGeom>
          <a:solidFill>
            <a:srgbClr val="C6992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3036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4591B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3036" y="3017520"/>
            <a:ext cx="308853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822960" y="5623560"/>
            <a:ext cx="1054577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부 점검)">
  <a:themeElements>
    <a:clrScheme name="Office">
      <a:dk1>
        <a:sysClr val="windowText" lastClr="000000"/>
      </a:dk1>
      <a:lt1>
        <a:sysClr val="window" lastClr="FFFFFF"/>
      </a:lt1>
      <a:dk2>
        <a:srgbClr val="74591B"/>
      </a:dk2>
      <a:lt2>
        <a:srgbClr val="FBF7EE"/>
      </a:lt2>
      <a:accent1>
        <a:srgbClr val="C6992F"/>
      </a:accent1>
      <a:accent2>
        <a:srgbClr val="3B8091"/>
      </a:accent2>
      <a:accent3>
        <a:srgbClr val="74591B"/>
      </a:accent3>
      <a:accent4>
        <a:srgbClr val="F5E9CC"/>
      </a:accent4>
      <a:accent5>
        <a:srgbClr val="808C60"/>
      </a:accent5>
      <a:accent6>
        <a:srgbClr val="AC9B76"/>
      </a:accent6>
      <a:hlink>
        <a:srgbClr val="C6992F"/>
      </a:hlink>
      <a:folHlink>
        <a:srgbClr val="74591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