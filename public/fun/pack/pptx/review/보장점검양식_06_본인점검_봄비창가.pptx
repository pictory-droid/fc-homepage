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증권철을 꺼내 놓고 하나씩 확인합니다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4E6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4E6D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4E6D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24E6D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4E6D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24E6D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24E6D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24E6D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24E6D"/>
      </a:dk2>
      <a:lt2>
        <a:srgbClr val="F3F8FC"/>
      </a:lt2>
      <a:accent1>
        <a:srgbClr val="5196C8"/>
      </a:accent1>
      <a:accent2>
        <a:srgbClr val="339941"/>
      </a:accent2>
      <a:accent3>
        <a:srgbClr val="224E6D"/>
      </a:accent3>
      <a:accent4>
        <a:srgbClr val="D4E8F7"/>
      </a:accent4>
      <a:accent5>
        <a:srgbClr val="429884"/>
      </a:accent5>
      <a:accent6>
        <a:srgbClr val="7A95A7"/>
      </a:accent6>
      <a:hlink>
        <a:srgbClr val="5196C8"/>
      </a:hlink>
      <a:folHlink>
        <a:srgbClr val="224E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