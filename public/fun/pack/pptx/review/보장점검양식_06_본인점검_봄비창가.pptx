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9465B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9465B"/>
                </a:solidFill>
              </a:rPr>
              <a:t>증권철을 꺼내 놓고 하나씩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9465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9465B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9465B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9465B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DA2"/>
                      </a:solidFill>
                      <a:prstDash val="solid"/>
                    </a:lnL>
                    <a:lnR w="9525" cap="flat" cmpd="sng" algn="ctr">
                      <a:solidFill>
                        <a:srgbClr val="497DA2"/>
                      </a:solidFill>
                      <a:prstDash val="solid"/>
                    </a:lnR>
                    <a:lnT w="9525" cap="flat" cmpd="sng" algn="ctr">
                      <a:solidFill>
                        <a:srgbClr val="497DA2"/>
                      </a:solidFill>
                      <a:prstDash val="solid"/>
                    </a:lnT>
                    <a:lnB w="9525" cap="flat" cmpd="sng" algn="ctr">
                      <a:solidFill>
                        <a:srgbClr val="497DA2"/>
                      </a:solidFill>
                      <a:prstDash val="solid"/>
                    </a:lnB>
                    <a:solidFill>
                      <a:srgbClr val="497DA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9465B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D3E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3EE"/>
                      </a:solidFill>
                      <a:prstDash val="solid"/>
                    </a:lnL>
                    <a:lnR w="9525" cap="flat" cmpd="sng" algn="ctr">
                      <a:solidFill>
                        <a:srgbClr val="D3E3EE"/>
                      </a:solidFill>
                      <a:prstDash val="solid"/>
                    </a:lnR>
                    <a:lnT w="9525" cap="flat" cmpd="sng" algn="ctr">
                      <a:solidFill>
                        <a:srgbClr val="D3E3EE"/>
                      </a:solidFill>
                      <a:prstDash val="solid"/>
                    </a:lnT>
                    <a:lnB w="9525" cap="flat" cmpd="sng" algn="ctr">
                      <a:solidFill>
                        <a:srgbClr val="D3E3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9465B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9465B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9465B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914400" y="470916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497DA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9465B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914400" y="585216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29465B"/>
      </a:dk2>
      <a:lt2>
        <a:srgbClr val="F1F5F9"/>
      </a:lt2>
      <a:accent1>
        <a:srgbClr val="497DA2"/>
      </a:accent1>
      <a:accent2>
        <a:srgbClr val="8D3F46"/>
      </a:accent2>
      <a:accent3>
        <a:srgbClr val="29465B"/>
      </a:accent3>
      <a:accent4>
        <a:srgbClr val="D3E3EE"/>
      </a:accent4>
      <a:accent5>
        <a:srgbClr val="6B5E74"/>
      </a:accent5>
      <a:accent6>
        <a:srgbClr val="7F909D"/>
      </a:accent6>
      <a:hlink>
        <a:srgbClr val="497DA2"/>
      </a:hlink>
      <a:folHlink>
        <a:srgbClr val="2946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