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20057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030548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9797361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042752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809565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531156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338595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549581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317289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7962739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7975907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284372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144551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221225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0952448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0709661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0828387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017916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우리 보험 점검 시간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추운 날에도 단단하게 챙기는 꼼꼼함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점검 대상 현황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914400" y="160020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5738"/>
                <a:gridCol w="3545738"/>
                <a:gridCol w="354573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151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151B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151B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151B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가입한 보험 목록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보장 항목 체크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2934"/>
                      </a:solidFill>
                      <a:prstDash val="solid"/>
                    </a:lnL>
                    <a:lnR w="9525" cap="flat" cmpd="sng" algn="ctr">
                      <a:solidFill>
                        <a:srgbClr val="AE2934"/>
                      </a:solidFill>
                      <a:prstDash val="solid"/>
                    </a:lnR>
                    <a:lnT w="9525" cap="flat" cmpd="sng" algn="ctr">
                      <a:solidFill>
                        <a:srgbClr val="AE2934"/>
                      </a:solidFill>
                      <a:prstDash val="solid"/>
                    </a:lnT>
                    <a:lnB w="9525" cap="flat" cmpd="sng" algn="ctr">
                      <a:solidFill>
                        <a:srgbClr val="AE2934"/>
                      </a:solidFill>
                      <a:prstDash val="solid"/>
                    </a:lnB>
                    <a:solidFill>
                      <a:srgbClr val="AE293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151B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5CC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CCCF"/>
                      </a:solidFill>
                      <a:prstDash val="solid"/>
                    </a:lnL>
                    <a:lnR w="9525" cap="flat" cmpd="sng" algn="ctr">
                      <a:solidFill>
                        <a:srgbClr val="F5CCCF"/>
                      </a:solidFill>
                      <a:prstDash val="solid"/>
                    </a:lnR>
                    <a:lnT w="9525" cap="flat" cmpd="sng" algn="ctr">
                      <a:solidFill>
                        <a:srgbClr val="F5CCCF"/>
                      </a:solidFill>
                      <a:prstDash val="solid"/>
                    </a:lnT>
                    <a:lnB w="9525" cap="flat" cmpd="sng" algn="ctr">
                      <a:solidFill>
                        <a:srgbClr val="F5CCCF"/>
                      </a:solidFill>
                      <a:prstDash val="solid"/>
                    </a:lnB>
                    <a:solidFill>
                      <a:srgbClr val="FBEE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월 보험료 한눈에</a:t>
            </a:r>
          </a:p>
        </p:txBody>
      </p:sp>
      <p:sp>
        <p:nvSpPr>
          <p:cNvPr id="23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151B"/>
                </a:solidFill>
              </a:rPr>
              <a:t>월 보험료 합계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7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151B"/>
                </a:solidFill>
              </a:rPr>
              <a:t>연 보험료 합계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31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151B"/>
                </a:solidFill>
              </a:rPr>
              <a:t>월 소득 대비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35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점검 메모와 다음 할 일</a:t>
            </a:r>
          </a:p>
        </p:txBody>
      </p:sp>
      <p:sp>
        <p:nvSpPr>
          <p:cNvPr id="23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확인할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문의할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1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5875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정리할 날짜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5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