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56110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56110"/>
                </a:solidFill>
              </a:rPr>
              <a:t>월 보험료가 얼마인지 합계를 내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본인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56110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56110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56110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56110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AB1C"/>
                      </a:solidFill>
                      <a:prstDash val="solid"/>
                    </a:lnL>
                    <a:lnR w="9525" cap="flat" cmpd="sng" algn="ctr">
                      <a:solidFill>
                        <a:srgbClr val="CEAB1C"/>
                      </a:solidFill>
                      <a:prstDash val="solid"/>
                    </a:lnR>
                    <a:lnT w="9525" cap="flat" cmpd="sng" algn="ctr">
                      <a:solidFill>
                        <a:srgbClr val="CEAB1C"/>
                      </a:solidFill>
                      <a:prstDash val="solid"/>
                    </a:lnT>
                    <a:lnB w="9525" cap="flat" cmpd="sng" algn="ctr">
                      <a:solidFill>
                        <a:srgbClr val="CEAB1C"/>
                      </a:solidFill>
                      <a:prstDash val="solid"/>
                    </a:lnB>
                    <a:solidFill>
                      <a:srgbClr val="CEAB1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56110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56110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56110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56110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56110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56110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56110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56110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9E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9EFC8"/>
                      </a:solidFill>
                      <a:prstDash val="solid"/>
                    </a:lnL>
                    <a:lnR w="9525" cap="flat" cmpd="sng" algn="ctr">
                      <a:solidFill>
                        <a:srgbClr val="F9EFC8"/>
                      </a:solidFill>
                      <a:prstDash val="solid"/>
                    </a:lnR>
                    <a:lnT w="9525" cap="flat" cmpd="sng" algn="ctr">
                      <a:solidFill>
                        <a:srgbClr val="F9EFC8"/>
                      </a:solidFill>
                      <a:prstDash val="solid"/>
                    </a:lnT>
                    <a:lnB w="9525" cap="flat" cmpd="sng" algn="ctr">
                      <a:solidFill>
                        <a:srgbClr val="F9EFC8"/>
                      </a:solidFill>
                      <a:prstDash val="solid"/>
                    </a:lnB>
                    <a:solidFill>
                      <a:srgbClr val="FDF9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56110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56110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56110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731520" y="4709160"/>
            <a:ext cx="1072865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EAB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56110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DF9ED"/>
          </a:solidFill>
          <a:ln w="15875">
            <a:solidFill>
              <a:srgbClr val="F9E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CEAB1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56110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731520" y="5669280"/>
            <a:ext cx="1072865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756110"/>
      </a:dk2>
      <a:lt2>
        <a:srgbClr val="FDF9ED"/>
      </a:lt2>
      <a:accent1>
        <a:srgbClr val="CEAB1C"/>
      </a:accent1>
      <a:accent2>
        <a:srgbClr val="3B7791"/>
      </a:accent2>
      <a:accent3>
        <a:srgbClr val="756110"/>
      </a:accent3>
      <a:accent4>
        <a:srgbClr val="F9EFC8"/>
      </a:accent4>
      <a:accent5>
        <a:srgbClr val="849156"/>
      </a:accent5>
      <a:accent6>
        <a:srgbClr val="ACA070"/>
      </a:accent6>
      <a:hlink>
        <a:srgbClr val="CEAB1C"/>
      </a:hlink>
      <a:folHlink>
        <a:srgbClr val="75611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