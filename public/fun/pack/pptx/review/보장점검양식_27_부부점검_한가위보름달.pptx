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우리 보험 점검 시간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보름달 아래 둘러앉아 가족 이야기를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점검 대상 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521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5214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5214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5214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가입한 보험 목록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보장 항목 체크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5214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월 보험료 한눈에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5214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5214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5214"/>
                </a:solidFill>
              </a:rPr>
              <a:t>월 소득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0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점검 메모와 다음 할 일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정리할 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