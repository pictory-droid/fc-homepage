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05610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05610"/>
                </a:solidFill>
              </a:rPr>
              <a:t>부모님 증권부터 먼저 찾아봅니다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605610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605610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605610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605610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A41E"/>
                      </a:solidFill>
                      <a:prstDash val="solid"/>
                    </a:lnL>
                    <a:lnR w="9525" cap="flat" cmpd="sng" algn="ctr">
                      <a:solidFill>
                        <a:srgbClr val="B8A41E"/>
                      </a:solidFill>
                      <a:prstDash val="solid"/>
                    </a:lnR>
                    <a:lnT w="9525" cap="flat" cmpd="sng" algn="ctr">
                      <a:solidFill>
                        <a:srgbClr val="B8A41E"/>
                      </a:solidFill>
                      <a:prstDash val="solid"/>
                    </a:lnT>
                    <a:lnB w="9525" cap="flat" cmpd="sng" algn="ctr">
                      <a:solidFill>
                        <a:srgbClr val="B8A41E"/>
                      </a:solidFill>
                      <a:prstDash val="solid"/>
                    </a:lnB>
                    <a:solidFill>
                      <a:srgbClr val="B8A41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05610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05610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05610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05610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05610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05610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05610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605610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CFAED"/>
          </a:solidFill>
          <a:ln w="15875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B8A41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605610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CFAED"/>
          </a:solidFill>
          <a:ln w="15875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B8A41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605610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CFAED"/>
          </a:solidFill>
          <a:ln w="15875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B8A41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605610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5488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CFAED"/>
          </a:solidFill>
          <a:ln w="15875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B8A41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05610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CFAED"/>
          </a:solidFill>
          <a:ln w="15875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B8A41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05610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CFAED"/>
          </a:solidFill>
          <a:ln w="15875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B8A41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05610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605610"/>
      </a:dk2>
      <a:lt2>
        <a:srgbClr val="FCFAED"/>
      </a:lt2>
      <a:accent1>
        <a:srgbClr val="B8A41E"/>
      </a:accent1>
      <a:accent2>
        <a:srgbClr val="3B7191"/>
      </a:accent2>
      <a:accent3>
        <a:srgbClr val="605610"/>
      </a:accent3>
      <a:accent4>
        <a:srgbClr val="F8F2C9"/>
      </a:accent4>
      <a:accent5>
        <a:srgbClr val="7A8A58"/>
      </a:accent5>
      <a:accent6>
        <a:srgbClr val="A09A70"/>
      </a:accent6>
      <a:hlink>
        <a:srgbClr val="B8A41E"/>
      </a:hlink>
      <a:folHlink>
        <a:srgbClr val="6056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