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1D32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1D32"/>
                </a:solidFill>
              </a:rPr>
              <a:t>가족 모두의 가입 내역을 한 장에 모읍니다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3D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1D32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1D32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1D32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21D32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3D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3D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31520" y="1600200"/>
          <a:ext cx="1072865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B3D65"/>
                      </a:solidFill>
                      <a:prstDash val="solid"/>
                    </a:lnL>
                    <a:lnR w="9525" cap="flat" cmpd="sng" algn="ctr">
                      <a:solidFill>
                        <a:srgbClr val="DB3D65"/>
                      </a:solidFill>
                      <a:prstDash val="solid"/>
                    </a:lnR>
                    <a:lnT w="9525" cap="flat" cmpd="sng" algn="ctr">
                      <a:solidFill>
                        <a:srgbClr val="DB3D65"/>
                      </a:solidFill>
                      <a:prstDash val="solid"/>
                    </a:lnT>
                    <a:lnB w="9525" cap="flat" cmpd="sng" algn="ctr">
                      <a:solidFill>
                        <a:srgbClr val="DB3D65"/>
                      </a:solidFill>
                      <a:prstDash val="solid"/>
                    </a:lnB>
                    <a:solidFill>
                      <a:srgbClr val="DB3D6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32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32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32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32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32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32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32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21D32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7D4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7D4DD"/>
                      </a:solidFill>
                      <a:prstDash val="solid"/>
                    </a:lnL>
                    <a:lnR w="9525" cap="flat" cmpd="sng" algn="ctr">
                      <a:solidFill>
                        <a:srgbClr val="F7D4DD"/>
                      </a:solidFill>
                      <a:prstDash val="solid"/>
                    </a:lnR>
                    <a:lnT w="9525" cap="flat" cmpd="sng" algn="ctr">
                      <a:solidFill>
                        <a:srgbClr val="F7D4DD"/>
                      </a:solidFill>
                      <a:prstDash val="solid"/>
                    </a:lnT>
                    <a:lnB w="9525" cap="flat" cmpd="sng" algn="ctr">
                      <a:solidFill>
                        <a:srgbClr val="F7D4DD"/>
                      </a:solidFill>
                      <a:prstDash val="solid"/>
                    </a:lnB>
                    <a:solidFill>
                      <a:srgbClr val="FC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3D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731520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CF3F5"/>
          </a:solidFill>
          <a:ln w="15875">
            <a:solidFill>
              <a:srgbClr val="F7D4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DB3D6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32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83938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CF3F5"/>
          </a:solidFill>
          <a:ln w="15875">
            <a:solidFill>
              <a:srgbClr val="F7D4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DB3D6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32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36356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CF3F5"/>
          </a:solidFill>
          <a:ln w="15875">
            <a:solidFill>
              <a:srgbClr val="F7D4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DB3D6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21D32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731520" y="4709160"/>
            <a:ext cx="1072865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3D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1D32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731520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CF3F5"/>
          </a:solidFill>
          <a:ln w="15875">
            <a:solidFill>
              <a:srgbClr val="F7D4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DB3D6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32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83938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CF3F5"/>
          </a:solidFill>
          <a:ln w="15875">
            <a:solidFill>
              <a:srgbClr val="F7D4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DB3D6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32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36356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CF3F5"/>
          </a:solidFill>
          <a:ln w="15875">
            <a:solidFill>
              <a:srgbClr val="F7D4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DB3D6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1D32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721D32"/>
      </a:dk2>
      <a:lt2>
        <a:srgbClr val="FCF3F5"/>
      </a:lt2>
      <a:accent1>
        <a:srgbClr val="DB3D65"/>
      </a:accent1>
      <a:accent2>
        <a:srgbClr val="339941"/>
      </a:accent2>
      <a:accent3>
        <a:srgbClr val="721D32"/>
      </a:accent3>
      <a:accent4>
        <a:srgbClr val="F7D4DD"/>
      </a:accent4>
      <a:accent5>
        <a:srgbClr val="876B53"/>
      </a:accent5>
      <a:accent6>
        <a:srgbClr val="AA7784"/>
      </a:accent6>
      <a:hlink>
        <a:srgbClr val="DB3D65"/>
      </a:hlink>
      <a:folHlink>
        <a:srgbClr val="721D3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