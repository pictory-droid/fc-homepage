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사업장 보험을 한 곳에 모아 정리합니다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사업장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C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54927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54927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54927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54927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C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C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BED97"/>
                      </a:solidFill>
                      <a:prstDash val="solid"/>
                    </a:lnL>
                    <a:lnR w="9525" cap="flat" cmpd="sng" algn="ctr">
                      <a:solidFill>
                        <a:srgbClr val="BBED97"/>
                      </a:solidFill>
                      <a:prstDash val="solid"/>
                    </a:lnR>
                    <a:lnT w="9525" cap="flat" cmpd="sng" algn="ctr">
                      <a:solidFill>
                        <a:srgbClr val="BBED97"/>
                      </a:solidFill>
                      <a:prstDash val="solid"/>
                    </a:lnT>
                    <a:lnB w="9525" cap="flat" cmpd="sng" algn="ctr">
                      <a:solidFill>
                        <a:srgbClr val="BBED97"/>
                      </a:solidFill>
                      <a:prstDash val="solid"/>
                    </a:lnB>
                    <a:solidFill>
                      <a:srgbClr val="BBED9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549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E2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2FAD1"/>
                      </a:solidFill>
                      <a:prstDash val="solid"/>
                    </a:lnL>
                    <a:lnR w="9525" cap="flat" cmpd="sng" algn="ctr">
                      <a:solidFill>
                        <a:srgbClr val="E2FAD1"/>
                      </a:solidFill>
                      <a:prstDash val="solid"/>
                    </a:lnR>
                    <a:lnT w="9525" cap="flat" cmpd="sng" algn="ctr">
                      <a:solidFill>
                        <a:srgbClr val="E2FAD1"/>
                      </a:solidFill>
                      <a:prstDash val="solid"/>
                    </a:lnT>
                    <a:lnB w="9525" cap="flat" cmpd="sng" algn="ctr">
                      <a:solidFill>
                        <a:srgbClr val="E2FAD1"/>
                      </a:solidFill>
                      <a:prstDash val="solid"/>
                    </a:lnB>
                    <a:solidFill>
                      <a:srgbClr val="F2FD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C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2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2706624"/>
          </a:xfrm>
          <a:prstGeom prst="rect">
            <a:avLst/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BAF3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54927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2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2706624"/>
          </a:xfrm>
          <a:prstGeom prst="rect">
            <a:avLst/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BAF3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54927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4000"/>
            </a:avLst>
          </a:prstGeom>
          <a:solidFill>
            <a:srgbClr val="F2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2706624"/>
          </a:xfrm>
          <a:prstGeom prst="rect">
            <a:avLst/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BAF3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54927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C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2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712463"/>
          </a:xfrm>
          <a:prstGeom prst="rect">
            <a:avLst/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BAF3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54927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2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3712463"/>
          </a:xfrm>
          <a:prstGeom prst="rect">
            <a:avLst/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BAF3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54927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4000"/>
            </a:avLst>
          </a:prstGeom>
          <a:solidFill>
            <a:srgbClr val="F2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3712463"/>
          </a:xfrm>
          <a:prstGeom prst="rect">
            <a:avLst/>
          </a:prstGeom>
          <a:solidFill>
            <a:srgbClr val="BB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BAF3B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54927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354927"/>
      </a:dk2>
      <a:lt2>
        <a:srgbClr val="F2FDEA"/>
      </a:lt2>
      <a:accent1>
        <a:srgbClr val="BBED97"/>
      </a:accent1>
      <a:accent2>
        <a:srgbClr val="BAF3BC"/>
      </a:accent2>
      <a:accent3>
        <a:srgbClr val="354927"/>
      </a:accent3>
      <a:accent4>
        <a:srgbClr val="E2FAD1"/>
      </a:accent4>
      <a:accent5>
        <a:srgbClr val="BAF0AA"/>
      </a:accent5>
      <a:accent6>
        <a:srgbClr val="86927D"/>
      </a:accent6>
      <a:hlink>
        <a:srgbClr val="BBED97"/>
      </a:hlink>
      <a:folHlink>
        <a:srgbClr val="35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