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F481E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F481E"/>
                </a:solidFill>
              </a:rPr>
              <a:t>사업장 보험을 한 곳에 모아 정리합니다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F481E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F481E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F481E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F481E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F913B"/>
                      </a:solidFill>
                      <a:prstDash val="solid"/>
                    </a:lnL>
                    <a:lnR w="9525" cap="flat" cmpd="sng" algn="ctr">
                      <a:solidFill>
                        <a:srgbClr val="5F913B"/>
                      </a:solidFill>
                      <a:prstDash val="solid"/>
                    </a:lnR>
                    <a:lnT w="9525" cap="flat" cmpd="sng" algn="ctr">
                      <a:solidFill>
                        <a:srgbClr val="5F913B"/>
                      </a:solidFill>
                      <a:prstDash val="solid"/>
                    </a:lnT>
                    <a:lnB w="9525" cap="flat" cmpd="sng" algn="ctr">
                      <a:solidFill>
                        <a:srgbClr val="5F913B"/>
                      </a:solidFill>
                      <a:prstDash val="solid"/>
                    </a:lnB>
                    <a:solidFill>
                      <a:srgbClr val="5F913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F481E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F481E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F481E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F481E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F481E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F481E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F481E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F481E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DE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EEFD2"/>
                      </a:solidFill>
                      <a:prstDash val="solid"/>
                    </a:lnL>
                    <a:lnR w="9525" cap="flat" cmpd="sng" algn="ctr">
                      <a:solidFill>
                        <a:srgbClr val="DEEFD2"/>
                      </a:solidFill>
                      <a:prstDash val="solid"/>
                    </a:lnR>
                    <a:lnT w="9525" cap="flat" cmpd="sng" algn="ctr">
                      <a:solidFill>
                        <a:srgbClr val="DEEFD2"/>
                      </a:solidFill>
                      <a:prstDash val="solid"/>
                    </a:lnT>
                    <a:lnB w="9525" cap="flat" cmpd="sng" algn="ctr">
                      <a:solidFill>
                        <a:srgbClr val="DEEFD2"/>
                      </a:solidFill>
                      <a:prstDash val="solid"/>
                    </a:lnB>
                    <a:solidFill>
                      <a:srgbClr val="F4F9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5875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F481E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5875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F481E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5875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F481E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F481E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5875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5875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4F9F1"/>
          </a:solidFill>
          <a:ln w="15875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481E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2F481E"/>
      </a:dk2>
      <a:lt2>
        <a:srgbClr val="F4F9F1"/>
      </a:lt2>
      <a:accent1>
        <a:srgbClr val="5F913B"/>
      </a:accent1>
      <a:accent2>
        <a:srgbClr val="423B91"/>
      </a:accent2>
      <a:accent3>
        <a:srgbClr val="2F481E"/>
      </a:accent3>
      <a:accent4>
        <a:srgbClr val="DEEFD2"/>
      </a:accent4>
      <a:accent5>
        <a:srgbClr val="506666"/>
      </a:accent5>
      <a:accent6>
        <a:srgbClr val="829178"/>
      </a:accent6>
      <a:hlink>
        <a:srgbClr val="5F913B"/>
      </a:hlink>
      <a:folHlink>
        <a:srgbClr val="2F481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