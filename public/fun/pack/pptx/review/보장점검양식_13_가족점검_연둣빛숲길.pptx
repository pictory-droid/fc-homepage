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가족별로 칸을 나눠 정리합니다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가족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1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1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31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3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31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31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31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EAFD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7ED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274931"/>
      </a:dk2>
      <a:lt2>
        <a:srgbClr val="EAFDF0"/>
      </a:lt2>
      <a:accent1>
        <a:srgbClr val="97EDB1"/>
      </a:accent1>
      <a:accent2>
        <a:srgbClr val="BAF3E5"/>
      </a:accent2>
      <a:accent3>
        <a:srgbClr val="274931"/>
      </a:accent3>
      <a:accent4>
        <a:srgbClr val="D1FADD"/>
      </a:accent4>
      <a:accent5>
        <a:srgbClr val="A8F0CB"/>
      </a:accent5>
      <a:accent6>
        <a:srgbClr val="7D9283"/>
      </a:accent6>
      <a:hlink>
        <a:srgbClr val="97EDB1"/>
      </a:hlink>
      <a:folHlink>
        <a:srgbClr val="27493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