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4072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4072"/>
                </a:solidFill>
              </a:rPr>
              <a:t>아이 이름으로 된 보험도 같이 적습니다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D4072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D4072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D4072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D4072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4072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4072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4072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4072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4072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4072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4072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4072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4072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4072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4072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1D4072"/>
      </a:dk2>
      <a:lt2>
        <a:srgbClr val="F3F7FC"/>
      </a:lt2>
      <a:accent1>
        <a:srgbClr val="4981D0"/>
      </a:accent1>
      <a:accent2>
        <a:srgbClr val="339941"/>
      </a:accent2>
      <a:accent3>
        <a:srgbClr val="1D4072"/>
      </a:accent3>
      <a:accent4>
        <a:srgbClr val="D4E3F7"/>
      </a:accent4>
      <a:accent5>
        <a:srgbClr val="3E8D88"/>
      </a:accent5>
      <a:accent6>
        <a:srgbClr val="778CAA"/>
      </a:accent6>
      <a:hlink>
        <a:srgbClr val="4981D0"/>
      </a:hlink>
      <a:folHlink>
        <a:srgbClr val="1D407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