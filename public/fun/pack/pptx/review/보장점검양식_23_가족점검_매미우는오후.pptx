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여름 오후, 느긋하게 가족 보장을 이야기해요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