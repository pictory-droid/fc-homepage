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9562E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9562E"/>
                </a:solidFill>
              </a:rPr>
              <a:t>각자 증권을 가져와 식탁에 펼칩니다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부부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562E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19852"/>
                      </a:solidFill>
                      <a:prstDash val="solid"/>
                    </a:lnL>
                    <a:lnR w="9525" cap="flat" cmpd="sng" algn="ctr">
                      <a:solidFill>
                        <a:srgbClr val="819852"/>
                      </a:solidFill>
                      <a:prstDash val="solid"/>
                    </a:lnR>
                    <a:lnT w="9525" cap="flat" cmpd="sng" algn="ctr">
                      <a:solidFill>
                        <a:srgbClr val="819852"/>
                      </a:solidFill>
                      <a:prstDash val="solid"/>
                    </a:lnT>
                    <a:lnB w="9525" cap="flat" cmpd="sng" algn="ctr">
                      <a:solidFill>
                        <a:srgbClr val="819852"/>
                      </a:solidFill>
                      <a:prstDash val="solid"/>
                    </a:lnB>
                    <a:solidFill>
                      <a:srgbClr val="8198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남편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19852"/>
                      </a:solidFill>
                      <a:prstDash val="solid"/>
                    </a:lnL>
                    <a:lnR w="9525" cap="flat" cmpd="sng" algn="ctr">
                      <a:solidFill>
                        <a:srgbClr val="819852"/>
                      </a:solidFill>
                      <a:prstDash val="solid"/>
                    </a:lnR>
                    <a:lnT w="9525" cap="flat" cmpd="sng" algn="ctr">
                      <a:solidFill>
                        <a:srgbClr val="819852"/>
                      </a:solidFill>
                      <a:prstDash val="solid"/>
                    </a:lnT>
                    <a:lnB w="9525" cap="flat" cmpd="sng" algn="ctr">
                      <a:solidFill>
                        <a:srgbClr val="819852"/>
                      </a:solidFill>
                      <a:prstDash val="solid"/>
                    </a:lnB>
                    <a:solidFill>
                      <a:srgbClr val="8198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19852"/>
                      </a:solidFill>
                      <a:prstDash val="solid"/>
                    </a:lnL>
                    <a:lnR w="9525" cap="flat" cmpd="sng" algn="ctr">
                      <a:solidFill>
                        <a:srgbClr val="819852"/>
                      </a:solidFill>
                      <a:prstDash val="solid"/>
                    </a:lnR>
                    <a:lnT w="9525" cap="flat" cmpd="sng" algn="ctr">
                      <a:solidFill>
                        <a:srgbClr val="819852"/>
                      </a:solidFill>
                      <a:prstDash val="solid"/>
                    </a:lnT>
                    <a:lnB w="9525" cap="flat" cmpd="sng" algn="ctr">
                      <a:solidFill>
                        <a:srgbClr val="819852"/>
                      </a:solidFill>
                      <a:prstDash val="solid"/>
                    </a:lnB>
                    <a:solidFill>
                      <a:srgbClr val="819852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562E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E4E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562E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E4E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562E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E4E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562E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E4E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562E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19852"/>
                      </a:solidFill>
                      <a:prstDash val="solid"/>
                    </a:lnL>
                    <a:lnR w="9525" cap="flat" cmpd="sng" algn="ctr">
                      <a:solidFill>
                        <a:srgbClr val="819852"/>
                      </a:solidFill>
                      <a:prstDash val="solid"/>
                    </a:lnR>
                    <a:lnT w="9525" cap="flat" cmpd="sng" algn="ctr">
                      <a:solidFill>
                        <a:srgbClr val="819852"/>
                      </a:solidFill>
                      <a:prstDash val="solid"/>
                    </a:lnT>
                    <a:lnB w="9525" cap="flat" cmpd="sng" algn="ctr">
                      <a:solidFill>
                        <a:srgbClr val="819852"/>
                      </a:solidFill>
                      <a:prstDash val="solid"/>
                    </a:lnB>
                    <a:solidFill>
                      <a:srgbClr val="8198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19852"/>
                      </a:solidFill>
                      <a:prstDash val="solid"/>
                    </a:lnL>
                    <a:lnR w="9525" cap="flat" cmpd="sng" algn="ctr">
                      <a:solidFill>
                        <a:srgbClr val="819852"/>
                      </a:solidFill>
                      <a:prstDash val="solid"/>
                    </a:lnR>
                    <a:lnT w="9525" cap="flat" cmpd="sng" algn="ctr">
                      <a:solidFill>
                        <a:srgbClr val="819852"/>
                      </a:solidFill>
                      <a:prstDash val="solid"/>
                    </a:lnT>
                    <a:lnB w="9525" cap="flat" cmpd="sng" algn="ctr">
                      <a:solidFill>
                        <a:srgbClr val="819852"/>
                      </a:solidFill>
                      <a:prstDash val="solid"/>
                    </a:lnB>
                    <a:solidFill>
                      <a:srgbClr val="8198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19852"/>
                      </a:solidFill>
                      <a:prstDash val="solid"/>
                    </a:lnL>
                    <a:lnR w="9525" cap="flat" cmpd="sng" algn="ctr">
                      <a:solidFill>
                        <a:srgbClr val="819852"/>
                      </a:solidFill>
                      <a:prstDash val="solid"/>
                    </a:lnR>
                    <a:lnT w="9525" cap="flat" cmpd="sng" algn="ctr">
                      <a:solidFill>
                        <a:srgbClr val="819852"/>
                      </a:solidFill>
                      <a:prstDash val="solid"/>
                    </a:lnT>
                    <a:lnB w="9525" cap="flat" cmpd="sng" algn="ctr">
                      <a:solidFill>
                        <a:srgbClr val="819852"/>
                      </a:solidFill>
                      <a:prstDash val="solid"/>
                    </a:lnB>
                    <a:solidFill>
                      <a:srgbClr val="8198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19852"/>
                      </a:solidFill>
                      <a:prstDash val="solid"/>
                    </a:lnL>
                    <a:lnR w="9525" cap="flat" cmpd="sng" algn="ctr">
                      <a:solidFill>
                        <a:srgbClr val="819852"/>
                      </a:solidFill>
                      <a:prstDash val="solid"/>
                    </a:lnR>
                    <a:lnT w="9525" cap="flat" cmpd="sng" algn="ctr">
                      <a:solidFill>
                        <a:srgbClr val="819852"/>
                      </a:solidFill>
                      <a:prstDash val="solid"/>
                    </a:lnT>
                    <a:lnB w="9525" cap="flat" cmpd="sng" algn="ctr">
                      <a:solidFill>
                        <a:srgbClr val="819852"/>
                      </a:solidFill>
                      <a:prstDash val="solid"/>
                    </a:lnB>
                    <a:solidFill>
                      <a:srgbClr val="8198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19852"/>
                      </a:solidFill>
                      <a:prstDash val="solid"/>
                    </a:lnL>
                    <a:lnR w="9525" cap="flat" cmpd="sng" algn="ctr">
                      <a:solidFill>
                        <a:srgbClr val="819852"/>
                      </a:solidFill>
                      <a:prstDash val="solid"/>
                    </a:lnR>
                    <a:lnT w="9525" cap="flat" cmpd="sng" algn="ctr">
                      <a:solidFill>
                        <a:srgbClr val="819852"/>
                      </a:solidFill>
                      <a:prstDash val="solid"/>
                    </a:lnT>
                    <a:lnB w="9525" cap="flat" cmpd="sng" algn="ctr">
                      <a:solidFill>
                        <a:srgbClr val="819852"/>
                      </a:solidFill>
                      <a:prstDash val="solid"/>
                    </a:lnB>
                    <a:solidFill>
                      <a:srgbClr val="81985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562E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19852"/>
                      </a:solidFill>
                      <a:prstDash val="solid"/>
                    </a:lnL>
                    <a:lnR w="9525" cap="flat" cmpd="sng" algn="ctr">
                      <a:solidFill>
                        <a:srgbClr val="819852"/>
                      </a:solidFill>
                      <a:prstDash val="solid"/>
                    </a:lnR>
                    <a:lnT w="9525" cap="flat" cmpd="sng" algn="ctr">
                      <a:solidFill>
                        <a:srgbClr val="819852"/>
                      </a:solidFill>
                      <a:prstDash val="solid"/>
                    </a:lnT>
                    <a:lnB w="9525" cap="flat" cmpd="sng" algn="ctr">
                      <a:solidFill>
                        <a:srgbClr val="819852"/>
                      </a:solidFill>
                      <a:prstDash val="solid"/>
                    </a:lnB>
                    <a:solidFill>
                      <a:srgbClr val="8198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19852"/>
                      </a:solidFill>
                      <a:prstDash val="solid"/>
                    </a:lnL>
                    <a:lnR w="9525" cap="flat" cmpd="sng" algn="ctr">
                      <a:solidFill>
                        <a:srgbClr val="819852"/>
                      </a:solidFill>
                      <a:prstDash val="solid"/>
                    </a:lnR>
                    <a:lnT w="9525" cap="flat" cmpd="sng" algn="ctr">
                      <a:solidFill>
                        <a:srgbClr val="819852"/>
                      </a:solidFill>
                      <a:prstDash val="solid"/>
                    </a:lnT>
                    <a:lnB w="9525" cap="flat" cmpd="sng" algn="ctr">
                      <a:solidFill>
                        <a:srgbClr val="819852"/>
                      </a:solidFill>
                      <a:prstDash val="solid"/>
                    </a:lnB>
                    <a:solidFill>
                      <a:srgbClr val="8198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19852"/>
                      </a:solidFill>
                      <a:prstDash val="solid"/>
                    </a:lnL>
                    <a:lnR w="9525" cap="flat" cmpd="sng" algn="ctr">
                      <a:solidFill>
                        <a:srgbClr val="819852"/>
                      </a:solidFill>
                      <a:prstDash val="solid"/>
                    </a:lnR>
                    <a:lnT w="9525" cap="flat" cmpd="sng" algn="ctr">
                      <a:solidFill>
                        <a:srgbClr val="819852"/>
                      </a:solidFill>
                      <a:prstDash val="solid"/>
                    </a:lnT>
                    <a:lnB w="9525" cap="flat" cmpd="sng" algn="ctr">
                      <a:solidFill>
                        <a:srgbClr val="819852"/>
                      </a:solidFill>
                      <a:prstDash val="solid"/>
                    </a:lnB>
                    <a:solidFill>
                      <a:srgbClr val="8198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19852"/>
                      </a:solidFill>
                      <a:prstDash val="solid"/>
                    </a:lnL>
                    <a:lnR w="9525" cap="flat" cmpd="sng" algn="ctr">
                      <a:solidFill>
                        <a:srgbClr val="819852"/>
                      </a:solidFill>
                      <a:prstDash val="solid"/>
                    </a:lnR>
                    <a:lnT w="9525" cap="flat" cmpd="sng" algn="ctr">
                      <a:solidFill>
                        <a:srgbClr val="819852"/>
                      </a:solidFill>
                      <a:prstDash val="solid"/>
                    </a:lnT>
                    <a:lnB w="9525" cap="flat" cmpd="sng" algn="ctr">
                      <a:solidFill>
                        <a:srgbClr val="819852"/>
                      </a:solidFill>
                      <a:prstDash val="solid"/>
                    </a:lnB>
                    <a:solidFill>
                      <a:srgbClr val="81985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562E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E4E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562E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E4E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562E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E4E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562E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E4E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562E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E4E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562E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E4E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562E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E4E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562E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E4E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4EBD6"/>
                      </a:solidFill>
                      <a:prstDash val="solid"/>
                    </a:lnL>
                    <a:lnR w="9525" cap="flat" cmpd="sng" algn="ctr">
                      <a:solidFill>
                        <a:srgbClr val="E4EBD6"/>
                      </a:solidFill>
                      <a:prstDash val="solid"/>
                    </a:lnR>
                    <a:lnT w="9525" cap="flat" cmpd="sng" algn="ctr">
                      <a:solidFill>
                        <a:srgbClr val="E4EBD6"/>
                      </a:solidFill>
                      <a:prstDash val="solid"/>
                    </a:lnT>
                    <a:lnB w="9525" cap="flat" cmpd="sng" algn="ctr">
                      <a:solidFill>
                        <a:srgbClr val="E4EBD6"/>
                      </a:solidFill>
                      <a:prstDash val="solid"/>
                    </a:lnB>
                    <a:solidFill>
                      <a:srgbClr val="F6F8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562E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6F8F2"/>
          </a:solidFill>
          <a:ln w="15875">
            <a:solidFill>
              <a:srgbClr val="E4EB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81985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562E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6F8F2"/>
          </a:solidFill>
          <a:ln w="15875">
            <a:solidFill>
              <a:srgbClr val="E4EB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81985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562E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6F8F2"/>
          </a:solidFill>
          <a:ln w="15875">
            <a:solidFill>
              <a:srgbClr val="E4EB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81985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562E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4EB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562E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6F8F2"/>
          </a:solidFill>
          <a:ln w="15875">
            <a:solidFill>
              <a:srgbClr val="E4EB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81985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562E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6F8F2"/>
          </a:solidFill>
          <a:ln w="15875">
            <a:solidFill>
              <a:srgbClr val="E4EB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81985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562E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6F8F2"/>
          </a:solidFill>
          <a:ln w="15875">
            <a:solidFill>
              <a:srgbClr val="E4EB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81985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562E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부 점검)">
  <a:themeElements>
    <a:clrScheme name="Office">
      <a:dk1>
        <a:sysClr val="windowText" lastClr="000000"/>
      </a:dk1>
      <a:lt1>
        <a:sysClr val="window" lastClr="FFFFFF"/>
      </a:lt1>
      <a:dk2>
        <a:srgbClr val="49562E"/>
      </a:dk2>
      <a:lt2>
        <a:srgbClr val="F6F8F2"/>
      </a:lt2>
      <a:accent1>
        <a:srgbClr val="819852"/>
      </a:accent1>
      <a:accent2>
        <a:srgbClr val="475285"/>
      </a:accent2>
      <a:accent3>
        <a:srgbClr val="49562E"/>
      </a:accent3>
      <a:accent4>
        <a:srgbClr val="E4EBD6"/>
      </a:accent4>
      <a:accent5>
        <a:srgbClr val="64756C"/>
      </a:accent5>
      <a:accent6>
        <a:srgbClr val="929A82"/>
      </a:accent6>
      <a:hlink>
        <a:srgbClr val="819852"/>
      </a:hlink>
      <a:folHlink>
        <a:srgbClr val="49562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