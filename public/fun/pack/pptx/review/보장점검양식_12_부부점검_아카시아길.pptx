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26728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26728"/>
                </a:solidFill>
              </a:rPr>
              <a:t>각자 증권을 가져와 식탁에 펼칩니다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26728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26728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26728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26728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9DBF5A"/>
                      </a:solidFill>
                      <a:prstDash val="solid"/>
                    </a:lnL>
                    <a:lnR w="9525" cap="flat" cmpd="sng" algn="ctr">
                      <a:solidFill>
                        <a:srgbClr val="9DBF5A"/>
                      </a:solidFill>
                      <a:prstDash val="solid"/>
                    </a:lnR>
                    <a:lnT w="9525" cap="flat" cmpd="sng" algn="ctr">
                      <a:solidFill>
                        <a:srgbClr val="9DBF5A"/>
                      </a:solidFill>
                      <a:prstDash val="solid"/>
                    </a:lnT>
                    <a:lnB w="9525" cap="flat" cmpd="sng" algn="ctr">
                      <a:solidFill>
                        <a:srgbClr val="9DBF5A"/>
                      </a:solidFill>
                      <a:prstDash val="solid"/>
                    </a:lnB>
                    <a:solidFill>
                      <a:srgbClr val="9DBF5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2672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EB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BF7D4"/>
                      </a:solidFill>
                      <a:prstDash val="solid"/>
                    </a:lnL>
                    <a:lnR w="9525" cap="flat" cmpd="sng" algn="ctr">
                      <a:solidFill>
                        <a:srgbClr val="EBF7D4"/>
                      </a:solidFill>
                      <a:prstDash val="solid"/>
                    </a:lnR>
                    <a:lnT w="9525" cap="flat" cmpd="sng" algn="ctr">
                      <a:solidFill>
                        <a:srgbClr val="EBF7D4"/>
                      </a:solidFill>
                      <a:prstDash val="solid"/>
                    </a:lnT>
                    <a:lnB w="9525" cap="flat" cmpd="sng" algn="ctr">
                      <a:solidFill>
                        <a:srgbClr val="EBF7D4"/>
                      </a:solidFill>
                      <a:prstDash val="solid"/>
                    </a:lnB>
                    <a:solidFill>
                      <a:srgbClr val="F9FC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26728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26728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26728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EBF7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9DBF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26728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9FCF3"/>
          </a:solidFill>
          <a:ln w="15875">
            <a:solidFill>
              <a:srgbClr val="EB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9DBF5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26728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526728"/>
      </a:dk2>
      <a:lt2>
        <a:srgbClr val="F9FCF3"/>
      </a:lt2>
      <a:accent1>
        <a:srgbClr val="9DBF5A"/>
      </a:accent1>
      <a:accent2>
        <a:srgbClr val="339941"/>
      </a:accent2>
      <a:accent3>
        <a:srgbClr val="526728"/>
      </a:accent3>
      <a:accent4>
        <a:srgbClr val="EBF7D4"/>
      </a:accent4>
      <a:accent5>
        <a:srgbClr val="68AC4E"/>
      </a:accent5>
      <a:accent6>
        <a:srgbClr val="97A47E"/>
      </a:accent6>
      <a:hlink>
        <a:srgbClr val="9DBF5A"/>
      </a:hlink>
      <a:folHlink>
        <a:srgbClr val="52672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