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3657508" cy="6858000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108868" y="2880360"/>
            <a:ext cx="1097280" cy="1097280"/>
          </a:xfrm>
          <a:prstGeom prst="ellipse">
            <a:avLst/>
          </a:prstGeom>
          <a:solidFill>
            <a:srgbClr val="D9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4632844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2844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4632844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각자 증권을 가져와 식탁에 펼칩니다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4632844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부부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E49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E4927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E4927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E4927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ED97"/>
                      </a:solidFill>
                      <a:prstDash val="solid"/>
                    </a:lnL>
                    <a:lnR w="9525" cap="flat" cmpd="sng" algn="ctr">
                      <a:solidFill>
                        <a:srgbClr val="D0ED97"/>
                      </a:solidFill>
                      <a:prstDash val="solid"/>
                    </a:lnR>
                    <a:lnT w="9525" cap="flat" cmpd="sng" algn="ctr">
                      <a:solidFill>
                        <a:srgbClr val="D0ED97"/>
                      </a:solidFill>
                      <a:prstDash val="solid"/>
                    </a:lnT>
                    <a:lnB w="9525" cap="flat" cmpd="sng" algn="ctr">
                      <a:solidFill>
                        <a:srgbClr val="D0ED97"/>
                      </a:solidFill>
                      <a:prstDash val="solid"/>
                    </a:lnB>
                    <a:solidFill>
                      <a:srgbClr val="D0ED9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E49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E49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E49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E49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E49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E49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E49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E49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EC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FAD1"/>
                      </a:solidFill>
                      <a:prstDash val="solid"/>
                    </a:lnL>
                    <a:lnR w="9525" cap="flat" cmpd="sng" algn="ctr">
                      <a:solidFill>
                        <a:srgbClr val="ECFAD1"/>
                      </a:solidFill>
                      <a:prstDash val="solid"/>
                    </a:lnR>
                    <a:lnT w="9525" cap="flat" cmpd="sng" algn="ctr">
                      <a:solidFill>
                        <a:srgbClr val="ECFAD1"/>
                      </a:solidFill>
                      <a:prstDash val="solid"/>
                    </a:lnT>
                    <a:lnB w="9525" cap="flat" cmpd="sng" algn="ctr">
                      <a:solidFill>
                        <a:srgbClr val="ECFAD1"/>
                      </a:solidFill>
                      <a:prstDash val="solid"/>
                    </a:lnB>
                    <a:solidFill>
                      <a:srgbClr val="F7FD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0ED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0ED9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E4927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0ED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0ED97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E4927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0ED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0ED97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E4927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0ED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0ED9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0ED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0ED97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0ED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0ED97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3E4927"/>
      </a:dk2>
      <a:lt2>
        <a:srgbClr val="F7FDEA"/>
      </a:lt2>
      <a:accent1>
        <a:srgbClr val="D0ED97"/>
      </a:accent1>
      <a:accent2>
        <a:srgbClr val="C5F3BA"/>
      </a:accent2>
      <a:accent3>
        <a:srgbClr val="3E4927"/>
      </a:accent3>
      <a:accent4>
        <a:srgbClr val="ECFAD1"/>
      </a:accent4>
      <a:accent5>
        <a:srgbClr val="CAF0A8"/>
      </a:accent5>
      <a:accent6>
        <a:srgbClr val="8B927D"/>
      </a:accent6>
      <a:hlink>
        <a:srgbClr val="D0ED97"/>
      </a:hlink>
      <a:folHlink>
        <a:srgbClr val="3E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