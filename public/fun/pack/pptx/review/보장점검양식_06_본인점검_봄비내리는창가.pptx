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601450" y="5885051"/>
            <a:ext cx="517739" cy="517739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182360" y="4529511"/>
            <a:ext cx="636878" cy="636878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343753" y="5037987"/>
            <a:ext cx="504191" cy="50419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8703713" y="6125954"/>
            <a:ext cx="427147" cy="427147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8277433" y="4966909"/>
            <a:ext cx="364067" cy="364067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8841585" y="5241274"/>
            <a:ext cx="398465" cy="398465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9531012" y="6046732"/>
            <a:ext cx="573732" cy="57373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9465B"/>
                </a:solidFill>
              </a:rPr>
              <a:t>우리 보험 점검 시간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9465B"/>
                </a:solidFill>
              </a:rPr>
              <a:t>비 오는 날 서랍 속 증권을 꺼내 보는 시간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점검 대상 현황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914400" y="160020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8607"/>
                <a:gridCol w="531860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9465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9465B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9465B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9465B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가입한 보험 목록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914400" y="160020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보장 항목 체크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914400" y="160020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9465B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9465B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9465B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9465B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9465B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9465B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9465B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9465B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월 보험료 한눈에</a:t>
            </a:r>
          </a:p>
        </p:txBody>
      </p:sp>
      <p:sp>
        <p:nvSpPr>
          <p:cNvPr id="12" name="카드 1"/>
          <p:cNvSpPr/>
          <p:nvPr/>
        </p:nvSpPr>
        <p:spPr>
          <a:xfrm>
            <a:off x="914400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9465B"/>
                </a:solidFill>
              </a:rPr>
              <a:t>월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6" name="카드 2"/>
          <p:cNvSpPr/>
          <p:nvPr/>
        </p:nvSpPr>
        <p:spPr>
          <a:xfrm>
            <a:off x="4536338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9465B"/>
                </a:solidFill>
              </a:rPr>
              <a:t>연 보험료 합계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498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0" name="카드 3"/>
          <p:cNvSpPr/>
          <p:nvPr/>
        </p:nvSpPr>
        <p:spPr>
          <a:xfrm>
            <a:off x="8158276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9465B"/>
                </a:solidFill>
              </a:rPr>
              <a:t>월 소득 대비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5436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4" name="안내"/>
          <p:cNvSpPr txBox="1"/>
          <p:nvPr/>
        </p:nvSpPr>
        <p:spPr>
          <a:xfrm>
            <a:off x="914400" y="470916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점검 메모와 다음 할 일</a:t>
            </a:r>
          </a:p>
        </p:txBody>
      </p:sp>
      <p:sp>
        <p:nvSpPr>
          <p:cNvPr id="12" name="카드 1"/>
          <p:cNvSpPr/>
          <p:nvPr/>
        </p:nvSpPr>
        <p:spPr>
          <a:xfrm>
            <a:off x="914400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536338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문의할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498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158276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497DA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465B"/>
                </a:solidFill>
              </a:rPr>
              <a:t>정리할 날짜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5436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914400" y="585216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29465B"/>
      </a:dk2>
      <a:lt2>
        <a:srgbClr val="F1F5F9"/>
      </a:lt2>
      <a:accent1>
        <a:srgbClr val="497DA2"/>
      </a:accent1>
      <a:accent2>
        <a:srgbClr val="8D3F46"/>
      </a:accent2>
      <a:accent3>
        <a:srgbClr val="29465B"/>
      </a:accent3>
      <a:accent4>
        <a:srgbClr val="D3E3EE"/>
      </a:accent4>
      <a:accent5>
        <a:srgbClr val="6B5E74"/>
      </a:accent5>
      <a:accent6>
        <a:srgbClr val="7F909D"/>
      </a:accent6>
      <a:hlink>
        <a:srgbClr val="497DA2"/>
      </a:hlink>
      <a:folHlink>
        <a:srgbClr val="2946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