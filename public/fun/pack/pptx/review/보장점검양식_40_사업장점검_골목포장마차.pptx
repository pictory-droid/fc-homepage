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A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731666" y="137159"/>
            <a:ext cx="6583680" cy="6583680"/>
          </a:xfrm>
          <a:prstGeom prst="ellipse">
            <a:avLst/>
          </a:prstGeom>
          <a:solidFill>
            <a:srgbClr val="AC92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70438" y="1325880"/>
            <a:ext cx="4206240" cy="4206240"/>
          </a:xfrm>
          <a:prstGeom prst="ellipse">
            <a:avLst/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마감 전에 한 번 확인합니다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사업장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A27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A27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A27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A27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C298"/>
                      </a:solidFill>
                      <a:prstDash val="solid"/>
                    </a:lnL>
                    <a:lnR w="9525" cap="flat" cmpd="sng" algn="ctr">
                      <a:solidFill>
                        <a:srgbClr val="E1C298"/>
                      </a:solidFill>
                      <a:prstDash val="solid"/>
                    </a:lnR>
                    <a:lnT w="9525" cap="flat" cmpd="sng" algn="ctr">
                      <a:solidFill>
                        <a:srgbClr val="E1C298"/>
                      </a:solidFill>
                      <a:prstDash val="solid"/>
                    </a:lnT>
                    <a:lnB w="9525" cap="flat" cmpd="sng" algn="ctr">
                      <a:solidFill>
                        <a:srgbClr val="E1C298"/>
                      </a:solidFill>
                      <a:prstDash val="solid"/>
                    </a:lnB>
                    <a:solidFill>
                      <a:srgbClr val="E1C29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A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A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A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A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A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A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A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A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6E8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8D5"/>
                      </a:solidFill>
                      <a:prstDash val="solid"/>
                    </a:lnL>
                    <a:lnR w="9525" cap="flat" cmpd="sng" algn="ctr">
                      <a:solidFill>
                        <a:srgbClr val="F6E8D5"/>
                      </a:solidFill>
                      <a:prstDash val="solid"/>
                    </a:lnR>
                    <a:lnT w="9525" cap="flat" cmpd="sng" algn="ctr">
                      <a:solidFill>
                        <a:srgbClr val="F6E8D5"/>
                      </a:solidFill>
                      <a:prstDash val="solid"/>
                    </a:lnT>
                    <a:lnB w="9525" cap="flat" cmpd="sng" algn="ctr">
                      <a:solidFill>
                        <a:srgbClr val="F6E8D5"/>
                      </a:solidFill>
                      <a:prstDash val="solid"/>
                    </a:lnB>
                    <a:solidFill>
                      <a:srgbClr val="FBF5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E1C2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A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A27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E1C2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A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A27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E1C2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A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A27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8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C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sun">
            <a:avLst/>
          </a:prstGeom>
          <a:solidFill>
            <a:srgbClr val="EBD0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E1C2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A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noFill/>
          <a:ln w="19050">
            <a:solidFill>
              <a:srgbClr val="E1C2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A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78308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BF5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noFill/>
          <a:ln w="19050">
            <a:solidFill>
              <a:srgbClr val="E1C298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A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A27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24612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493A27"/>
      </a:dk2>
      <a:lt2>
        <a:srgbClr val="FBF5EC"/>
      </a:lt2>
      <a:accent1>
        <a:srgbClr val="E1C298"/>
      </a:accent1>
      <a:accent2>
        <a:srgbClr val="E9EAB8"/>
      </a:accent2>
      <a:accent3>
        <a:srgbClr val="493A27"/>
      </a:accent3>
      <a:accent4>
        <a:srgbClr val="F6E8D5"/>
      </a:accent4>
      <a:accent5>
        <a:srgbClr val="E5D6A8"/>
      </a:accent5>
      <a:accent6>
        <a:srgbClr val="92897D"/>
      </a:accent6>
      <a:hlink>
        <a:srgbClr val="E1C298"/>
      </a:hlink>
      <a:folHlink>
        <a:srgbClr val="493A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