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339681" y="137159"/>
            <a:ext cx="6583680" cy="658368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315017" y="1325880"/>
            <a:ext cx="4206240" cy="4206240"/>
          </a:xfrm>
          <a:prstGeom prst="ellipse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부모님 증권부터 먼저 찾아봅니다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부모님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donut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427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427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427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427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donut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donut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donut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DF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EDE1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42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4427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DF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noFill/>
          <a:ln w="19050">
            <a:solidFill>
              <a:srgbClr val="EDE1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42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4427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DF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noFill/>
          <a:ln w="19050">
            <a:solidFill>
              <a:srgbClr val="EDE1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42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4427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donut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DF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EDE1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42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DF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noFill/>
          <a:ln w="19050">
            <a:solidFill>
              <a:srgbClr val="EDE1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42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DF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noFill/>
          <a:ln w="19050">
            <a:solidFill>
              <a:srgbClr val="EDE1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42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494427"/>
      </a:dk2>
      <a:lt2>
        <a:srgbClr val="FDFAEA"/>
      </a:lt2>
      <a:accent1>
        <a:srgbClr val="EDE197"/>
      </a:accent1>
      <a:accent2>
        <a:srgbClr val="E0F3BA"/>
      </a:accent2>
      <a:accent3>
        <a:srgbClr val="494427"/>
      </a:accent3>
      <a:accent4>
        <a:srgbClr val="FAF4D1"/>
      </a:accent4>
      <a:accent5>
        <a:srgbClr val="E6EAA8"/>
      </a:accent5>
      <a:accent6>
        <a:srgbClr val="928F7D"/>
      </a:accent6>
      <a:hlink>
        <a:srgbClr val="EDE197"/>
      </a:hlink>
      <a:folHlink>
        <a:srgbClr val="4944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