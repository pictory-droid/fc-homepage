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401C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한 항목씩 심듯 빈칸을 채워 가요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401C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401C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401C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401C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401C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401C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401C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C401C"/>
      </a:dk2>
      <a:lt2>
        <a:srgbClr val="F1F9F1"/>
      </a:lt2>
      <a:accent1>
        <a:srgbClr val="3A883A"/>
      </a:accent1>
      <a:accent2>
        <a:srgbClr val="663D8F"/>
      </a:accent2>
      <a:accent3>
        <a:srgbClr val="1C401C"/>
      </a:accent3>
      <a:accent4>
        <a:srgbClr val="D3EED3"/>
      </a:accent4>
      <a:accent5>
        <a:srgbClr val="506264"/>
      </a:accent5>
      <a:accent6>
        <a:srgbClr val="778C77"/>
      </a:accent6>
      <a:hlink>
        <a:srgbClr val="3A883A"/>
      </a:hlink>
      <a:folHlink>
        <a:srgbClr val="1C40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