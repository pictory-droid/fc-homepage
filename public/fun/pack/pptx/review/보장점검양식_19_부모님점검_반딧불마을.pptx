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F45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45"/>
                </a:solidFill>
              </a:rPr>
              <a:t>연세와 건강 상태를 메모해 둡니다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F45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F45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F45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F45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90"/>
                      </a:solidFill>
                      <a:prstDash val="solid"/>
                    </a:lnL>
                    <a:lnR w="9525" cap="flat" cmpd="sng" algn="ctr">
                      <a:solidFill>
                        <a:srgbClr val="26C590"/>
                      </a:solidFill>
                      <a:prstDash val="solid"/>
                    </a:lnR>
                    <a:lnT w="9525" cap="flat" cmpd="sng" algn="ctr">
                      <a:solidFill>
                        <a:srgbClr val="26C590"/>
                      </a:solidFill>
                      <a:prstDash val="solid"/>
                    </a:lnT>
                    <a:lnB w="9525" cap="flat" cmpd="sng" algn="ctr">
                      <a:solidFill>
                        <a:srgbClr val="26C590"/>
                      </a:solidFill>
                      <a:prstDash val="solid"/>
                    </a:lnB>
                    <a:solidFill>
                      <a:srgbClr val="26C59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5F45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5F45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5F45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5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5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5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115F45"/>
      </a:dk2>
      <a:lt2>
        <a:srgbClr val="EEFCF7"/>
      </a:lt2>
      <a:accent1>
        <a:srgbClr val="26C590"/>
      </a:accent1>
      <a:accent2>
        <a:srgbClr val="209DB6"/>
      </a:accent2>
      <a:accent3>
        <a:srgbClr val="115F45"/>
      </a:accent3>
      <a:accent4>
        <a:srgbClr val="D1FAEC"/>
      </a:accent4>
      <a:accent5>
        <a:srgbClr val="23B1A3"/>
      </a:accent5>
      <a:accent6>
        <a:srgbClr val="709F8F"/>
      </a:accent6>
      <a:hlink>
        <a:srgbClr val="26C590"/>
      </a:hlink>
      <a:folHlink>
        <a:srgbClr val="115F4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