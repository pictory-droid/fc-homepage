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92165" y="662482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6265243" y="93353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6122739" y="137211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5661590" y="1372119"/>
            <a:ext cx="407365" cy="63367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5519086" y="933539"/>
            <a:ext cx="407365" cy="63367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60059" y="1235811"/>
            <a:ext cx="271576" cy="27157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5231271" y="170781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5360207" y="1898967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5218251" y="2080662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5001581" y="2001801"/>
            <a:ext cx="203682" cy="316839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5009628" y="1771367"/>
            <a:ext cx="203682" cy="316839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198135" y="1982647"/>
            <a:ext cx="135788" cy="13578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6946022" y="1866696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6992878" y="2054626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6828626" y="2157262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6680256" y="2032765"/>
            <a:ext cx="171093" cy="266145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6752811" y="1853185"/>
            <a:ext cx="171093" cy="266145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6868634" y="2068948"/>
            <a:ext cx="114062" cy="11406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B3759"/>
                </a:solidFill>
              </a:rPr>
              <a:t>우리 보험 점검 시간</a:t>
            </a:r>
          </a:p>
        </p:txBody>
      </p:sp>
      <p:sp>
        <p:nvSpPr>
          <p:cNvPr id="2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연꽃처럼 단정하게 정리된 표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점검 대상 현황</a:t>
            </a:r>
          </a:p>
        </p:txBody>
      </p:sp>
      <p:graphicFrame>
        <p:nvGraphicFramePr>
          <p:cNvPr id="22" name="표"/>
          <p:cNvGraphicFramePr>
            <a:graphicFrameLocks noGrp="1"/>
          </p:cNvGraphicFramePr>
          <p:nvPr/>
        </p:nvGraphicFramePr>
        <p:xfrm>
          <a:off x="731520" y="1600200"/>
          <a:ext cx="1072865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가입한 보험 목록</a:t>
            </a:r>
          </a:p>
        </p:txBody>
      </p:sp>
      <p:graphicFrame>
        <p:nvGraphicFramePr>
          <p:cNvPr id="22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보장 항목 체크</a:t>
            </a:r>
          </a:p>
        </p:txBody>
      </p:sp>
      <p:graphicFrame>
        <p:nvGraphicFramePr>
          <p:cNvPr id="22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월 보험료 한눈에</a:t>
            </a:r>
          </a:p>
        </p:txBody>
      </p:sp>
      <p:sp>
        <p:nvSpPr>
          <p:cNvPr id="22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B3759"/>
                </a:solidFill>
              </a:rPr>
              <a:t>월 보험료 합계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6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B3759"/>
                </a:solidFill>
              </a:rPr>
              <a:t>연 보험료 합계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30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B3759"/>
                </a:solidFill>
              </a:rPr>
              <a:t>월 소득 대비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34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9531" y="530352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320000">
            <a:off x="11105639" y="694629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8640000">
            <a:off x="11019273" y="960434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2960000">
            <a:off x="10739788" y="960434"/>
            <a:ext cx="246888" cy="384048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280000">
            <a:off x="10653423" y="694629"/>
            <a:ext cx="246888" cy="384048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20679" y="877824"/>
            <a:ext cx="164592" cy="164592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200000">
            <a:off x="10478989" y="1163884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5520000">
            <a:off x="10557132" y="1279736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9840000">
            <a:off x="10471098" y="1389855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4160000">
            <a:off x="10339783" y="1342060"/>
            <a:ext cx="123444" cy="192024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8480000">
            <a:off x="10344660" y="1202403"/>
            <a:ext cx="123444" cy="192024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458907" y="1330452"/>
            <a:ext cx="82296" cy="82296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2400000">
            <a:off x="11518232" y="1260178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6720000">
            <a:off x="11546630" y="1374075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11040000">
            <a:off x="11447083" y="1436279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5360000">
            <a:off x="11357162" y="1360826"/>
            <a:ext cx="103692" cy="1613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9680000">
            <a:off x="11401134" y="1251990"/>
            <a:ext cx="103692" cy="1613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>
            <a:off x="11471330" y="1382755"/>
            <a:ext cx="69128" cy="69128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점검 메모와 다음 할 일</a:t>
            </a:r>
          </a:p>
        </p:txBody>
      </p:sp>
      <p:sp>
        <p:nvSpPr>
          <p:cNvPr id="22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확인할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6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문의할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0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정리할 날짜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4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7B3759"/>
      </a:dk2>
      <a:lt2>
        <a:srgbClr val="F9F1F5"/>
      </a:lt2>
      <a:accent1>
        <a:srgbClr val="B8618C"/>
      </a:accent1>
      <a:accent2>
        <a:srgbClr val="3F8D3F"/>
      </a:accent2>
      <a:accent3>
        <a:srgbClr val="7B3759"/>
      </a:accent3>
      <a:accent4>
        <a:srgbClr val="EED3E0"/>
      </a:accent4>
      <a:accent5>
        <a:srgbClr val="7C7766"/>
      </a:accent5>
      <a:accent6>
        <a:srgbClr val="B0879B"/>
      </a:accent6>
      <a:hlink>
        <a:srgbClr val="B8618C"/>
      </a:hlink>
      <a:folHlink>
        <a:srgbClr val="7B37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