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9782872" y="1460675"/>
            <a:ext cx="466344" cy="127471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0324680" y="1294785"/>
            <a:ext cx="466344" cy="1199234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9118129" y="688293"/>
            <a:ext cx="466344" cy="118211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8746000" y="1626618"/>
            <a:ext cx="466344" cy="1178628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8950994" y="1690601"/>
            <a:ext cx="466344" cy="1678592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0722555" y="603125"/>
            <a:ext cx="466344" cy="122040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3629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3629"/>
                </a:solidFill>
              </a:rPr>
              <a:t>바람이 지나가도 흩어지지 않게 정리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본인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C3629"/>
                          </a:solidFill>
                        </a:rPr>
                        <a:t>가족 구성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96F54"/>
                      </a:solidFill>
                      <a:prstDash val="solid"/>
                    </a:lnL>
                    <a:lnR w="9525" cap="flat" cmpd="sng" algn="ctr">
                      <a:solidFill>
                        <a:srgbClr val="396F54"/>
                      </a:solidFill>
                      <a:prstDash val="solid"/>
                    </a:lnR>
                    <a:lnT w="9525" cap="flat" cmpd="sng" algn="ctr">
                      <a:solidFill>
                        <a:srgbClr val="396F54"/>
                      </a:solidFill>
                      <a:prstDash val="solid"/>
                    </a:lnT>
                    <a:lnB w="9525" cap="flat" cmpd="sng" algn="ctr">
                      <a:solidFill>
                        <a:srgbClr val="396F54"/>
                      </a:solidFill>
                      <a:prstDash val="solid"/>
                    </a:lnB>
                    <a:solidFill>
                      <a:srgbClr val="396F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C3629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D5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CE0"/>
                      </a:solidFill>
                      <a:prstDash val="solid"/>
                    </a:lnL>
                    <a:lnR w="9525" cap="flat" cmpd="sng" algn="ctr">
                      <a:solidFill>
                        <a:srgbClr val="D5ECE0"/>
                      </a:solidFill>
                      <a:prstDash val="solid"/>
                    </a:lnR>
                    <a:lnT w="9525" cap="flat" cmpd="sng" algn="ctr">
                      <a:solidFill>
                        <a:srgbClr val="D5ECE0"/>
                      </a:solidFill>
                      <a:prstDash val="solid"/>
                    </a:lnT>
                    <a:lnB w="9525" cap="flat" cmpd="sng" algn="ctr">
                      <a:solidFill>
                        <a:srgbClr val="D5ECE0"/>
                      </a:solidFill>
                      <a:prstDash val="solid"/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3629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3629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3629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240772">
            <a:off x="11244431" y="608733"/>
            <a:ext cx="170992" cy="467396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9992481">
            <a:off x="11443095" y="547906"/>
            <a:ext cx="170992" cy="439719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9645295">
            <a:off x="11000692" y="325526"/>
            <a:ext cx="170992" cy="43344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7887547">
            <a:off x="10864245" y="669578"/>
            <a:ext cx="170992" cy="432163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3178268">
            <a:off x="10939410" y="693039"/>
            <a:ext cx="170992" cy="615483"/>
          </a:xfrm>
          <a:prstGeom prst="ellipse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5022">
            <a:off x="11588982" y="294298"/>
            <a:ext cx="170992" cy="447480"/>
          </a:xfrm>
          <a:prstGeom prst="ellipse">
            <a:avLst/>
          </a:prstGeom>
          <a:solidFill>
            <a:srgbClr val="8745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3629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2F8F5"/>
          </a:solidFill>
          <a:ln w="15875">
            <a:solidFill>
              <a:srgbClr val="D5EC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396F54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3629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본인 점검)">
  <a:themeElements>
    <a:clrScheme name="Office">
      <a:dk1>
        <a:sysClr val="windowText" lastClr="000000"/>
      </a:dk1>
      <a:lt1>
        <a:sysClr val="window" lastClr="FFFFFF"/>
      </a:lt1>
      <a:dk2>
        <a:srgbClr val="1C3629"/>
      </a:dk2>
      <a:lt2>
        <a:srgbClr val="F2F8F5"/>
      </a:lt2>
      <a:accent1>
        <a:srgbClr val="396F54"/>
      </a:accent1>
      <a:accent2>
        <a:srgbClr val="874587"/>
      </a:accent2>
      <a:accent3>
        <a:srgbClr val="1C3629"/>
      </a:accent3>
      <a:accent4>
        <a:srgbClr val="D5ECE0"/>
      </a:accent4>
      <a:accent5>
        <a:srgbClr val="605A6E"/>
      </a:accent5>
      <a:accent6>
        <a:srgbClr val="77867F"/>
      </a:accent6>
      <a:hlink>
        <a:srgbClr val="396F54"/>
      </a:hlink>
      <a:folHlink>
        <a:srgbClr val="1C362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