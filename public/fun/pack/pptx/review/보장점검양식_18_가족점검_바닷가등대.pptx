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7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731666" y="137159"/>
            <a:ext cx="6583680" cy="6583680"/>
          </a:xfrm>
          <a:prstGeom prst="ellipse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70438" y="1325880"/>
            <a:ext cx="4206240" cy="4206240"/>
          </a:xfrm>
          <a:prstGeom prst="ellipse">
            <a:avLst/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누구 보험료가 얼마인지 한눈에 봅니다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가족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heart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F4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F49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F49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73F49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heart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heart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BC9EA"/>
                      </a:solidFill>
                      <a:prstDash val="solid"/>
                    </a:lnL>
                    <a:lnR w="9525" cap="flat" cmpd="sng" algn="ctr">
                      <a:solidFill>
                        <a:srgbClr val="7BC9EA"/>
                      </a:solidFill>
                      <a:prstDash val="solid"/>
                    </a:lnR>
                    <a:lnT w="9525" cap="flat" cmpd="sng" algn="ctr">
                      <a:solidFill>
                        <a:srgbClr val="7BC9EA"/>
                      </a:solidFill>
                      <a:prstDash val="solid"/>
                    </a:lnT>
                    <a:lnB w="9525" cap="flat" cmpd="sng" algn="ctr">
                      <a:solidFill>
                        <a:srgbClr val="7BC9EA"/>
                      </a:solidFill>
                      <a:prstDash val="solid"/>
                    </a:lnB>
                    <a:solidFill>
                      <a:srgbClr val="7BC9E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F4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F4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F4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F4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F4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F4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F4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73F4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D1EE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EFA"/>
                      </a:solidFill>
                      <a:prstDash val="solid"/>
                    </a:lnL>
                    <a:lnR w="9525" cap="flat" cmpd="sng" algn="ctr">
                      <a:solidFill>
                        <a:srgbClr val="D1EEFA"/>
                      </a:solidFill>
                      <a:prstDash val="solid"/>
                    </a:lnR>
                    <a:lnT w="9525" cap="flat" cmpd="sng" algn="ctr">
                      <a:solidFill>
                        <a:srgbClr val="D1EEFA"/>
                      </a:solidFill>
                      <a:prstDash val="solid"/>
                    </a:lnT>
                    <a:lnB w="9525" cap="flat" cmpd="sng" algn="ctr">
                      <a:solidFill>
                        <a:srgbClr val="D1EEFA"/>
                      </a:solidFill>
                      <a:prstDash val="solid"/>
                    </a:lnB>
                    <a:solidFill>
                      <a:srgbClr val="EAF7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heart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EAF7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7BC9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3F49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3F49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EAF7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7BC9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3F49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3F49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EAF7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7BC9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3F49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73F49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7BC9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heart">
            <a:avLst/>
          </a:prstGeom>
          <a:solidFill>
            <a:srgbClr val="A5DC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EAF7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7BC9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3F49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EAF7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7BC9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3F49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EAF7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7BC9EA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73F49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3F49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273F49"/>
      </a:dk2>
      <a:lt2>
        <a:srgbClr val="EAF7FD"/>
      </a:lt2>
      <a:accent1>
        <a:srgbClr val="7BC9EA"/>
      </a:accent1>
      <a:accent2>
        <a:srgbClr val="9FB1EF"/>
      </a:accent2>
      <a:accent3>
        <a:srgbClr val="273F49"/>
      </a:accent3>
      <a:accent4>
        <a:srgbClr val="D1EEFA"/>
      </a:accent4>
      <a:accent5>
        <a:srgbClr val="8DBDEC"/>
      </a:accent5>
      <a:accent6>
        <a:srgbClr val="7D8C92"/>
      </a:accent6>
      <a:hlink>
        <a:srgbClr val="7BC9EA"/>
      </a:hlink>
      <a:folHlink>
        <a:srgbClr val="273F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