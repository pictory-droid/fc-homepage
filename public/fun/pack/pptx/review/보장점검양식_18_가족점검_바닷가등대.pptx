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394A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누구 보험료가 얼마인지 한눈에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394A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394A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394A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394A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394A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394A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394A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394A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394A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394A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394A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394A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394A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394A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394A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640080" y="475488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11394A"/>
      </a:dk2>
      <a:lt2>
        <a:srgbClr val="EEF7FB"/>
      </a:lt2>
      <a:accent1>
        <a:srgbClr val="25799D"/>
      </a:accent1>
      <a:accent2>
        <a:srgbClr val="913B4C"/>
      </a:accent2>
      <a:accent3>
        <a:srgbClr val="11394A"/>
      </a:accent3>
      <a:accent4>
        <a:srgbClr val="CCE9F5"/>
      </a:accent4>
      <a:accent5>
        <a:srgbClr val="5B5A74"/>
      </a:accent5>
      <a:accent6>
        <a:srgbClr val="708892"/>
      </a:accent6>
      <a:hlink>
        <a:srgbClr val="25799D"/>
      </a:hlink>
      <a:folHlink>
        <a:srgbClr val="1139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