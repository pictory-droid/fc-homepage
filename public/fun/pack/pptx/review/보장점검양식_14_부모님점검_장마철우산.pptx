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294D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294D"/>
                </a:solidFill>
              </a:rPr>
              <a:t>명절에 뵙고 증권 위치를 여쭤봅니다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5738"/>
                <a:gridCol w="3545738"/>
                <a:gridCol w="354573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294D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294D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294D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9294D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294D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294D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294D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294D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914400" y="470916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914400" y="585216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19294D"/>
      </a:dk2>
      <a:lt2>
        <a:srgbClr val="F0F3FA"/>
      </a:lt2>
      <a:accent1>
        <a:srgbClr val="335299"/>
      </a:accent1>
      <a:accent2>
        <a:srgbClr val="914C3B"/>
      </a:accent2>
      <a:accent3>
        <a:srgbClr val="19294D"/>
      </a:accent3>
      <a:accent4>
        <a:srgbClr val="D0DAF1"/>
      </a:accent4>
      <a:accent5>
        <a:srgbClr val="624F6A"/>
      </a:accent5>
      <a:accent6>
        <a:srgbClr val="757F94"/>
      </a:accent6>
      <a:hlink>
        <a:srgbClr val="335299"/>
      </a:hlink>
      <a:folHlink>
        <a:srgbClr val="19294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