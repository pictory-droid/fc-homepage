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285F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285F"/>
                </a:solidFill>
              </a:rPr>
              <a:t>명절에 뵙고 증권 위치를 여쭤봅니다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285F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285F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285F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285F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55C5"/>
                      </a:solidFill>
                      <a:prstDash val="solid"/>
                    </a:lnL>
                    <a:lnR w="9525" cap="flat" cmpd="sng" algn="ctr">
                      <a:solidFill>
                        <a:srgbClr val="2655C5"/>
                      </a:solidFill>
                      <a:prstDash val="solid"/>
                    </a:lnR>
                    <a:lnT w="9525" cap="flat" cmpd="sng" algn="ctr">
                      <a:solidFill>
                        <a:srgbClr val="2655C5"/>
                      </a:solidFill>
                      <a:prstDash val="solid"/>
                    </a:lnT>
                    <a:lnB w="9525" cap="flat" cmpd="sng" algn="ctr">
                      <a:solidFill>
                        <a:srgbClr val="2655C5"/>
                      </a:solidFill>
                      <a:prstDash val="solid"/>
                    </a:lnB>
                    <a:solidFill>
                      <a:srgbClr val="2655C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285F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285F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285F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285F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5875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265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85F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1285F"/>
      </a:dk2>
      <a:lt2>
        <a:srgbClr val="EEF2FC"/>
      </a:lt2>
      <a:accent1>
        <a:srgbClr val="2655C5"/>
      </a:accent1>
      <a:accent2>
        <a:srgbClr val="209DB6"/>
      </a:accent2>
      <a:accent3>
        <a:srgbClr val="11285F"/>
      </a:accent3>
      <a:accent4>
        <a:srgbClr val="D1DDFA"/>
      </a:accent4>
      <a:accent5>
        <a:srgbClr val="2379BE"/>
      </a:accent5>
      <a:accent6>
        <a:srgbClr val="707E9F"/>
      </a:accent6>
      <a:hlink>
        <a:srgbClr val="2655C5"/>
      </a:hlink>
      <a:folHlink>
        <a:srgbClr val="1128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