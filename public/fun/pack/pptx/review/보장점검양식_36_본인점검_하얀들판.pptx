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280288" y="-3200400"/>
            <a:ext cx="6400800" cy="6400800"/>
          </a:xfrm>
          <a:prstGeom prst="ellipse">
            <a:avLst/>
          </a:prstGeom>
          <a:solidFill>
            <a:srgbClr val="5C8D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668" y="-914400"/>
            <a:ext cx="3291840" cy="3291840"/>
          </a:xfrm>
          <a:prstGeom prst="ellipse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만기가 언제인지 달력에 표시합니다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본인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E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B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3466490" cy="82296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8A7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E49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B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792224"/>
            <a:ext cx="3466490" cy="82296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8A7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E49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B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792224"/>
            <a:ext cx="3466490" cy="82296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8A7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E49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B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3466490" cy="82296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8A7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B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792224"/>
            <a:ext cx="3466490" cy="82296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8A7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B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792224"/>
            <a:ext cx="3466490" cy="82296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8A7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273E49"/>
      </a:dk2>
      <a:lt2>
        <a:srgbClr val="ECF6FB"/>
      </a:lt2>
      <a:accent1>
        <a:srgbClr val="79B8D8"/>
      </a:accent1>
      <a:accent2>
        <a:srgbClr val="98A7E1"/>
      </a:accent2>
      <a:accent3>
        <a:srgbClr val="273E49"/>
      </a:accent3>
      <a:accent4>
        <a:srgbClr val="D5EBF6"/>
      </a:accent4>
      <a:accent5>
        <a:srgbClr val="88B0DC"/>
      </a:accent5>
      <a:accent6>
        <a:srgbClr val="7D8B92"/>
      </a:accent6>
      <a:hlink>
        <a:srgbClr val="79B8D8"/>
      </a:hlink>
      <a:folHlink>
        <a:srgbClr val="273E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