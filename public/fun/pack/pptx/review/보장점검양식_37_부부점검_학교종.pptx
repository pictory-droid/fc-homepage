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B204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가을 저녁, 둘이 마주 앉아 점검합니다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04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041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041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B2041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8438A"/>
                      </a:solidFill>
                      <a:prstDash val="solid"/>
                    </a:lnL>
                    <a:lnR w="9525" cap="flat" cmpd="sng" algn="ctr">
                      <a:solidFill>
                        <a:srgbClr val="38438A"/>
                      </a:solidFill>
                      <a:prstDash val="solid"/>
                    </a:lnR>
                    <a:lnT w="9525" cap="flat" cmpd="sng" algn="ctr">
                      <a:solidFill>
                        <a:srgbClr val="38438A"/>
                      </a:solidFill>
                      <a:prstDash val="solid"/>
                    </a:lnT>
                    <a:lnB w="9525" cap="flat" cmpd="sng" algn="ctr">
                      <a:solidFill>
                        <a:srgbClr val="38438A"/>
                      </a:solidFill>
                      <a:prstDash val="solid"/>
                    </a:lnB>
                    <a:solidFill>
                      <a:srgbClr val="38438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B204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D2D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D6EF"/>
                      </a:solidFill>
                      <a:prstDash val="solid"/>
                    </a:lnL>
                    <a:lnR w="9525" cap="flat" cmpd="sng" algn="ctr">
                      <a:solidFill>
                        <a:srgbClr val="D2D6EF"/>
                      </a:solidFill>
                      <a:prstDash val="solid"/>
                    </a:lnR>
                    <a:lnT w="9525" cap="flat" cmpd="sng" algn="ctr">
                      <a:solidFill>
                        <a:srgbClr val="D2D6EF"/>
                      </a:solidFill>
                      <a:prstDash val="solid"/>
                    </a:lnT>
                    <a:lnB w="9525" cap="flat" cmpd="sng" algn="ctr">
                      <a:solidFill>
                        <a:srgbClr val="D2D6EF"/>
                      </a:solidFill>
                      <a:prstDash val="solid"/>
                    </a:lnB>
                    <a:solidFill>
                      <a:srgbClr val="F1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B2041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B2041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B2041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1B2041"/>
      </a:dk2>
      <a:lt2>
        <a:srgbClr val="F1F2F9"/>
      </a:lt2>
      <a:accent1>
        <a:srgbClr val="38438A"/>
      </a:accent1>
      <a:accent2>
        <a:srgbClr val="915B3B"/>
      </a:accent2>
      <a:accent3>
        <a:srgbClr val="1B2041"/>
      </a:accent3>
      <a:accent4>
        <a:srgbClr val="D2D6EF"/>
      </a:accent4>
      <a:accent5>
        <a:srgbClr val="644F62"/>
      </a:accent5>
      <a:accent6>
        <a:srgbClr val="76798D"/>
      </a:accent6>
      <a:hlink>
        <a:srgbClr val="38438A"/>
      </a:hlink>
      <a:folHlink>
        <a:srgbClr val="1B20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