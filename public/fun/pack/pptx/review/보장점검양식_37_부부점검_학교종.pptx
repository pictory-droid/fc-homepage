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가을 저녁, 둘이 마주 앉아 점검합니다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