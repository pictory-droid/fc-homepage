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23510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46954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346954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48959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72403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72403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474409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597853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597853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74649"/>
                </a:solidFill>
              </a:rPr>
              <a:t>우리 보험 점검 시간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풍경 소리 들으며 차분히 한 장씩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점검 대상 현황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822960" y="1554480"/>
          <a:ext cx="1054577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649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649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649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649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가입한 보험 목록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822960" y="1554480"/>
          <a:ext cx="1054577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76753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보장 항목 체크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822960" y="1554480"/>
          <a:ext cx="1054577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296058"/>
                <a:gridCol w="2296058"/>
                <a:gridCol w="229605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월 보험료 한눈에</a:t>
            </a:r>
          </a:p>
        </p:txBody>
      </p:sp>
      <p:sp>
        <p:nvSpPr>
          <p:cNvPr id="14" name="카드 1"/>
          <p:cNvSpPr/>
          <p:nvPr/>
        </p:nvSpPr>
        <p:spPr>
          <a:xfrm>
            <a:off x="822960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649"/>
                </a:solidFill>
              </a:rPr>
              <a:t>월 보험료 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8" name="카드 2"/>
          <p:cNvSpPr/>
          <p:nvPr/>
        </p:nvSpPr>
        <p:spPr>
          <a:xfrm>
            <a:off x="4414418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649"/>
                </a:solidFill>
              </a:rPr>
              <a:t>연 보험료 합계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578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2" name="카드 3"/>
          <p:cNvSpPr/>
          <p:nvPr/>
        </p:nvSpPr>
        <p:spPr>
          <a:xfrm>
            <a:off x="8005876" y="1554480"/>
            <a:ext cx="3362858" cy="292608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649"/>
                </a:solidFill>
              </a:rPr>
              <a:t>월 소득 대비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3036" y="3017520"/>
            <a:ext cx="308853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6" name="안내"/>
          <p:cNvSpPr txBox="1"/>
          <p:nvPr/>
        </p:nvSpPr>
        <p:spPr>
          <a:xfrm>
            <a:off x="822960" y="4663440"/>
            <a:ext cx="1054577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점검 메모와 다음 할 일</a:t>
            </a:r>
          </a:p>
        </p:txBody>
      </p:sp>
      <p:sp>
        <p:nvSpPr>
          <p:cNvPr id="14" name="카드 1"/>
          <p:cNvSpPr/>
          <p:nvPr/>
        </p:nvSpPr>
        <p:spPr>
          <a:xfrm>
            <a:off x="822960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확인할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2"/>
          <p:cNvSpPr/>
          <p:nvPr/>
        </p:nvSpPr>
        <p:spPr>
          <a:xfrm>
            <a:off x="4414418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문의할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578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카드 3"/>
          <p:cNvSpPr/>
          <p:nvPr/>
        </p:nvSpPr>
        <p:spPr>
          <a:xfrm>
            <a:off x="8005876" y="1554480"/>
            <a:ext cx="3362858" cy="3977639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정리할 날짜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3036" y="3017520"/>
            <a:ext cx="308853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6" name="안내 문구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274649"/>
      </a:dk2>
      <a:lt2>
        <a:srgbClr val="F2F7F8"/>
      </a:lt2>
      <a:accent1>
        <a:srgbClr val="4B868B"/>
      </a:accent1>
      <a:accent2>
        <a:srgbClr val="854761"/>
      </a:accent2>
      <a:accent3>
        <a:srgbClr val="274649"/>
      </a:accent3>
      <a:accent4>
        <a:srgbClr val="D6E9EB"/>
      </a:accent4>
      <a:accent5>
        <a:srgbClr val="686676"/>
      </a:accent5>
      <a:accent6>
        <a:srgbClr val="7D9092"/>
      </a:accent6>
      <a:hlink>
        <a:srgbClr val="4B868B"/>
      </a:hlink>
      <a:folHlink>
        <a:srgbClr val="2746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