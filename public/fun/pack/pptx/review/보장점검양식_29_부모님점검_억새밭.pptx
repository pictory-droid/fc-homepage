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한가위에 내려가서 증권을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9472C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9472C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9472C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9472C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7D4D"/>
                      </a:solidFill>
                      <a:prstDash val="solid"/>
                    </a:lnL>
                    <a:lnR w="9525" cap="flat" cmpd="sng" algn="ctr">
                      <a:solidFill>
                        <a:srgbClr val="9D7D4D"/>
                      </a:solidFill>
                      <a:prstDash val="solid"/>
                    </a:lnR>
                    <a:lnT w="9525" cap="flat" cmpd="sng" algn="ctr">
                      <a:solidFill>
                        <a:srgbClr val="9D7D4D"/>
                      </a:solidFill>
                      <a:prstDash val="solid"/>
                    </a:lnT>
                    <a:lnB w="9525" cap="flat" cmpd="sng" algn="ctr">
                      <a:solidFill>
                        <a:srgbClr val="9D7D4D"/>
                      </a:solidFill>
                      <a:prstDash val="solid"/>
                    </a:lnB>
                    <a:solidFill>
                      <a:srgbClr val="9D7D4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9472C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9472C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9472C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