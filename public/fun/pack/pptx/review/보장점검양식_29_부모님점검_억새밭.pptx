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684367" y="1097280"/>
            <a:ext cx="822960" cy="822960"/>
          </a:xfrm>
          <a:prstGeom prst="ellipse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547207" y="4663440"/>
            <a:ext cx="1097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1828754" y="1874520"/>
            <a:ext cx="853418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54" y="2331720"/>
            <a:ext cx="8534186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1828754" y="361188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내려가서 증권을 같이 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1828754" y="448056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부모님 점검 · 날짜 입력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B27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B27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B27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B27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B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B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B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B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B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B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B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B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B2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D8B2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B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B27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B2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noFill/>
          <a:ln w="19050">
            <a:solidFill>
              <a:srgbClr val="D8B2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B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B27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B2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noFill/>
          <a:ln w="19050">
            <a:solidFill>
              <a:srgbClr val="D8B2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B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B27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B2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D8B2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B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B27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B2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noFill/>
          <a:ln w="19050">
            <a:solidFill>
              <a:srgbClr val="D8B2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B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B27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B2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noFill/>
          <a:ln w="19050">
            <a:solidFill>
              <a:srgbClr val="D8B2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B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B27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493B27"/>
      </a:dk2>
      <a:lt2>
        <a:srgbClr val="FBF5EC"/>
      </a:lt2>
      <a:accent1>
        <a:srgbClr val="D8B279"/>
      </a:accent1>
      <a:accent2>
        <a:srgbClr val="DCE198"/>
      </a:accent2>
      <a:accent3>
        <a:srgbClr val="493B27"/>
      </a:accent3>
      <a:accent4>
        <a:srgbClr val="F6E9D5"/>
      </a:accent4>
      <a:accent5>
        <a:srgbClr val="DACA88"/>
      </a:accent5>
      <a:accent6>
        <a:srgbClr val="92897D"/>
      </a:accent6>
      <a:hlink>
        <a:srgbClr val="D8B279"/>
      </a:hlink>
      <a:folHlink>
        <a:srgbClr val="493B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