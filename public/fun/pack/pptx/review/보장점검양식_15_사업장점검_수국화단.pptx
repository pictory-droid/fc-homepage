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4115F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4115F"/>
                </a:solidFill>
              </a:rPr>
              <a:t>상호와 사업자 정보부터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4115F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4115F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4115F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4115F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115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4115F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4115F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4115F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6634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24115F"/>
      </a:dk2>
      <a:lt2>
        <a:srgbClr val="F1EEFC"/>
      </a:lt2>
      <a:accent1>
        <a:srgbClr val="4D26C5"/>
      </a:accent1>
      <a:accent2>
        <a:srgbClr val="209DB6"/>
      </a:accent2>
      <a:accent3>
        <a:srgbClr val="24115F"/>
      </a:accent3>
      <a:accent4>
        <a:srgbClr val="DBD1FA"/>
      </a:accent4>
      <a:accent5>
        <a:srgbClr val="3662BE"/>
      </a:accent5>
      <a:accent6>
        <a:srgbClr val="7C709F"/>
      </a:accent6>
      <a:hlink>
        <a:srgbClr val="4D26C5"/>
      </a:hlink>
      <a:folHlink>
        <a:srgbClr val="24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