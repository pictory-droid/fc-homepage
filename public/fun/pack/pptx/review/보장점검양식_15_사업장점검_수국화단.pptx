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7347F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7347F"/>
                </a:solidFill>
              </a:rPr>
              <a:t>상호와 사업자 정보부터 정리합니다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5544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7347F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7347F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7347F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7347F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5544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5544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45CBC"/>
                      </a:solidFill>
                      <a:prstDash val="solid"/>
                    </a:lnL>
                    <a:lnR w="9525" cap="flat" cmpd="sng" algn="ctr">
                      <a:solidFill>
                        <a:srgbClr val="745CBC"/>
                      </a:solidFill>
                      <a:prstDash val="solid"/>
                    </a:lnR>
                    <a:lnT w="9525" cap="flat" cmpd="sng" algn="ctr">
                      <a:solidFill>
                        <a:srgbClr val="745CBC"/>
                      </a:solidFill>
                      <a:prstDash val="solid"/>
                    </a:lnT>
                    <a:lnB w="9525" cap="flat" cmpd="sng" algn="ctr">
                      <a:solidFill>
                        <a:srgbClr val="745CBC"/>
                      </a:solidFill>
                      <a:prstDash val="solid"/>
                    </a:lnB>
                    <a:solidFill>
                      <a:srgbClr val="745CB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7347F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7347F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7347F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7347F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7347F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7347F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7347F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7347F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7347F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7347F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7347F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640080" y="46634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47347F"/>
      </a:dk2>
      <a:lt2>
        <a:srgbClr val="F3F1F9"/>
      </a:lt2>
      <a:accent1>
        <a:srgbClr val="745CBC"/>
      </a:accent1>
      <a:accent2>
        <a:srgbClr val="917B3B"/>
      </a:accent2>
      <a:accent3>
        <a:srgbClr val="47347F"/>
      </a:accent3>
      <a:accent4>
        <a:srgbClr val="D9D2EF"/>
      </a:accent4>
      <a:accent5>
        <a:srgbClr val="826C7C"/>
      </a:accent5>
      <a:accent6>
        <a:srgbClr val="9185B2"/>
      </a:accent6>
      <a:hlink>
        <a:srgbClr val="745CBC"/>
      </a:hlink>
      <a:folHlink>
        <a:srgbClr val="47347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