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상호와 사업자 정보부터 정리합니다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사업장 점검 · 날짜 입력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02749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02749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02749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02749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7BEA"/>
                      </a:solidFill>
                      <a:prstDash val="solid"/>
                    </a:lnL>
                    <a:lnR w="9525" cap="flat" cmpd="sng" algn="ctr">
                      <a:solidFill>
                        <a:srgbClr val="977BEA"/>
                      </a:solidFill>
                      <a:prstDash val="solid"/>
                    </a:lnR>
                    <a:lnT w="9525" cap="flat" cmpd="sng" algn="ctr">
                      <a:solidFill>
                        <a:srgbClr val="977BEA"/>
                      </a:solidFill>
                      <a:prstDash val="solid"/>
                    </a:lnT>
                    <a:lnB w="9525" cap="flat" cmpd="sng" algn="ctr">
                      <a:solidFill>
                        <a:srgbClr val="977BEA"/>
                      </a:solidFill>
                      <a:prstDash val="solid"/>
                    </a:lnB>
                    <a:solidFill>
                      <a:srgbClr val="977B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027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02749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02749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02749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977B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027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302749"/>
      </a:dk2>
      <a:lt2>
        <a:srgbClr val="EFEAFD"/>
      </a:lt2>
      <a:accent1>
        <a:srgbClr val="977BEA"/>
      </a:accent1>
      <a:accent2>
        <a:srgbClr val="D89FEF"/>
      </a:accent2>
      <a:accent3>
        <a:srgbClr val="302749"/>
      </a:accent3>
      <a:accent4>
        <a:srgbClr val="DBD1FA"/>
      </a:accent4>
      <a:accent5>
        <a:srgbClr val="B88DEC"/>
      </a:accent5>
      <a:accent6>
        <a:srgbClr val="837D92"/>
      </a:accent6>
      <a:hlink>
        <a:srgbClr val="977BEA"/>
      </a:hlink>
      <a:folHlink>
        <a:srgbClr val="30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