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5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684367" y="109728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7207" y="4663440"/>
            <a:ext cx="1097280" cy="18288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1828754" y="1874520"/>
            <a:ext cx="8534186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754" y="2331720"/>
            <a:ext cx="8534186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1828754" y="361188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시간 날 때 한 번 정리합니다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1828754" y="448056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가족 점검 · 날짜 입력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6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2D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2D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2D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2D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6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6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6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98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E198A4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2D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2D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98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E198A4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2D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2D"/>
                </a:solidFill>
              </a:rPr>
              <a:t>연 보험료 합계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98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E198A4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2D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2D"/>
                </a:solidFill>
              </a:rPr>
              <a:t>월 소득 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9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6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783080"/>
            <a:ext cx="3484778" cy="3749039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98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E198A4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2D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3749039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98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E198A4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2D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문의할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2461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1783080"/>
            <a:ext cx="3484778" cy="3749039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198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E198A4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2D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정리할 날짜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32461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9" name="안내 문구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49272D"/>
      </a:dk2>
      <a:lt2>
        <a:srgbClr val="FBECEF"/>
      </a:lt2>
      <a:accent1>
        <a:srgbClr val="E198A4"/>
      </a:accent1>
      <a:accent2>
        <a:srgbClr val="EAC7B8"/>
      </a:accent2>
      <a:accent3>
        <a:srgbClr val="49272D"/>
      </a:accent3>
      <a:accent4>
        <a:srgbClr val="F6D5DA"/>
      </a:accent4>
      <a:accent5>
        <a:srgbClr val="E6B0AE"/>
      </a:accent5>
      <a:accent6>
        <a:srgbClr val="927D81"/>
      </a:accent6>
      <a:hlink>
        <a:srgbClr val="E198A4"/>
      </a:hlink>
      <a:folHlink>
        <a:srgbClr val="49272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