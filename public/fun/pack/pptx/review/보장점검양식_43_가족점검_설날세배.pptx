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274320" y="4251960"/>
            <a:ext cx="12740335" cy="274320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274320" y="5074920"/>
            <a:ext cx="12740335" cy="23317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8543294" y="1234440"/>
            <a:ext cx="822959" cy="137160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8749034" y="109728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8749034" y="260604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9585710" y="1728216"/>
            <a:ext cx="822959" cy="1152144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9791450" y="1591056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9791450" y="288036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0628126" y="1234440"/>
            <a:ext cx="822959" cy="137160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0833866" y="109728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0833866" y="260604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335" y="1371600"/>
            <a:ext cx="7558851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우리 보험 점검 시간</a:t>
            </a:r>
          </a:p>
        </p:txBody>
      </p:sp>
      <p:sp>
        <p:nvSpPr>
          <p:cNvPr id="14" name="한 줄 문구"/>
          <p:cNvSpPr txBox="1"/>
          <p:nvPr/>
        </p:nvSpPr>
        <p:spPr>
          <a:xfrm>
            <a:off x="975335" y="292608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세배하는 마음으로 부모님 보험부터</a:t>
            </a:r>
          </a:p>
        </p:txBody>
      </p:sp>
      <p:sp>
        <p:nvSpPr>
          <p:cNvPr id="15" name="안내 문구"/>
          <p:cNvSpPr txBox="1"/>
          <p:nvPr/>
        </p:nvSpPr>
        <p:spPr>
          <a:xfrm>
            <a:off x="975335" y="379476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2026.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점검 대상 현황</a:t>
            </a:r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640080" y="155448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가입한 보험 목록</a:t>
            </a:r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640080" y="15544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보장 항목 체크</a:t>
            </a:r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640080" y="15544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월 보험료 한눈에</a:t>
            </a:r>
          </a:p>
        </p:txBody>
      </p:sp>
      <p:sp>
        <p:nvSpPr>
          <p:cNvPr id="14" name="카드 1"/>
          <p:cNvSpPr/>
          <p:nvPr/>
        </p:nvSpPr>
        <p:spPr>
          <a:xfrm>
            <a:off x="640080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31920"/>
                </a:solidFill>
              </a:rPr>
              <a:t>월 보험료 합계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8" name="카드 2"/>
          <p:cNvSpPr/>
          <p:nvPr/>
        </p:nvSpPr>
        <p:spPr>
          <a:xfrm>
            <a:off x="4353458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31920"/>
                </a:solidFill>
              </a:rPr>
              <a:t>연 보험료 합계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0618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22" name="카드 3"/>
          <p:cNvSpPr/>
          <p:nvPr/>
        </p:nvSpPr>
        <p:spPr>
          <a:xfrm>
            <a:off x="8066836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31920"/>
                </a:solidFill>
              </a:rPr>
              <a:t>월 소득 대비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3996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26" name="안내"/>
          <p:cNvSpPr txBox="1"/>
          <p:nvPr/>
        </p:nvSpPr>
        <p:spPr>
          <a:xfrm>
            <a:off x="640080" y="46634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점검 메모와 다음 할 일</a:t>
            </a:r>
          </a:p>
        </p:txBody>
      </p:sp>
      <p:sp>
        <p:nvSpPr>
          <p:cNvPr id="14" name="카드 1"/>
          <p:cNvSpPr/>
          <p:nvPr/>
        </p:nvSpPr>
        <p:spPr>
          <a:xfrm>
            <a:off x="640080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확인할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8" name="카드 2"/>
          <p:cNvSpPr/>
          <p:nvPr/>
        </p:nvSpPr>
        <p:spPr>
          <a:xfrm>
            <a:off x="4353458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문의할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0618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2" name="카드 3"/>
          <p:cNvSpPr/>
          <p:nvPr/>
        </p:nvSpPr>
        <p:spPr>
          <a:xfrm>
            <a:off x="8066836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정리할 날짜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3996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6" name="안내 문구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