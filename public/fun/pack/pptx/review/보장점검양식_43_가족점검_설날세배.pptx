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31920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겨울방학에 한 번 정리합니다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31920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31920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31920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31920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31920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31920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31920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31920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6634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3949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431920"/>
      </a:dk2>
      <a:lt2>
        <a:srgbClr val="F9F0F2"/>
      </a:lt2>
      <a:accent1>
        <a:srgbClr val="8D3443"/>
      </a:accent1>
      <a:accent2>
        <a:srgbClr val="3B9158"/>
      </a:accent2>
      <a:accent3>
        <a:srgbClr val="431920"/>
      </a:accent3>
      <a:accent4>
        <a:srgbClr val="F0D1D6"/>
      </a:accent4>
      <a:accent5>
        <a:srgbClr val="64624E"/>
      </a:accent5>
      <a:accent6>
        <a:srgbClr val="8E7579"/>
      </a:accent6>
      <a:hlink>
        <a:srgbClr val="8D3443"/>
      </a:hlink>
      <a:folHlink>
        <a:srgbClr val="43192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