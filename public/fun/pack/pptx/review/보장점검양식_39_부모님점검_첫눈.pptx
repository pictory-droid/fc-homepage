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다음에 뵐 때 물어볼 것을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5E88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5E88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5E88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5E88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5E88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5E88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5E88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