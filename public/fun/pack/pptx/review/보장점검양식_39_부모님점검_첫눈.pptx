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A5E88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A5E88"/>
                </a:solidFill>
              </a:rPr>
              <a:t>다음에 뵐 때 물어볼 것을 적어 둡니다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부모님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점검 대상 현황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731520" y="1600200"/>
          <a:ext cx="1072865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6991BF"/>
                      </a:solidFill>
                      <a:prstDash val="solid"/>
                    </a:lnL>
                    <a:lnR w="9525" cap="flat" cmpd="sng" algn="ctr">
                      <a:solidFill>
                        <a:srgbClr val="6991BF"/>
                      </a:solidFill>
                      <a:prstDash val="solid"/>
                    </a:lnR>
                    <a:lnT w="9525" cap="flat" cmpd="sng" algn="ctr">
                      <a:solidFill>
                        <a:srgbClr val="6991BF"/>
                      </a:solidFill>
                      <a:prstDash val="solid"/>
                    </a:lnT>
                    <a:lnB w="9525" cap="flat" cmpd="sng" algn="ctr">
                      <a:solidFill>
                        <a:srgbClr val="6991BF"/>
                      </a:solidFill>
                      <a:prstDash val="solid"/>
                    </a:lnB>
                    <a:solidFill>
                      <a:srgbClr val="6991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아버지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6991BF"/>
                      </a:solidFill>
                      <a:prstDash val="solid"/>
                    </a:lnL>
                    <a:lnR w="9525" cap="flat" cmpd="sng" algn="ctr">
                      <a:solidFill>
                        <a:srgbClr val="6991BF"/>
                      </a:solidFill>
                      <a:prstDash val="solid"/>
                    </a:lnR>
                    <a:lnT w="9525" cap="flat" cmpd="sng" algn="ctr">
                      <a:solidFill>
                        <a:srgbClr val="6991BF"/>
                      </a:solidFill>
                      <a:prstDash val="solid"/>
                    </a:lnT>
                    <a:lnB w="9525" cap="flat" cmpd="sng" algn="ctr">
                      <a:solidFill>
                        <a:srgbClr val="6991BF"/>
                      </a:solidFill>
                      <a:prstDash val="solid"/>
                    </a:lnB>
                    <a:solidFill>
                      <a:srgbClr val="6991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어머니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6991BF"/>
                      </a:solidFill>
                      <a:prstDash val="solid"/>
                    </a:lnL>
                    <a:lnR w="9525" cap="flat" cmpd="sng" algn="ctr">
                      <a:solidFill>
                        <a:srgbClr val="6991BF"/>
                      </a:solidFill>
                      <a:prstDash val="solid"/>
                    </a:lnR>
                    <a:lnT w="9525" cap="flat" cmpd="sng" algn="ctr">
                      <a:solidFill>
                        <a:srgbClr val="6991BF"/>
                      </a:solidFill>
                      <a:prstDash val="solid"/>
                    </a:lnT>
                    <a:lnB w="9525" cap="flat" cmpd="sng" algn="ctr">
                      <a:solidFill>
                        <a:srgbClr val="6991BF"/>
                      </a:solidFill>
                      <a:prstDash val="solid"/>
                    </a:lnB>
                    <a:solidFill>
                      <a:srgbClr val="6991B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A5E88"/>
                          </a:solidFill>
                        </a:rPr>
                        <a:t>성함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A5E88"/>
                          </a:solidFill>
                        </a:rPr>
                        <a:t>연세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A5E88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A5E88"/>
                          </a:solidFill>
                        </a:rPr>
                        <a:t>함께 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가입한 보험 목록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731520" y="1600200"/>
          <a:ext cx="1072865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6991BF"/>
                      </a:solidFill>
                      <a:prstDash val="solid"/>
                    </a:lnL>
                    <a:lnR w="9525" cap="flat" cmpd="sng" algn="ctr">
                      <a:solidFill>
                        <a:srgbClr val="6991BF"/>
                      </a:solidFill>
                      <a:prstDash val="solid"/>
                    </a:lnR>
                    <a:lnT w="9525" cap="flat" cmpd="sng" algn="ctr">
                      <a:solidFill>
                        <a:srgbClr val="6991BF"/>
                      </a:solidFill>
                      <a:prstDash val="solid"/>
                    </a:lnT>
                    <a:lnB w="9525" cap="flat" cmpd="sng" algn="ctr">
                      <a:solidFill>
                        <a:srgbClr val="6991BF"/>
                      </a:solidFill>
                      <a:prstDash val="solid"/>
                    </a:lnB>
                    <a:solidFill>
                      <a:srgbClr val="6991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6991BF"/>
                      </a:solidFill>
                      <a:prstDash val="solid"/>
                    </a:lnL>
                    <a:lnR w="9525" cap="flat" cmpd="sng" algn="ctr">
                      <a:solidFill>
                        <a:srgbClr val="6991BF"/>
                      </a:solidFill>
                      <a:prstDash val="solid"/>
                    </a:lnR>
                    <a:lnT w="9525" cap="flat" cmpd="sng" algn="ctr">
                      <a:solidFill>
                        <a:srgbClr val="6991BF"/>
                      </a:solidFill>
                      <a:prstDash val="solid"/>
                    </a:lnT>
                    <a:lnB w="9525" cap="flat" cmpd="sng" algn="ctr">
                      <a:solidFill>
                        <a:srgbClr val="6991BF"/>
                      </a:solidFill>
                      <a:prstDash val="solid"/>
                    </a:lnB>
                    <a:solidFill>
                      <a:srgbClr val="6991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6991BF"/>
                      </a:solidFill>
                      <a:prstDash val="solid"/>
                    </a:lnL>
                    <a:lnR w="9525" cap="flat" cmpd="sng" algn="ctr">
                      <a:solidFill>
                        <a:srgbClr val="6991BF"/>
                      </a:solidFill>
                      <a:prstDash val="solid"/>
                    </a:lnR>
                    <a:lnT w="9525" cap="flat" cmpd="sng" algn="ctr">
                      <a:solidFill>
                        <a:srgbClr val="6991BF"/>
                      </a:solidFill>
                      <a:prstDash val="solid"/>
                    </a:lnT>
                    <a:lnB w="9525" cap="flat" cmpd="sng" algn="ctr">
                      <a:solidFill>
                        <a:srgbClr val="6991BF"/>
                      </a:solidFill>
                      <a:prstDash val="solid"/>
                    </a:lnB>
                    <a:solidFill>
                      <a:srgbClr val="6991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6991BF"/>
                      </a:solidFill>
                      <a:prstDash val="solid"/>
                    </a:lnL>
                    <a:lnR w="9525" cap="flat" cmpd="sng" algn="ctr">
                      <a:solidFill>
                        <a:srgbClr val="6991BF"/>
                      </a:solidFill>
                      <a:prstDash val="solid"/>
                    </a:lnR>
                    <a:lnT w="9525" cap="flat" cmpd="sng" algn="ctr">
                      <a:solidFill>
                        <a:srgbClr val="6991BF"/>
                      </a:solidFill>
                      <a:prstDash val="solid"/>
                    </a:lnT>
                    <a:lnB w="9525" cap="flat" cmpd="sng" algn="ctr">
                      <a:solidFill>
                        <a:srgbClr val="6991BF"/>
                      </a:solidFill>
                      <a:prstDash val="solid"/>
                    </a:lnB>
                    <a:solidFill>
                      <a:srgbClr val="6991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6991BF"/>
                      </a:solidFill>
                      <a:prstDash val="solid"/>
                    </a:lnL>
                    <a:lnR w="9525" cap="flat" cmpd="sng" algn="ctr">
                      <a:solidFill>
                        <a:srgbClr val="6991BF"/>
                      </a:solidFill>
                      <a:prstDash val="solid"/>
                    </a:lnR>
                    <a:lnT w="9525" cap="flat" cmpd="sng" algn="ctr">
                      <a:solidFill>
                        <a:srgbClr val="6991BF"/>
                      </a:solidFill>
                      <a:prstDash val="solid"/>
                    </a:lnT>
                    <a:lnB w="9525" cap="flat" cmpd="sng" algn="ctr">
                      <a:solidFill>
                        <a:srgbClr val="6991BF"/>
                      </a:solidFill>
                      <a:prstDash val="solid"/>
                    </a:lnB>
                    <a:solidFill>
                      <a:srgbClr val="6991B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보장 항목 체크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731520" y="1600200"/>
          <a:ext cx="1072865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6991BF"/>
                      </a:solidFill>
                      <a:prstDash val="solid"/>
                    </a:lnL>
                    <a:lnR w="9525" cap="flat" cmpd="sng" algn="ctr">
                      <a:solidFill>
                        <a:srgbClr val="6991BF"/>
                      </a:solidFill>
                      <a:prstDash val="solid"/>
                    </a:lnR>
                    <a:lnT w="9525" cap="flat" cmpd="sng" algn="ctr">
                      <a:solidFill>
                        <a:srgbClr val="6991BF"/>
                      </a:solidFill>
                      <a:prstDash val="solid"/>
                    </a:lnT>
                    <a:lnB w="9525" cap="flat" cmpd="sng" algn="ctr">
                      <a:solidFill>
                        <a:srgbClr val="6991BF"/>
                      </a:solidFill>
                      <a:prstDash val="solid"/>
                    </a:lnB>
                    <a:solidFill>
                      <a:srgbClr val="6991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6991BF"/>
                      </a:solidFill>
                      <a:prstDash val="solid"/>
                    </a:lnL>
                    <a:lnR w="9525" cap="flat" cmpd="sng" algn="ctr">
                      <a:solidFill>
                        <a:srgbClr val="6991BF"/>
                      </a:solidFill>
                      <a:prstDash val="solid"/>
                    </a:lnR>
                    <a:lnT w="9525" cap="flat" cmpd="sng" algn="ctr">
                      <a:solidFill>
                        <a:srgbClr val="6991BF"/>
                      </a:solidFill>
                      <a:prstDash val="solid"/>
                    </a:lnT>
                    <a:lnB w="9525" cap="flat" cmpd="sng" algn="ctr">
                      <a:solidFill>
                        <a:srgbClr val="6991BF"/>
                      </a:solidFill>
                      <a:prstDash val="solid"/>
                    </a:lnB>
                    <a:solidFill>
                      <a:srgbClr val="6991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6991BF"/>
                      </a:solidFill>
                      <a:prstDash val="solid"/>
                    </a:lnL>
                    <a:lnR w="9525" cap="flat" cmpd="sng" algn="ctr">
                      <a:solidFill>
                        <a:srgbClr val="6991BF"/>
                      </a:solidFill>
                      <a:prstDash val="solid"/>
                    </a:lnR>
                    <a:lnT w="9525" cap="flat" cmpd="sng" algn="ctr">
                      <a:solidFill>
                        <a:srgbClr val="6991BF"/>
                      </a:solidFill>
                      <a:prstDash val="solid"/>
                    </a:lnT>
                    <a:lnB w="9525" cap="flat" cmpd="sng" algn="ctr">
                      <a:solidFill>
                        <a:srgbClr val="6991BF"/>
                      </a:solidFill>
                      <a:prstDash val="solid"/>
                    </a:lnB>
                    <a:solidFill>
                      <a:srgbClr val="6991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6991BF"/>
                      </a:solidFill>
                      <a:prstDash val="solid"/>
                    </a:lnL>
                    <a:lnR w="9525" cap="flat" cmpd="sng" algn="ctr">
                      <a:solidFill>
                        <a:srgbClr val="6991BF"/>
                      </a:solidFill>
                      <a:prstDash val="solid"/>
                    </a:lnR>
                    <a:lnT w="9525" cap="flat" cmpd="sng" algn="ctr">
                      <a:solidFill>
                        <a:srgbClr val="6991BF"/>
                      </a:solidFill>
                      <a:prstDash val="solid"/>
                    </a:lnT>
                    <a:lnB w="9525" cap="flat" cmpd="sng" algn="ctr">
                      <a:solidFill>
                        <a:srgbClr val="6991BF"/>
                      </a:solidFill>
                      <a:prstDash val="solid"/>
                    </a:lnB>
                    <a:solidFill>
                      <a:srgbClr val="6991B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5E88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5E88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5E88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5E88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5E88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5E88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5E88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5E88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월 보험료 한눈에</a:t>
            </a:r>
          </a:p>
        </p:txBody>
      </p:sp>
      <p:sp>
        <p:nvSpPr>
          <p:cNvPr id="4" name="카드 1"/>
          <p:cNvSpPr/>
          <p:nvPr/>
        </p:nvSpPr>
        <p:spPr>
          <a:xfrm>
            <a:off x="731520" y="1600200"/>
            <a:ext cx="3423818" cy="2926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A5E88"/>
                </a:solidFill>
              </a:rPr>
              <a:t>월 보험료 합계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314949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8" name="카드 2"/>
          <p:cNvSpPr/>
          <p:nvPr/>
        </p:nvSpPr>
        <p:spPr>
          <a:xfrm>
            <a:off x="4383938" y="1600200"/>
            <a:ext cx="3423818" cy="2926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66818" y="1783080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1098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A5E88"/>
                </a:solidFill>
              </a:rPr>
              <a:t>연 보험료 합계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1098" y="3063240"/>
            <a:ext cx="314949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2" name="카드 3"/>
          <p:cNvSpPr/>
          <p:nvPr/>
        </p:nvSpPr>
        <p:spPr>
          <a:xfrm>
            <a:off x="8036356" y="1600200"/>
            <a:ext cx="3423818" cy="2926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19236" y="1783080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3516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A5E88"/>
                </a:solidFill>
              </a:rPr>
              <a:t>월 소득 대비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3516" y="3063240"/>
            <a:ext cx="314949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6" name="안내"/>
          <p:cNvSpPr txBox="1"/>
          <p:nvPr/>
        </p:nvSpPr>
        <p:spPr>
          <a:xfrm>
            <a:off x="731520" y="4709160"/>
            <a:ext cx="1072865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점검 메모와 다음 할 일</a:t>
            </a:r>
          </a:p>
        </p:txBody>
      </p:sp>
      <p:sp>
        <p:nvSpPr>
          <p:cNvPr id="4" name="카드 1"/>
          <p:cNvSpPr/>
          <p:nvPr/>
        </p:nvSpPr>
        <p:spPr>
          <a:xfrm>
            <a:off x="731520" y="1600200"/>
            <a:ext cx="3423818" cy="3977639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확인할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314949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8" name="카드 2"/>
          <p:cNvSpPr/>
          <p:nvPr/>
        </p:nvSpPr>
        <p:spPr>
          <a:xfrm>
            <a:off x="4383938" y="1600200"/>
            <a:ext cx="3423818" cy="3977639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66818" y="1783080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1098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문의할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1098" y="3063240"/>
            <a:ext cx="314949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2" name="카드 3"/>
          <p:cNvSpPr/>
          <p:nvPr/>
        </p:nvSpPr>
        <p:spPr>
          <a:xfrm>
            <a:off x="8036356" y="1600200"/>
            <a:ext cx="3423818" cy="3977639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19236" y="1783080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3516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정리할 날짜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3516" y="3063240"/>
            <a:ext cx="314949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안내 문구"/>
          <p:cNvSpPr txBox="1"/>
          <p:nvPr/>
        </p:nvSpPr>
        <p:spPr>
          <a:xfrm>
            <a:off x="731520" y="5669280"/>
            <a:ext cx="1072865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모님 점검)">
  <a:themeElements>
    <a:clrScheme name="Office">
      <a:dk1>
        <a:sysClr val="windowText" lastClr="000000"/>
      </a:dk1>
      <a:lt1>
        <a:sysClr val="window" lastClr="FFFFFF"/>
      </a:lt1>
      <a:dk2>
        <a:srgbClr val="3A5E88"/>
      </a:dk2>
      <a:lt2>
        <a:srgbClr val="F1F5F9"/>
      </a:lt2>
      <a:accent1>
        <a:srgbClr val="6991BF"/>
      </a:accent1>
      <a:accent2>
        <a:srgbClr val="8F403D"/>
      </a:accent2>
      <a:accent3>
        <a:srgbClr val="3A5E88"/>
      </a:accent3>
      <a:accent4>
        <a:srgbClr val="D3DFEE"/>
      </a:accent4>
      <a:accent5>
        <a:srgbClr val="7C687E"/>
      </a:accent5>
      <a:accent6>
        <a:srgbClr val="899EB8"/>
      </a:accent6>
      <a:hlink>
        <a:srgbClr val="6991BF"/>
      </a:hlink>
      <a:folHlink>
        <a:srgbClr val="3A5E8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