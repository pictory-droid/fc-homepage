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C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8534186" y="0"/>
            <a:ext cx="3657508" cy="6858000"/>
          </a:xfrm>
          <a:prstGeom prst="rec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985546" y="2880360"/>
            <a:ext cx="1097280" cy="1097280"/>
          </a:xfrm>
          <a:prstGeom prst="ellipse">
            <a:avLst/>
          </a:prstGeom>
          <a:solidFill>
            <a:srgbClr val="A66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6705432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6705432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6705432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부모님이 아는 것과 실제 가입 내용을 맞춰 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6705432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부모님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C27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C27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C27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C27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579"/>
                      </a:solidFill>
                      <a:prstDash val="solid"/>
                    </a:lnL>
                    <a:lnR w="9525" cap="flat" cmpd="sng" algn="ctr">
                      <a:solidFill>
                        <a:srgbClr val="D88579"/>
                      </a:solidFill>
                      <a:prstDash val="solid"/>
                    </a:lnR>
                    <a:lnT w="9525" cap="flat" cmpd="sng" algn="ctr">
                      <a:solidFill>
                        <a:srgbClr val="D88579"/>
                      </a:solidFill>
                      <a:prstDash val="solid"/>
                    </a:lnT>
                    <a:lnB w="9525" cap="flat" cmpd="sng" algn="ctr">
                      <a:solidFill>
                        <a:srgbClr val="D88579"/>
                      </a:solidFill>
                      <a:prstDash val="solid"/>
                    </a:lnB>
                    <a:solidFill>
                      <a:srgbClr val="D8857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C2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C2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C2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C2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C2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C2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C2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C2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579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C27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579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C27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579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C27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mathPlus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579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C27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579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C27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5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D88579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C27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492C27"/>
      </a:dk2>
      <a:lt2>
        <a:srgbClr val="FBEEEC"/>
      </a:lt2>
      <a:accent1>
        <a:srgbClr val="D88579"/>
      </a:accent1>
      <a:accent2>
        <a:srgbClr val="E1C498"/>
      </a:accent2>
      <a:accent3>
        <a:srgbClr val="492C27"/>
      </a:accent3>
      <a:accent4>
        <a:srgbClr val="F6D9D5"/>
      </a:accent4>
      <a:accent5>
        <a:srgbClr val="DCA488"/>
      </a:accent5>
      <a:accent6>
        <a:srgbClr val="92807D"/>
      </a:accent6>
      <a:hlink>
        <a:srgbClr val="D88579"/>
      </a:hlink>
      <a:folHlink>
        <a:srgbClr val="492C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