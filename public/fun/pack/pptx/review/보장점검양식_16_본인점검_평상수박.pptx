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53C26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53C26"/>
                </a:solidFill>
              </a:rPr>
              <a:t>어떤 보험에 들었는지부터 적습니다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본인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점검 대상 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822960" y="1554480"/>
          <a:ext cx="1054577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72887"/>
                <a:gridCol w="527288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53C26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53C26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53C26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53C26"/>
                          </a:solidFill>
                        </a:rPr>
                        <a:t>가족 구성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가입한 보험 목록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822960" y="1554480"/>
          <a:ext cx="1054577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76753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보장 항목 체크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822960" y="1554480"/>
          <a:ext cx="1054577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296058"/>
                <a:gridCol w="2296058"/>
                <a:gridCol w="229605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53C26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53C26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53C26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53C26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53C26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53C26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53C26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53C26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월 보험료 한눈에</a:t>
            </a:r>
          </a:p>
        </p:txBody>
      </p:sp>
      <p:sp>
        <p:nvSpPr>
          <p:cNvPr id="5" name="카드 1"/>
          <p:cNvSpPr/>
          <p:nvPr/>
        </p:nvSpPr>
        <p:spPr>
          <a:xfrm>
            <a:off x="822960" y="1554480"/>
            <a:ext cx="3362858" cy="2926080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 w="1587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53C26"/>
                </a:solidFill>
              </a:rPr>
              <a:t>월 보험료 합계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308853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9" name="카드 2"/>
          <p:cNvSpPr/>
          <p:nvPr/>
        </p:nvSpPr>
        <p:spPr>
          <a:xfrm>
            <a:off x="4414418" y="1554480"/>
            <a:ext cx="3362858" cy="2926080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 w="1587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97298" y="1737360"/>
            <a:ext cx="457200" cy="457200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1578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53C26"/>
                </a:solidFill>
              </a:rPr>
              <a:t>연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1578" y="3017520"/>
            <a:ext cx="308853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3"/>
          <p:cNvSpPr/>
          <p:nvPr/>
        </p:nvSpPr>
        <p:spPr>
          <a:xfrm>
            <a:off x="8005876" y="1554480"/>
            <a:ext cx="3362858" cy="2926080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 w="1587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188756" y="1737360"/>
            <a:ext cx="457200" cy="457200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3036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53C26"/>
                </a:solidFill>
              </a:rPr>
              <a:t>월 소득 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3036" y="3017520"/>
            <a:ext cx="308853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7" name="안내"/>
          <p:cNvSpPr txBox="1"/>
          <p:nvPr/>
        </p:nvSpPr>
        <p:spPr>
          <a:xfrm>
            <a:off x="822960" y="4663440"/>
            <a:ext cx="1054577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점검 메모와 다음 할 일</a:t>
            </a:r>
          </a:p>
        </p:txBody>
      </p:sp>
      <p:sp>
        <p:nvSpPr>
          <p:cNvPr id="5" name="카드 1"/>
          <p:cNvSpPr/>
          <p:nvPr/>
        </p:nvSpPr>
        <p:spPr>
          <a:xfrm>
            <a:off x="822960" y="1554480"/>
            <a:ext cx="3362858" cy="3977639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 w="1587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3C26"/>
                </a:solidFill>
              </a:rPr>
              <a:t>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308853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414418" y="1554480"/>
            <a:ext cx="3362858" cy="3977639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 w="1587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97298" y="1737360"/>
            <a:ext cx="457200" cy="457200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1578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3C26"/>
                </a:solidFill>
              </a:rPr>
              <a:t>문의할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1578" y="3017520"/>
            <a:ext cx="308853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05876" y="1554480"/>
            <a:ext cx="3362858" cy="3977639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 w="1587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188756" y="1737360"/>
            <a:ext cx="457200" cy="457200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3036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3C26"/>
                </a:solidFill>
              </a:rPr>
              <a:t>정리할 날짜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3036" y="3017520"/>
            <a:ext cx="308853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822960" y="5623560"/>
            <a:ext cx="1054577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본인 점검)">
  <a:themeElements>
    <a:clrScheme name="Office">
      <a:dk1>
        <a:sysClr val="windowText" lastClr="000000"/>
      </a:dk1>
      <a:lt1>
        <a:sysClr val="window" lastClr="FFFFFF"/>
      </a:lt1>
      <a:dk2>
        <a:srgbClr val="153C26"/>
      </a:dk2>
      <a:lt2>
        <a:srgbClr val="F0FAF4"/>
      </a:lt2>
      <a:accent1>
        <a:srgbClr val="308854"/>
      </a:accent1>
      <a:accent2>
        <a:srgbClr val="8A3B91"/>
      </a:accent2>
      <a:accent3>
        <a:srgbClr val="153C26"/>
      </a:accent3>
      <a:accent4>
        <a:srgbClr val="D0F1DE"/>
      </a:accent4>
      <a:accent5>
        <a:srgbClr val="5D6272"/>
      </a:accent5>
      <a:accent6>
        <a:srgbClr val="738A7D"/>
      </a:accent6>
      <a:hlink>
        <a:srgbClr val="308854"/>
      </a:hlink>
      <a:folHlink>
        <a:srgbClr val="153C26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