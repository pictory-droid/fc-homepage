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9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어떤 보험에 들었는지부터 적습니다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272887"/>
                <a:gridCol w="527288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9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9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F59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76753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296058"/>
                <a:gridCol w="2296058"/>
                <a:gridCol w="229605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F5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59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59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292608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F59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822960" y="4663440"/>
            <a:ext cx="1054577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3977639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115F59"/>
      </a:dk2>
      <a:lt2>
        <a:srgbClr val="EEFCFB"/>
      </a:lt2>
      <a:accent1>
        <a:srgbClr val="26C5B8"/>
      </a:accent1>
      <a:accent2>
        <a:srgbClr val="209DB6"/>
      </a:accent2>
      <a:accent3>
        <a:srgbClr val="115F59"/>
      </a:accent3>
      <a:accent4>
        <a:srgbClr val="D1FAF7"/>
      </a:accent4>
      <a:accent5>
        <a:srgbClr val="23B1B7"/>
      </a:accent5>
      <a:accent6>
        <a:srgbClr val="709F9B"/>
      </a:accent6>
      <a:hlink>
        <a:srgbClr val="26C5B8"/>
      </a:hlink>
      <a:folHlink>
        <a:srgbClr val="115F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