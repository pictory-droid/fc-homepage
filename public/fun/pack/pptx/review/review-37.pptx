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B2041"/>
                </a:solidFill>
              </a:rPr>
              <a:t>우리 보험 점검 시간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B2041"/>
                </a:solidFill>
              </a:rPr>
              <a:t>종소리처럼 정해진 날 점검하는 습관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점검 대상 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B2041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가입한 보험 목록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보장 항목 체크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8438A"/>
                      </a:solidFill>
                      <a:prstDash val="solid"/>
                    </a:lnL>
                    <a:lnR w="9525" cap="flat" cmpd="sng" algn="ctr">
                      <a:solidFill>
                        <a:srgbClr val="38438A"/>
                      </a:solidFill>
                      <a:prstDash val="solid"/>
                    </a:lnR>
                    <a:lnT w="9525" cap="flat" cmpd="sng" algn="ctr">
                      <a:solidFill>
                        <a:srgbClr val="38438A"/>
                      </a:solidFill>
                      <a:prstDash val="solid"/>
                    </a:lnT>
                    <a:lnB w="9525" cap="flat" cmpd="sng" algn="ctr">
                      <a:solidFill>
                        <a:srgbClr val="38438A"/>
                      </a:solidFill>
                      <a:prstDash val="solid"/>
                    </a:lnB>
                    <a:solidFill>
                      <a:srgbClr val="38438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204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D2D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D6EF"/>
                      </a:solidFill>
                      <a:prstDash val="solid"/>
                    </a:lnL>
                    <a:lnR w="9525" cap="flat" cmpd="sng" algn="ctr">
                      <a:solidFill>
                        <a:srgbClr val="D2D6EF"/>
                      </a:solidFill>
                      <a:prstDash val="solid"/>
                    </a:lnR>
                    <a:lnT w="9525" cap="flat" cmpd="sng" algn="ctr">
                      <a:solidFill>
                        <a:srgbClr val="D2D6EF"/>
                      </a:solidFill>
                      <a:prstDash val="solid"/>
                    </a:lnT>
                    <a:lnB w="9525" cap="flat" cmpd="sng" algn="ctr">
                      <a:solidFill>
                        <a:srgbClr val="D2D6EF"/>
                      </a:solidFill>
                      <a:prstDash val="solid"/>
                    </a:lnB>
                    <a:solidFill>
                      <a:srgbClr val="F1F2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월 보험료 한눈에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2041"/>
                </a:solidFill>
              </a:rPr>
              <a:t>월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2041"/>
                </a:solidFill>
              </a:rPr>
              <a:t>연 보험료 합계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2041"/>
                </a:solidFill>
              </a:rPr>
              <a:t>월 소득 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점검 메모와 다음 할 일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확인할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문의할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2F9"/>
          </a:solidFill>
          <a:ln w="15875">
            <a:solidFill>
              <a:srgbClr val="D2D6E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38438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2041"/>
                </a:solidFill>
              </a:rPr>
              <a:t>정리할 날짜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