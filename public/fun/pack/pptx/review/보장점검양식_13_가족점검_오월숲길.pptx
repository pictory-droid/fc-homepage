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D7236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D7236"/>
                </a:solidFill>
              </a:rPr>
              <a:t>가족별로 칸을 나눠 정리합니다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7236"/>
                </a:solidFill>
              </a:rPr>
              <a:t>점검 대상 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3D66F"/>
                      </a:solidFill>
                      <a:prstDash val="solid"/>
                    </a:lnL>
                    <a:lnR w="9525" cap="flat" cmpd="sng" algn="ctr">
                      <a:solidFill>
                        <a:srgbClr val="43D66F"/>
                      </a:solidFill>
                      <a:prstDash val="solid"/>
                    </a:lnR>
                    <a:lnT w="9525" cap="flat" cmpd="sng" algn="ctr">
                      <a:solidFill>
                        <a:srgbClr val="43D66F"/>
                      </a:solidFill>
                      <a:prstDash val="solid"/>
                    </a:lnT>
                    <a:lnB w="9525" cap="flat" cmpd="sng" algn="ctr">
                      <a:solidFill>
                        <a:srgbClr val="43D66F"/>
                      </a:solidFill>
                      <a:prstDash val="solid"/>
                    </a:lnB>
                    <a:solidFill>
                      <a:srgbClr val="43D6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3D66F"/>
                      </a:solidFill>
                      <a:prstDash val="solid"/>
                    </a:lnL>
                    <a:lnR w="9525" cap="flat" cmpd="sng" algn="ctr">
                      <a:solidFill>
                        <a:srgbClr val="43D66F"/>
                      </a:solidFill>
                      <a:prstDash val="solid"/>
                    </a:lnR>
                    <a:lnT w="9525" cap="flat" cmpd="sng" algn="ctr">
                      <a:solidFill>
                        <a:srgbClr val="43D66F"/>
                      </a:solidFill>
                      <a:prstDash val="solid"/>
                    </a:lnT>
                    <a:lnB w="9525" cap="flat" cmpd="sng" algn="ctr">
                      <a:solidFill>
                        <a:srgbClr val="43D66F"/>
                      </a:solidFill>
                      <a:prstDash val="solid"/>
                    </a:lnB>
                    <a:solidFill>
                      <a:srgbClr val="43D6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3D66F"/>
                      </a:solidFill>
                      <a:prstDash val="solid"/>
                    </a:lnL>
                    <a:lnR w="9525" cap="flat" cmpd="sng" algn="ctr">
                      <a:solidFill>
                        <a:srgbClr val="43D66F"/>
                      </a:solidFill>
                      <a:prstDash val="solid"/>
                    </a:lnR>
                    <a:lnT w="9525" cap="flat" cmpd="sng" algn="ctr">
                      <a:solidFill>
                        <a:srgbClr val="43D66F"/>
                      </a:solidFill>
                      <a:prstDash val="solid"/>
                    </a:lnT>
                    <a:lnB w="9525" cap="flat" cmpd="sng" algn="ctr">
                      <a:solidFill>
                        <a:srgbClr val="43D66F"/>
                      </a:solidFill>
                      <a:prstDash val="solid"/>
                    </a:lnB>
                    <a:solidFill>
                      <a:srgbClr val="43D6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3D66F"/>
                      </a:solidFill>
                      <a:prstDash val="solid"/>
                    </a:lnL>
                    <a:lnR w="9525" cap="flat" cmpd="sng" algn="ctr">
                      <a:solidFill>
                        <a:srgbClr val="43D66F"/>
                      </a:solidFill>
                      <a:prstDash val="solid"/>
                    </a:lnR>
                    <a:lnT w="9525" cap="flat" cmpd="sng" algn="ctr">
                      <a:solidFill>
                        <a:srgbClr val="43D66F"/>
                      </a:solidFill>
                      <a:prstDash val="solid"/>
                    </a:lnT>
                    <a:lnB w="9525" cap="flat" cmpd="sng" algn="ctr">
                      <a:solidFill>
                        <a:srgbClr val="43D66F"/>
                      </a:solidFill>
                      <a:prstDash val="solid"/>
                    </a:lnB>
                    <a:solidFill>
                      <a:srgbClr val="43D66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D7236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D7236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D7236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D7236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7236"/>
                </a:solidFill>
              </a:rPr>
              <a:t>가입한 보험 목록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85897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3D66F"/>
                      </a:solidFill>
                      <a:prstDash val="solid"/>
                    </a:lnL>
                    <a:lnR w="9525" cap="flat" cmpd="sng" algn="ctr">
                      <a:solidFill>
                        <a:srgbClr val="43D66F"/>
                      </a:solidFill>
                      <a:prstDash val="solid"/>
                    </a:lnR>
                    <a:lnT w="9525" cap="flat" cmpd="sng" algn="ctr">
                      <a:solidFill>
                        <a:srgbClr val="43D66F"/>
                      </a:solidFill>
                      <a:prstDash val="solid"/>
                    </a:lnT>
                    <a:lnB w="9525" cap="flat" cmpd="sng" algn="ctr">
                      <a:solidFill>
                        <a:srgbClr val="43D66F"/>
                      </a:solidFill>
                      <a:prstDash val="solid"/>
                    </a:lnB>
                    <a:solidFill>
                      <a:srgbClr val="43D6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3D66F"/>
                      </a:solidFill>
                      <a:prstDash val="solid"/>
                    </a:lnL>
                    <a:lnR w="9525" cap="flat" cmpd="sng" algn="ctr">
                      <a:solidFill>
                        <a:srgbClr val="43D66F"/>
                      </a:solidFill>
                      <a:prstDash val="solid"/>
                    </a:lnR>
                    <a:lnT w="9525" cap="flat" cmpd="sng" algn="ctr">
                      <a:solidFill>
                        <a:srgbClr val="43D66F"/>
                      </a:solidFill>
                      <a:prstDash val="solid"/>
                    </a:lnT>
                    <a:lnB w="9525" cap="flat" cmpd="sng" algn="ctr">
                      <a:solidFill>
                        <a:srgbClr val="43D66F"/>
                      </a:solidFill>
                      <a:prstDash val="solid"/>
                    </a:lnB>
                    <a:solidFill>
                      <a:srgbClr val="43D6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3D66F"/>
                      </a:solidFill>
                      <a:prstDash val="solid"/>
                    </a:lnL>
                    <a:lnR w="9525" cap="flat" cmpd="sng" algn="ctr">
                      <a:solidFill>
                        <a:srgbClr val="43D66F"/>
                      </a:solidFill>
                      <a:prstDash val="solid"/>
                    </a:lnR>
                    <a:lnT w="9525" cap="flat" cmpd="sng" algn="ctr">
                      <a:solidFill>
                        <a:srgbClr val="43D66F"/>
                      </a:solidFill>
                      <a:prstDash val="solid"/>
                    </a:lnT>
                    <a:lnB w="9525" cap="flat" cmpd="sng" algn="ctr">
                      <a:solidFill>
                        <a:srgbClr val="43D66F"/>
                      </a:solidFill>
                      <a:prstDash val="solid"/>
                    </a:lnB>
                    <a:solidFill>
                      <a:srgbClr val="43D6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3D66F"/>
                      </a:solidFill>
                      <a:prstDash val="solid"/>
                    </a:lnL>
                    <a:lnR w="9525" cap="flat" cmpd="sng" algn="ctr">
                      <a:solidFill>
                        <a:srgbClr val="43D66F"/>
                      </a:solidFill>
                      <a:prstDash val="solid"/>
                    </a:lnR>
                    <a:lnT w="9525" cap="flat" cmpd="sng" algn="ctr">
                      <a:solidFill>
                        <a:srgbClr val="43D66F"/>
                      </a:solidFill>
                      <a:prstDash val="solid"/>
                    </a:lnT>
                    <a:lnB w="9525" cap="flat" cmpd="sng" algn="ctr">
                      <a:solidFill>
                        <a:srgbClr val="43D66F"/>
                      </a:solidFill>
                      <a:prstDash val="solid"/>
                    </a:lnB>
                    <a:solidFill>
                      <a:srgbClr val="43D6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3D66F"/>
                      </a:solidFill>
                      <a:prstDash val="solid"/>
                    </a:lnL>
                    <a:lnR w="9525" cap="flat" cmpd="sng" algn="ctr">
                      <a:solidFill>
                        <a:srgbClr val="43D66F"/>
                      </a:solidFill>
                      <a:prstDash val="solid"/>
                    </a:lnR>
                    <a:lnT w="9525" cap="flat" cmpd="sng" algn="ctr">
                      <a:solidFill>
                        <a:srgbClr val="43D66F"/>
                      </a:solidFill>
                      <a:prstDash val="solid"/>
                    </a:lnT>
                    <a:lnB w="9525" cap="flat" cmpd="sng" algn="ctr">
                      <a:solidFill>
                        <a:srgbClr val="43D66F"/>
                      </a:solidFill>
                      <a:prstDash val="solid"/>
                    </a:lnB>
                    <a:solidFill>
                      <a:srgbClr val="43D66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7236"/>
                </a:solidFill>
              </a:rPr>
              <a:t>보장 항목 체크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26538"/>
                <a:gridCol w="2326538"/>
                <a:gridCol w="232653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3D66F"/>
                      </a:solidFill>
                      <a:prstDash val="solid"/>
                    </a:lnL>
                    <a:lnR w="9525" cap="flat" cmpd="sng" algn="ctr">
                      <a:solidFill>
                        <a:srgbClr val="43D66F"/>
                      </a:solidFill>
                      <a:prstDash val="solid"/>
                    </a:lnR>
                    <a:lnT w="9525" cap="flat" cmpd="sng" algn="ctr">
                      <a:solidFill>
                        <a:srgbClr val="43D66F"/>
                      </a:solidFill>
                      <a:prstDash val="solid"/>
                    </a:lnT>
                    <a:lnB w="9525" cap="flat" cmpd="sng" algn="ctr">
                      <a:solidFill>
                        <a:srgbClr val="43D66F"/>
                      </a:solidFill>
                      <a:prstDash val="solid"/>
                    </a:lnB>
                    <a:solidFill>
                      <a:srgbClr val="43D6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3D66F"/>
                      </a:solidFill>
                      <a:prstDash val="solid"/>
                    </a:lnL>
                    <a:lnR w="9525" cap="flat" cmpd="sng" algn="ctr">
                      <a:solidFill>
                        <a:srgbClr val="43D66F"/>
                      </a:solidFill>
                      <a:prstDash val="solid"/>
                    </a:lnR>
                    <a:lnT w="9525" cap="flat" cmpd="sng" algn="ctr">
                      <a:solidFill>
                        <a:srgbClr val="43D66F"/>
                      </a:solidFill>
                      <a:prstDash val="solid"/>
                    </a:lnT>
                    <a:lnB w="9525" cap="flat" cmpd="sng" algn="ctr">
                      <a:solidFill>
                        <a:srgbClr val="43D66F"/>
                      </a:solidFill>
                      <a:prstDash val="solid"/>
                    </a:lnB>
                    <a:solidFill>
                      <a:srgbClr val="43D6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3D66F"/>
                      </a:solidFill>
                      <a:prstDash val="solid"/>
                    </a:lnL>
                    <a:lnR w="9525" cap="flat" cmpd="sng" algn="ctr">
                      <a:solidFill>
                        <a:srgbClr val="43D66F"/>
                      </a:solidFill>
                      <a:prstDash val="solid"/>
                    </a:lnR>
                    <a:lnT w="9525" cap="flat" cmpd="sng" algn="ctr">
                      <a:solidFill>
                        <a:srgbClr val="43D66F"/>
                      </a:solidFill>
                      <a:prstDash val="solid"/>
                    </a:lnT>
                    <a:lnB w="9525" cap="flat" cmpd="sng" algn="ctr">
                      <a:solidFill>
                        <a:srgbClr val="43D66F"/>
                      </a:solidFill>
                      <a:prstDash val="solid"/>
                    </a:lnB>
                    <a:solidFill>
                      <a:srgbClr val="43D6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43D66F"/>
                      </a:solidFill>
                      <a:prstDash val="solid"/>
                    </a:lnL>
                    <a:lnR w="9525" cap="flat" cmpd="sng" algn="ctr">
                      <a:solidFill>
                        <a:srgbClr val="43D66F"/>
                      </a:solidFill>
                      <a:prstDash val="solid"/>
                    </a:lnR>
                    <a:lnT w="9525" cap="flat" cmpd="sng" algn="ctr">
                      <a:solidFill>
                        <a:srgbClr val="43D66F"/>
                      </a:solidFill>
                      <a:prstDash val="solid"/>
                    </a:lnT>
                    <a:lnB w="9525" cap="flat" cmpd="sng" algn="ctr">
                      <a:solidFill>
                        <a:srgbClr val="43D66F"/>
                      </a:solidFill>
                      <a:prstDash val="solid"/>
                    </a:lnB>
                    <a:solidFill>
                      <a:srgbClr val="43D66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D7236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D7236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D7236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D7236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D7236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D7236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D7236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D7236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7236"/>
                </a:solidFill>
              </a:rPr>
              <a:t>월 보험료 한눈에</a:t>
            </a:r>
          </a:p>
        </p:txBody>
      </p:sp>
      <p:sp>
        <p:nvSpPr>
          <p:cNvPr id="4" name="카드 1"/>
          <p:cNvSpPr/>
          <p:nvPr/>
        </p:nvSpPr>
        <p:spPr>
          <a:xfrm>
            <a:off x="777240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3FCF6"/>
          </a:solidFill>
          <a:ln w="15875">
            <a:solidFill>
              <a:srgbClr val="D4F7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43D6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D7236"/>
                </a:solidFill>
              </a:rPr>
              <a:t>월 보험료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8" name="카드 2"/>
          <p:cNvSpPr/>
          <p:nvPr/>
        </p:nvSpPr>
        <p:spPr>
          <a:xfrm>
            <a:off x="4399178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3FCF6"/>
          </a:solidFill>
          <a:ln w="15875">
            <a:solidFill>
              <a:srgbClr val="D4F7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43D6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D7236"/>
                </a:solidFill>
              </a:rPr>
              <a:t>연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3"/>
          <p:cNvSpPr/>
          <p:nvPr/>
        </p:nvSpPr>
        <p:spPr>
          <a:xfrm>
            <a:off x="8021116" y="1554480"/>
            <a:ext cx="3393338" cy="2926080"/>
          </a:xfrm>
          <a:prstGeom prst="roundRect">
            <a:avLst>
              <a:gd name="adj" fmla="val 8000"/>
            </a:avLst>
          </a:prstGeom>
          <a:solidFill>
            <a:srgbClr val="F3FCF6"/>
          </a:solidFill>
          <a:ln w="15875">
            <a:solidFill>
              <a:srgbClr val="D4F7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43D6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D7236"/>
                </a:solidFill>
              </a:rPr>
              <a:t>월 소득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017520"/>
            <a:ext cx="311901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6" name="안내"/>
          <p:cNvSpPr txBox="1"/>
          <p:nvPr/>
        </p:nvSpPr>
        <p:spPr>
          <a:xfrm>
            <a:off x="777240" y="4663440"/>
            <a:ext cx="1063721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7236"/>
                </a:solidFill>
              </a:rPr>
              <a:t>점검 메모와 다음 할 일</a:t>
            </a:r>
          </a:p>
        </p:txBody>
      </p:sp>
      <p:sp>
        <p:nvSpPr>
          <p:cNvPr id="4" name="카드 1"/>
          <p:cNvSpPr/>
          <p:nvPr/>
        </p:nvSpPr>
        <p:spPr>
          <a:xfrm>
            <a:off x="777240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3FCF6"/>
          </a:solidFill>
          <a:ln w="15875">
            <a:solidFill>
              <a:srgbClr val="D4F7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43D6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7236"/>
                </a:solidFill>
              </a:rPr>
              <a:t>확인할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99178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3FCF6"/>
          </a:solidFill>
          <a:ln w="15875">
            <a:solidFill>
              <a:srgbClr val="D4F7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43D6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7236"/>
                </a:solidFill>
              </a:rPr>
              <a:t>문의할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21116" y="1554480"/>
            <a:ext cx="3393338" cy="4023359"/>
          </a:xfrm>
          <a:prstGeom prst="roundRect">
            <a:avLst>
              <a:gd name="adj" fmla="val 8000"/>
            </a:avLst>
          </a:prstGeom>
          <a:solidFill>
            <a:srgbClr val="F3FCF6"/>
          </a:solidFill>
          <a:ln w="15875">
            <a:solidFill>
              <a:srgbClr val="D4F7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43D6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7236"/>
                </a:solidFill>
              </a:rPr>
              <a:t>정리할 날짜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017520"/>
            <a:ext cx="3119018" cy="242315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1D7236"/>
      </a:dk2>
      <a:lt2>
        <a:srgbClr val="F3FCF6"/>
      </a:lt2>
      <a:accent1>
        <a:srgbClr val="43D66F"/>
      </a:accent1>
      <a:accent2>
        <a:srgbClr val="339941"/>
      </a:accent2>
      <a:accent3>
        <a:srgbClr val="1D7236"/>
      </a:accent3>
      <a:accent4>
        <a:srgbClr val="D4F7DE"/>
      </a:accent4>
      <a:accent5>
        <a:srgbClr val="3BB858"/>
      </a:accent5>
      <a:accent6>
        <a:srgbClr val="77AA86"/>
      </a:accent6>
      <a:hlink>
        <a:srgbClr val="43D66F"/>
      </a:hlink>
      <a:folHlink>
        <a:srgbClr val="1D7236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