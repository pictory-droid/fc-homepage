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43D21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21"/>
                </a:solidFill>
              </a:rPr>
              <a:t>가족별로 칸을 나눠 정리합니다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가족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B8245"/>
                      </a:solidFill>
                      <a:prstDash val="solid"/>
                    </a:lnL>
                    <a:lnR w="9525" cap="flat" cmpd="sng" algn="ctr">
                      <a:solidFill>
                        <a:srgbClr val="2B8245"/>
                      </a:solidFill>
                      <a:prstDash val="solid"/>
                    </a:lnR>
                    <a:lnT w="9525" cap="flat" cmpd="sng" algn="ctr">
                      <a:solidFill>
                        <a:srgbClr val="2B8245"/>
                      </a:solidFill>
                      <a:prstDash val="solid"/>
                    </a:lnT>
                    <a:lnB w="9525" cap="flat" cmpd="sng" algn="ctr">
                      <a:solidFill>
                        <a:srgbClr val="2B8245"/>
                      </a:solidFill>
                      <a:prstDash val="solid"/>
                    </a:lnB>
                    <a:solidFill>
                      <a:srgbClr val="2B82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B8245"/>
                      </a:solidFill>
                      <a:prstDash val="solid"/>
                    </a:lnL>
                    <a:lnR w="9525" cap="flat" cmpd="sng" algn="ctr">
                      <a:solidFill>
                        <a:srgbClr val="2B8245"/>
                      </a:solidFill>
                      <a:prstDash val="solid"/>
                    </a:lnR>
                    <a:lnT w="9525" cap="flat" cmpd="sng" algn="ctr">
                      <a:solidFill>
                        <a:srgbClr val="2B8245"/>
                      </a:solidFill>
                      <a:prstDash val="solid"/>
                    </a:lnT>
                    <a:lnB w="9525" cap="flat" cmpd="sng" algn="ctr">
                      <a:solidFill>
                        <a:srgbClr val="2B8245"/>
                      </a:solidFill>
                      <a:prstDash val="solid"/>
                    </a:lnB>
                    <a:solidFill>
                      <a:srgbClr val="2B82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B8245"/>
                      </a:solidFill>
                      <a:prstDash val="solid"/>
                    </a:lnL>
                    <a:lnR w="9525" cap="flat" cmpd="sng" algn="ctr">
                      <a:solidFill>
                        <a:srgbClr val="2B8245"/>
                      </a:solidFill>
                      <a:prstDash val="solid"/>
                    </a:lnR>
                    <a:lnT w="9525" cap="flat" cmpd="sng" algn="ctr">
                      <a:solidFill>
                        <a:srgbClr val="2B8245"/>
                      </a:solidFill>
                      <a:prstDash val="solid"/>
                    </a:lnT>
                    <a:lnB w="9525" cap="flat" cmpd="sng" algn="ctr">
                      <a:solidFill>
                        <a:srgbClr val="2B8245"/>
                      </a:solidFill>
                      <a:prstDash val="solid"/>
                    </a:lnB>
                    <a:solidFill>
                      <a:srgbClr val="2B82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B8245"/>
                      </a:solidFill>
                      <a:prstDash val="solid"/>
                    </a:lnL>
                    <a:lnR w="9525" cap="flat" cmpd="sng" algn="ctr">
                      <a:solidFill>
                        <a:srgbClr val="2B8245"/>
                      </a:solidFill>
                      <a:prstDash val="solid"/>
                    </a:lnR>
                    <a:lnT w="9525" cap="flat" cmpd="sng" algn="ctr">
                      <a:solidFill>
                        <a:srgbClr val="2B8245"/>
                      </a:solidFill>
                      <a:prstDash val="solid"/>
                    </a:lnT>
                    <a:lnB w="9525" cap="flat" cmpd="sng" algn="ctr">
                      <a:solidFill>
                        <a:srgbClr val="2B8245"/>
                      </a:solidFill>
                      <a:prstDash val="solid"/>
                    </a:lnB>
                    <a:solidFill>
                      <a:srgbClr val="2B824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3D21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3D21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3D21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3D21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85897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B8245"/>
                      </a:solidFill>
                      <a:prstDash val="solid"/>
                    </a:lnL>
                    <a:lnR w="9525" cap="flat" cmpd="sng" algn="ctr">
                      <a:solidFill>
                        <a:srgbClr val="2B8245"/>
                      </a:solidFill>
                      <a:prstDash val="solid"/>
                    </a:lnR>
                    <a:lnT w="9525" cap="flat" cmpd="sng" algn="ctr">
                      <a:solidFill>
                        <a:srgbClr val="2B8245"/>
                      </a:solidFill>
                      <a:prstDash val="solid"/>
                    </a:lnT>
                    <a:lnB w="9525" cap="flat" cmpd="sng" algn="ctr">
                      <a:solidFill>
                        <a:srgbClr val="2B8245"/>
                      </a:solidFill>
                      <a:prstDash val="solid"/>
                    </a:lnB>
                    <a:solidFill>
                      <a:srgbClr val="2B82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B8245"/>
                      </a:solidFill>
                      <a:prstDash val="solid"/>
                    </a:lnL>
                    <a:lnR w="9525" cap="flat" cmpd="sng" algn="ctr">
                      <a:solidFill>
                        <a:srgbClr val="2B8245"/>
                      </a:solidFill>
                      <a:prstDash val="solid"/>
                    </a:lnR>
                    <a:lnT w="9525" cap="flat" cmpd="sng" algn="ctr">
                      <a:solidFill>
                        <a:srgbClr val="2B8245"/>
                      </a:solidFill>
                      <a:prstDash val="solid"/>
                    </a:lnT>
                    <a:lnB w="9525" cap="flat" cmpd="sng" algn="ctr">
                      <a:solidFill>
                        <a:srgbClr val="2B8245"/>
                      </a:solidFill>
                      <a:prstDash val="solid"/>
                    </a:lnB>
                    <a:solidFill>
                      <a:srgbClr val="2B82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B8245"/>
                      </a:solidFill>
                      <a:prstDash val="solid"/>
                    </a:lnL>
                    <a:lnR w="9525" cap="flat" cmpd="sng" algn="ctr">
                      <a:solidFill>
                        <a:srgbClr val="2B8245"/>
                      </a:solidFill>
                      <a:prstDash val="solid"/>
                    </a:lnR>
                    <a:lnT w="9525" cap="flat" cmpd="sng" algn="ctr">
                      <a:solidFill>
                        <a:srgbClr val="2B8245"/>
                      </a:solidFill>
                      <a:prstDash val="solid"/>
                    </a:lnT>
                    <a:lnB w="9525" cap="flat" cmpd="sng" algn="ctr">
                      <a:solidFill>
                        <a:srgbClr val="2B8245"/>
                      </a:solidFill>
                      <a:prstDash val="solid"/>
                    </a:lnB>
                    <a:solidFill>
                      <a:srgbClr val="2B82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B8245"/>
                      </a:solidFill>
                      <a:prstDash val="solid"/>
                    </a:lnL>
                    <a:lnR w="9525" cap="flat" cmpd="sng" algn="ctr">
                      <a:solidFill>
                        <a:srgbClr val="2B8245"/>
                      </a:solidFill>
                      <a:prstDash val="solid"/>
                    </a:lnR>
                    <a:lnT w="9525" cap="flat" cmpd="sng" algn="ctr">
                      <a:solidFill>
                        <a:srgbClr val="2B8245"/>
                      </a:solidFill>
                      <a:prstDash val="solid"/>
                    </a:lnT>
                    <a:lnB w="9525" cap="flat" cmpd="sng" algn="ctr">
                      <a:solidFill>
                        <a:srgbClr val="2B8245"/>
                      </a:solidFill>
                      <a:prstDash val="solid"/>
                    </a:lnB>
                    <a:solidFill>
                      <a:srgbClr val="2B82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B8245"/>
                      </a:solidFill>
                      <a:prstDash val="solid"/>
                    </a:lnL>
                    <a:lnR w="9525" cap="flat" cmpd="sng" algn="ctr">
                      <a:solidFill>
                        <a:srgbClr val="2B8245"/>
                      </a:solidFill>
                      <a:prstDash val="solid"/>
                    </a:lnR>
                    <a:lnT w="9525" cap="flat" cmpd="sng" algn="ctr">
                      <a:solidFill>
                        <a:srgbClr val="2B8245"/>
                      </a:solidFill>
                      <a:prstDash val="solid"/>
                    </a:lnT>
                    <a:lnB w="9525" cap="flat" cmpd="sng" algn="ctr">
                      <a:solidFill>
                        <a:srgbClr val="2B8245"/>
                      </a:solidFill>
                      <a:prstDash val="solid"/>
                    </a:lnB>
                    <a:solidFill>
                      <a:srgbClr val="2B824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26538"/>
                <a:gridCol w="2326538"/>
                <a:gridCol w="232653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B8245"/>
                      </a:solidFill>
                      <a:prstDash val="solid"/>
                    </a:lnL>
                    <a:lnR w="9525" cap="flat" cmpd="sng" algn="ctr">
                      <a:solidFill>
                        <a:srgbClr val="2B8245"/>
                      </a:solidFill>
                      <a:prstDash val="solid"/>
                    </a:lnR>
                    <a:lnT w="9525" cap="flat" cmpd="sng" algn="ctr">
                      <a:solidFill>
                        <a:srgbClr val="2B8245"/>
                      </a:solidFill>
                      <a:prstDash val="solid"/>
                    </a:lnT>
                    <a:lnB w="9525" cap="flat" cmpd="sng" algn="ctr">
                      <a:solidFill>
                        <a:srgbClr val="2B8245"/>
                      </a:solidFill>
                      <a:prstDash val="solid"/>
                    </a:lnB>
                    <a:solidFill>
                      <a:srgbClr val="2B82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B8245"/>
                      </a:solidFill>
                      <a:prstDash val="solid"/>
                    </a:lnL>
                    <a:lnR w="9525" cap="flat" cmpd="sng" algn="ctr">
                      <a:solidFill>
                        <a:srgbClr val="2B8245"/>
                      </a:solidFill>
                      <a:prstDash val="solid"/>
                    </a:lnR>
                    <a:lnT w="9525" cap="flat" cmpd="sng" algn="ctr">
                      <a:solidFill>
                        <a:srgbClr val="2B8245"/>
                      </a:solidFill>
                      <a:prstDash val="solid"/>
                    </a:lnT>
                    <a:lnB w="9525" cap="flat" cmpd="sng" algn="ctr">
                      <a:solidFill>
                        <a:srgbClr val="2B8245"/>
                      </a:solidFill>
                      <a:prstDash val="solid"/>
                    </a:lnB>
                    <a:solidFill>
                      <a:srgbClr val="2B82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B8245"/>
                      </a:solidFill>
                      <a:prstDash val="solid"/>
                    </a:lnL>
                    <a:lnR w="9525" cap="flat" cmpd="sng" algn="ctr">
                      <a:solidFill>
                        <a:srgbClr val="2B8245"/>
                      </a:solidFill>
                      <a:prstDash val="solid"/>
                    </a:lnR>
                    <a:lnT w="9525" cap="flat" cmpd="sng" algn="ctr">
                      <a:solidFill>
                        <a:srgbClr val="2B8245"/>
                      </a:solidFill>
                      <a:prstDash val="solid"/>
                    </a:lnT>
                    <a:lnB w="9525" cap="flat" cmpd="sng" algn="ctr">
                      <a:solidFill>
                        <a:srgbClr val="2B8245"/>
                      </a:solidFill>
                      <a:prstDash val="solid"/>
                    </a:lnB>
                    <a:solidFill>
                      <a:srgbClr val="2B82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B8245"/>
                      </a:solidFill>
                      <a:prstDash val="solid"/>
                    </a:lnL>
                    <a:lnR w="9525" cap="flat" cmpd="sng" algn="ctr">
                      <a:solidFill>
                        <a:srgbClr val="2B8245"/>
                      </a:solidFill>
                      <a:prstDash val="solid"/>
                    </a:lnR>
                    <a:lnT w="9525" cap="flat" cmpd="sng" algn="ctr">
                      <a:solidFill>
                        <a:srgbClr val="2B8245"/>
                      </a:solidFill>
                      <a:prstDash val="solid"/>
                    </a:lnT>
                    <a:lnB w="9525" cap="flat" cmpd="sng" algn="ctr">
                      <a:solidFill>
                        <a:srgbClr val="2B8245"/>
                      </a:solidFill>
                      <a:prstDash val="solid"/>
                    </a:lnB>
                    <a:solidFill>
                      <a:srgbClr val="2B824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21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21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21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21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21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21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21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43D21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0FAF3"/>
          </a:solidFill>
          <a:ln w="15875">
            <a:solidFill>
              <a:srgbClr val="D0F1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3D21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99178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0FAF3"/>
          </a:solidFill>
          <a:ln w="15875">
            <a:solidFill>
              <a:srgbClr val="D0F1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82058" y="1737360"/>
            <a:ext cx="457200" cy="457200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6338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3D21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21116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0FAF3"/>
          </a:solidFill>
          <a:ln w="15875">
            <a:solidFill>
              <a:srgbClr val="D0F1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03996" y="1737360"/>
            <a:ext cx="457200" cy="457200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3D21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777240" y="4663440"/>
            <a:ext cx="1063721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0FAF3"/>
          </a:solidFill>
          <a:ln w="15875">
            <a:solidFill>
              <a:srgbClr val="D0F1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21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99178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0FAF3"/>
          </a:solidFill>
          <a:ln w="15875">
            <a:solidFill>
              <a:srgbClr val="D0F1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82058" y="1737360"/>
            <a:ext cx="457200" cy="457200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6338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21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21116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0FAF3"/>
          </a:solidFill>
          <a:ln w="15875">
            <a:solidFill>
              <a:srgbClr val="D0F1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03996" y="1737360"/>
            <a:ext cx="457200" cy="457200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21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777240" y="5669280"/>
            <a:ext cx="1063721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143D21"/>
      </a:dk2>
      <a:lt2>
        <a:srgbClr val="F0FAF3"/>
      </a:lt2>
      <a:accent1>
        <a:srgbClr val="2B8245"/>
      </a:accent1>
      <a:accent2>
        <a:srgbClr val="803B91"/>
      </a:accent2>
      <a:accent3>
        <a:srgbClr val="143D21"/>
      </a:accent3>
      <a:accent4>
        <a:srgbClr val="D0F1DA"/>
      </a:accent4>
      <a:accent5>
        <a:srgbClr val="565E6B"/>
      </a:accent5>
      <a:accent6>
        <a:srgbClr val="728B7A"/>
      </a:accent6>
      <a:hlink>
        <a:srgbClr val="2B8245"/>
      </a:hlink>
      <a:folHlink>
        <a:srgbClr val="143D2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