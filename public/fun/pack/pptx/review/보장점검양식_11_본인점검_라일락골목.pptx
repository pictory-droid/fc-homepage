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E226D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봄맞이 정리하듯 서류부터 모읍니다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E226D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E226D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E226D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E226D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E226D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4E226D"/>
      </a:dk2>
      <a:lt2>
        <a:srgbClr val="F8F3FC"/>
      </a:lt2>
      <a:accent1>
        <a:srgbClr val="9651C8"/>
      </a:accent1>
      <a:accent2>
        <a:srgbClr val="339941"/>
      </a:accent2>
      <a:accent3>
        <a:srgbClr val="4E226D"/>
      </a:accent3>
      <a:accent4>
        <a:srgbClr val="E8D4F7"/>
      </a:accent4>
      <a:accent5>
        <a:srgbClr val="647584"/>
      </a:accent5>
      <a:accent6>
        <a:srgbClr val="957AA7"/>
      </a:accent6>
      <a:hlink>
        <a:srgbClr val="9651C8"/>
      </a:hlink>
      <a:folHlink>
        <a:srgbClr val="4E226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