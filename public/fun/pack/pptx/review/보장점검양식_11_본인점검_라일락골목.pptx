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대청소하듯 서류부터 모읍니다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본인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D2A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7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7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74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74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D2A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D2A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7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D2A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5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2706624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F3BAF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749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5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2706624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F3BAF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749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5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2706624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F3BAF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749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D2A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5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712463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F3BAF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5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3712463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F3BAF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5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3712463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F3BAF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3B2749"/>
      </a:dk2>
      <a:lt2>
        <a:srgbClr val="F5EAFD"/>
      </a:lt2>
      <a:accent1>
        <a:srgbClr val="C997ED"/>
      </a:accent1>
      <a:accent2>
        <a:srgbClr val="F3BAF0"/>
      </a:accent2>
      <a:accent3>
        <a:srgbClr val="3B2749"/>
      </a:accent3>
      <a:accent4>
        <a:srgbClr val="E9D1FA"/>
      </a:accent4>
      <a:accent5>
        <a:srgbClr val="DEA8EE"/>
      </a:accent5>
      <a:accent6>
        <a:srgbClr val="897D92"/>
      </a:accent6>
      <a:hlink>
        <a:srgbClr val="C997ED"/>
      </a:hlink>
      <a:folHlink>
        <a:srgbClr val="3B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