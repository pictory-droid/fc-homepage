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73371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73371"/>
                </a:solidFill>
              </a:rPr>
              <a:t>봄맞이 정리하듯 서류부터 모읍니다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본인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73371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73371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73371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73371"/>
                          </a:solidFill>
                        </a:rPr>
                        <a:t>가족 구성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73371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73371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73371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73371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73371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73371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73371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73371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5875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73371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5875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73371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5875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73371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5875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5875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5875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본인 점검)">
  <a:themeElements>
    <a:clrScheme name="Office">
      <a:dk1>
        <a:sysClr val="windowText" lastClr="000000"/>
      </a:dk1>
      <a:lt1>
        <a:sysClr val="window" lastClr="FFFFFF"/>
      </a:lt1>
      <a:dk2>
        <a:srgbClr val="573371"/>
      </a:dk2>
      <a:lt2>
        <a:srgbClr val="F5F1F9"/>
      </a:lt2>
      <a:accent1>
        <a:srgbClr val="8C56B3"/>
      </a:accent1>
      <a:accent2>
        <a:srgbClr val="868D3F"/>
      </a:accent2>
      <a:accent3>
        <a:srgbClr val="573371"/>
      </a:accent3>
      <a:accent4>
        <a:srgbClr val="E3D3EE"/>
      </a:accent4>
      <a:accent5>
        <a:srgbClr val="897279"/>
      </a:accent5>
      <a:accent6>
        <a:srgbClr val="9A85AA"/>
      </a:accent6>
      <a:hlink>
        <a:srgbClr val="8C56B3"/>
      </a:hlink>
      <a:folHlink>
        <a:srgbClr val="57337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