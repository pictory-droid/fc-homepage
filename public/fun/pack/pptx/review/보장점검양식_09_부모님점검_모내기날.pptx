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6E2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16E21"/>
                </a:solidFill>
              </a:rPr>
              <a:t>어머니 아버지 가입 내역을 적어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16E21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16E21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16E21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16E21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16E2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6E21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6E21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6E21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216E21"/>
      </a:dk2>
      <a:lt2>
        <a:srgbClr val="F3FCF3"/>
      </a:lt2>
      <a:accent1>
        <a:srgbClr val="4ECA4E"/>
      </a:accent1>
      <a:accent2>
        <a:srgbClr val="339941"/>
      </a:accent2>
      <a:accent3>
        <a:srgbClr val="216E21"/>
      </a:accent3>
      <a:accent4>
        <a:srgbClr val="D4F7D4"/>
      </a:accent4>
      <a:accent5>
        <a:srgbClr val="40B248"/>
      </a:accent5>
      <a:accent6>
        <a:srgbClr val="7AA87A"/>
      </a:accent6>
      <a:hlink>
        <a:srgbClr val="4ECA4E"/>
      </a:hlink>
      <a:folHlink>
        <a:srgbClr val="216E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