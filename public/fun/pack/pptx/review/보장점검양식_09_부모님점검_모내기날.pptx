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어머니 아버지 가입 내역을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401C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401C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401C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401C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C401C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401C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401C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401C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