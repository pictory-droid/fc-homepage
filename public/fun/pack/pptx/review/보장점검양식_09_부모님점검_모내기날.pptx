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어머니 아버지 가입 내역을 적어 둡니다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부모님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moon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97"/>
                      </a:solidFill>
                      <a:prstDash val="solid"/>
                    </a:lnL>
                    <a:lnR w="9525" cap="flat" cmpd="sng" algn="ctr">
                      <a:solidFill>
                        <a:srgbClr val="97ED97"/>
                      </a:solidFill>
                      <a:prstDash val="solid"/>
                    </a:lnR>
                    <a:lnT w="9525" cap="flat" cmpd="sng" algn="ctr">
                      <a:solidFill>
                        <a:srgbClr val="97ED97"/>
                      </a:solidFill>
                      <a:prstDash val="solid"/>
                    </a:lnT>
                    <a:lnB w="9525" cap="flat" cmpd="sng" algn="ctr">
                      <a:solidFill>
                        <a:srgbClr val="97ED97"/>
                      </a:solidFill>
                      <a:prstDash val="solid"/>
                    </a:lnB>
                    <a:solidFill>
                      <a:srgbClr val="97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97"/>
                      </a:solidFill>
                      <a:prstDash val="solid"/>
                    </a:lnL>
                    <a:lnR w="9525" cap="flat" cmpd="sng" algn="ctr">
                      <a:solidFill>
                        <a:srgbClr val="97ED97"/>
                      </a:solidFill>
                      <a:prstDash val="solid"/>
                    </a:lnR>
                    <a:lnT w="9525" cap="flat" cmpd="sng" algn="ctr">
                      <a:solidFill>
                        <a:srgbClr val="97ED97"/>
                      </a:solidFill>
                      <a:prstDash val="solid"/>
                    </a:lnT>
                    <a:lnB w="9525" cap="flat" cmpd="sng" algn="ctr">
                      <a:solidFill>
                        <a:srgbClr val="97ED97"/>
                      </a:solidFill>
                      <a:prstDash val="solid"/>
                    </a:lnB>
                    <a:solidFill>
                      <a:srgbClr val="97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97"/>
                      </a:solidFill>
                      <a:prstDash val="solid"/>
                    </a:lnL>
                    <a:lnR w="9525" cap="flat" cmpd="sng" algn="ctr">
                      <a:solidFill>
                        <a:srgbClr val="97ED97"/>
                      </a:solidFill>
                      <a:prstDash val="solid"/>
                    </a:lnR>
                    <a:lnT w="9525" cap="flat" cmpd="sng" algn="ctr">
                      <a:solidFill>
                        <a:srgbClr val="97ED97"/>
                      </a:solidFill>
                      <a:prstDash val="solid"/>
                    </a:lnT>
                    <a:lnB w="9525" cap="flat" cmpd="sng" algn="ctr">
                      <a:solidFill>
                        <a:srgbClr val="97ED97"/>
                      </a:solidFill>
                      <a:prstDash val="solid"/>
                    </a:lnB>
                    <a:solidFill>
                      <a:srgbClr val="97ED9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927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927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927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927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moon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97"/>
                      </a:solidFill>
                      <a:prstDash val="solid"/>
                    </a:lnL>
                    <a:lnR w="9525" cap="flat" cmpd="sng" algn="ctr">
                      <a:solidFill>
                        <a:srgbClr val="97ED97"/>
                      </a:solidFill>
                      <a:prstDash val="solid"/>
                    </a:lnR>
                    <a:lnT w="9525" cap="flat" cmpd="sng" algn="ctr">
                      <a:solidFill>
                        <a:srgbClr val="97ED97"/>
                      </a:solidFill>
                      <a:prstDash val="solid"/>
                    </a:lnT>
                    <a:lnB w="9525" cap="flat" cmpd="sng" algn="ctr">
                      <a:solidFill>
                        <a:srgbClr val="97ED97"/>
                      </a:solidFill>
                      <a:prstDash val="solid"/>
                    </a:lnB>
                    <a:solidFill>
                      <a:srgbClr val="97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97"/>
                      </a:solidFill>
                      <a:prstDash val="solid"/>
                    </a:lnL>
                    <a:lnR w="9525" cap="flat" cmpd="sng" algn="ctr">
                      <a:solidFill>
                        <a:srgbClr val="97ED97"/>
                      </a:solidFill>
                      <a:prstDash val="solid"/>
                    </a:lnR>
                    <a:lnT w="9525" cap="flat" cmpd="sng" algn="ctr">
                      <a:solidFill>
                        <a:srgbClr val="97ED97"/>
                      </a:solidFill>
                      <a:prstDash val="solid"/>
                    </a:lnT>
                    <a:lnB w="9525" cap="flat" cmpd="sng" algn="ctr">
                      <a:solidFill>
                        <a:srgbClr val="97ED97"/>
                      </a:solidFill>
                      <a:prstDash val="solid"/>
                    </a:lnB>
                    <a:solidFill>
                      <a:srgbClr val="97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97"/>
                      </a:solidFill>
                      <a:prstDash val="solid"/>
                    </a:lnL>
                    <a:lnR w="9525" cap="flat" cmpd="sng" algn="ctr">
                      <a:solidFill>
                        <a:srgbClr val="97ED97"/>
                      </a:solidFill>
                      <a:prstDash val="solid"/>
                    </a:lnR>
                    <a:lnT w="9525" cap="flat" cmpd="sng" algn="ctr">
                      <a:solidFill>
                        <a:srgbClr val="97ED97"/>
                      </a:solidFill>
                      <a:prstDash val="solid"/>
                    </a:lnT>
                    <a:lnB w="9525" cap="flat" cmpd="sng" algn="ctr">
                      <a:solidFill>
                        <a:srgbClr val="97ED97"/>
                      </a:solidFill>
                      <a:prstDash val="solid"/>
                    </a:lnB>
                    <a:solidFill>
                      <a:srgbClr val="97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97"/>
                      </a:solidFill>
                      <a:prstDash val="solid"/>
                    </a:lnL>
                    <a:lnR w="9525" cap="flat" cmpd="sng" algn="ctr">
                      <a:solidFill>
                        <a:srgbClr val="97ED97"/>
                      </a:solidFill>
                      <a:prstDash val="solid"/>
                    </a:lnR>
                    <a:lnT w="9525" cap="flat" cmpd="sng" algn="ctr">
                      <a:solidFill>
                        <a:srgbClr val="97ED97"/>
                      </a:solidFill>
                      <a:prstDash val="solid"/>
                    </a:lnT>
                    <a:lnB w="9525" cap="flat" cmpd="sng" algn="ctr">
                      <a:solidFill>
                        <a:srgbClr val="97ED97"/>
                      </a:solidFill>
                      <a:prstDash val="solid"/>
                    </a:lnB>
                    <a:solidFill>
                      <a:srgbClr val="97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97"/>
                      </a:solidFill>
                      <a:prstDash val="solid"/>
                    </a:lnL>
                    <a:lnR w="9525" cap="flat" cmpd="sng" algn="ctr">
                      <a:solidFill>
                        <a:srgbClr val="97ED97"/>
                      </a:solidFill>
                      <a:prstDash val="solid"/>
                    </a:lnR>
                    <a:lnT w="9525" cap="flat" cmpd="sng" algn="ctr">
                      <a:solidFill>
                        <a:srgbClr val="97ED97"/>
                      </a:solidFill>
                      <a:prstDash val="solid"/>
                    </a:lnT>
                    <a:lnB w="9525" cap="flat" cmpd="sng" algn="ctr">
                      <a:solidFill>
                        <a:srgbClr val="97ED97"/>
                      </a:solidFill>
                      <a:prstDash val="solid"/>
                    </a:lnB>
                    <a:solidFill>
                      <a:srgbClr val="97ED9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moon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97"/>
                      </a:solidFill>
                      <a:prstDash val="solid"/>
                    </a:lnL>
                    <a:lnR w="9525" cap="flat" cmpd="sng" algn="ctr">
                      <a:solidFill>
                        <a:srgbClr val="97ED97"/>
                      </a:solidFill>
                      <a:prstDash val="solid"/>
                    </a:lnR>
                    <a:lnT w="9525" cap="flat" cmpd="sng" algn="ctr">
                      <a:solidFill>
                        <a:srgbClr val="97ED97"/>
                      </a:solidFill>
                      <a:prstDash val="solid"/>
                    </a:lnT>
                    <a:lnB w="9525" cap="flat" cmpd="sng" algn="ctr">
                      <a:solidFill>
                        <a:srgbClr val="97ED97"/>
                      </a:solidFill>
                      <a:prstDash val="solid"/>
                    </a:lnB>
                    <a:solidFill>
                      <a:srgbClr val="97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97"/>
                      </a:solidFill>
                      <a:prstDash val="solid"/>
                    </a:lnL>
                    <a:lnR w="9525" cap="flat" cmpd="sng" algn="ctr">
                      <a:solidFill>
                        <a:srgbClr val="97ED97"/>
                      </a:solidFill>
                      <a:prstDash val="solid"/>
                    </a:lnR>
                    <a:lnT w="9525" cap="flat" cmpd="sng" algn="ctr">
                      <a:solidFill>
                        <a:srgbClr val="97ED97"/>
                      </a:solidFill>
                      <a:prstDash val="solid"/>
                    </a:lnT>
                    <a:lnB w="9525" cap="flat" cmpd="sng" algn="ctr">
                      <a:solidFill>
                        <a:srgbClr val="97ED97"/>
                      </a:solidFill>
                      <a:prstDash val="solid"/>
                    </a:lnB>
                    <a:solidFill>
                      <a:srgbClr val="97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97"/>
                      </a:solidFill>
                      <a:prstDash val="solid"/>
                    </a:lnL>
                    <a:lnR w="9525" cap="flat" cmpd="sng" algn="ctr">
                      <a:solidFill>
                        <a:srgbClr val="97ED97"/>
                      </a:solidFill>
                      <a:prstDash val="solid"/>
                    </a:lnR>
                    <a:lnT w="9525" cap="flat" cmpd="sng" algn="ctr">
                      <a:solidFill>
                        <a:srgbClr val="97ED97"/>
                      </a:solidFill>
                      <a:prstDash val="solid"/>
                    </a:lnT>
                    <a:lnB w="9525" cap="flat" cmpd="sng" algn="ctr">
                      <a:solidFill>
                        <a:srgbClr val="97ED97"/>
                      </a:solidFill>
                      <a:prstDash val="solid"/>
                    </a:lnB>
                    <a:solidFill>
                      <a:srgbClr val="97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97"/>
                      </a:solidFill>
                      <a:prstDash val="solid"/>
                    </a:lnL>
                    <a:lnR w="9525" cap="flat" cmpd="sng" algn="ctr">
                      <a:solidFill>
                        <a:srgbClr val="97ED97"/>
                      </a:solidFill>
                      <a:prstDash val="solid"/>
                    </a:lnR>
                    <a:lnT w="9525" cap="flat" cmpd="sng" algn="ctr">
                      <a:solidFill>
                        <a:srgbClr val="97ED97"/>
                      </a:solidFill>
                      <a:prstDash val="solid"/>
                    </a:lnT>
                    <a:lnB w="9525" cap="flat" cmpd="sng" algn="ctr">
                      <a:solidFill>
                        <a:srgbClr val="97ED97"/>
                      </a:solidFill>
                      <a:prstDash val="solid"/>
                    </a:lnB>
                    <a:solidFill>
                      <a:srgbClr val="97ED9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27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27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27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27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27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27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27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927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moon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6F2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7ED9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927"/>
                </a:solidFill>
              </a:rPr>
              <a:t>월 보험료 합계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6F2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4444898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7ED97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927"/>
                </a:solidFill>
              </a:rPr>
              <a:t>연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6F2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8158276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7ED97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927"/>
                </a:solidFill>
              </a:rPr>
              <a:t>월 소득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18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moon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6F2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7ED9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27"/>
                </a:solidFill>
              </a:rPr>
              <a:t>확인할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6F2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4444898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7ED97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27"/>
                </a:solidFill>
              </a:rPr>
              <a:t>문의할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6F2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8158276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7ED97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27"/>
                </a:solidFill>
              </a:rPr>
              <a:t>정리할 날짜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274927"/>
      </a:dk2>
      <a:lt2>
        <a:srgbClr val="EAFDEA"/>
      </a:lt2>
      <a:accent1>
        <a:srgbClr val="97ED97"/>
      </a:accent1>
      <a:accent2>
        <a:srgbClr val="BAF3D4"/>
      </a:accent2>
      <a:accent3>
        <a:srgbClr val="274927"/>
      </a:accent3>
      <a:accent4>
        <a:srgbClr val="D1FAD1"/>
      </a:accent4>
      <a:accent5>
        <a:srgbClr val="A8F0B6"/>
      </a:accent5>
      <a:accent6>
        <a:srgbClr val="7D927D"/>
      </a:accent6>
      <a:hlink>
        <a:srgbClr val="97ED97"/>
      </a:hlink>
      <a:folHlink>
        <a:srgbClr val="2749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