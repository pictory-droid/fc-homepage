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149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만기가 언제인지 달력에 표시합니다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141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14149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14149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14149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5A7887"/>
                      </a:solidFill>
                      <a:prstDash val="solid"/>
                    </a:lnL>
                    <a:lnR w="9525" cap="flat" cmpd="sng" algn="ctr">
                      <a:solidFill>
                        <a:srgbClr val="5A7887"/>
                      </a:solidFill>
                      <a:prstDash val="solid"/>
                    </a:lnR>
                    <a:lnT w="9525" cap="flat" cmpd="sng" algn="ctr">
                      <a:solidFill>
                        <a:srgbClr val="5A7887"/>
                      </a:solidFill>
                      <a:prstDash val="solid"/>
                    </a:lnT>
                    <a:lnB w="9525" cap="flat" cmpd="sng" algn="ctr">
                      <a:solidFill>
                        <a:srgbClr val="5A7887"/>
                      </a:solidFill>
                      <a:prstDash val="solid"/>
                    </a:lnB>
                    <a:solidFill>
                      <a:srgbClr val="5A788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1414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D9E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E3E8"/>
                      </a:solidFill>
                      <a:prstDash val="solid"/>
                    </a:lnL>
                    <a:lnR w="9525" cap="flat" cmpd="sng" algn="ctr">
                      <a:solidFill>
                        <a:srgbClr val="D9E3E8"/>
                      </a:solidFill>
                      <a:prstDash val="solid"/>
                    </a:lnR>
                    <a:lnT w="9525" cap="flat" cmpd="sng" algn="ctr">
                      <a:solidFill>
                        <a:srgbClr val="D9E3E8"/>
                      </a:solidFill>
                      <a:prstDash val="solid"/>
                    </a:lnT>
                    <a:lnB w="9525" cap="flat" cmpd="sng" algn="ctr">
                      <a:solidFill>
                        <a:srgbClr val="D9E3E8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14149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14149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14149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5875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314149"/>
      </a:dk2>
      <a:lt2>
        <a:srgbClr val="F3F5F7"/>
      </a:lt2>
      <a:accent1>
        <a:srgbClr val="5A7887"/>
      </a:accent1>
      <a:accent2>
        <a:srgbClr val="7A5258"/>
      </a:accent2>
      <a:accent3>
        <a:srgbClr val="314149"/>
      </a:accent3>
      <a:accent4>
        <a:srgbClr val="D9E3E8"/>
      </a:accent4>
      <a:accent5>
        <a:srgbClr val="6A6570"/>
      </a:accent5>
      <a:accent6>
        <a:srgbClr val="838D92"/>
      </a:accent6>
      <a:hlink>
        <a:srgbClr val="5A7887"/>
      </a:hlink>
      <a:folHlink>
        <a:srgbClr val="31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