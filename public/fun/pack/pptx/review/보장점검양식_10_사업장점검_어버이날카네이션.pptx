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43219" y="918971"/>
            <a:ext cx="905256" cy="905256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5174132" y="1602028"/>
            <a:ext cx="526694" cy="526694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6540246" y="1585569"/>
            <a:ext cx="493775" cy="493775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A1F2E"/>
                </a:solidFill>
              </a:rPr>
              <a:t>우리 보험 점검 시간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A1F2E"/>
                </a:solidFill>
              </a:rPr>
              <a:t>부모님 보험도 함께 살펴보는 날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점검 대상 현황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822960" y="1554480"/>
          <a:ext cx="1054577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72887"/>
                <a:gridCol w="527288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A1F2E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A1F2E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A1F2E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A1F2E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가입한 보험 목록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822960" y="1554480"/>
          <a:ext cx="1054577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76753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보장 항목 체크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822960" y="1554480"/>
          <a:ext cx="1054577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296058"/>
                <a:gridCol w="2296058"/>
                <a:gridCol w="229605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A1F2E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A1F2E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A1F2E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A1F2E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A1F2E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A1F2E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A1F2E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A1F2E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월 보험료 한눈에</a:t>
            </a:r>
          </a:p>
        </p:txBody>
      </p:sp>
      <p:sp>
        <p:nvSpPr>
          <p:cNvPr id="8" name="카드 1"/>
          <p:cNvSpPr/>
          <p:nvPr/>
        </p:nvSpPr>
        <p:spPr>
          <a:xfrm>
            <a:off x="822960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A1F2E"/>
                </a:solidFill>
              </a:rPr>
              <a:t>월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2"/>
          <p:cNvSpPr/>
          <p:nvPr/>
        </p:nvSpPr>
        <p:spPr>
          <a:xfrm>
            <a:off x="4414418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A1F2E"/>
                </a:solidFill>
              </a:rPr>
              <a:t>연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1578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6" name="카드 3"/>
          <p:cNvSpPr/>
          <p:nvPr/>
        </p:nvSpPr>
        <p:spPr>
          <a:xfrm>
            <a:off x="8005876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A1F2E"/>
                </a:solidFill>
              </a:rPr>
              <a:t>월 소득 대비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3036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0" name="안내"/>
          <p:cNvSpPr txBox="1"/>
          <p:nvPr/>
        </p:nvSpPr>
        <p:spPr>
          <a:xfrm>
            <a:off x="822960" y="4663440"/>
            <a:ext cx="1054577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점검 메모와 다음 할 일</a:t>
            </a:r>
          </a:p>
        </p:txBody>
      </p:sp>
      <p:sp>
        <p:nvSpPr>
          <p:cNvPr id="8" name="카드 1"/>
          <p:cNvSpPr/>
          <p:nvPr/>
        </p:nvSpPr>
        <p:spPr>
          <a:xfrm>
            <a:off x="822960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확인할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414418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문의할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1578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05876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정리할 날짜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3036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안내 문구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7A1F2E"/>
      </a:dk2>
      <a:lt2>
        <a:srgbClr val="FBEFF1"/>
      </a:lt2>
      <a:accent1>
        <a:srgbClr val="CC334D"/>
      </a:accent1>
      <a:accent2>
        <a:srgbClr val="3B9158"/>
      </a:accent2>
      <a:accent3>
        <a:srgbClr val="7A1F2E"/>
      </a:accent3>
      <a:accent4>
        <a:srgbClr val="F4CDD3"/>
      </a:accent4>
      <a:accent5>
        <a:srgbClr val="846252"/>
      </a:accent5>
      <a:accent6>
        <a:srgbClr val="AF7982"/>
      </a:accent6>
      <a:hlink>
        <a:srgbClr val="CC334D"/>
      </a:hlink>
      <a:folHlink>
        <a:srgbClr val="7A1F2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