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955715">
            <a:off x="10490581" y="58104"/>
            <a:ext cx="625295" cy="62529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731227">
            <a:off x="9548851" y="784861"/>
            <a:ext cx="445188" cy="445188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428051">
            <a:off x="11593532" y="1251537"/>
            <a:ext cx="504151" cy="504151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278407">
            <a:off x="10912915" y="1555855"/>
            <a:ext cx="778010" cy="778010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36806">
            <a:off x="9367197" y="1039358"/>
            <a:ext cx="408304" cy="408304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8463">
            <a:off x="10723401" y="2189665"/>
            <a:ext cx="673043" cy="673043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보험 점검 시간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도서관처럼 조용히 집중해서 점검해요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대상 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4592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261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261A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261A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261A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가입한 보험 목록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4592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보장 항목 체크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4592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261A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월 보험료 한눈에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7261A"/>
                </a:solidFill>
              </a:rPr>
              <a:t>월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4" name="카드 2"/>
          <p:cNvSpPr/>
          <p:nvPr/>
        </p:nvSpPr>
        <p:spPr>
          <a:xfrm>
            <a:off x="4353458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7261A"/>
                </a:solidFill>
              </a:rPr>
              <a:t>연 보험료 합계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7261A"/>
                </a:solidFill>
              </a:rPr>
              <a:t>월 소득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2" name="안내"/>
          <p:cNvSpPr txBox="1"/>
          <p:nvPr/>
        </p:nvSpPr>
        <p:spPr>
          <a:xfrm>
            <a:off x="640080" y="475488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메모와 다음 할 일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확인할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353458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문의할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정리할 날짜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2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37261A"/>
      </a:dk2>
      <a:lt2>
        <a:srgbClr val="F8F4F1"/>
      </a:lt2>
      <a:accent1>
        <a:srgbClr val="765037"/>
      </a:accent1>
      <a:accent2>
        <a:srgbClr val="418B83"/>
      </a:accent2>
      <a:accent3>
        <a:srgbClr val="37261A"/>
      </a:accent3>
      <a:accent4>
        <a:srgbClr val="EDDED4"/>
      </a:accent4>
      <a:accent5>
        <a:srgbClr val="5C6E5D"/>
      </a:accent5>
      <a:accent6>
        <a:srgbClr val="877D76"/>
      </a:accent6>
      <a:hlink>
        <a:srgbClr val="765037"/>
      </a:hlink>
      <a:folHlink>
        <a:srgbClr val="3726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