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827349" y="2057400"/>
            <a:ext cx="1463003" cy="4800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412269" y="1577339"/>
            <a:ext cx="1463003" cy="52806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997190" y="1097279"/>
            <a:ext cx="1463003" cy="5760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AEE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부부가 각자 든 보험을 나란히 적어 봅니다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부부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F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F27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F27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F27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D397"/>
                      </a:solidFill>
                      <a:prstDash val="solid"/>
                    </a:lnL>
                    <a:lnR w="9525" cap="flat" cmpd="sng" algn="ctr">
                      <a:solidFill>
                        <a:srgbClr val="EDD397"/>
                      </a:solidFill>
                      <a:prstDash val="solid"/>
                    </a:lnR>
                    <a:lnT w="9525" cap="flat" cmpd="sng" algn="ctr">
                      <a:solidFill>
                        <a:srgbClr val="EDD397"/>
                      </a:solidFill>
                      <a:prstDash val="solid"/>
                    </a:lnT>
                    <a:lnB w="9525" cap="flat" cmpd="sng" algn="ctr">
                      <a:solidFill>
                        <a:srgbClr val="EDD397"/>
                      </a:solidFill>
                      <a:prstDash val="solid"/>
                    </a:lnB>
                    <a:solidFill>
                      <a:srgbClr val="EDD39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F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F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F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F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F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F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F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F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D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2706624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F27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D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4353458" y="1892807"/>
            <a:ext cx="54864" cy="2706624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F27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D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8066836" y="1892807"/>
            <a:ext cx="54864" cy="2706624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F27"/>
                </a:solidFill>
              </a:rPr>
              <a:t>월 소득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21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4000"/>
            </a:avLst>
          </a:prstGeom>
          <a:solidFill>
            <a:srgbClr val="FD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3712463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4000"/>
            </a:avLst>
          </a:prstGeom>
          <a:solidFill>
            <a:srgbClr val="FD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4353458" y="1892807"/>
            <a:ext cx="54864" cy="3712463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4000"/>
            </a:avLst>
          </a:prstGeom>
          <a:solidFill>
            <a:srgbClr val="FD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8066836" y="1892807"/>
            <a:ext cx="54864" cy="3712463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EDD3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F27"/>
                </a:solidFill>
              </a:rPr>
              <a:t>정리할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21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493F27"/>
      </a:dk2>
      <a:lt2>
        <a:srgbClr val="FDF7EA"/>
      </a:lt2>
      <a:accent1>
        <a:srgbClr val="EDD397"/>
      </a:accent1>
      <a:accent2>
        <a:srgbClr val="E9F3BA"/>
      </a:accent2>
      <a:accent3>
        <a:srgbClr val="493F27"/>
      </a:accent3>
      <a:accent4>
        <a:srgbClr val="FAEED1"/>
      </a:accent4>
      <a:accent5>
        <a:srgbClr val="EBE3A8"/>
      </a:accent5>
      <a:accent6>
        <a:srgbClr val="928C7D"/>
      </a:accent6>
      <a:hlink>
        <a:srgbClr val="EDD397"/>
      </a:hlink>
      <a:folHlink>
        <a:srgbClr val="493F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