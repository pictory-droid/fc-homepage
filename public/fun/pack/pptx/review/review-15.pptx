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7347F"/>
                </a:solidFill>
              </a:rPr>
              <a:t>우리 보험 점검 시간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한 송이씩 모은 가입 내역을 한 다발로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점검 대상 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5544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7347F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7347F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7347F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7347F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가입한 보험 목록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5544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보장 항목 체크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5544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월 보험료 한눈에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7347F"/>
                </a:solidFill>
              </a:rPr>
              <a:t>월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7347F"/>
                </a:solidFill>
              </a:rPr>
              <a:t>연 보험료 합계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7347F"/>
                </a:solidFill>
              </a:rPr>
              <a:t>월 소득 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8" name="안내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점검 메모와 다음 할 일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확인할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문의할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정리할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안내 문구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47347F"/>
      </a:dk2>
      <a:lt2>
        <a:srgbClr val="F3F1F9"/>
      </a:lt2>
      <a:accent1>
        <a:srgbClr val="745CBC"/>
      </a:accent1>
      <a:accent2>
        <a:srgbClr val="917B3B"/>
      </a:accent2>
      <a:accent3>
        <a:srgbClr val="47347F"/>
      </a:accent3>
      <a:accent4>
        <a:srgbClr val="D9D2EF"/>
      </a:accent4>
      <a:accent5>
        <a:srgbClr val="826C7C"/>
      </a:accent5>
      <a:accent6>
        <a:srgbClr val="9185B2"/>
      </a:accent6>
      <a:hlink>
        <a:srgbClr val="745CBC"/>
      </a:hlink>
      <a:folHlink>
        <a:srgbClr val="47347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