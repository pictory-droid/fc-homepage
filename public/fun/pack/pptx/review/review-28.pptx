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15309" y="5720942"/>
            <a:ext cx="378565" cy="37856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8733" y="4250576"/>
            <a:ext cx="266570" cy="26657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30401" y="6174481"/>
            <a:ext cx="323198" cy="323198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189381" y="4737459"/>
            <a:ext cx="474992" cy="474992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631657" y="5272314"/>
            <a:ext cx="388548" cy="388548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656993" y="4712558"/>
            <a:ext cx="498682" cy="498682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90457" y="4791664"/>
            <a:ext cx="261803" cy="261803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81416" y="5118979"/>
            <a:ext cx="330386" cy="330386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609402" y="3885044"/>
            <a:ext cx="463289" cy="463289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46986" y="3779005"/>
            <a:ext cx="483178" cy="483178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232661" y="5755658"/>
            <a:ext cx="237791" cy="23779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잘 익은 감처럼 한 해 점검을 마무리해요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914400" y="1600200"/>
          <a:ext cx="1063721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3F13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3F13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3F13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5292" y="1040434"/>
            <a:ext cx="154230" cy="15423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634835" y="441396"/>
            <a:ext cx="108602" cy="108602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95144" y="1225209"/>
            <a:ext cx="131673" cy="131673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85840" y="639755"/>
            <a:ext cx="193515" cy="193515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866026" y="857660"/>
            <a:ext cx="158297" cy="15829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83756" y="629611"/>
            <a:ext cx="203166" cy="203166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64056" y="661839"/>
            <a:ext cx="106660" cy="10666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60373" y="795190"/>
            <a:ext cx="134601" cy="134601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4367" y="292475"/>
            <a:ext cx="188747" cy="188747"/>
          </a:xfrm>
          <a:prstGeom prst="ellipse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09308" y="249274"/>
            <a:ext cx="196850" cy="19685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110880" y="1054578"/>
            <a:ext cx="96877" cy="96877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