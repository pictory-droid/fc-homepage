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22D24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22D24"/>
                </a:solidFill>
              </a:rPr>
              <a:t>가족 건강 이야기를 하면서 점검합니다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22D24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22D24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22D24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22D24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855A47"/>
                      </a:solidFill>
                      <a:prstDash val="solid"/>
                    </a:lnL>
                    <a:lnR w="9525" cap="flat" cmpd="sng" algn="ctr">
                      <a:solidFill>
                        <a:srgbClr val="855A47"/>
                      </a:solidFill>
                      <a:prstDash val="solid"/>
                    </a:lnR>
                    <a:lnT w="9525" cap="flat" cmpd="sng" algn="ctr">
                      <a:solidFill>
                        <a:srgbClr val="855A47"/>
                      </a:solidFill>
                      <a:prstDash val="solid"/>
                    </a:lnT>
                    <a:lnB w="9525" cap="flat" cmpd="sng" algn="ctr">
                      <a:solidFill>
                        <a:srgbClr val="855A47"/>
                      </a:solidFill>
                      <a:prstDash val="solid"/>
                    </a:lnB>
                    <a:solidFill>
                      <a:srgbClr val="855A4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22D24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EBDC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DCD6"/>
                      </a:solidFill>
                      <a:prstDash val="solid"/>
                    </a:lnL>
                    <a:lnR w="9525" cap="flat" cmpd="sng" algn="ctr">
                      <a:solidFill>
                        <a:srgbClr val="EBDCD6"/>
                      </a:solidFill>
                      <a:prstDash val="solid"/>
                    </a:lnR>
                    <a:lnT w="9525" cap="flat" cmpd="sng" algn="ctr">
                      <a:solidFill>
                        <a:srgbClr val="EBDCD6"/>
                      </a:solidFill>
                      <a:prstDash val="solid"/>
                    </a:lnT>
                    <a:lnB w="9525" cap="flat" cmpd="sng" algn="ctr">
                      <a:solidFill>
                        <a:srgbClr val="EBDCD6"/>
                      </a:solidFill>
                      <a:prstDash val="solid"/>
                    </a:lnB>
                    <a:solidFill>
                      <a:srgbClr val="F8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22D24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22D24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22D24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22D24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8F4F2"/>
          </a:solidFill>
          <a:ln w="15875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855A47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22D24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422D24"/>
      </a:dk2>
      <a:lt2>
        <a:srgbClr val="F8F4F2"/>
      </a:lt2>
      <a:accent1>
        <a:srgbClr val="855A47"/>
      </a:accent1>
      <a:accent2>
        <a:srgbClr val="478578"/>
      </a:accent2>
      <a:accent3>
        <a:srgbClr val="422D24"/>
      </a:accent3>
      <a:accent4>
        <a:srgbClr val="EBDCD6"/>
      </a:accent4>
      <a:accent5>
        <a:srgbClr val="667060"/>
      </a:accent5>
      <a:accent6>
        <a:srgbClr val="8E817C"/>
      </a:accent6>
      <a:hlink>
        <a:srgbClr val="855A47"/>
      </a:hlink>
      <a:folHlink>
        <a:srgbClr val="422D24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