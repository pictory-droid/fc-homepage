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가족 건강 이야기를 하면서 점검합니다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가족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1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12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127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127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1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270662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127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270662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127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2706624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127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712463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3712463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3712463"/>
          </a:xfrm>
          <a:prstGeom prst="rect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D0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93127"/>
      </a:dk2>
      <a:lt2>
        <a:srgbClr val="FBF1EC"/>
      </a:lt2>
      <a:accent1>
        <a:srgbClr val="D89579"/>
      </a:accent1>
      <a:accent2>
        <a:srgbClr val="E1D098"/>
      </a:accent2>
      <a:accent3>
        <a:srgbClr val="493127"/>
      </a:accent3>
      <a:accent4>
        <a:srgbClr val="F6DFD5"/>
      </a:accent4>
      <a:accent5>
        <a:srgbClr val="DCB288"/>
      </a:accent5>
      <a:accent6>
        <a:srgbClr val="92837D"/>
      </a:accent6>
      <a:hlink>
        <a:srgbClr val="D89579"/>
      </a:hlink>
      <a:folHlink>
        <a:srgbClr val="493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