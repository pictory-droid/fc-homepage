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94660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아이가 크면서 바뀐 것을 확인합니다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9466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94660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94660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94660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94660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94660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94660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394660"/>
      </a:dk2>
      <a:lt2>
        <a:srgbClr val="F2F4F7"/>
      </a:lt2>
      <a:accent1>
        <a:srgbClr val="5E74A1"/>
      </a:accent1>
      <a:accent2>
        <a:srgbClr val="81544B"/>
      </a:accent2>
      <a:accent3>
        <a:srgbClr val="394660"/>
      </a:accent3>
      <a:accent4>
        <a:srgbClr val="D7DDEA"/>
      </a:accent4>
      <a:accent5>
        <a:srgbClr val="706476"/>
      </a:accent5>
      <a:accent6>
        <a:srgbClr val="8890A0"/>
      </a:accent6>
      <a:hlink>
        <a:srgbClr val="5E74A1"/>
      </a:hlink>
      <a:folHlink>
        <a:srgbClr val="39466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