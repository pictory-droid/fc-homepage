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가입한 보험을 한자리에 모아 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본인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hear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5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5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5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5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hear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hear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5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5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5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5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5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5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5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5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hear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D97BB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5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D97BB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5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D97BB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5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hear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D97BB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5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D97BB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5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D97BB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5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492735"/>
      </a:dk2>
      <a:lt2>
        <a:srgbClr val="FDEAF2"/>
      </a:lt2>
      <a:accent1>
        <a:srgbClr val="ED97BB"/>
      </a:accent1>
      <a:accent2>
        <a:srgbClr val="F3BCBA"/>
      </a:accent2>
      <a:accent3>
        <a:srgbClr val="492735"/>
      </a:accent3>
      <a:accent4>
        <a:srgbClr val="FAD1E2"/>
      </a:accent4>
      <a:accent5>
        <a:srgbClr val="F0AABA"/>
      </a:accent5>
      <a:accent6>
        <a:srgbClr val="927D86"/>
      </a:accent6>
      <a:hlink>
        <a:srgbClr val="ED97BB"/>
      </a:hlink>
      <a:folHlink>
        <a:srgbClr val="49273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