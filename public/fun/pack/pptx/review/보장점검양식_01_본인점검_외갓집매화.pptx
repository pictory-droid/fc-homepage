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6F1F41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F1F41"/>
                </a:solidFill>
              </a:rPr>
              <a:t>가입한 보험을 한자리에 모아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F1F4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F1F41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F1F41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F1F41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F1F41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F1F41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F1F41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F1F41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F1F41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F1F41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F1F41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F1F41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3F7"/>
          </a:solidFill>
          <a:ln w="15875">
            <a:solidFill>
              <a:srgbClr val="F7D4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D4C8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F1F41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3F7"/>
          </a:solidFill>
          <a:ln w="15875">
            <a:solidFill>
              <a:srgbClr val="F7D4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D4C8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F1F41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3F7"/>
          </a:solidFill>
          <a:ln w="15875">
            <a:solidFill>
              <a:srgbClr val="F7D4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D4C8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F1F41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CF3F7"/>
          </a:solidFill>
          <a:ln w="15875">
            <a:solidFill>
              <a:srgbClr val="F7D4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D4C8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F1F41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CF3F7"/>
          </a:solidFill>
          <a:ln w="15875">
            <a:solidFill>
              <a:srgbClr val="F7D4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D4C8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F1F41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CF3F7"/>
          </a:solidFill>
          <a:ln w="15875">
            <a:solidFill>
              <a:srgbClr val="F7D4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D4C8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F1F41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6F1F41"/>
      </a:dk2>
      <a:lt2>
        <a:srgbClr val="FCF3F7"/>
      </a:lt2>
      <a:accent1>
        <a:srgbClr val="CD4C82"/>
      </a:accent1>
      <a:accent2>
        <a:srgbClr val="339941"/>
      </a:accent2>
      <a:accent3>
        <a:srgbClr val="6F1F41"/>
      </a:accent3>
      <a:accent4>
        <a:srgbClr val="F7D4E3"/>
      </a:accent4>
      <a:accent5>
        <a:srgbClr val="807262"/>
      </a:accent5>
      <a:accent6>
        <a:srgbClr val="A9798D"/>
      </a:accent6>
      <a:hlink>
        <a:srgbClr val="CD4C82"/>
      </a:hlink>
      <a:folHlink>
        <a:srgbClr val="6F1F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