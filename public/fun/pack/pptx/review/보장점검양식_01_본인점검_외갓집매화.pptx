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42F4C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2F4C"/>
                </a:solidFill>
              </a:rPr>
              <a:t>가입한 보험을 한자리에 모아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42F4C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42F4C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42F4C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42F4C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2F4C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2F4C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2F4C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2F4C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2F4C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2F4C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2F4C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42F4C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5875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42F4C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5875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42F4C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5875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42F4C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5875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5875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5875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742F4C"/>
      </a:dk2>
      <a:lt2>
        <a:srgbClr val="F9F1F4"/>
      </a:lt2>
      <a:accent1>
        <a:srgbClr val="B8517C"/>
      </a:accent1>
      <a:accent2>
        <a:srgbClr val="3B9142"/>
      </a:accent2>
      <a:accent3>
        <a:srgbClr val="742F4C"/>
      </a:accent3>
      <a:accent4>
        <a:srgbClr val="EFD2DE"/>
      </a:accent4>
      <a:accent5>
        <a:srgbClr val="7A715F"/>
      </a:accent5>
      <a:accent6>
        <a:srgbClr val="AC8294"/>
      </a:accent6>
      <a:hlink>
        <a:srgbClr val="B8517C"/>
      </a:hlink>
      <a:folHlink>
        <a:srgbClr val="742F4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