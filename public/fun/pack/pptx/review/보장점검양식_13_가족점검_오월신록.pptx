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우리 보험 점검 시간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신록처럼 싱그러운 마음으로 다시 보기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77240" y="1554480"/>
          <a:ext cx="1063721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2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2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21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3D21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3D2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21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21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3D21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