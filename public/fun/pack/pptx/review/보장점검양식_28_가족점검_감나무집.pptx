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3154680"/>
          </a:xfrm>
          <a:prstGeom prst="rect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778020" y="1965960"/>
            <a:ext cx="2377440" cy="2377440"/>
          </a:xfrm>
          <a:prstGeom prst="ellipse">
            <a:avLst/>
          </a:prstGeom>
          <a:solidFill>
            <a:srgbClr val="A67E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3657600"/>
            <a:ext cx="7315017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114800"/>
            <a:ext cx="7315017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5394960"/>
            <a:ext cx="731501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자녀 학교와 나이도 함께 적어 둡니다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6263640"/>
            <a:ext cx="731501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가족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7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727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727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727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7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7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7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7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7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7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7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7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727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727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727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60020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06324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60020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06324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493727"/>
      </a:dk2>
      <a:lt2>
        <a:srgbClr val="FBF3EC"/>
      </a:lt2>
      <a:accent1>
        <a:srgbClr val="D8A579"/>
      </a:accent1>
      <a:accent2>
        <a:srgbClr val="E1DC98"/>
      </a:accent2>
      <a:accent3>
        <a:srgbClr val="493727"/>
      </a:accent3>
      <a:accent4>
        <a:srgbClr val="F6E4D5"/>
      </a:accent4>
      <a:accent5>
        <a:srgbClr val="DCC088"/>
      </a:accent5>
      <a:accent6>
        <a:srgbClr val="92877D"/>
      </a:accent6>
      <a:hlink>
        <a:srgbClr val="D8A579"/>
      </a:hlink>
      <a:folHlink>
        <a:srgbClr val="4937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