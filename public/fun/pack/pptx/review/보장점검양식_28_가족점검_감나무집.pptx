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23F13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3F13"/>
                </a:solidFill>
              </a:rPr>
              <a:t>자녀 학교와 나이도 함께 적어 둡니다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가족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점검 대상 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914400" y="1600200"/>
          <a:ext cx="10637212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엄마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자녀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23F13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23F13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23F13"/>
                          </a:solidFill>
                        </a:rPr>
                        <a:t>직업·학교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23F13"/>
                          </a:solidFill>
                        </a:rPr>
                        <a:t>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가입한 보험 목록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914400" y="1600200"/>
          <a:ext cx="1063721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85897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보장 항목 체크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914400" y="1600200"/>
          <a:ext cx="1063721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326538"/>
                <a:gridCol w="2326538"/>
                <a:gridCol w="232653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3F13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3F13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3F13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3F13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3F13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3F13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3F13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3F13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월 보험료 한눈에</a:t>
            </a:r>
          </a:p>
        </p:txBody>
      </p:sp>
      <p:sp>
        <p:nvSpPr>
          <p:cNvPr id="5" name="카드 1"/>
          <p:cNvSpPr/>
          <p:nvPr/>
        </p:nvSpPr>
        <p:spPr>
          <a:xfrm>
            <a:off x="914400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5875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23F13"/>
                </a:solidFill>
              </a:rPr>
              <a:t>월 보험료 합계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9" name="카드 2"/>
          <p:cNvSpPr/>
          <p:nvPr/>
        </p:nvSpPr>
        <p:spPr>
          <a:xfrm>
            <a:off x="4536338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5875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719218" y="178308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498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23F13"/>
                </a:solidFill>
              </a:rPr>
              <a:t>연 보험료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3" name="카드 3"/>
          <p:cNvSpPr/>
          <p:nvPr/>
        </p:nvSpPr>
        <p:spPr>
          <a:xfrm>
            <a:off x="8158276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5875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341156" y="178308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5436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23F13"/>
                </a:solidFill>
              </a:rPr>
              <a:t>월 소득 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7" name="안내"/>
          <p:cNvSpPr txBox="1"/>
          <p:nvPr/>
        </p:nvSpPr>
        <p:spPr>
          <a:xfrm>
            <a:off x="914400" y="4709160"/>
            <a:ext cx="1063721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점검 메모와 다음 할 일</a:t>
            </a:r>
          </a:p>
        </p:txBody>
      </p:sp>
      <p:sp>
        <p:nvSpPr>
          <p:cNvPr id="5" name="카드 1"/>
          <p:cNvSpPr/>
          <p:nvPr/>
        </p:nvSpPr>
        <p:spPr>
          <a:xfrm>
            <a:off x="914400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5875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확인할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536338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5875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719218" y="178308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498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문의할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158276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5875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341156" y="178308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5436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정리할 날짜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914400" y="5852160"/>
            <a:ext cx="1063721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가족 점검)">
  <a:themeElements>
    <a:clrScheme name="Office">
      <a:dk1>
        <a:sysClr val="windowText" lastClr="000000"/>
      </a:dk1>
      <a:lt1>
        <a:sysClr val="window" lastClr="FFFFFF"/>
      </a:lt1>
      <a:dk2>
        <a:srgbClr val="723F13"/>
      </a:dk2>
      <a:lt2>
        <a:srgbClr val="FCF4ED"/>
      </a:lt2>
      <a:accent1>
        <a:srgbClr val="CA7021"/>
      </a:accent1>
      <a:accent2>
        <a:srgbClr val="3B918E"/>
      </a:accent2>
      <a:accent3>
        <a:srgbClr val="723F13"/>
      </a:accent3>
      <a:accent4>
        <a:srgbClr val="F8DFC9"/>
      </a:accent4>
      <a:accent5>
        <a:srgbClr val="828058"/>
      </a:accent5>
      <a:accent6>
        <a:srgbClr val="AA8C71"/>
      </a:accent6>
      <a:hlink>
        <a:srgbClr val="CA7021"/>
      </a:hlink>
      <a:folHlink>
        <a:srgbClr val="723F1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