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3F13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자녀 학교와 나이도 함께 적어 둡니다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3F13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3F13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3F13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23F13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3F13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23F13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23F13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23F13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914400" y="470916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16052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914400" y="585216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723F13"/>
      </a:dk2>
      <a:lt2>
        <a:srgbClr val="FCF4ED"/>
      </a:lt2>
      <a:accent1>
        <a:srgbClr val="CA7021"/>
      </a:accent1>
      <a:accent2>
        <a:srgbClr val="3B918E"/>
      </a:accent2>
      <a:accent3>
        <a:srgbClr val="723F13"/>
      </a:accent3>
      <a:accent4>
        <a:srgbClr val="F8DFC9"/>
      </a:accent4>
      <a:accent5>
        <a:srgbClr val="828058"/>
      </a:accent5>
      <a:accent6>
        <a:srgbClr val="AA8C71"/>
      </a:accent6>
      <a:hlink>
        <a:srgbClr val="CA7021"/>
      </a:hlink>
      <a:folHlink>
        <a:srgbClr val="723F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