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연말 전에 갱신일부터 확인합니다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5326A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15CA0"/>
                      </a:solidFill>
                      <a:prstDash val="solid"/>
                    </a:lnL>
                    <a:lnR w="9525" cap="flat" cmpd="sng" algn="ctr">
                      <a:solidFill>
                        <a:srgbClr val="C15CA0"/>
                      </a:solidFill>
                      <a:prstDash val="solid"/>
                    </a:lnR>
                    <a:lnT w="9525" cap="flat" cmpd="sng" algn="ctr">
                      <a:solidFill>
                        <a:srgbClr val="C15CA0"/>
                      </a:solidFill>
                      <a:prstDash val="solid"/>
                    </a:lnT>
                    <a:lnB w="9525" cap="flat" cmpd="sng" algn="ctr">
                      <a:solidFill>
                        <a:srgbClr val="C15CA0"/>
                      </a:solidFill>
                      <a:prstDash val="solid"/>
                    </a:lnB>
                    <a:solidFill>
                      <a:srgbClr val="C15CA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5326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0D1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0D1E5"/>
                      </a:solidFill>
                      <a:prstDash val="solid"/>
                    </a:lnL>
                    <a:lnR w="9525" cap="flat" cmpd="sng" algn="ctr">
                      <a:solidFill>
                        <a:srgbClr val="F0D1E5"/>
                      </a:solidFill>
                      <a:prstDash val="solid"/>
                    </a:lnR>
                    <a:lnT w="9525" cap="flat" cmpd="sng" algn="ctr">
                      <a:solidFill>
                        <a:srgbClr val="F0D1E5"/>
                      </a:solidFill>
                      <a:prstDash val="solid"/>
                    </a:lnT>
                    <a:lnB w="9525" cap="flat" cmpd="sng" algn="ctr">
                      <a:solidFill>
                        <a:srgbClr val="F0D1E5"/>
                      </a:solidFill>
                      <a:prstDash val="solid"/>
                    </a:lnB>
                    <a:solidFill>
                      <a:srgbClr val="F9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5326A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5875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