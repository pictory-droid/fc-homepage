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85326A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연말 전에 갱신일부터 확인합니다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본인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직업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가족 구성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85326A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85326A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85326A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85326A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9F0F6"/>
          </a:solidFill>
          <a:ln w="15875">
            <a:solidFill>
              <a:srgbClr val="F0D1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C15CA0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85326A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본인 점검)">
  <a:themeElements>
    <a:clrScheme name="Office">
      <a:dk1>
        <a:sysClr val="windowText" lastClr="000000"/>
      </a:dk1>
      <a:lt1>
        <a:sysClr val="window" lastClr="FFFFFF"/>
      </a:lt1>
      <a:dk2>
        <a:srgbClr val="85326A"/>
      </a:dk2>
      <a:lt2>
        <a:srgbClr val="F9F0F6"/>
      </a:lt2>
      <a:accent1>
        <a:srgbClr val="C15CA0"/>
      </a:accent1>
      <a:accent2>
        <a:srgbClr val="49913B"/>
      </a:accent2>
      <a:accent3>
        <a:srgbClr val="85326A"/>
      </a:accent3>
      <a:accent4>
        <a:srgbClr val="F0D1E5"/>
      </a:accent4>
      <a:accent5>
        <a:srgbClr val="85766E"/>
      </a:accent5>
      <a:accent6>
        <a:srgbClr val="B684A6"/>
      </a:accent6>
      <a:hlink>
        <a:srgbClr val="C15CA0"/>
      </a:hlink>
      <a:folHlink>
        <a:srgbClr val="85326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