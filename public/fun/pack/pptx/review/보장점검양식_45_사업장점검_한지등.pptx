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C5D27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C5D27"/>
                </a:solidFill>
              </a:rPr>
              <a:t>연말정산 전에 서류를 모읍니다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사업장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C5D27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C5D27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C5D27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C5D27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C5D27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C5D27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C5D27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C5D27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C5D27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C5D27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C5D27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C5D27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C5D27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C5D27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C5D27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7C5D27"/>
      </a:dk2>
      <a:lt2>
        <a:srgbClr val="FAF6EF"/>
      </a:lt2>
      <a:accent1>
        <a:srgbClr val="C49645"/>
      </a:accent1>
      <a:accent2>
        <a:srgbClr val="3B8591"/>
      </a:accent2>
      <a:accent3>
        <a:srgbClr val="7C5D27"/>
      </a:accent3>
      <a:accent4>
        <a:srgbClr val="F2E5CF"/>
      </a:accent4>
      <a:accent5>
        <a:srgbClr val="808E6B"/>
      </a:accent5>
      <a:accent6>
        <a:srgbClr val="B09E7D"/>
      </a:accent6>
      <a:hlink>
        <a:srgbClr val="C49645"/>
      </a:hlink>
      <a:folHlink>
        <a:srgbClr val="7C5D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