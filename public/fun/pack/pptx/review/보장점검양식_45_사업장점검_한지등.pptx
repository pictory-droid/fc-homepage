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C5D27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C5D27"/>
                </a:solidFill>
              </a:rPr>
              <a:t>연말정산 전에 서류를 모읍니다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사업장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C5D27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C5D27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C5D27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7C5D27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49645"/>
                      </a:solidFill>
                      <a:prstDash val="solid"/>
                    </a:lnL>
                    <a:lnR w="9525" cap="flat" cmpd="sng" algn="ctr">
                      <a:solidFill>
                        <a:srgbClr val="C49645"/>
                      </a:solidFill>
                      <a:prstDash val="solid"/>
                    </a:lnR>
                    <a:lnT w="9525" cap="flat" cmpd="sng" algn="ctr">
                      <a:solidFill>
                        <a:srgbClr val="C49645"/>
                      </a:solidFill>
                      <a:prstDash val="solid"/>
                    </a:lnT>
                    <a:lnB w="9525" cap="flat" cmpd="sng" algn="ctr">
                      <a:solidFill>
                        <a:srgbClr val="C49645"/>
                      </a:solidFill>
                      <a:prstDash val="solid"/>
                    </a:lnB>
                    <a:solidFill>
                      <a:srgbClr val="C49645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C5D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2E5C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2E5CF"/>
                      </a:solidFill>
                      <a:prstDash val="solid"/>
                    </a:lnL>
                    <a:lnR w="9525" cap="flat" cmpd="sng" algn="ctr">
                      <a:solidFill>
                        <a:srgbClr val="F2E5CF"/>
                      </a:solidFill>
                      <a:prstDash val="solid"/>
                    </a:lnR>
                    <a:lnT w="9525" cap="flat" cmpd="sng" algn="ctr">
                      <a:solidFill>
                        <a:srgbClr val="F2E5CF"/>
                      </a:solidFill>
                      <a:prstDash val="solid"/>
                    </a:lnT>
                    <a:lnB w="9525" cap="flat" cmpd="sng" algn="ctr">
                      <a:solidFill>
                        <a:srgbClr val="F2E5CF"/>
                      </a:solidFill>
                      <a:prstDash val="solid"/>
                    </a:lnB>
                    <a:solidFill>
                      <a:srgbClr val="FAF6E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C5D27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C5D27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7C5D27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496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3B859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C5D27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AF6EF"/>
          </a:solidFill>
          <a:ln w="15875">
            <a:solidFill>
              <a:srgbClr val="F2E5C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C4964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C5D27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7C5D27"/>
      </a:dk2>
      <a:lt2>
        <a:srgbClr val="FAF6EF"/>
      </a:lt2>
      <a:accent1>
        <a:srgbClr val="C49645"/>
      </a:accent1>
      <a:accent2>
        <a:srgbClr val="3B8591"/>
      </a:accent2>
      <a:accent3>
        <a:srgbClr val="7C5D27"/>
      </a:accent3>
      <a:accent4>
        <a:srgbClr val="F2E5CF"/>
      </a:accent4>
      <a:accent5>
        <a:srgbClr val="808E6B"/>
      </a:accent5>
      <a:accent6>
        <a:srgbClr val="B09E7D"/>
      </a:accent6>
      <a:hlink>
        <a:srgbClr val="C49645"/>
      </a:hlink>
      <a:folHlink>
        <a:srgbClr val="7C5D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