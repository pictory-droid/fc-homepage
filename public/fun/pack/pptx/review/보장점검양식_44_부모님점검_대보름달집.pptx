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44212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44212"/>
                </a:solidFill>
              </a:rPr>
              <a:t>설날에 가서 증권철 위치를 확인합니다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부모님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점검 대상 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아버지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어머니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44212"/>
                          </a:solidFill>
                        </a:rPr>
                        <a:t>성함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44212"/>
                          </a:solidFill>
                        </a:rPr>
                        <a:t>연세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44212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44212"/>
                          </a:solidFill>
                        </a:rPr>
                        <a:t>함께 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가입한 보험 목록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보장 항목 체크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44212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44212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44212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44212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44212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44212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44212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44212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월 보험료 한눈에</a:t>
            </a:r>
          </a:p>
        </p:txBody>
      </p:sp>
      <p:sp>
        <p:nvSpPr>
          <p:cNvPr id="4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5875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44212"/>
                </a:solidFill>
              </a:rPr>
              <a:t>월 보험료 합계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8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5875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44212"/>
                </a:solidFill>
              </a:rPr>
              <a:t>연 보험료 합계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2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5875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44212"/>
                </a:solidFill>
              </a:rPr>
              <a:t>월 소득 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6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점검 메모와 다음 할 일</a:t>
            </a:r>
          </a:p>
        </p:txBody>
      </p:sp>
      <p:sp>
        <p:nvSpPr>
          <p:cNvPr id="4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5875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확인할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5875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문의할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5875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정리할 날짜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모님 점검)">
  <a:themeElements>
    <a:clrScheme name="Office">
      <a:dk1>
        <a:sysClr val="windowText" lastClr="000000"/>
      </a:dk1>
      <a:lt1>
        <a:sysClr val="window" lastClr="FFFFFF"/>
      </a:lt1>
      <a:dk2>
        <a:srgbClr val="544212"/>
      </a:dk2>
      <a:lt2>
        <a:srgbClr val="FBF8EE"/>
      </a:lt2>
      <a:accent1>
        <a:srgbClr val="A78425"/>
      </a:accent1>
      <a:accent2>
        <a:srgbClr val="3B7D91"/>
      </a:accent2>
      <a:accent3>
        <a:srgbClr val="544212"/>
      </a:accent3>
      <a:accent4>
        <a:srgbClr val="F6EACB"/>
      </a:accent4>
      <a:accent5>
        <a:srgbClr val="71805B"/>
      </a:accent5>
      <a:accent6>
        <a:srgbClr val="988E71"/>
      </a:accent6>
      <a:hlink>
        <a:srgbClr val="A78425"/>
      </a:hlink>
      <a:folHlink>
        <a:srgbClr val="54421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