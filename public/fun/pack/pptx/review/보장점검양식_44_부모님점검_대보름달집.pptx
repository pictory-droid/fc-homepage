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44212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44212"/>
                </a:solidFill>
              </a:rPr>
              <a:t>설날에 가서 증권철 위치를 확인합니다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부모님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점검 대상 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78425"/>
                      </a:solidFill>
                      <a:prstDash val="solid"/>
                    </a:lnL>
                    <a:lnR w="9525" cap="flat" cmpd="sng" algn="ctr">
                      <a:solidFill>
                        <a:srgbClr val="A78425"/>
                      </a:solidFill>
                      <a:prstDash val="solid"/>
                    </a:lnR>
                    <a:lnT w="9525" cap="flat" cmpd="sng" algn="ctr">
                      <a:solidFill>
                        <a:srgbClr val="A78425"/>
                      </a:solidFill>
                      <a:prstDash val="solid"/>
                    </a:lnT>
                    <a:lnB w="9525" cap="flat" cmpd="sng" algn="ctr">
                      <a:solidFill>
                        <a:srgbClr val="A78425"/>
                      </a:solidFill>
                      <a:prstDash val="solid"/>
                    </a:lnB>
                    <a:solidFill>
                      <a:srgbClr val="A784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아버지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78425"/>
                      </a:solidFill>
                      <a:prstDash val="solid"/>
                    </a:lnL>
                    <a:lnR w="9525" cap="flat" cmpd="sng" algn="ctr">
                      <a:solidFill>
                        <a:srgbClr val="A78425"/>
                      </a:solidFill>
                      <a:prstDash val="solid"/>
                    </a:lnR>
                    <a:lnT w="9525" cap="flat" cmpd="sng" algn="ctr">
                      <a:solidFill>
                        <a:srgbClr val="A78425"/>
                      </a:solidFill>
                      <a:prstDash val="solid"/>
                    </a:lnT>
                    <a:lnB w="9525" cap="flat" cmpd="sng" algn="ctr">
                      <a:solidFill>
                        <a:srgbClr val="A78425"/>
                      </a:solidFill>
                      <a:prstDash val="solid"/>
                    </a:lnB>
                    <a:solidFill>
                      <a:srgbClr val="A784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어머니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78425"/>
                      </a:solidFill>
                      <a:prstDash val="solid"/>
                    </a:lnL>
                    <a:lnR w="9525" cap="flat" cmpd="sng" algn="ctr">
                      <a:solidFill>
                        <a:srgbClr val="A78425"/>
                      </a:solidFill>
                      <a:prstDash val="solid"/>
                    </a:lnR>
                    <a:lnT w="9525" cap="flat" cmpd="sng" algn="ctr">
                      <a:solidFill>
                        <a:srgbClr val="A78425"/>
                      </a:solidFill>
                      <a:prstDash val="solid"/>
                    </a:lnT>
                    <a:lnB w="9525" cap="flat" cmpd="sng" algn="ctr">
                      <a:solidFill>
                        <a:srgbClr val="A78425"/>
                      </a:solidFill>
                      <a:prstDash val="solid"/>
                    </a:lnB>
                    <a:solidFill>
                      <a:srgbClr val="A78425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44212"/>
                          </a:solidFill>
                        </a:rPr>
                        <a:t>성함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44212"/>
                          </a:solidFill>
                        </a:rPr>
                        <a:t>연세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44212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44212"/>
                          </a:solidFill>
                        </a:rPr>
                        <a:t>함께 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가입한 보험 목록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78425"/>
                      </a:solidFill>
                      <a:prstDash val="solid"/>
                    </a:lnL>
                    <a:lnR w="9525" cap="flat" cmpd="sng" algn="ctr">
                      <a:solidFill>
                        <a:srgbClr val="A78425"/>
                      </a:solidFill>
                      <a:prstDash val="solid"/>
                    </a:lnR>
                    <a:lnT w="9525" cap="flat" cmpd="sng" algn="ctr">
                      <a:solidFill>
                        <a:srgbClr val="A78425"/>
                      </a:solidFill>
                      <a:prstDash val="solid"/>
                    </a:lnT>
                    <a:lnB w="9525" cap="flat" cmpd="sng" algn="ctr">
                      <a:solidFill>
                        <a:srgbClr val="A78425"/>
                      </a:solidFill>
                      <a:prstDash val="solid"/>
                    </a:lnB>
                    <a:solidFill>
                      <a:srgbClr val="A784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78425"/>
                      </a:solidFill>
                      <a:prstDash val="solid"/>
                    </a:lnL>
                    <a:lnR w="9525" cap="flat" cmpd="sng" algn="ctr">
                      <a:solidFill>
                        <a:srgbClr val="A78425"/>
                      </a:solidFill>
                      <a:prstDash val="solid"/>
                    </a:lnR>
                    <a:lnT w="9525" cap="flat" cmpd="sng" algn="ctr">
                      <a:solidFill>
                        <a:srgbClr val="A78425"/>
                      </a:solidFill>
                      <a:prstDash val="solid"/>
                    </a:lnT>
                    <a:lnB w="9525" cap="flat" cmpd="sng" algn="ctr">
                      <a:solidFill>
                        <a:srgbClr val="A78425"/>
                      </a:solidFill>
                      <a:prstDash val="solid"/>
                    </a:lnB>
                    <a:solidFill>
                      <a:srgbClr val="A784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78425"/>
                      </a:solidFill>
                      <a:prstDash val="solid"/>
                    </a:lnL>
                    <a:lnR w="9525" cap="flat" cmpd="sng" algn="ctr">
                      <a:solidFill>
                        <a:srgbClr val="A78425"/>
                      </a:solidFill>
                      <a:prstDash val="solid"/>
                    </a:lnR>
                    <a:lnT w="9525" cap="flat" cmpd="sng" algn="ctr">
                      <a:solidFill>
                        <a:srgbClr val="A78425"/>
                      </a:solidFill>
                      <a:prstDash val="solid"/>
                    </a:lnT>
                    <a:lnB w="9525" cap="flat" cmpd="sng" algn="ctr">
                      <a:solidFill>
                        <a:srgbClr val="A78425"/>
                      </a:solidFill>
                      <a:prstDash val="solid"/>
                    </a:lnB>
                    <a:solidFill>
                      <a:srgbClr val="A784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78425"/>
                      </a:solidFill>
                      <a:prstDash val="solid"/>
                    </a:lnL>
                    <a:lnR w="9525" cap="flat" cmpd="sng" algn="ctr">
                      <a:solidFill>
                        <a:srgbClr val="A78425"/>
                      </a:solidFill>
                      <a:prstDash val="solid"/>
                    </a:lnR>
                    <a:lnT w="9525" cap="flat" cmpd="sng" algn="ctr">
                      <a:solidFill>
                        <a:srgbClr val="A78425"/>
                      </a:solidFill>
                      <a:prstDash val="solid"/>
                    </a:lnT>
                    <a:lnB w="9525" cap="flat" cmpd="sng" algn="ctr">
                      <a:solidFill>
                        <a:srgbClr val="A78425"/>
                      </a:solidFill>
                      <a:prstDash val="solid"/>
                    </a:lnB>
                    <a:solidFill>
                      <a:srgbClr val="A784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78425"/>
                      </a:solidFill>
                      <a:prstDash val="solid"/>
                    </a:lnL>
                    <a:lnR w="9525" cap="flat" cmpd="sng" algn="ctr">
                      <a:solidFill>
                        <a:srgbClr val="A78425"/>
                      </a:solidFill>
                      <a:prstDash val="solid"/>
                    </a:lnR>
                    <a:lnT w="9525" cap="flat" cmpd="sng" algn="ctr">
                      <a:solidFill>
                        <a:srgbClr val="A78425"/>
                      </a:solidFill>
                      <a:prstDash val="solid"/>
                    </a:lnT>
                    <a:lnB w="9525" cap="flat" cmpd="sng" algn="ctr">
                      <a:solidFill>
                        <a:srgbClr val="A78425"/>
                      </a:solidFill>
                      <a:prstDash val="solid"/>
                    </a:lnB>
                    <a:solidFill>
                      <a:srgbClr val="A7842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보장 항목 체크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78425"/>
                      </a:solidFill>
                      <a:prstDash val="solid"/>
                    </a:lnL>
                    <a:lnR w="9525" cap="flat" cmpd="sng" algn="ctr">
                      <a:solidFill>
                        <a:srgbClr val="A78425"/>
                      </a:solidFill>
                      <a:prstDash val="solid"/>
                    </a:lnR>
                    <a:lnT w="9525" cap="flat" cmpd="sng" algn="ctr">
                      <a:solidFill>
                        <a:srgbClr val="A78425"/>
                      </a:solidFill>
                      <a:prstDash val="solid"/>
                    </a:lnT>
                    <a:lnB w="9525" cap="flat" cmpd="sng" algn="ctr">
                      <a:solidFill>
                        <a:srgbClr val="A78425"/>
                      </a:solidFill>
                      <a:prstDash val="solid"/>
                    </a:lnB>
                    <a:solidFill>
                      <a:srgbClr val="A784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78425"/>
                      </a:solidFill>
                      <a:prstDash val="solid"/>
                    </a:lnL>
                    <a:lnR w="9525" cap="flat" cmpd="sng" algn="ctr">
                      <a:solidFill>
                        <a:srgbClr val="A78425"/>
                      </a:solidFill>
                      <a:prstDash val="solid"/>
                    </a:lnR>
                    <a:lnT w="9525" cap="flat" cmpd="sng" algn="ctr">
                      <a:solidFill>
                        <a:srgbClr val="A78425"/>
                      </a:solidFill>
                      <a:prstDash val="solid"/>
                    </a:lnT>
                    <a:lnB w="9525" cap="flat" cmpd="sng" algn="ctr">
                      <a:solidFill>
                        <a:srgbClr val="A78425"/>
                      </a:solidFill>
                      <a:prstDash val="solid"/>
                    </a:lnB>
                    <a:solidFill>
                      <a:srgbClr val="A784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78425"/>
                      </a:solidFill>
                      <a:prstDash val="solid"/>
                    </a:lnL>
                    <a:lnR w="9525" cap="flat" cmpd="sng" algn="ctr">
                      <a:solidFill>
                        <a:srgbClr val="A78425"/>
                      </a:solidFill>
                      <a:prstDash val="solid"/>
                    </a:lnR>
                    <a:lnT w="9525" cap="flat" cmpd="sng" algn="ctr">
                      <a:solidFill>
                        <a:srgbClr val="A78425"/>
                      </a:solidFill>
                      <a:prstDash val="solid"/>
                    </a:lnT>
                    <a:lnB w="9525" cap="flat" cmpd="sng" algn="ctr">
                      <a:solidFill>
                        <a:srgbClr val="A78425"/>
                      </a:solidFill>
                      <a:prstDash val="solid"/>
                    </a:lnB>
                    <a:solidFill>
                      <a:srgbClr val="A784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78425"/>
                      </a:solidFill>
                      <a:prstDash val="solid"/>
                    </a:lnL>
                    <a:lnR w="9525" cap="flat" cmpd="sng" algn="ctr">
                      <a:solidFill>
                        <a:srgbClr val="A78425"/>
                      </a:solidFill>
                      <a:prstDash val="solid"/>
                    </a:lnR>
                    <a:lnT w="9525" cap="flat" cmpd="sng" algn="ctr">
                      <a:solidFill>
                        <a:srgbClr val="A78425"/>
                      </a:solidFill>
                      <a:prstDash val="solid"/>
                    </a:lnT>
                    <a:lnB w="9525" cap="flat" cmpd="sng" algn="ctr">
                      <a:solidFill>
                        <a:srgbClr val="A78425"/>
                      </a:solidFill>
                      <a:prstDash val="solid"/>
                    </a:lnB>
                    <a:solidFill>
                      <a:srgbClr val="A7842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44212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44212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44212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44212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44212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44212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44212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44212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월 보험료 한눈에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BF8EE"/>
          </a:solidFill>
          <a:ln w="15875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A7842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544212"/>
                </a:solidFill>
              </a:rPr>
              <a:t>월 보험료 합계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BF8EE"/>
          </a:solidFill>
          <a:ln w="15875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A7842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544212"/>
                </a:solidFill>
              </a:rPr>
              <a:t>연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BF8EE"/>
          </a:solidFill>
          <a:ln w="15875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A7842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544212"/>
                </a:solidFill>
              </a:rPr>
              <a:t>월 소득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6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점검 메모와 다음 할 일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BF8EE"/>
          </a:solidFill>
          <a:ln w="15875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A7842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44212"/>
                </a:solidFill>
              </a:rPr>
              <a:t>확인할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BF8EE"/>
          </a:solidFill>
          <a:ln w="15875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A7842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44212"/>
                </a:solidFill>
              </a:rPr>
              <a:t>문의할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BF8EE"/>
          </a:solidFill>
          <a:ln w="15875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A7842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44212"/>
                </a:solidFill>
              </a:rPr>
              <a:t>정리할 날짜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모님 점검)">
  <a:themeElements>
    <a:clrScheme name="Office">
      <a:dk1>
        <a:sysClr val="windowText" lastClr="000000"/>
      </a:dk1>
      <a:lt1>
        <a:sysClr val="window" lastClr="FFFFFF"/>
      </a:lt1>
      <a:dk2>
        <a:srgbClr val="544212"/>
      </a:dk2>
      <a:lt2>
        <a:srgbClr val="FBF8EE"/>
      </a:lt2>
      <a:accent1>
        <a:srgbClr val="A78425"/>
      </a:accent1>
      <a:accent2>
        <a:srgbClr val="3B7D91"/>
      </a:accent2>
      <a:accent3>
        <a:srgbClr val="544212"/>
      </a:accent3>
      <a:accent4>
        <a:srgbClr val="F6EACB"/>
      </a:accent4>
      <a:accent5>
        <a:srgbClr val="71805B"/>
      </a:accent5>
      <a:accent6>
        <a:srgbClr val="988E71"/>
      </a:accent6>
      <a:hlink>
        <a:srgbClr val="A78425"/>
      </a:hlink>
      <a:folHlink>
        <a:srgbClr val="544212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