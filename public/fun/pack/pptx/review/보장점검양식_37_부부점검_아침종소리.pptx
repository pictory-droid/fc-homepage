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72C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389010" cy="6858000"/>
          </a:xfrm>
          <a:prstGeom prst="rect">
            <a:avLst/>
          </a:prstGeom>
          <a:solidFill>
            <a:srgbClr val="7985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65750" y="365760"/>
            <a:ext cx="3657508" cy="6126480"/>
          </a:xfrm>
          <a:prstGeom prst="rect">
            <a:avLst/>
          </a:prstGeom>
          <a:noFill/>
          <a:ln w="952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6827349" y="2148840"/>
            <a:ext cx="4632844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FFFFFF"/>
                </a:solidFill>
              </a:rPr>
              <a:t>INSURANCE CHECK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7349" y="2606040"/>
            <a:ext cx="4632844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FFFFFF"/>
                </a:solidFill>
              </a:rPr>
              <a:t>우리 보험 점검 시간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6827349" y="3886200"/>
            <a:ext cx="4632844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FFFFFF"/>
                </a:solidFill>
              </a:rPr>
              <a:t>저녁에 둘이 마주 앉아 점검합니다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6827349" y="4754880"/>
            <a:ext cx="4632844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FFFFFF"/>
                </a:solidFill>
              </a:rPr>
              <a:t>부부 점검 · 날짜 입력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FFFFFF"/>
                </a:solidFill>
              </a:rPr>
              <a:t>가입 내용을 정리하고 함께 확인하는 양식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5D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포인트"/>
          <p:cNvSpPr/>
          <p:nvPr/>
        </p:nvSpPr>
        <p:spPr>
          <a:xfrm rot="18900000">
            <a:off x="5958687" y="246888"/>
            <a:ext cx="274320" cy="274320"/>
          </a:xfrm>
          <a:prstGeom prst="teardrop">
            <a:avLst/>
          </a:prstGeom>
          <a:solidFill>
            <a:srgbClr val="7985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684367" y="1572768"/>
            <a:ext cx="822960" cy="22860"/>
          </a:xfrm>
          <a:prstGeom prst="rect">
            <a:avLst/>
          </a:prstGeom>
          <a:solidFill>
            <a:srgbClr val="7985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640080" y="182880"/>
            <a:ext cx="36576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 spc="250">
                <a:solidFill>
                  <a:srgbClr val="8E8780"/>
                </a:solidFill>
              </a:rPr>
              <a:t>INSURANCE CHECK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4008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점검 대상 현황</a:t>
            </a:r>
          </a:p>
        </p:txBody>
      </p:sp>
      <p:graphicFrame>
        <p:nvGraphicFramePr>
          <p:cNvPr id="6" name="표"/>
          <p:cNvGraphicFramePr>
            <a:graphicFrameLocks noGrp="1"/>
          </p:cNvGraphicFramePr>
          <p:nvPr/>
        </p:nvGraphicFramePr>
        <p:xfrm>
          <a:off x="640080" y="1783080"/>
          <a:ext cx="10911534" cy="36576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37178"/>
                <a:gridCol w="3637178"/>
                <a:gridCol w="3637178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26231F"/>
                          </a:solidFill>
                        </a:rPr>
                        <a:t>구분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985D8"/>
                      </a:solidFill>
                      <a:prstDash val="solid"/>
                    </a:lnL>
                    <a:lnR w="9525" cap="flat" cmpd="sng" algn="ctr">
                      <a:solidFill>
                        <a:srgbClr val="7985D8"/>
                      </a:solidFill>
                      <a:prstDash val="solid"/>
                    </a:lnR>
                    <a:lnT w="9525" cap="flat" cmpd="sng" algn="ctr">
                      <a:solidFill>
                        <a:srgbClr val="7985D8"/>
                      </a:solidFill>
                      <a:prstDash val="solid"/>
                    </a:lnT>
                    <a:lnB w="9525" cap="flat" cmpd="sng" algn="ctr">
                      <a:solidFill>
                        <a:srgbClr val="7985D8"/>
                      </a:solidFill>
                      <a:prstDash val="solid"/>
                    </a:lnB>
                    <a:solidFill>
                      <a:srgbClr val="7985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26231F"/>
                          </a:solidFill>
                        </a:rPr>
                        <a:t>남편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985D8"/>
                      </a:solidFill>
                      <a:prstDash val="solid"/>
                    </a:lnL>
                    <a:lnR w="9525" cap="flat" cmpd="sng" algn="ctr">
                      <a:solidFill>
                        <a:srgbClr val="7985D8"/>
                      </a:solidFill>
                      <a:prstDash val="solid"/>
                    </a:lnR>
                    <a:lnT w="9525" cap="flat" cmpd="sng" algn="ctr">
                      <a:solidFill>
                        <a:srgbClr val="7985D8"/>
                      </a:solidFill>
                      <a:prstDash val="solid"/>
                    </a:lnT>
                    <a:lnB w="9525" cap="flat" cmpd="sng" algn="ctr">
                      <a:solidFill>
                        <a:srgbClr val="7985D8"/>
                      </a:solidFill>
                      <a:prstDash val="solid"/>
                    </a:lnB>
                    <a:solidFill>
                      <a:srgbClr val="7985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26231F"/>
                          </a:solidFill>
                        </a:rPr>
                        <a:t>아내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985D8"/>
                      </a:solidFill>
                      <a:prstDash val="solid"/>
                    </a:lnL>
                    <a:lnR w="9525" cap="flat" cmpd="sng" algn="ctr">
                      <a:solidFill>
                        <a:srgbClr val="7985D8"/>
                      </a:solidFill>
                      <a:prstDash val="solid"/>
                    </a:lnR>
                    <a:lnT w="9525" cap="flat" cmpd="sng" algn="ctr">
                      <a:solidFill>
                        <a:srgbClr val="7985D8"/>
                      </a:solidFill>
                      <a:prstDash val="solid"/>
                    </a:lnT>
                    <a:lnB w="9525" cap="flat" cmpd="sng" algn="ctr">
                      <a:solidFill>
                        <a:srgbClr val="7985D8"/>
                      </a:solidFill>
                      <a:prstDash val="solid"/>
                    </a:lnB>
                    <a:solidFill>
                      <a:srgbClr val="7985D8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272C49"/>
                          </a:solidFill>
                        </a:rPr>
                        <a:t>이름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9F6"/>
                      </a:solidFill>
                      <a:prstDash val="solid"/>
                    </a:lnL>
                    <a:lnR w="9525" cap="flat" cmpd="sng" algn="ctr">
                      <a:solidFill>
                        <a:srgbClr val="D5D9F6"/>
                      </a:solidFill>
                      <a:prstDash val="solid"/>
                    </a:lnR>
                    <a:lnT w="9525" cap="flat" cmpd="sng" algn="ctr">
                      <a:solidFill>
                        <a:srgbClr val="D5D9F6"/>
                      </a:solidFill>
                      <a:prstDash val="solid"/>
                    </a:lnT>
                    <a:lnB w="9525" cap="flat" cmpd="sng" algn="ctr">
                      <a:solidFill>
                        <a:srgbClr val="D5D9F6"/>
                      </a:solidFill>
                      <a:prstDash val="solid"/>
                    </a:lnB>
                    <a:solidFill>
                      <a:srgbClr val="D5D9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9F6"/>
                      </a:solidFill>
                      <a:prstDash val="solid"/>
                    </a:lnL>
                    <a:lnR w="9525" cap="flat" cmpd="sng" algn="ctr">
                      <a:solidFill>
                        <a:srgbClr val="D5D9F6"/>
                      </a:solidFill>
                      <a:prstDash val="solid"/>
                    </a:lnR>
                    <a:lnT w="9525" cap="flat" cmpd="sng" algn="ctr">
                      <a:solidFill>
                        <a:srgbClr val="D5D9F6"/>
                      </a:solidFill>
                      <a:prstDash val="solid"/>
                    </a:lnT>
                    <a:lnB w="9525" cap="flat" cmpd="sng" algn="ctr">
                      <a:solidFill>
                        <a:srgbClr val="D5D9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9F6"/>
                      </a:solidFill>
                      <a:prstDash val="solid"/>
                    </a:lnL>
                    <a:lnR w="9525" cap="flat" cmpd="sng" algn="ctr">
                      <a:solidFill>
                        <a:srgbClr val="D5D9F6"/>
                      </a:solidFill>
                      <a:prstDash val="solid"/>
                    </a:lnR>
                    <a:lnT w="9525" cap="flat" cmpd="sng" algn="ctr">
                      <a:solidFill>
                        <a:srgbClr val="D5D9F6"/>
                      </a:solidFill>
                      <a:prstDash val="solid"/>
                    </a:lnT>
                    <a:lnB w="9525" cap="flat" cmpd="sng" algn="ctr">
                      <a:solidFill>
                        <a:srgbClr val="D5D9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272C49"/>
                          </a:solidFill>
                        </a:rPr>
                        <a:t>나이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9F6"/>
                      </a:solidFill>
                      <a:prstDash val="solid"/>
                    </a:lnL>
                    <a:lnR w="9525" cap="flat" cmpd="sng" algn="ctr">
                      <a:solidFill>
                        <a:srgbClr val="D5D9F6"/>
                      </a:solidFill>
                      <a:prstDash val="solid"/>
                    </a:lnR>
                    <a:lnT w="9525" cap="flat" cmpd="sng" algn="ctr">
                      <a:solidFill>
                        <a:srgbClr val="D5D9F6"/>
                      </a:solidFill>
                      <a:prstDash val="solid"/>
                    </a:lnT>
                    <a:lnB w="9525" cap="flat" cmpd="sng" algn="ctr">
                      <a:solidFill>
                        <a:srgbClr val="D5D9F6"/>
                      </a:solidFill>
                      <a:prstDash val="solid"/>
                    </a:lnB>
                    <a:solidFill>
                      <a:srgbClr val="D5D9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9F6"/>
                      </a:solidFill>
                      <a:prstDash val="solid"/>
                    </a:lnL>
                    <a:lnR w="9525" cap="flat" cmpd="sng" algn="ctr">
                      <a:solidFill>
                        <a:srgbClr val="D5D9F6"/>
                      </a:solidFill>
                      <a:prstDash val="solid"/>
                    </a:lnR>
                    <a:lnT w="9525" cap="flat" cmpd="sng" algn="ctr">
                      <a:solidFill>
                        <a:srgbClr val="D5D9F6"/>
                      </a:solidFill>
                      <a:prstDash val="solid"/>
                    </a:lnT>
                    <a:lnB w="9525" cap="flat" cmpd="sng" algn="ctr">
                      <a:solidFill>
                        <a:srgbClr val="D5D9F6"/>
                      </a:solidFill>
                      <a:prstDash val="solid"/>
                    </a:lnB>
                    <a:solidFill>
                      <a:srgbClr val="ECEE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9F6"/>
                      </a:solidFill>
                      <a:prstDash val="solid"/>
                    </a:lnL>
                    <a:lnR w="9525" cap="flat" cmpd="sng" algn="ctr">
                      <a:solidFill>
                        <a:srgbClr val="D5D9F6"/>
                      </a:solidFill>
                      <a:prstDash val="solid"/>
                    </a:lnR>
                    <a:lnT w="9525" cap="flat" cmpd="sng" algn="ctr">
                      <a:solidFill>
                        <a:srgbClr val="D5D9F6"/>
                      </a:solidFill>
                      <a:prstDash val="solid"/>
                    </a:lnT>
                    <a:lnB w="9525" cap="flat" cmpd="sng" algn="ctr">
                      <a:solidFill>
                        <a:srgbClr val="D5D9F6"/>
                      </a:solidFill>
                      <a:prstDash val="solid"/>
                    </a:lnB>
                    <a:solidFill>
                      <a:srgbClr val="ECEEFB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272C49"/>
                          </a:solidFill>
                        </a:rPr>
                        <a:t>직업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9F6"/>
                      </a:solidFill>
                      <a:prstDash val="solid"/>
                    </a:lnL>
                    <a:lnR w="9525" cap="flat" cmpd="sng" algn="ctr">
                      <a:solidFill>
                        <a:srgbClr val="D5D9F6"/>
                      </a:solidFill>
                      <a:prstDash val="solid"/>
                    </a:lnR>
                    <a:lnT w="9525" cap="flat" cmpd="sng" algn="ctr">
                      <a:solidFill>
                        <a:srgbClr val="D5D9F6"/>
                      </a:solidFill>
                      <a:prstDash val="solid"/>
                    </a:lnT>
                    <a:lnB w="9525" cap="flat" cmpd="sng" algn="ctr">
                      <a:solidFill>
                        <a:srgbClr val="D5D9F6"/>
                      </a:solidFill>
                      <a:prstDash val="solid"/>
                    </a:lnB>
                    <a:solidFill>
                      <a:srgbClr val="D5D9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9F6"/>
                      </a:solidFill>
                      <a:prstDash val="solid"/>
                    </a:lnL>
                    <a:lnR w="9525" cap="flat" cmpd="sng" algn="ctr">
                      <a:solidFill>
                        <a:srgbClr val="D5D9F6"/>
                      </a:solidFill>
                      <a:prstDash val="solid"/>
                    </a:lnR>
                    <a:lnT w="9525" cap="flat" cmpd="sng" algn="ctr">
                      <a:solidFill>
                        <a:srgbClr val="D5D9F6"/>
                      </a:solidFill>
                      <a:prstDash val="solid"/>
                    </a:lnT>
                    <a:lnB w="9525" cap="flat" cmpd="sng" algn="ctr">
                      <a:solidFill>
                        <a:srgbClr val="D5D9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9F6"/>
                      </a:solidFill>
                      <a:prstDash val="solid"/>
                    </a:lnL>
                    <a:lnR w="9525" cap="flat" cmpd="sng" algn="ctr">
                      <a:solidFill>
                        <a:srgbClr val="D5D9F6"/>
                      </a:solidFill>
                      <a:prstDash val="solid"/>
                    </a:lnR>
                    <a:lnT w="9525" cap="flat" cmpd="sng" algn="ctr">
                      <a:solidFill>
                        <a:srgbClr val="D5D9F6"/>
                      </a:solidFill>
                      <a:prstDash val="solid"/>
                    </a:lnT>
                    <a:lnB w="9525" cap="flat" cmpd="sng" algn="ctr">
                      <a:solidFill>
                        <a:srgbClr val="D5D9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272C49"/>
                          </a:solidFill>
                        </a:rPr>
                        <a:t>건강 상태 메모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9F6"/>
                      </a:solidFill>
                      <a:prstDash val="solid"/>
                    </a:lnL>
                    <a:lnR w="9525" cap="flat" cmpd="sng" algn="ctr">
                      <a:solidFill>
                        <a:srgbClr val="D5D9F6"/>
                      </a:solidFill>
                      <a:prstDash val="solid"/>
                    </a:lnR>
                    <a:lnT w="9525" cap="flat" cmpd="sng" algn="ctr">
                      <a:solidFill>
                        <a:srgbClr val="D5D9F6"/>
                      </a:solidFill>
                      <a:prstDash val="solid"/>
                    </a:lnT>
                    <a:lnB w="9525" cap="flat" cmpd="sng" algn="ctr">
                      <a:solidFill>
                        <a:srgbClr val="D5D9F6"/>
                      </a:solidFill>
                      <a:prstDash val="solid"/>
                    </a:lnB>
                    <a:solidFill>
                      <a:srgbClr val="D5D9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9F6"/>
                      </a:solidFill>
                      <a:prstDash val="solid"/>
                    </a:lnL>
                    <a:lnR w="9525" cap="flat" cmpd="sng" algn="ctr">
                      <a:solidFill>
                        <a:srgbClr val="D5D9F6"/>
                      </a:solidFill>
                      <a:prstDash val="solid"/>
                    </a:lnR>
                    <a:lnT w="9525" cap="flat" cmpd="sng" algn="ctr">
                      <a:solidFill>
                        <a:srgbClr val="D5D9F6"/>
                      </a:solidFill>
                      <a:prstDash val="solid"/>
                    </a:lnT>
                    <a:lnB w="9525" cap="flat" cmpd="sng" algn="ctr">
                      <a:solidFill>
                        <a:srgbClr val="D5D9F6"/>
                      </a:solidFill>
                      <a:prstDash val="solid"/>
                    </a:lnB>
                    <a:solidFill>
                      <a:srgbClr val="ECEE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9F6"/>
                      </a:solidFill>
                      <a:prstDash val="solid"/>
                    </a:lnL>
                    <a:lnR w="9525" cap="flat" cmpd="sng" algn="ctr">
                      <a:solidFill>
                        <a:srgbClr val="D5D9F6"/>
                      </a:solidFill>
                      <a:prstDash val="solid"/>
                    </a:lnR>
                    <a:lnT w="9525" cap="flat" cmpd="sng" algn="ctr">
                      <a:solidFill>
                        <a:srgbClr val="D5D9F6"/>
                      </a:solidFill>
                      <a:prstDash val="solid"/>
                    </a:lnT>
                    <a:lnB w="9525" cap="flat" cmpd="sng" algn="ctr">
                      <a:solidFill>
                        <a:srgbClr val="D5D9F6"/>
                      </a:solidFill>
                      <a:prstDash val="solid"/>
                    </a:lnB>
                    <a:solidFill>
                      <a:srgbClr val="ECEE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5D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포인트"/>
          <p:cNvSpPr/>
          <p:nvPr/>
        </p:nvSpPr>
        <p:spPr>
          <a:xfrm rot="18900000">
            <a:off x="5958687" y="246888"/>
            <a:ext cx="274320" cy="274320"/>
          </a:xfrm>
          <a:prstGeom prst="teardrop">
            <a:avLst/>
          </a:prstGeom>
          <a:solidFill>
            <a:srgbClr val="7985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684367" y="1572768"/>
            <a:ext cx="822960" cy="22860"/>
          </a:xfrm>
          <a:prstGeom prst="rect">
            <a:avLst/>
          </a:prstGeom>
          <a:solidFill>
            <a:srgbClr val="7985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640080" y="182880"/>
            <a:ext cx="36576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 spc="250">
                <a:solidFill>
                  <a:srgbClr val="8E8780"/>
                </a:solidFill>
              </a:rPr>
              <a:t>INSURANCE CHECK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4008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가입한 보험 목록</a:t>
            </a:r>
          </a:p>
        </p:txBody>
      </p:sp>
      <p:graphicFrame>
        <p:nvGraphicFramePr>
          <p:cNvPr id="6" name="표"/>
          <p:cNvGraphicFramePr>
            <a:graphicFrameLocks noGrp="1"/>
          </p:cNvGraphicFramePr>
          <p:nvPr/>
        </p:nvGraphicFramePr>
        <p:xfrm>
          <a:off x="640080" y="1783080"/>
          <a:ext cx="10911535" cy="422452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1680"/>
                <a:gridCol w="3108960"/>
                <a:gridCol w="1828800"/>
                <a:gridCol w="1828800"/>
                <a:gridCol w="213329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보험회사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985D8"/>
                      </a:solidFill>
                      <a:prstDash val="solid"/>
                    </a:lnL>
                    <a:lnR w="9525" cap="flat" cmpd="sng" algn="ctr">
                      <a:solidFill>
                        <a:srgbClr val="7985D8"/>
                      </a:solidFill>
                      <a:prstDash val="solid"/>
                    </a:lnR>
                    <a:lnT w="9525" cap="flat" cmpd="sng" algn="ctr">
                      <a:solidFill>
                        <a:srgbClr val="7985D8"/>
                      </a:solidFill>
                      <a:prstDash val="solid"/>
                    </a:lnT>
                    <a:lnB w="9525" cap="flat" cmpd="sng" algn="ctr">
                      <a:solidFill>
                        <a:srgbClr val="7985D8"/>
                      </a:solidFill>
                      <a:prstDash val="solid"/>
                    </a:lnB>
                    <a:solidFill>
                      <a:srgbClr val="7985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상품명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985D8"/>
                      </a:solidFill>
                      <a:prstDash val="solid"/>
                    </a:lnL>
                    <a:lnR w="9525" cap="flat" cmpd="sng" algn="ctr">
                      <a:solidFill>
                        <a:srgbClr val="7985D8"/>
                      </a:solidFill>
                      <a:prstDash val="solid"/>
                    </a:lnR>
                    <a:lnT w="9525" cap="flat" cmpd="sng" algn="ctr">
                      <a:solidFill>
                        <a:srgbClr val="7985D8"/>
                      </a:solidFill>
                      <a:prstDash val="solid"/>
                    </a:lnT>
                    <a:lnB w="9525" cap="flat" cmpd="sng" algn="ctr">
                      <a:solidFill>
                        <a:srgbClr val="7985D8"/>
                      </a:solidFill>
                      <a:prstDash val="solid"/>
                    </a:lnB>
                    <a:solidFill>
                      <a:srgbClr val="7985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종류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985D8"/>
                      </a:solidFill>
                      <a:prstDash val="solid"/>
                    </a:lnL>
                    <a:lnR w="9525" cap="flat" cmpd="sng" algn="ctr">
                      <a:solidFill>
                        <a:srgbClr val="7985D8"/>
                      </a:solidFill>
                      <a:prstDash val="solid"/>
                    </a:lnR>
                    <a:lnT w="9525" cap="flat" cmpd="sng" algn="ctr">
                      <a:solidFill>
                        <a:srgbClr val="7985D8"/>
                      </a:solidFill>
                      <a:prstDash val="solid"/>
                    </a:lnT>
                    <a:lnB w="9525" cap="flat" cmpd="sng" algn="ctr">
                      <a:solidFill>
                        <a:srgbClr val="7985D8"/>
                      </a:solidFill>
                      <a:prstDash val="solid"/>
                    </a:lnB>
                    <a:solidFill>
                      <a:srgbClr val="7985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만기일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985D8"/>
                      </a:solidFill>
                      <a:prstDash val="solid"/>
                    </a:lnL>
                    <a:lnR w="9525" cap="flat" cmpd="sng" algn="ctr">
                      <a:solidFill>
                        <a:srgbClr val="7985D8"/>
                      </a:solidFill>
                      <a:prstDash val="solid"/>
                    </a:lnR>
                    <a:lnT w="9525" cap="flat" cmpd="sng" algn="ctr">
                      <a:solidFill>
                        <a:srgbClr val="7985D8"/>
                      </a:solidFill>
                      <a:prstDash val="solid"/>
                    </a:lnT>
                    <a:lnB w="9525" cap="flat" cmpd="sng" algn="ctr">
                      <a:solidFill>
                        <a:srgbClr val="7985D8"/>
                      </a:solidFill>
                      <a:prstDash val="solid"/>
                    </a:lnB>
                    <a:solidFill>
                      <a:srgbClr val="7985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월 보험료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985D8"/>
                      </a:solidFill>
                      <a:prstDash val="solid"/>
                    </a:lnL>
                    <a:lnR w="9525" cap="flat" cmpd="sng" algn="ctr">
                      <a:solidFill>
                        <a:srgbClr val="7985D8"/>
                      </a:solidFill>
                      <a:prstDash val="solid"/>
                    </a:lnR>
                    <a:lnT w="9525" cap="flat" cmpd="sng" algn="ctr">
                      <a:solidFill>
                        <a:srgbClr val="7985D8"/>
                      </a:solidFill>
                      <a:prstDash val="solid"/>
                    </a:lnT>
                    <a:lnB w="9525" cap="flat" cmpd="sng" algn="ctr">
                      <a:solidFill>
                        <a:srgbClr val="7985D8"/>
                      </a:solidFill>
                      <a:prstDash val="solid"/>
                    </a:lnB>
                    <a:solidFill>
                      <a:srgbClr val="7985D8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9F6"/>
                      </a:solidFill>
                      <a:prstDash val="solid"/>
                    </a:lnL>
                    <a:lnR w="9525" cap="flat" cmpd="sng" algn="ctr">
                      <a:solidFill>
                        <a:srgbClr val="D5D9F6"/>
                      </a:solidFill>
                      <a:prstDash val="solid"/>
                    </a:lnR>
                    <a:lnT w="9525" cap="flat" cmpd="sng" algn="ctr">
                      <a:solidFill>
                        <a:srgbClr val="D5D9F6"/>
                      </a:solidFill>
                      <a:prstDash val="solid"/>
                    </a:lnT>
                    <a:lnB w="9525" cap="flat" cmpd="sng" algn="ctr">
                      <a:solidFill>
                        <a:srgbClr val="D5D9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9F6"/>
                      </a:solidFill>
                      <a:prstDash val="solid"/>
                    </a:lnL>
                    <a:lnR w="9525" cap="flat" cmpd="sng" algn="ctr">
                      <a:solidFill>
                        <a:srgbClr val="D5D9F6"/>
                      </a:solidFill>
                      <a:prstDash val="solid"/>
                    </a:lnR>
                    <a:lnT w="9525" cap="flat" cmpd="sng" algn="ctr">
                      <a:solidFill>
                        <a:srgbClr val="D5D9F6"/>
                      </a:solidFill>
                      <a:prstDash val="solid"/>
                    </a:lnT>
                    <a:lnB w="9525" cap="flat" cmpd="sng" algn="ctr">
                      <a:solidFill>
                        <a:srgbClr val="D5D9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9F6"/>
                      </a:solidFill>
                      <a:prstDash val="solid"/>
                    </a:lnL>
                    <a:lnR w="9525" cap="flat" cmpd="sng" algn="ctr">
                      <a:solidFill>
                        <a:srgbClr val="D5D9F6"/>
                      </a:solidFill>
                      <a:prstDash val="solid"/>
                    </a:lnR>
                    <a:lnT w="9525" cap="flat" cmpd="sng" algn="ctr">
                      <a:solidFill>
                        <a:srgbClr val="D5D9F6"/>
                      </a:solidFill>
                      <a:prstDash val="solid"/>
                    </a:lnT>
                    <a:lnB w="9525" cap="flat" cmpd="sng" algn="ctr">
                      <a:solidFill>
                        <a:srgbClr val="D5D9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9F6"/>
                      </a:solidFill>
                      <a:prstDash val="solid"/>
                    </a:lnL>
                    <a:lnR w="9525" cap="flat" cmpd="sng" algn="ctr">
                      <a:solidFill>
                        <a:srgbClr val="D5D9F6"/>
                      </a:solidFill>
                      <a:prstDash val="solid"/>
                    </a:lnR>
                    <a:lnT w="9525" cap="flat" cmpd="sng" algn="ctr">
                      <a:solidFill>
                        <a:srgbClr val="D5D9F6"/>
                      </a:solidFill>
                      <a:prstDash val="solid"/>
                    </a:lnT>
                    <a:lnB w="9525" cap="flat" cmpd="sng" algn="ctr">
                      <a:solidFill>
                        <a:srgbClr val="D5D9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9F6"/>
                      </a:solidFill>
                      <a:prstDash val="solid"/>
                    </a:lnL>
                    <a:lnR w="9525" cap="flat" cmpd="sng" algn="ctr">
                      <a:solidFill>
                        <a:srgbClr val="D5D9F6"/>
                      </a:solidFill>
                      <a:prstDash val="solid"/>
                    </a:lnR>
                    <a:lnT w="9525" cap="flat" cmpd="sng" algn="ctr">
                      <a:solidFill>
                        <a:srgbClr val="D5D9F6"/>
                      </a:solidFill>
                      <a:prstDash val="solid"/>
                    </a:lnT>
                    <a:lnB w="9525" cap="flat" cmpd="sng" algn="ctr">
                      <a:solidFill>
                        <a:srgbClr val="D5D9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9F6"/>
                      </a:solidFill>
                      <a:prstDash val="solid"/>
                    </a:lnL>
                    <a:lnR w="9525" cap="flat" cmpd="sng" algn="ctr">
                      <a:solidFill>
                        <a:srgbClr val="D5D9F6"/>
                      </a:solidFill>
                      <a:prstDash val="solid"/>
                    </a:lnR>
                    <a:lnT w="9525" cap="flat" cmpd="sng" algn="ctr">
                      <a:solidFill>
                        <a:srgbClr val="D5D9F6"/>
                      </a:solidFill>
                      <a:prstDash val="solid"/>
                    </a:lnT>
                    <a:lnB w="9525" cap="flat" cmpd="sng" algn="ctr">
                      <a:solidFill>
                        <a:srgbClr val="D5D9F6"/>
                      </a:solidFill>
                      <a:prstDash val="solid"/>
                    </a:lnB>
                    <a:solidFill>
                      <a:srgbClr val="ECEE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9F6"/>
                      </a:solidFill>
                      <a:prstDash val="solid"/>
                    </a:lnL>
                    <a:lnR w="9525" cap="flat" cmpd="sng" algn="ctr">
                      <a:solidFill>
                        <a:srgbClr val="D5D9F6"/>
                      </a:solidFill>
                      <a:prstDash val="solid"/>
                    </a:lnR>
                    <a:lnT w="9525" cap="flat" cmpd="sng" algn="ctr">
                      <a:solidFill>
                        <a:srgbClr val="D5D9F6"/>
                      </a:solidFill>
                      <a:prstDash val="solid"/>
                    </a:lnT>
                    <a:lnB w="9525" cap="flat" cmpd="sng" algn="ctr">
                      <a:solidFill>
                        <a:srgbClr val="D5D9F6"/>
                      </a:solidFill>
                      <a:prstDash val="solid"/>
                    </a:lnB>
                    <a:solidFill>
                      <a:srgbClr val="ECEE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9F6"/>
                      </a:solidFill>
                      <a:prstDash val="solid"/>
                    </a:lnL>
                    <a:lnR w="9525" cap="flat" cmpd="sng" algn="ctr">
                      <a:solidFill>
                        <a:srgbClr val="D5D9F6"/>
                      </a:solidFill>
                      <a:prstDash val="solid"/>
                    </a:lnR>
                    <a:lnT w="9525" cap="flat" cmpd="sng" algn="ctr">
                      <a:solidFill>
                        <a:srgbClr val="D5D9F6"/>
                      </a:solidFill>
                      <a:prstDash val="solid"/>
                    </a:lnT>
                    <a:lnB w="9525" cap="flat" cmpd="sng" algn="ctr">
                      <a:solidFill>
                        <a:srgbClr val="D5D9F6"/>
                      </a:solidFill>
                      <a:prstDash val="solid"/>
                    </a:lnB>
                    <a:solidFill>
                      <a:srgbClr val="ECEE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9F6"/>
                      </a:solidFill>
                      <a:prstDash val="solid"/>
                    </a:lnL>
                    <a:lnR w="9525" cap="flat" cmpd="sng" algn="ctr">
                      <a:solidFill>
                        <a:srgbClr val="D5D9F6"/>
                      </a:solidFill>
                      <a:prstDash val="solid"/>
                    </a:lnR>
                    <a:lnT w="9525" cap="flat" cmpd="sng" algn="ctr">
                      <a:solidFill>
                        <a:srgbClr val="D5D9F6"/>
                      </a:solidFill>
                      <a:prstDash val="solid"/>
                    </a:lnT>
                    <a:lnB w="9525" cap="flat" cmpd="sng" algn="ctr">
                      <a:solidFill>
                        <a:srgbClr val="D5D9F6"/>
                      </a:solidFill>
                      <a:prstDash val="solid"/>
                    </a:lnB>
                    <a:solidFill>
                      <a:srgbClr val="ECEE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9F6"/>
                      </a:solidFill>
                      <a:prstDash val="solid"/>
                    </a:lnL>
                    <a:lnR w="9525" cap="flat" cmpd="sng" algn="ctr">
                      <a:solidFill>
                        <a:srgbClr val="D5D9F6"/>
                      </a:solidFill>
                      <a:prstDash val="solid"/>
                    </a:lnR>
                    <a:lnT w="9525" cap="flat" cmpd="sng" algn="ctr">
                      <a:solidFill>
                        <a:srgbClr val="D5D9F6"/>
                      </a:solidFill>
                      <a:prstDash val="solid"/>
                    </a:lnT>
                    <a:lnB w="9525" cap="flat" cmpd="sng" algn="ctr">
                      <a:solidFill>
                        <a:srgbClr val="D5D9F6"/>
                      </a:solidFill>
                      <a:prstDash val="solid"/>
                    </a:lnB>
                    <a:solidFill>
                      <a:srgbClr val="ECEEFB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9F6"/>
                      </a:solidFill>
                      <a:prstDash val="solid"/>
                    </a:lnL>
                    <a:lnR w="9525" cap="flat" cmpd="sng" algn="ctr">
                      <a:solidFill>
                        <a:srgbClr val="D5D9F6"/>
                      </a:solidFill>
                      <a:prstDash val="solid"/>
                    </a:lnR>
                    <a:lnT w="9525" cap="flat" cmpd="sng" algn="ctr">
                      <a:solidFill>
                        <a:srgbClr val="D5D9F6"/>
                      </a:solidFill>
                      <a:prstDash val="solid"/>
                    </a:lnT>
                    <a:lnB w="9525" cap="flat" cmpd="sng" algn="ctr">
                      <a:solidFill>
                        <a:srgbClr val="D5D9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9F6"/>
                      </a:solidFill>
                      <a:prstDash val="solid"/>
                    </a:lnL>
                    <a:lnR w="9525" cap="flat" cmpd="sng" algn="ctr">
                      <a:solidFill>
                        <a:srgbClr val="D5D9F6"/>
                      </a:solidFill>
                      <a:prstDash val="solid"/>
                    </a:lnR>
                    <a:lnT w="9525" cap="flat" cmpd="sng" algn="ctr">
                      <a:solidFill>
                        <a:srgbClr val="D5D9F6"/>
                      </a:solidFill>
                      <a:prstDash val="solid"/>
                    </a:lnT>
                    <a:lnB w="9525" cap="flat" cmpd="sng" algn="ctr">
                      <a:solidFill>
                        <a:srgbClr val="D5D9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9F6"/>
                      </a:solidFill>
                      <a:prstDash val="solid"/>
                    </a:lnL>
                    <a:lnR w="9525" cap="flat" cmpd="sng" algn="ctr">
                      <a:solidFill>
                        <a:srgbClr val="D5D9F6"/>
                      </a:solidFill>
                      <a:prstDash val="solid"/>
                    </a:lnR>
                    <a:lnT w="9525" cap="flat" cmpd="sng" algn="ctr">
                      <a:solidFill>
                        <a:srgbClr val="D5D9F6"/>
                      </a:solidFill>
                      <a:prstDash val="solid"/>
                    </a:lnT>
                    <a:lnB w="9525" cap="flat" cmpd="sng" algn="ctr">
                      <a:solidFill>
                        <a:srgbClr val="D5D9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9F6"/>
                      </a:solidFill>
                      <a:prstDash val="solid"/>
                    </a:lnL>
                    <a:lnR w="9525" cap="flat" cmpd="sng" algn="ctr">
                      <a:solidFill>
                        <a:srgbClr val="D5D9F6"/>
                      </a:solidFill>
                      <a:prstDash val="solid"/>
                    </a:lnR>
                    <a:lnT w="9525" cap="flat" cmpd="sng" algn="ctr">
                      <a:solidFill>
                        <a:srgbClr val="D5D9F6"/>
                      </a:solidFill>
                      <a:prstDash val="solid"/>
                    </a:lnT>
                    <a:lnB w="9525" cap="flat" cmpd="sng" algn="ctr">
                      <a:solidFill>
                        <a:srgbClr val="D5D9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9F6"/>
                      </a:solidFill>
                      <a:prstDash val="solid"/>
                    </a:lnL>
                    <a:lnR w="9525" cap="flat" cmpd="sng" algn="ctr">
                      <a:solidFill>
                        <a:srgbClr val="D5D9F6"/>
                      </a:solidFill>
                      <a:prstDash val="solid"/>
                    </a:lnR>
                    <a:lnT w="9525" cap="flat" cmpd="sng" algn="ctr">
                      <a:solidFill>
                        <a:srgbClr val="D5D9F6"/>
                      </a:solidFill>
                      <a:prstDash val="solid"/>
                    </a:lnT>
                    <a:lnB w="9525" cap="flat" cmpd="sng" algn="ctr">
                      <a:solidFill>
                        <a:srgbClr val="D5D9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9F6"/>
                      </a:solidFill>
                      <a:prstDash val="solid"/>
                    </a:lnL>
                    <a:lnR w="9525" cap="flat" cmpd="sng" algn="ctr">
                      <a:solidFill>
                        <a:srgbClr val="D5D9F6"/>
                      </a:solidFill>
                      <a:prstDash val="solid"/>
                    </a:lnR>
                    <a:lnT w="9525" cap="flat" cmpd="sng" algn="ctr">
                      <a:solidFill>
                        <a:srgbClr val="D5D9F6"/>
                      </a:solidFill>
                      <a:prstDash val="solid"/>
                    </a:lnT>
                    <a:lnB w="9525" cap="flat" cmpd="sng" algn="ctr">
                      <a:solidFill>
                        <a:srgbClr val="D5D9F6"/>
                      </a:solidFill>
                      <a:prstDash val="solid"/>
                    </a:lnB>
                    <a:solidFill>
                      <a:srgbClr val="ECEE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9F6"/>
                      </a:solidFill>
                      <a:prstDash val="solid"/>
                    </a:lnL>
                    <a:lnR w="9525" cap="flat" cmpd="sng" algn="ctr">
                      <a:solidFill>
                        <a:srgbClr val="D5D9F6"/>
                      </a:solidFill>
                      <a:prstDash val="solid"/>
                    </a:lnR>
                    <a:lnT w="9525" cap="flat" cmpd="sng" algn="ctr">
                      <a:solidFill>
                        <a:srgbClr val="D5D9F6"/>
                      </a:solidFill>
                      <a:prstDash val="solid"/>
                    </a:lnT>
                    <a:lnB w="9525" cap="flat" cmpd="sng" algn="ctr">
                      <a:solidFill>
                        <a:srgbClr val="D5D9F6"/>
                      </a:solidFill>
                      <a:prstDash val="solid"/>
                    </a:lnB>
                    <a:solidFill>
                      <a:srgbClr val="ECEE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9F6"/>
                      </a:solidFill>
                      <a:prstDash val="solid"/>
                    </a:lnL>
                    <a:lnR w="9525" cap="flat" cmpd="sng" algn="ctr">
                      <a:solidFill>
                        <a:srgbClr val="D5D9F6"/>
                      </a:solidFill>
                      <a:prstDash val="solid"/>
                    </a:lnR>
                    <a:lnT w="9525" cap="flat" cmpd="sng" algn="ctr">
                      <a:solidFill>
                        <a:srgbClr val="D5D9F6"/>
                      </a:solidFill>
                      <a:prstDash val="solid"/>
                    </a:lnT>
                    <a:lnB w="9525" cap="flat" cmpd="sng" algn="ctr">
                      <a:solidFill>
                        <a:srgbClr val="D5D9F6"/>
                      </a:solidFill>
                      <a:prstDash val="solid"/>
                    </a:lnB>
                    <a:solidFill>
                      <a:srgbClr val="ECEE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9F6"/>
                      </a:solidFill>
                      <a:prstDash val="solid"/>
                    </a:lnL>
                    <a:lnR w="9525" cap="flat" cmpd="sng" algn="ctr">
                      <a:solidFill>
                        <a:srgbClr val="D5D9F6"/>
                      </a:solidFill>
                      <a:prstDash val="solid"/>
                    </a:lnR>
                    <a:lnT w="9525" cap="flat" cmpd="sng" algn="ctr">
                      <a:solidFill>
                        <a:srgbClr val="D5D9F6"/>
                      </a:solidFill>
                      <a:prstDash val="solid"/>
                    </a:lnT>
                    <a:lnB w="9525" cap="flat" cmpd="sng" algn="ctr">
                      <a:solidFill>
                        <a:srgbClr val="D5D9F6"/>
                      </a:solidFill>
                      <a:prstDash val="solid"/>
                    </a:lnB>
                    <a:solidFill>
                      <a:srgbClr val="ECEE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9F6"/>
                      </a:solidFill>
                      <a:prstDash val="solid"/>
                    </a:lnL>
                    <a:lnR w="9525" cap="flat" cmpd="sng" algn="ctr">
                      <a:solidFill>
                        <a:srgbClr val="D5D9F6"/>
                      </a:solidFill>
                      <a:prstDash val="solid"/>
                    </a:lnR>
                    <a:lnT w="9525" cap="flat" cmpd="sng" algn="ctr">
                      <a:solidFill>
                        <a:srgbClr val="D5D9F6"/>
                      </a:solidFill>
                      <a:prstDash val="solid"/>
                    </a:lnT>
                    <a:lnB w="9525" cap="flat" cmpd="sng" algn="ctr">
                      <a:solidFill>
                        <a:srgbClr val="D5D9F6"/>
                      </a:solidFill>
                      <a:prstDash val="solid"/>
                    </a:lnB>
                    <a:solidFill>
                      <a:srgbClr val="ECEEFB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9F6"/>
                      </a:solidFill>
                      <a:prstDash val="solid"/>
                    </a:lnL>
                    <a:lnR w="9525" cap="flat" cmpd="sng" algn="ctr">
                      <a:solidFill>
                        <a:srgbClr val="D5D9F6"/>
                      </a:solidFill>
                      <a:prstDash val="solid"/>
                    </a:lnR>
                    <a:lnT w="9525" cap="flat" cmpd="sng" algn="ctr">
                      <a:solidFill>
                        <a:srgbClr val="D5D9F6"/>
                      </a:solidFill>
                      <a:prstDash val="solid"/>
                    </a:lnT>
                    <a:lnB w="9525" cap="flat" cmpd="sng" algn="ctr">
                      <a:solidFill>
                        <a:srgbClr val="D5D9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9F6"/>
                      </a:solidFill>
                      <a:prstDash val="solid"/>
                    </a:lnL>
                    <a:lnR w="9525" cap="flat" cmpd="sng" algn="ctr">
                      <a:solidFill>
                        <a:srgbClr val="D5D9F6"/>
                      </a:solidFill>
                      <a:prstDash val="solid"/>
                    </a:lnR>
                    <a:lnT w="9525" cap="flat" cmpd="sng" algn="ctr">
                      <a:solidFill>
                        <a:srgbClr val="D5D9F6"/>
                      </a:solidFill>
                      <a:prstDash val="solid"/>
                    </a:lnT>
                    <a:lnB w="9525" cap="flat" cmpd="sng" algn="ctr">
                      <a:solidFill>
                        <a:srgbClr val="D5D9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9F6"/>
                      </a:solidFill>
                      <a:prstDash val="solid"/>
                    </a:lnL>
                    <a:lnR w="9525" cap="flat" cmpd="sng" algn="ctr">
                      <a:solidFill>
                        <a:srgbClr val="D5D9F6"/>
                      </a:solidFill>
                      <a:prstDash val="solid"/>
                    </a:lnR>
                    <a:lnT w="9525" cap="flat" cmpd="sng" algn="ctr">
                      <a:solidFill>
                        <a:srgbClr val="D5D9F6"/>
                      </a:solidFill>
                      <a:prstDash val="solid"/>
                    </a:lnT>
                    <a:lnB w="9525" cap="flat" cmpd="sng" algn="ctr">
                      <a:solidFill>
                        <a:srgbClr val="D5D9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9F6"/>
                      </a:solidFill>
                      <a:prstDash val="solid"/>
                    </a:lnL>
                    <a:lnR w="9525" cap="flat" cmpd="sng" algn="ctr">
                      <a:solidFill>
                        <a:srgbClr val="D5D9F6"/>
                      </a:solidFill>
                      <a:prstDash val="solid"/>
                    </a:lnR>
                    <a:lnT w="9525" cap="flat" cmpd="sng" algn="ctr">
                      <a:solidFill>
                        <a:srgbClr val="D5D9F6"/>
                      </a:solidFill>
                      <a:prstDash val="solid"/>
                    </a:lnT>
                    <a:lnB w="9525" cap="flat" cmpd="sng" algn="ctr">
                      <a:solidFill>
                        <a:srgbClr val="D5D9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9F6"/>
                      </a:solidFill>
                      <a:prstDash val="solid"/>
                    </a:lnL>
                    <a:lnR w="9525" cap="flat" cmpd="sng" algn="ctr">
                      <a:solidFill>
                        <a:srgbClr val="D5D9F6"/>
                      </a:solidFill>
                      <a:prstDash val="solid"/>
                    </a:lnR>
                    <a:lnT w="9525" cap="flat" cmpd="sng" algn="ctr">
                      <a:solidFill>
                        <a:srgbClr val="D5D9F6"/>
                      </a:solidFill>
                      <a:prstDash val="solid"/>
                    </a:lnT>
                    <a:lnB w="9525" cap="flat" cmpd="sng" algn="ctr">
                      <a:solidFill>
                        <a:srgbClr val="D5D9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9F6"/>
                      </a:solidFill>
                      <a:prstDash val="solid"/>
                    </a:lnL>
                    <a:lnR w="9525" cap="flat" cmpd="sng" algn="ctr">
                      <a:solidFill>
                        <a:srgbClr val="D5D9F6"/>
                      </a:solidFill>
                      <a:prstDash val="solid"/>
                    </a:lnR>
                    <a:lnT w="9525" cap="flat" cmpd="sng" algn="ctr">
                      <a:solidFill>
                        <a:srgbClr val="D5D9F6"/>
                      </a:solidFill>
                      <a:prstDash val="solid"/>
                    </a:lnT>
                    <a:lnB w="9525" cap="flat" cmpd="sng" algn="ctr">
                      <a:solidFill>
                        <a:srgbClr val="D5D9F6"/>
                      </a:solidFill>
                      <a:prstDash val="solid"/>
                    </a:lnB>
                    <a:solidFill>
                      <a:srgbClr val="ECEE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9F6"/>
                      </a:solidFill>
                      <a:prstDash val="solid"/>
                    </a:lnL>
                    <a:lnR w="9525" cap="flat" cmpd="sng" algn="ctr">
                      <a:solidFill>
                        <a:srgbClr val="D5D9F6"/>
                      </a:solidFill>
                      <a:prstDash val="solid"/>
                    </a:lnR>
                    <a:lnT w="9525" cap="flat" cmpd="sng" algn="ctr">
                      <a:solidFill>
                        <a:srgbClr val="D5D9F6"/>
                      </a:solidFill>
                      <a:prstDash val="solid"/>
                    </a:lnT>
                    <a:lnB w="9525" cap="flat" cmpd="sng" algn="ctr">
                      <a:solidFill>
                        <a:srgbClr val="D5D9F6"/>
                      </a:solidFill>
                      <a:prstDash val="solid"/>
                    </a:lnB>
                    <a:solidFill>
                      <a:srgbClr val="ECEE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9F6"/>
                      </a:solidFill>
                      <a:prstDash val="solid"/>
                    </a:lnL>
                    <a:lnR w="9525" cap="flat" cmpd="sng" algn="ctr">
                      <a:solidFill>
                        <a:srgbClr val="D5D9F6"/>
                      </a:solidFill>
                      <a:prstDash val="solid"/>
                    </a:lnR>
                    <a:lnT w="9525" cap="flat" cmpd="sng" algn="ctr">
                      <a:solidFill>
                        <a:srgbClr val="D5D9F6"/>
                      </a:solidFill>
                      <a:prstDash val="solid"/>
                    </a:lnT>
                    <a:lnB w="9525" cap="flat" cmpd="sng" algn="ctr">
                      <a:solidFill>
                        <a:srgbClr val="D5D9F6"/>
                      </a:solidFill>
                      <a:prstDash val="solid"/>
                    </a:lnB>
                    <a:solidFill>
                      <a:srgbClr val="ECEE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9F6"/>
                      </a:solidFill>
                      <a:prstDash val="solid"/>
                    </a:lnL>
                    <a:lnR w="9525" cap="flat" cmpd="sng" algn="ctr">
                      <a:solidFill>
                        <a:srgbClr val="D5D9F6"/>
                      </a:solidFill>
                      <a:prstDash val="solid"/>
                    </a:lnR>
                    <a:lnT w="9525" cap="flat" cmpd="sng" algn="ctr">
                      <a:solidFill>
                        <a:srgbClr val="D5D9F6"/>
                      </a:solidFill>
                      <a:prstDash val="solid"/>
                    </a:lnT>
                    <a:lnB w="9525" cap="flat" cmpd="sng" algn="ctr">
                      <a:solidFill>
                        <a:srgbClr val="D5D9F6"/>
                      </a:solidFill>
                      <a:prstDash val="solid"/>
                    </a:lnB>
                    <a:solidFill>
                      <a:srgbClr val="ECEE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9F6"/>
                      </a:solidFill>
                      <a:prstDash val="solid"/>
                    </a:lnL>
                    <a:lnR w="9525" cap="flat" cmpd="sng" algn="ctr">
                      <a:solidFill>
                        <a:srgbClr val="D5D9F6"/>
                      </a:solidFill>
                      <a:prstDash val="solid"/>
                    </a:lnR>
                    <a:lnT w="9525" cap="flat" cmpd="sng" algn="ctr">
                      <a:solidFill>
                        <a:srgbClr val="D5D9F6"/>
                      </a:solidFill>
                      <a:prstDash val="solid"/>
                    </a:lnT>
                    <a:lnB w="9525" cap="flat" cmpd="sng" algn="ctr">
                      <a:solidFill>
                        <a:srgbClr val="D5D9F6"/>
                      </a:solidFill>
                      <a:prstDash val="solid"/>
                    </a:lnB>
                    <a:solidFill>
                      <a:srgbClr val="ECEE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5D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포인트"/>
          <p:cNvSpPr/>
          <p:nvPr/>
        </p:nvSpPr>
        <p:spPr>
          <a:xfrm rot="18900000">
            <a:off x="5958687" y="246888"/>
            <a:ext cx="274320" cy="274320"/>
          </a:xfrm>
          <a:prstGeom prst="teardrop">
            <a:avLst/>
          </a:prstGeom>
          <a:solidFill>
            <a:srgbClr val="7985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684367" y="1572768"/>
            <a:ext cx="822960" cy="22860"/>
          </a:xfrm>
          <a:prstGeom prst="rect">
            <a:avLst/>
          </a:prstGeom>
          <a:solidFill>
            <a:srgbClr val="7985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640080" y="182880"/>
            <a:ext cx="36576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 spc="250">
                <a:solidFill>
                  <a:srgbClr val="8E8780"/>
                </a:solidFill>
              </a:rPr>
              <a:t>INSURANCE CHECK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4008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보장 항목 체크</a:t>
            </a:r>
          </a:p>
        </p:txBody>
      </p:sp>
      <p:graphicFrame>
        <p:nvGraphicFramePr>
          <p:cNvPr id="6" name="표"/>
          <p:cNvGraphicFramePr>
            <a:graphicFrameLocks noGrp="1"/>
          </p:cNvGraphicFramePr>
          <p:nvPr/>
        </p:nvGraphicFramePr>
        <p:xfrm>
          <a:off x="640080" y="1783080"/>
          <a:ext cx="10911534" cy="47731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57600"/>
                <a:gridCol w="2417978"/>
                <a:gridCol w="2417978"/>
                <a:gridCol w="241797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보장 항목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985D8"/>
                      </a:solidFill>
                      <a:prstDash val="solid"/>
                    </a:lnL>
                    <a:lnR w="9525" cap="flat" cmpd="sng" algn="ctr">
                      <a:solidFill>
                        <a:srgbClr val="7985D8"/>
                      </a:solidFill>
                      <a:prstDash val="solid"/>
                    </a:lnR>
                    <a:lnT w="9525" cap="flat" cmpd="sng" algn="ctr">
                      <a:solidFill>
                        <a:srgbClr val="7985D8"/>
                      </a:solidFill>
                      <a:prstDash val="solid"/>
                    </a:lnT>
                    <a:lnB w="9525" cap="flat" cmpd="sng" algn="ctr">
                      <a:solidFill>
                        <a:srgbClr val="7985D8"/>
                      </a:solidFill>
                      <a:prstDash val="solid"/>
                    </a:lnB>
                    <a:solidFill>
                      <a:srgbClr val="7985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가입 확인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985D8"/>
                      </a:solidFill>
                      <a:prstDash val="solid"/>
                    </a:lnL>
                    <a:lnR w="9525" cap="flat" cmpd="sng" algn="ctr">
                      <a:solidFill>
                        <a:srgbClr val="7985D8"/>
                      </a:solidFill>
                      <a:prstDash val="solid"/>
                    </a:lnR>
                    <a:lnT w="9525" cap="flat" cmpd="sng" algn="ctr">
                      <a:solidFill>
                        <a:srgbClr val="7985D8"/>
                      </a:solidFill>
                      <a:prstDash val="solid"/>
                    </a:lnT>
                    <a:lnB w="9525" cap="flat" cmpd="sng" algn="ctr">
                      <a:solidFill>
                        <a:srgbClr val="7985D8"/>
                      </a:solidFill>
                      <a:prstDash val="solid"/>
                    </a:lnB>
                    <a:solidFill>
                      <a:srgbClr val="7985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확인 필요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985D8"/>
                      </a:solidFill>
                      <a:prstDash val="solid"/>
                    </a:lnL>
                    <a:lnR w="9525" cap="flat" cmpd="sng" algn="ctr">
                      <a:solidFill>
                        <a:srgbClr val="7985D8"/>
                      </a:solidFill>
                      <a:prstDash val="solid"/>
                    </a:lnR>
                    <a:lnT w="9525" cap="flat" cmpd="sng" algn="ctr">
                      <a:solidFill>
                        <a:srgbClr val="7985D8"/>
                      </a:solidFill>
                      <a:prstDash val="solid"/>
                    </a:lnT>
                    <a:lnB w="9525" cap="flat" cmpd="sng" algn="ctr">
                      <a:solidFill>
                        <a:srgbClr val="7985D8"/>
                      </a:solidFill>
                      <a:prstDash val="solid"/>
                    </a:lnB>
                    <a:solidFill>
                      <a:srgbClr val="7985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해당 없음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985D8"/>
                      </a:solidFill>
                      <a:prstDash val="solid"/>
                    </a:lnL>
                    <a:lnR w="9525" cap="flat" cmpd="sng" algn="ctr">
                      <a:solidFill>
                        <a:srgbClr val="7985D8"/>
                      </a:solidFill>
                      <a:prstDash val="solid"/>
                    </a:lnR>
                    <a:lnT w="9525" cap="flat" cmpd="sng" algn="ctr">
                      <a:solidFill>
                        <a:srgbClr val="7985D8"/>
                      </a:solidFill>
                      <a:prstDash val="solid"/>
                    </a:lnT>
                    <a:lnB w="9525" cap="flat" cmpd="sng" algn="ctr">
                      <a:solidFill>
                        <a:srgbClr val="7985D8"/>
                      </a:solidFill>
                      <a:prstDash val="solid"/>
                    </a:lnB>
                    <a:solidFill>
                      <a:srgbClr val="7985D8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72C49"/>
                          </a:solidFill>
                        </a:rPr>
                        <a:t>사망·재해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9F6"/>
                      </a:solidFill>
                      <a:prstDash val="solid"/>
                    </a:lnL>
                    <a:lnR w="9525" cap="flat" cmpd="sng" algn="ctr">
                      <a:solidFill>
                        <a:srgbClr val="D5D9F6"/>
                      </a:solidFill>
                      <a:prstDash val="solid"/>
                    </a:lnR>
                    <a:lnT w="9525" cap="flat" cmpd="sng" algn="ctr">
                      <a:solidFill>
                        <a:srgbClr val="D5D9F6"/>
                      </a:solidFill>
                      <a:prstDash val="solid"/>
                    </a:lnT>
                    <a:lnB w="9525" cap="flat" cmpd="sng" algn="ctr">
                      <a:solidFill>
                        <a:srgbClr val="D5D9F6"/>
                      </a:solidFill>
                      <a:prstDash val="solid"/>
                    </a:lnB>
                    <a:solidFill>
                      <a:srgbClr val="D5D9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9F6"/>
                      </a:solidFill>
                      <a:prstDash val="solid"/>
                    </a:lnL>
                    <a:lnR w="9525" cap="flat" cmpd="sng" algn="ctr">
                      <a:solidFill>
                        <a:srgbClr val="D5D9F6"/>
                      </a:solidFill>
                      <a:prstDash val="solid"/>
                    </a:lnR>
                    <a:lnT w="9525" cap="flat" cmpd="sng" algn="ctr">
                      <a:solidFill>
                        <a:srgbClr val="D5D9F6"/>
                      </a:solidFill>
                      <a:prstDash val="solid"/>
                    </a:lnT>
                    <a:lnB w="9525" cap="flat" cmpd="sng" algn="ctr">
                      <a:solidFill>
                        <a:srgbClr val="D5D9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9F6"/>
                      </a:solidFill>
                      <a:prstDash val="solid"/>
                    </a:lnL>
                    <a:lnR w="9525" cap="flat" cmpd="sng" algn="ctr">
                      <a:solidFill>
                        <a:srgbClr val="D5D9F6"/>
                      </a:solidFill>
                      <a:prstDash val="solid"/>
                    </a:lnR>
                    <a:lnT w="9525" cap="flat" cmpd="sng" algn="ctr">
                      <a:solidFill>
                        <a:srgbClr val="D5D9F6"/>
                      </a:solidFill>
                      <a:prstDash val="solid"/>
                    </a:lnT>
                    <a:lnB w="9525" cap="flat" cmpd="sng" algn="ctr">
                      <a:solidFill>
                        <a:srgbClr val="D5D9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9F6"/>
                      </a:solidFill>
                      <a:prstDash val="solid"/>
                    </a:lnL>
                    <a:lnR w="9525" cap="flat" cmpd="sng" algn="ctr">
                      <a:solidFill>
                        <a:srgbClr val="D5D9F6"/>
                      </a:solidFill>
                      <a:prstDash val="solid"/>
                    </a:lnR>
                    <a:lnT w="9525" cap="flat" cmpd="sng" algn="ctr">
                      <a:solidFill>
                        <a:srgbClr val="D5D9F6"/>
                      </a:solidFill>
                      <a:prstDash val="solid"/>
                    </a:lnT>
                    <a:lnB w="9525" cap="flat" cmpd="sng" algn="ctr">
                      <a:solidFill>
                        <a:srgbClr val="D5D9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72C49"/>
                          </a:solidFill>
                        </a:rPr>
                        <a:t>질병 진단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9F6"/>
                      </a:solidFill>
                      <a:prstDash val="solid"/>
                    </a:lnL>
                    <a:lnR w="9525" cap="flat" cmpd="sng" algn="ctr">
                      <a:solidFill>
                        <a:srgbClr val="D5D9F6"/>
                      </a:solidFill>
                      <a:prstDash val="solid"/>
                    </a:lnR>
                    <a:lnT w="9525" cap="flat" cmpd="sng" algn="ctr">
                      <a:solidFill>
                        <a:srgbClr val="D5D9F6"/>
                      </a:solidFill>
                      <a:prstDash val="solid"/>
                    </a:lnT>
                    <a:lnB w="9525" cap="flat" cmpd="sng" algn="ctr">
                      <a:solidFill>
                        <a:srgbClr val="D5D9F6"/>
                      </a:solidFill>
                      <a:prstDash val="solid"/>
                    </a:lnB>
                    <a:solidFill>
                      <a:srgbClr val="D5D9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9F6"/>
                      </a:solidFill>
                      <a:prstDash val="solid"/>
                    </a:lnL>
                    <a:lnR w="9525" cap="flat" cmpd="sng" algn="ctr">
                      <a:solidFill>
                        <a:srgbClr val="D5D9F6"/>
                      </a:solidFill>
                      <a:prstDash val="solid"/>
                    </a:lnR>
                    <a:lnT w="9525" cap="flat" cmpd="sng" algn="ctr">
                      <a:solidFill>
                        <a:srgbClr val="D5D9F6"/>
                      </a:solidFill>
                      <a:prstDash val="solid"/>
                    </a:lnT>
                    <a:lnB w="9525" cap="flat" cmpd="sng" algn="ctr">
                      <a:solidFill>
                        <a:srgbClr val="D5D9F6"/>
                      </a:solidFill>
                      <a:prstDash val="solid"/>
                    </a:lnB>
                    <a:solidFill>
                      <a:srgbClr val="ECEE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9F6"/>
                      </a:solidFill>
                      <a:prstDash val="solid"/>
                    </a:lnL>
                    <a:lnR w="9525" cap="flat" cmpd="sng" algn="ctr">
                      <a:solidFill>
                        <a:srgbClr val="D5D9F6"/>
                      </a:solidFill>
                      <a:prstDash val="solid"/>
                    </a:lnR>
                    <a:lnT w="9525" cap="flat" cmpd="sng" algn="ctr">
                      <a:solidFill>
                        <a:srgbClr val="D5D9F6"/>
                      </a:solidFill>
                      <a:prstDash val="solid"/>
                    </a:lnT>
                    <a:lnB w="9525" cap="flat" cmpd="sng" algn="ctr">
                      <a:solidFill>
                        <a:srgbClr val="D5D9F6"/>
                      </a:solidFill>
                      <a:prstDash val="solid"/>
                    </a:lnB>
                    <a:solidFill>
                      <a:srgbClr val="ECEE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9F6"/>
                      </a:solidFill>
                      <a:prstDash val="solid"/>
                    </a:lnL>
                    <a:lnR w="9525" cap="flat" cmpd="sng" algn="ctr">
                      <a:solidFill>
                        <a:srgbClr val="D5D9F6"/>
                      </a:solidFill>
                      <a:prstDash val="solid"/>
                    </a:lnR>
                    <a:lnT w="9525" cap="flat" cmpd="sng" algn="ctr">
                      <a:solidFill>
                        <a:srgbClr val="D5D9F6"/>
                      </a:solidFill>
                      <a:prstDash val="solid"/>
                    </a:lnT>
                    <a:lnB w="9525" cap="flat" cmpd="sng" algn="ctr">
                      <a:solidFill>
                        <a:srgbClr val="D5D9F6"/>
                      </a:solidFill>
                      <a:prstDash val="solid"/>
                    </a:lnB>
                    <a:solidFill>
                      <a:srgbClr val="ECEEFB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72C49"/>
                          </a:solidFill>
                        </a:rPr>
                        <a:t>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9F6"/>
                      </a:solidFill>
                      <a:prstDash val="solid"/>
                    </a:lnL>
                    <a:lnR w="9525" cap="flat" cmpd="sng" algn="ctr">
                      <a:solidFill>
                        <a:srgbClr val="D5D9F6"/>
                      </a:solidFill>
                      <a:prstDash val="solid"/>
                    </a:lnR>
                    <a:lnT w="9525" cap="flat" cmpd="sng" algn="ctr">
                      <a:solidFill>
                        <a:srgbClr val="D5D9F6"/>
                      </a:solidFill>
                      <a:prstDash val="solid"/>
                    </a:lnT>
                    <a:lnB w="9525" cap="flat" cmpd="sng" algn="ctr">
                      <a:solidFill>
                        <a:srgbClr val="D5D9F6"/>
                      </a:solidFill>
                      <a:prstDash val="solid"/>
                    </a:lnB>
                    <a:solidFill>
                      <a:srgbClr val="D5D9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9F6"/>
                      </a:solidFill>
                      <a:prstDash val="solid"/>
                    </a:lnL>
                    <a:lnR w="9525" cap="flat" cmpd="sng" algn="ctr">
                      <a:solidFill>
                        <a:srgbClr val="D5D9F6"/>
                      </a:solidFill>
                      <a:prstDash val="solid"/>
                    </a:lnR>
                    <a:lnT w="9525" cap="flat" cmpd="sng" algn="ctr">
                      <a:solidFill>
                        <a:srgbClr val="D5D9F6"/>
                      </a:solidFill>
                      <a:prstDash val="solid"/>
                    </a:lnT>
                    <a:lnB w="9525" cap="flat" cmpd="sng" algn="ctr">
                      <a:solidFill>
                        <a:srgbClr val="D5D9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9F6"/>
                      </a:solidFill>
                      <a:prstDash val="solid"/>
                    </a:lnL>
                    <a:lnR w="9525" cap="flat" cmpd="sng" algn="ctr">
                      <a:solidFill>
                        <a:srgbClr val="D5D9F6"/>
                      </a:solidFill>
                      <a:prstDash val="solid"/>
                    </a:lnR>
                    <a:lnT w="9525" cap="flat" cmpd="sng" algn="ctr">
                      <a:solidFill>
                        <a:srgbClr val="D5D9F6"/>
                      </a:solidFill>
                      <a:prstDash val="solid"/>
                    </a:lnT>
                    <a:lnB w="9525" cap="flat" cmpd="sng" algn="ctr">
                      <a:solidFill>
                        <a:srgbClr val="D5D9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9F6"/>
                      </a:solidFill>
                      <a:prstDash val="solid"/>
                    </a:lnL>
                    <a:lnR w="9525" cap="flat" cmpd="sng" algn="ctr">
                      <a:solidFill>
                        <a:srgbClr val="D5D9F6"/>
                      </a:solidFill>
                      <a:prstDash val="solid"/>
                    </a:lnR>
                    <a:lnT w="9525" cap="flat" cmpd="sng" algn="ctr">
                      <a:solidFill>
                        <a:srgbClr val="D5D9F6"/>
                      </a:solidFill>
                      <a:prstDash val="solid"/>
                    </a:lnT>
                    <a:lnB w="9525" cap="flat" cmpd="sng" algn="ctr">
                      <a:solidFill>
                        <a:srgbClr val="D5D9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72C49"/>
                          </a:solidFill>
                        </a:rPr>
                        <a:t>뇌·심장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9F6"/>
                      </a:solidFill>
                      <a:prstDash val="solid"/>
                    </a:lnL>
                    <a:lnR w="9525" cap="flat" cmpd="sng" algn="ctr">
                      <a:solidFill>
                        <a:srgbClr val="D5D9F6"/>
                      </a:solidFill>
                      <a:prstDash val="solid"/>
                    </a:lnR>
                    <a:lnT w="9525" cap="flat" cmpd="sng" algn="ctr">
                      <a:solidFill>
                        <a:srgbClr val="D5D9F6"/>
                      </a:solidFill>
                      <a:prstDash val="solid"/>
                    </a:lnT>
                    <a:lnB w="9525" cap="flat" cmpd="sng" algn="ctr">
                      <a:solidFill>
                        <a:srgbClr val="D5D9F6"/>
                      </a:solidFill>
                      <a:prstDash val="solid"/>
                    </a:lnB>
                    <a:solidFill>
                      <a:srgbClr val="D5D9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9F6"/>
                      </a:solidFill>
                      <a:prstDash val="solid"/>
                    </a:lnL>
                    <a:lnR w="9525" cap="flat" cmpd="sng" algn="ctr">
                      <a:solidFill>
                        <a:srgbClr val="D5D9F6"/>
                      </a:solidFill>
                      <a:prstDash val="solid"/>
                    </a:lnR>
                    <a:lnT w="9525" cap="flat" cmpd="sng" algn="ctr">
                      <a:solidFill>
                        <a:srgbClr val="D5D9F6"/>
                      </a:solidFill>
                      <a:prstDash val="solid"/>
                    </a:lnT>
                    <a:lnB w="9525" cap="flat" cmpd="sng" algn="ctr">
                      <a:solidFill>
                        <a:srgbClr val="D5D9F6"/>
                      </a:solidFill>
                      <a:prstDash val="solid"/>
                    </a:lnB>
                    <a:solidFill>
                      <a:srgbClr val="ECEE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9F6"/>
                      </a:solidFill>
                      <a:prstDash val="solid"/>
                    </a:lnL>
                    <a:lnR w="9525" cap="flat" cmpd="sng" algn="ctr">
                      <a:solidFill>
                        <a:srgbClr val="D5D9F6"/>
                      </a:solidFill>
                      <a:prstDash val="solid"/>
                    </a:lnR>
                    <a:lnT w="9525" cap="flat" cmpd="sng" algn="ctr">
                      <a:solidFill>
                        <a:srgbClr val="D5D9F6"/>
                      </a:solidFill>
                      <a:prstDash val="solid"/>
                    </a:lnT>
                    <a:lnB w="9525" cap="flat" cmpd="sng" algn="ctr">
                      <a:solidFill>
                        <a:srgbClr val="D5D9F6"/>
                      </a:solidFill>
                      <a:prstDash val="solid"/>
                    </a:lnB>
                    <a:solidFill>
                      <a:srgbClr val="ECEE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9F6"/>
                      </a:solidFill>
                      <a:prstDash val="solid"/>
                    </a:lnL>
                    <a:lnR w="9525" cap="flat" cmpd="sng" algn="ctr">
                      <a:solidFill>
                        <a:srgbClr val="D5D9F6"/>
                      </a:solidFill>
                      <a:prstDash val="solid"/>
                    </a:lnR>
                    <a:lnT w="9525" cap="flat" cmpd="sng" algn="ctr">
                      <a:solidFill>
                        <a:srgbClr val="D5D9F6"/>
                      </a:solidFill>
                      <a:prstDash val="solid"/>
                    </a:lnT>
                    <a:lnB w="9525" cap="flat" cmpd="sng" algn="ctr">
                      <a:solidFill>
                        <a:srgbClr val="D5D9F6"/>
                      </a:solidFill>
                      <a:prstDash val="solid"/>
                    </a:lnB>
                    <a:solidFill>
                      <a:srgbClr val="ECEEFB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72C49"/>
                          </a:solidFill>
                        </a:rPr>
                        <a:t>입원·수술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9F6"/>
                      </a:solidFill>
                      <a:prstDash val="solid"/>
                    </a:lnL>
                    <a:lnR w="9525" cap="flat" cmpd="sng" algn="ctr">
                      <a:solidFill>
                        <a:srgbClr val="D5D9F6"/>
                      </a:solidFill>
                      <a:prstDash val="solid"/>
                    </a:lnR>
                    <a:lnT w="9525" cap="flat" cmpd="sng" algn="ctr">
                      <a:solidFill>
                        <a:srgbClr val="D5D9F6"/>
                      </a:solidFill>
                      <a:prstDash val="solid"/>
                    </a:lnT>
                    <a:lnB w="9525" cap="flat" cmpd="sng" algn="ctr">
                      <a:solidFill>
                        <a:srgbClr val="D5D9F6"/>
                      </a:solidFill>
                      <a:prstDash val="solid"/>
                    </a:lnB>
                    <a:solidFill>
                      <a:srgbClr val="D5D9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9F6"/>
                      </a:solidFill>
                      <a:prstDash val="solid"/>
                    </a:lnL>
                    <a:lnR w="9525" cap="flat" cmpd="sng" algn="ctr">
                      <a:solidFill>
                        <a:srgbClr val="D5D9F6"/>
                      </a:solidFill>
                      <a:prstDash val="solid"/>
                    </a:lnR>
                    <a:lnT w="9525" cap="flat" cmpd="sng" algn="ctr">
                      <a:solidFill>
                        <a:srgbClr val="D5D9F6"/>
                      </a:solidFill>
                      <a:prstDash val="solid"/>
                    </a:lnT>
                    <a:lnB w="9525" cap="flat" cmpd="sng" algn="ctr">
                      <a:solidFill>
                        <a:srgbClr val="D5D9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9F6"/>
                      </a:solidFill>
                      <a:prstDash val="solid"/>
                    </a:lnL>
                    <a:lnR w="9525" cap="flat" cmpd="sng" algn="ctr">
                      <a:solidFill>
                        <a:srgbClr val="D5D9F6"/>
                      </a:solidFill>
                      <a:prstDash val="solid"/>
                    </a:lnR>
                    <a:lnT w="9525" cap="flat" cmpd="sng" algn="ctr">
                      <a:solidFill>
                        <a:srgbClr val="D5D9F6"/>
                      </a:solidFill>
                      <a:prstDash val="solid"/>
                    </a:lnT>
                    <a:lnB w="9525" cap="flat" cmpd="sng" algn="ctr">
                      <a:solidFill>
                        <a:srgbClr val="D5D9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9F6"/>
                      </a:solidFill>
                      <a:prstDash val="solid"/>
                    </a:lnL>
                    <a:lnR w="9525" cap="flat" cmpd="sng" algn="ctr">
                      <a:solidFill>
                        <a:srgbClr val="D5D9F6"/>
                      </a:solidFill>
                      <a:prstDash val="solid"/>
                    </a:lnR>
                    <a:lnT w="9525" cap="flat" cmpd="sng" algn="ctr">
                      <a:solidFill>
                        <a:srgbClr val="D5D9F6"/>
                      </a:solidFill>
                      <a:prstDash val="solid"/>
                    </a:lnT>
                    <a:lnB w="9525" cap="flat" cmpd="sng" algn="ctr">
                      <a:solidFill>
                        <a:srgbClr val="D5D9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72C49"/>
                          </a:solidFill>
                        </a:rPr>
                        <a:t>상해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9F6"/>
                      </a:solidFill>
                      <a:prstDash val="solid"/>
                    </a:lnL>
                    <a:lnR w="9525" cap="flat" cmpd="sng" algn="ctr">
                      <a:solidFill>
                        <a:srgbClr val="D5D9F6"/>
                      </a:solidFill>
                      <a:prstDash val="solid"/>
                    </a:lnR>
                    <a:lnT w="9525" cap="flat" cmpd="sng" algn="ctr">
                      <a:solidFill>
                        <a:srgbClr val="D5D9F6"/>
                      </a:solidFill>
                      <a:prstDash val="solid"/>
                    </a:lnT>
                    <a:lnB w="9525" cap="flat" cmpd="sng" algn="ctr">
                      <a:solidFill>
                        <a:srgbClr val="D5D9F6"/>
                      </a:solidFill>
                      <a:prstDash val="solid"/>
                    </a:lnB>
                    <a:solidFill>
                      <a:srgbClr val="D5D9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9F6"/>
                      </a:solidFill>
                      <a:prstDash val="solid"/>
                    </a:lnL>
                    <a:lnR w="9525" cap="flat" cmpd="sng" algn="ctr">
                      <a:solidFill>
                        <a:srgbClr val="D5D9F6"/>
                      </a:solidFill>
                      <a:prstDash val="solid"/>
                    </a:lnR>
                    <a:lnT w="9525" cap="flat" cmpd="sng" algn="ctr">
                      <a:solidFill>
                        <a:srgbClr val="D5D9F6"/>
                      </a:solidFill>
                      <a:prstDash val="solid"/>
                    </a:lnT>
                    <a:lnB w="9525" cap="flat" cmpd="sng" algn="ctr">
                      <a:solidFill>
                        <a:srgbClr val="D5D9F6"/>
                      </a:solidFill>
                      <a:prstDash val="solid"/>
                    </a:lnB>
                    <a:solidFill>
                      <a:srgbClr val="ECEE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9F6"/>
                      </a:solidFill>
                      <a:prstDash val="solid"/>
                    </a:lnL>
                    <a:lnR w="9525" cap="flat" cmpd="sng" algn="ctr">
                      <a:solidFill>
                        <a:srgbClr val="D5D9F6"/>
                      </a:solidFill>
                      <a:prstDash val="solid"/>
                    </a:lnR>
                    <a:lnT w="9525" cap="flat" cmpd="sng" algn="ctr">
                      <a:solidFill>
                        <a:srgbClr val="D5D9F6"/>
                      </a:solidFill>
                      <a:prstDash val="solid"/>
                    </a:lnT>
                    <a:lnB w="9525" cap="flat" cmpd="sng" algn="ctr">
                      <a:solidFill>
                        <a:srgbClr val="D5D9F6"/>
                      </a:solidFill>
                      <a:prstDash val="solid"/>
                    </a:lnB>
                    <a:solidFill>
                      <a:srgbClr val="ECEE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9F6"/>
                      </a:solidFill>
                      <a:prstDash val="solid"/>
                    </a:lnL>
                    <a:lnR w="9525" cap="flat" cmpd="sng" algn="ctr">
                      <a:solidFill>
                        <a:srgbClr val="D5D9F6"/>
                      </a:solidFill>
                      <a:prstDash val="solid"/>
                    </a:lnR>
                    <a:lnT w="9525" cap="flat" cmpd="sng" algn="ctr">
                      <a:solidFill>
                        <a:srgbClr val="D5D9F6"/>
                      </a:solidFill>
                      <a:prstDash val="solid"/>
                    </a:lnT>
                    <a:lnB w="9525" cap="flat" cmpd="sng" algn="ctr">
                      <a:solidFill>
                        <a:srgbClr val="D5D9F6"/>
                      </a:solidFill>
                      <a:prstDash val="solid"/>
                    </a:lnB>
                    <a:solidFill>
                      <a:srgbClr val="ECEEFB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72C49"/>
                          </a:solidFill>
                        </a:rPr>
                        <a:t>실손의료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9F6"/>
                      </a:solidFill>
                      <a:prstDash val="solid"/>
                    </a:lnL>
                    <a:lnR w="9525" cap="flat" cmpd="sng" algn="ctr">
                      <a:solidFill>
                        <a:srgbClr val="D5D9F6"/>
                      </a:solidFill>
                      <a:prstDash val="solid"/>
                    </a:lnR>
                    <a:lnT w="9525" cap="flat" cmpd="sng" algn="ctr">
                      <a:solidFill>
                        <a:srgbClr val="D5D9F6"/>
                      </a:solidFill>
                      <a:prstDash val="solid"/>
                    </a:lnT>
                    <a:lnB w="9525" cap="flat" cmpd="sng" algn="ctr">
                      <a:solidFill>
                        <a:srgbClr val="D5D9F6"/>
                      </a:solidFill>
                      <a:prstDash val="solid"/>
                    </a:lnB>
                    <a:solidFill>
                      <a:srgbClr val="D5D9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9F6"/>
                      </a:solidFill>
                      <a:prstDash val="solid"/>
                    </a:lnL>
                    <a:lnR w="9525" cap="flat" cmpd="sng" algn="ctr">
                      <a:solidFill>
                        <a:srgbClr val="D5D9F6"/>
                      </a:solidFill>
                      <a:prstDash val="solid"/>
                    </a:lnR>
                    <a:lnT w="9525" cap="flat" cmpd="sng" algn="ctr">
                      <a:solidFill>
                        <a:srgbClr val="D5D9F6"/>
                      </a:solidFill>
                      <a:prstDash val="solid"/>
                    </a:lnT>
                    <a:lnB w="9525" cap="flat" cmpd="sng" algn="ctr">
                      <a:solidFill>
                        <a:srgbClr val="D5D9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9F6"/>
                      </a:solidFill>
                      <a:prstDash val="solid"/>
                    </a:lnL>
                    <a:lnR w="9525" cap="flat" cmpd="sng" algn="ctr">
                      <a:solidFill>
                        <a:srgbClr val="D5D9F6"/>
                      </a:solidFill>
                      <a:prstDash val="solid"/>
                    </a:lnR>
                    <a:lnT w="9525" cap="flat" cmpd="sng" algn="ctr">
                      <a:solidFill>
                        <a:srgbClr val="D5D9F6"/>
                      </a:solidFill>
                      <a:prstDash val="solid"/>
                    </a:lnT>
                    <a:lnB w="9525" cap="flat" cmpd="sng" algn="ctr">
                      <a:solidFill>
                        <a:srgbClr val="D5D9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9F6"/>
                      </a:solidFill>
                      <a:prstDash val="solid"/>
                    </a:lnL>
                    <a:lnR w="9525" cap="flat" cmpd="sng" algn="ctr">
                      <a:solidFill>
                        <a:srgbClr val="D5D9F6"/>
                      </a:solidFill>
                      <a:prstDash val="solid"/>
                    </a:lnR>
                    <a:lnT w="9525" cap="flat" cmpd="sng" algn="ctr">
                      <a:solidFill>
                        <a:srgbClr val="D5D9F6"/>
                      </a:solidFill>
                      <a:prstDash val="solid"/>
                    </a:lnT>
                    <a:lnB w="9525" cap="flat" cmpd="sng" algn="ctr">
                      <a:solidFill>
                        <a:srgbClr val="D5D9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72C49"/>
                          </a:solidFill>
                        </a:rPr>
                        <a:t>연금·노후자금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9F6"/>
                      </a:solidFill>
                      <a:prstDash val="solid"/>
                    </a:lnL>
                    <a:lnR w="9525" cap="flat" cmpd="sng" algn="ctr">
                      <a:solidFill>
                        <a:srgbClr val="D5D9F6"/>
                      </a:solidFill>
                      <a:prstDash val="solid"/>
                    </a:lnR>
                    <a:lnT w="9525" cap="flat" cmpd="sng" algn="ctr">
                      <a:solidFill>
                        <a:srgbClr val="D5D9F6"/>
                      </a:solidFill>
                      <a:prstDash val="solid"/>
                    </a:lnT>
                    <a:lnB w="9525" cap="flat" cmpd="sng" algn="ctr">
                      <a:solidFill>
                        <a:srgbClr val="D5D9F6"/>
                      </a:solidFill>
                      <a:prstDash val="solid"/>
                    </a:lnB>
                    <a:solidFill>
                      <a:srgbClr val="D5D9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9F6"/>
                      </a:solidFill>
                      <a:prstDash val="solid"/>
                    </a:lnL>
                    <a:lnR w="9525" cap="flat" cmpd="sng" algn="ctr">
                      <a:solidFill>
                        <a:srgbClr val="D5D9F6"/>
                      </a:solidFill>
                      <a:prstDash val="solid"/>
                    </a:lnR>
                    <a:lnT w="9525" cap="flat" cmpd="sng" algn="ctr">
                      <a:solidFill>
                        <a:srgbClr val="D5D9F6"/>
                      </a:solidFill>
                      <a:prstDash val="solid"/>
                    </a:lnT>
                    <a:lnB w="9525" cap="flat" cmpd="sng" algn="ctr">
                      <a:solidFill>
                        <a:srgbClr val="D5D9F6"/>
                      </a:solidFill>
                      <a:prstDash val="solid"/>
                    </a:lnB>
                    <a:solidFill>
                      <a:srgbClr val="ECEE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9F6"/>
                      </a:solidFill>
                      <a:prstDash val="solid"/>
                    </a:lnL>
                    <a:lnR w="9525" cap="flat" cmpd="sng" algn="ctr">
                      <a:solidFill>
                        <a:srgbClr val="D5D9F6"/>
                      </a:solidFill>
                      <a:prstDash val="solid"/>
                    </a:lnR>
                    <a:lnT w="9525" cap="flat" cmpd="sng" algn="ctr">
                      <a:solidFill>
                        <a:srgbClr val="D5D9F6"/>
                      </a:solidFill>
                      <a:prstDash val="solid"/>
                    </a:lnT>
                    <a:lnB w="9525" cap="flat" cmpd="sng" algn="ctr">
                      <a:solidFill>
                        <a:srgbClr val="D5D9F6"/>
                      </a:solidFill>
                      <a:prstDash val="solid"/>
                    </a:lnB>
                    <a:solidFill>
                      <a:srgbClr val="ECEE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9F6"/>
                      </a:solidFill>
                      <a:prstDash val="solid"/>
                    </a:lnL>
                    <a:lnR w="9525" cap="flat" cmpd="sng" algn="ctr">
                      <a:solidFill>
                        <a:srgbClr val="D5D9F6"/>
                      </a:solidFill>
                      <a:prstDash val="solid"/>
                    </a:lnR>
                    <a:lnT w="9525" cap="flat" cmpd="sng" algn="ctr">
                      <a:solidFill>
                        <a:srgbClr val="D5D9F6"/>
                      </a:solidFill>
                      <a:prstDash val="solid"/>
                    </a:lnT>
                    <a:lnB w="9525" cap="flat" cmpd="sng" algn="ctr">
                      <a:solidFill>
                        <a:srgbClr val="D5D9F6"/>
                      </a:solidFill>
                      <a:prstDash val="solid"/>
                    </a:lnB>
                    <a:solidFill>
                      <a:srgbClr val="ECEE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5D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포인트"/>
          <p:cNvSpPr/>
          <p:nvPr/>
        </p:nvSpPr>
        <p:spPr>
          <a:xfrm rot="18900000">
            <a:off x="5958687" y="246888"/>
            <a:ext cx="274320" cy="274320"/>
          </a:xfrm>
          <a:prstGeom prst="teardrop">
            <a:avLst/>
          </a:prstGeom>
          <a:solidFill>
            <a:srgbClr val="7985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684367" y="1572768"/>
            <a:ext cx="822960" cy="22860"/>
          </a:xfrm>
          <a:prstGeom prst="rect">
            <a:avLst/>
          </a:prstGeom>
          <a:solidFill>
            <a:srgbClr val="7985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640080" y="182880"/>
            <a:ext cx="36576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 spc="250">
                <a:solidFill>
                  <a:srgbClr val="8E8780"/>
                </a:solidFill>
              </a:rPr>
              <a:t>INSURANCE CHECK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4008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월 보험료 한눈에</a:t>
            </a:r>
          </a:p>
        </p:txBody>
      </p:sp>
      <p:sp>
        <p:nvSpPr>
          <p:cNvPr id="6" name="카드 1"/>
          <p:cNvSpPr/>
          <p:nvPr/>
        </p:nvSpPr>
        <p:spPr>
          <a:xfrm>
            <a:off x="640080" y="1783080"/>
            <a:ext cx="3484778" cy="2926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ADB6E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번호 1"/>
          <p:cNvSpPr txBox="1"/>
          <p:nvPr/>
        </p:nvSpPr>
        <p:spPr>
          <a:xfrm>
            <a:off x="731519" y="1920240"/>
            <a:ext cx="914400" cy="5486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7985D8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5603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272C49"/>
                </a:solidFill>
              </a:rPr>
              <a:t>월 보험료 합계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4612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6231F"/>
                </a:solidFill>
              </a:rPr>
              <a:t>0원</a:t>
            </a:r>
          </a:p>
        </p:txBody>
      </p:sp>
      <p:sp>
        <p:nvSpPr>
          <p:cNvPr id="10" name="카드 2"/>
          <p:cNvSpPr/>
          <p:nvPr/>
        </p:nvSpPr>
        <p:spPr>
          <a:xfrm>
            <a:off x="4353458" y="1783080"/>
            <a:ext cx="3484778" cy="2926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ADB6E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번호 2"/>
          <p:cNvSpPr txBox="1"/>
          <p:nvPr/>
        </p:nvSpPr>
        <p:spPr>
          <a:xfrm>
            <a:off x="4444898" y="1920240"/>
            <a:ext cx="914400" cy="5486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7985D8"/>
                </a:solidFill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0618" y="25603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272C49"/>
                </a:solidFill>
              </a:rPr>
              <a:t>연 보험료 합계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0618" y="324612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6231F"/>
                </a:solidFill>
              </a:rPr>
              <a:t>0원</a:t>
            </a:r>
          </a:p>
        </p:txBody>
      </p:sp>
      <p:sp>
        <p:nvSpPr>
          <p:cNvPr id="14" name="카드 3"/>
          <p:cNvSpPr/>
          <p:nvPr/>
        </p:nvSpPr>
        <p:spPr>
          <a:xfrm>
            <a:off x="8066836" y="1783080"/>
            <a:ext cx="3484778" cy="2926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ADB6E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번호 3"/>
          <p:cNvSpPr txBox="1"/>
          <p:nvPr/>
        </p:nvSpPr>
        <p:spPr>
          <a:xfrm>
            <a:off x="8158276" y="1920240"/>
            <a:ext cx="914400" cy="5486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7985D8"/>
                </a:solidFill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3996" y="25603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272C49"/>
                </a:solidFill>
              </a:rPr>
              <a:t>월 소득 대비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3996" y="324612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6231F"/>
                </a:solidFill>
              </a:rPr>
              <a:t>0 %</a:t>
            </a:r>
          </a:p>
        </p:txBody>
      </p:sp>
      <p:sp>
        <p:nvSpPr>
          <p:cNvPr id="18" name="안내"/>
          <p:cNvSpPr txBox="1"/>
          <p:nvPr/>
        </p:nvSpPr>
        <p:spPr>
          <a:xfrm>
            <a:off x="640080" y="4892040"/>
            <a:ext cx="10911535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숫자를 눌러 직접 고쳐 쓰세요.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5D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포인트"/>
          <p:cNvSpPr/>
          <p:nvPr/>
        </p:nvSpPr>
        <p:spPr>
          <a:xfrm rot="18900000">
            <a:off x="5958687" y="246888"/>
            <a:ext cx="274320" cy="274320"/>
          </a:xfrm>
          <a:prstGeom prst="teardrop">
            <a:avLst/>
          </a:prstGeom>
          <a:solidFill>
            <a:srgbClr val="7985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684367" y="1572768"/>
            <a:ext cx="822960" cy="22860"/>
          </a:xfrm>
          <a:prstGeom prst="rect">
            <a:avLst/>
          </a:prstGeom>
          <a:solidFill>
            <a:srgbClr val="7985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640080" y="182880"/>
            <a:ext cx="36576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 spc="250">
                <a:solidFill>
                  <a:srgbClr val="8E8780"/>
                </a:solidFill>
              </a:rPr>
              <a:t>INSURANCE CHECK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4008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점검 메모와 다음 할 일</a:t>
            </a:r>
          </a:p>
        </p:txBody>
      </p:sp>
      <p:sp>
        <p:nvSpPr>
          <p:cNvPr id="6" name="카드 1"/>
          <p:cNvSpPr/>
          <p:nvPr/>
        </p:nvSpPr>
        <p:spPr>
          <a:xfrm>
            <a:off x="640080" y="1783080"/>
            <a:ext cx="3484778" cy="39319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ADB6E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번호 1"/>
          <p:cNvSpPr txBox="1"/>
          <p:nvPr/>
        </p:nvSpPr>
        <p:spPr>
          <a:xfrm>
            <a:off x="731519" y="1920240"/>
            <a:ext cx="914400" cy="5486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7985D8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5603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2C49"/>
                </a:solidFill>
              </a:rPr>
              <a:t>확인할 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46120"/>
            <a:ext cx="3210458" cy="23317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</p:txBody>
      </p:sp>
      <p:sp>
        <p:nvSpPr>
          <p:cNvPr id="10" name="카드 2"/>
          <p:cNvSpPr/>
          <p:nvPr/>
        </p:nvSpPr>
        <p:spPr>
          <a:xfrm>
            <a:off x="4353458" y="1783080"/>
            <a:ext cx="3484778" cy="39319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ADB6E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번호 2"/>
          <p:cNvSpPr txBox="1"/>
          <p:nvPr/>
        </p:nvSpPr>
        <p:spPr>
          <a:xfrm>
            <a:off x="4444898" y="1920240"/>
            <a:ext cx="914400" cy="5486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7985D8"/>
                </a:solidFill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0618" y="25603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2C49"/>
                </a:solidFill>
              </a:rPr>
              <a:t>문의할 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0618" y="3246120"/>
            <a:ext cx="3210458" cy="23317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</p:txBody>
      </p:sp>
      <p:sp>
        <p:nvSpPr>
          <p:cNvPr id="14" name="카드 3"/>
          <p:cNvSpPr/>
          <p:nvPr/>
        </p:nvSpPr>
        <p:spPr>
          <a:xfrm>
            <a:off x="8066836" y="1783080"/>
            <a:ext cx="3484778" cy="39319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ADB6E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번호 3"/>
          <p:cNvSpPr txBox="1"/>
          <p:nvPr/>
        </p:nvSpPr>
        <p:spPr>
          <a:xfrm>
            <a:off x="8158276" y="1920240"/>
            <a:ext cx="914400" cy="5486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7985D8"/>
                </a:solidFill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3996" y="25603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2C49"/>
                </a:solidFill>
              </a:rPr>
              <a:t>정리할 날짜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3996" y="3246120"/>
            <a:ext cx="3210458" cy="23317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</p:txBody>
      </p:sp>
      <p:sp>
        <p:nvSpPr>
          <p:cNvPr id="18" name="안내 문구"/>
          <p:cNvSpPr txBox="1"/>
          <p:nvPr/>
        </p:nvSpPr>
        <p:spPr>
          <a:xfrm>
            <a:off x="640080" y="5806440"/>
            <a:ext cx="10911535" cy="5486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보험 보장 점검 발표자료(부부 점검)">
  <a:themeElements>
    <a:clrScheme name="Office">
      <a:dk1>
        <a:sysClr val="windowText" lastClr="000000"/>
      </a:dk1>
      <a:lt1>
        <a:sysClr val="window" lastClr="FFFFFF"/>
      </a:lt1>
      <a:dk2>
        <a:srgbClr val="272C49"/>
      </a:dk2>
      <a:lt2>
        <a:srgbClr val="ECEEFB"/>
      </a:lt2>
      <a:accent1>
        <a:srgbClr val="7985D8"/>
      </a:accent1>
      <a:accent2>
        <a:srgbClr val="B198E1"/>
      </a:accent2>
      <a:accent3>
        <a:srgbClr val="272C49"/>
      </a:accent3>
      <a:accent4>
        <a:srgbClr val="D5D9F6"/>
      </a:accent4>
      <a:accent5>
        <a:srgbClr val="958EDC"/>
      </a:accent5>
      <a:accent6>
        <a:srgbClr val="7D8092"/>
      </a:accent6>
      <a:hlink>
        <a:srgbClr val="7985D8"/>
      </a:hlink>
      <a:folHlink>
        <a:srgbClr val="272C49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발표자료(부부 점검)</dc:title>
  <dc:subject/>
  <dc:creator>반딧불이의 곳간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