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계획 세울 때 같이 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부부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2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2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2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E1B1"/>
                      </a:solidFill>
                      <a:prstDash val="solid"/>
                    </a:lnL>
                    <a:lnR w="9525" cap="flat" cmpd="sng" algn="ctr">
                      <a:solidFill>
                        <a:srgbClr val="98E1B1"/>
                      </a:solidFill>
                      <a:prstDash val="solid"/>
                    </a:lnR>
                    <a:lnT w="9525" cap="flat" cmpd="sng" algn="ctr">
                      <a:solidFill>
                        <a:srgbClr val="98E1B1"/>
                      </a:solidFill>
                      <a:prstDash val="solid"/>
                    </a:lnT>
                    <a:lnB w="9525" cap="flat" cmpd="sng" algn="ctr">
                      <a:solidFill>
                        <a:srgbClr val="98E1B1"/>
                      </a:solidFill>
                      <a:prstDash val="solid"/>
                    </a:lnB>
                    <a:solidFill>
                      <a:srgbClr val="98E1B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2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D5F6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F6E0"/>
                      </a:solidFill>
                      <a:prstDash val="solid"/>
                    </a:lnL>
                    <a:lnR w="9525" cap="flat" cmpd="sng" algn="ctr">
                      <a:solidFill>
                        <a:srgbClr val="D5F6E0"/>
                      </a:solidFill>
                      <a:prstDash val="solid"/>
                    </a:lnR>
                    <a:lnT w="9525" cap="flat" cmpd="sng" algn="ctr">
                      <a:solidFill>
                        <a:srgbClr val="D5F6E0"/>
                      </a:solidFill>
                      <a:prstDash val="solid"/>
                    </a:lnT>
                    <a:lnB w="9525" cap="flat" cmpd="sng" algn="ctr">
                      <a:solidFill>
                        <a:srgbClr val="D5F6E0"/>
                      </a:solidFill>
                      <a:prstDash val="solid"/>
                    </a:lnB>
                    <a:solidFill>
                      <a:srgbClr val="E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2706624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B8EAE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32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1892807"/>
            <a:ext cx="54864" cy="2706624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B8EAE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32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1892807"/>
            <a:ext cx="54864" cy="2706624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B8EAE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32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3749039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3529583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B8EAE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783080"/>
            <a:ext cx="3484778" cy="3749039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1892807"/>
            <a:ext cx="54864" cy="3529583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B8EAE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783080"/>
            <a:ext cx="3484778" cy="3749039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1892807"/>
            <a:ext cx="54864" cy="3529583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B8EAE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274932"/>
      </a:dk2>
      <a:lt2>
        <a:srgbClr val="ECFBF1"/>
      </a:lt2>
      <a:accent1>
        <a:srgbClr val="98E1B1"/>
      </a:accent1>
      <a:accent2>
        <a:srgbClr val="B8EAE0"/>
      </a:accent2>
      <a:accent3>
        <a:srgbClr val="274932"/>
      </a:accent3>
      <a:accent4>
        <a:srgbClr val="D5F6E0"/>
      </a:accent4>
      <a:accent5>
        <a:srgbClr val="A8E6C8"/>
      </a:accent5>
      <a:accent6>
        <a:srgbClr val="7D9284"/>
      </a:accent6>
      <a:hlink>
        <a:srgbClr val="98E1B1"/>
      </a:hlink>
      <a:folHlink>
        <a:srgbClr val="2749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