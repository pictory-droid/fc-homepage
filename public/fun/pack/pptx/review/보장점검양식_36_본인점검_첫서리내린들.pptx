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내리기 전에 갱신일부터 확인해요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1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149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