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review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우리 보험 점검 시간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새해 계획 세울 때 같이 봅니다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점검 대상 현황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가입한 보험 목록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보장 항목 체크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월 보험료 한눈에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83A23"/>
                </a:solidFill>
              </a:rPr>
              <a:t>월 보험료 합계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83A23"/>
                </a:solidFill>
              </a:rPr>
              <a:t>연 보험료 합계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83A23"/>
                </a:solidFill>
              </a:rPr>
              <a:t>월 소득 대비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17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점검 메모와 다음 할 일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확인할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문의할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정리할 날짜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