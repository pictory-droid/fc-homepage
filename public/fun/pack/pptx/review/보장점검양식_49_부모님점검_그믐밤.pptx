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우리 보험 점검 시간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연락처와 담당자 이름도 적어 둡니다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부모님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sun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98E1"/>
                      </a:solidFill>
                      <a:prstDash val="solid"/>
                    </a:lnL>
                    <a:lnR w="9525" cap="flat" cmpd="sng" algn="ctr">
                      <a:solidFill>
                        <a:srgbClr val="9898E1"/>
                      </a:solidFill>
                      <a:prstDash val="solid"/>
                    </a:lnR>
                    <a:lnT w="9525" cap="flat" cmpd="sng" algn="ctr">
                      <a:solidFill>
                        <a:srgbClr val="9898E1"/>
                      </a:solidFill>
                      <a:prstDash val="solid"/>
                    </a:lnT>
                    <a:lnB w="9525" cap="flat" cmpd="sng" algn="ctr">
                      <a:solidFill>
                        <a:srgbClr val="9898E1"/>
                      </a:solidFill>
                      <a:prstDash val="solid"/>
                    </a:lnB>
                    <a:solidFill>
                      <a:srgbClr val="989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98E1"/>
                      </a:solidFill>
                      <a:prstDash val="solid"/>
                    </a:lnL>
                    <a:lnR w="9525" cap="flat" cmpd="sng" algn="ctr">
                      <a:solidFill>
                        <a:srgbClr val="9898E1"/>
                      </a:solidFill>
                      <a:prstDash val="solid"/>
                    </a:lnR>
                    <a:lnT w="9525" cap="flat" cmpd="sng" algn="ctr">
                      <a:solidFill>
                        <a:srgbClr val="9898E1"/>
                      </a:solidFill>
                      <a:prstDash val="solid"/>
                    </a:lnT>
                    <a:lnB w="9525" cap="flat" cmpd="sng" algn="ctr">
                      <a:solidFill>
                        <a:srgbClr val="9898E1"/>
                      </a:solidFill>
                      <a:prstDash val="solid"/>
                    </a:lnB>
                    <a:solidFill>
                      <a:srgbClr val="989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98E1"/>
                      </a:solidFill>
                      <a:prstDash val="solid"/>
                    </a:lnL>
                    <a:lnR w="9525" cap="flat" cmpd="sng" algn="ctr">
                      <a:solidFill>
                        <a:srgbClr val="9898E1"/>
                      </a:solidFill>
                      <a:prstDash val="solid"/>
                    </a:lnR>
                    <a:lnT w="9525" cap="flat" cmpd="sng" algn="ctr">
                      <a:solidFill>
                        <a:srgbClr val="9898E1"/>
                      </a:solidFill>
                      <a:prstDash val="solid"/>
                    </a:lnT>
                    <a:lnB w="9525" cap="flat" cmpd="sng" algn="ctr">
                      <a:solidFill>
                        <a:srgbClr val="9898E1"/>
                      </a:solidFill>
                      <a:prstDash val="solid"/>
                    </a:lnB>
                    <a:solidFill>
                      <a:srgbClr val="9898E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2749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2749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2749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2749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sun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98E1"/>
                      </a:solidFill>
                      <a:prstDash val="solid"/>
                    </a:lnL>
                    <a:lnR w="9525" cap="flat" cmpd="sng" algn="ctr">
                      <a:solidFill>
                        <a:srgbClr val="9898E1"/>
                      </a:solidFill>
                      <a:prstDash val="solid"/>
                    </a:lnR>
                    <a:lnT w="9525" cap="flat" cmpd="sng" algn="ctr">
                      <a:solidFill>
                        <a:srgbClr val="9898E1"/>
                      </a:solidFill>
                      <a:prstDash val="solid"/>
                    </a:lnT>
                    <a:lnB w="9525" cap="flat" cmpd="sng" algn="ctr">
                      <a:solidFill>
                        <a:srgbClr val="9898E1"/>
                      </a:solidFill>
                      <a:prstDash val="solid"/>
                    </a:lnB>
                    <a:solidFill>
                      <a:srgbClr val="989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98E1"/>
                      </a:solidFill>
                      <a:prstDash val="solid"/>
                    </a:lnL>
                    <a:lnR w="9525" cap="flat" cmpd="sng" algn="ctr">
                      <a:solidFill>
                        <a:srgbClr val="9898E1"/>
                      </a:solidFill>
                      <a:prstDash val="solid"/>
                    </a:lnR>
                    <a:lnT w="9525" cap="flat" cmpd="sng" algn="ctr">
                      <a:solidFill>
                        <a:srgbClr val="9898E1"/>
                      </a:solidFill>
                      <a:prstDash val="solid"/>
                    </a:lnT>
                    <a:lnB w="9525" cap="flat" cmpd="sng" algn="ctr">
                      <a:solidFill>
                        <a:srgbClr val="9898E1"/>
                      </a:solidFill>
                      <a:prstDash val="solid"/>
                    </a:lnB>
                    <a:solidFill>
                      <a:srgbClr val="989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98E1"/>
                      </a:solidFill>
                      <a:prstDash val="solid"/>
                    </a:lnL>
                    <a:lnR w="9525" cap="flat" cmpd="sng" algn="ctr">
                      <a:solidFill>
                        <a:srgbClr val="9898E1"/>
                      </a:solidFill>
                      <a:prstDash val="solid"/>
                    </a:lnR>
                    <a:lnT w="9525" cap="flat" cmpd="sng" algn="ctr">
                      <a:solidFill>
                        <a:srgbClr val="9898E1"/>
                      </a:solidFill>
                      <a:prstDash val="solid"/>
                    </a:lnT>
                    <a:lnB w="9525" cap="flat" cmpd="sng" algn="ctr">
                      <a:solidFill>
                        <a:srgbClr val="9898E1"/>
                      </a:solidFill>
                      <a:prstDash val="solid"/>
                    </a:lnB>
                    <a:solidFill>
                      <a:srgbClr val="989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98E1"/>
                      </a:solidFill>
                      <a:prstDash val="solid"/>
                    </a:lnL>
                    <a:lnR w="9525" cap="flat" cmpd="sng" algn="ctr">
                      <a:solidFill>
                        <a:srgbClr val="9898E1"/>
                      </a:solidFill>
                      <a:prstDash val="solid"/>
                    </a:lnR>
                    <a:lnT w="9525" cap="flat" cmpd="sng" algn="ctr">
                      <a:solidFill>
                        <a:srgbClr val="9898E1"/>
                      </a:solidFill>
                      <a:prstDash val="solid"/>
                    </a:lnT>
                    <a:lnB w="9525" cap="flat" cmpd="sng" algn="ctr">
                      <a:solidFill>
                        <a:srgbClr val="9898E1"/>
                      </a:solidFill>
                      <a:prstDash val="solid"/>
                    </a:lnB>
                    <a:solidFill>
                      <a:srgbClr val="989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98E1"/>
                      </a:solidFill>
                      <a:prstDash val="solid"/>
                    </a:lnL>
                    <a:lnR w="9525" cap="flat" cmpd="sng" algn="ctr">
                      <a:solidFill>
                        <a:srgbClr val="9898E1"/>
                      </a:solidFill>
                      <a:prstDash val="solid"/>
                    </a:lnR>
                    <a:lnT w="9525" cap="flat" cmpd="sng" algn="ctr">
                      <a:solidFill>
                        <a:srgbClr val="9898E1"/>
                      </a:solidFill>
                      <a:prstDash val="solid"/>
                    </a:lnT>
                    <a:lnB w="9525" cap="flat" cmpd="sng" algn="ctr">
                      <a:solidFill>
                        <a:srgbClr val="9898E1"/>
                      </a:solidFill>
                      <a:prstDash val="solid"/>
                    </a:lnB>
                    <a:solidFill>
                      <a:srgbClr val="9898E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sun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98E1"/>
                      </a:solidFill>
                      <a:prstDash val="solid"/>
                    </a:lnL>
                    <a:lnR w="9525" cap="flat" cmpd="sng" algn="ctr">
                      <a:solidFill>
                        <a:srgbClr val="9898E1"/>
                      </a:solidFill>
                      <a:prstDash val="solid"/>
                    </a:lnR>
                    <a:lnT w="9525" cap="flat" cmpd="sng" algn="ctr">
                      <a:solidFill>
                        <a:srgbClr val="9898E1"/>
                      </a:solidFill>
                      <a:prstDash val="solid"/>
                    </a:lnT>
                    <a:lnB w="9525" cap="flat" cmpd="sng" algn="ctr">
                      <a:solidFill>
                        <a:srgbClr val="9898E1"/>
                      </a:solidFill>
                      <a:prstDash val="solid"/>
                    </a:lnB>
                    <a:solidFill>
                      <a:srgbClr val="989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98E1"/>
                      </a:solidFill>
                      <a:prstDash val="solid"/>
                    </a:lnL>
                    <a:lnR w="9525" cap="flat" cmpd="sng" algn="ctr">
                      <a:solidFill>
                        <a:srgbClr val="9898E1"/>
                      </a:solidFill>
                      <a:prstDash val="solid"/>
                    </a:lnR>
                    <a:lnT w="9525" cap="flat" cmpd="sng" algn="ctr">
                      <a:solidFill>
                        <a:srgbClr val="9898E1"/>
                      </a:solidFill>
                      <a:prstDash val="solid"/>
                    </a:lnT>
                    <a:lnB w="9525" cap="flat" cmpd="sng" algn="ctr">
                      <a:solidFill>
                        <a:srgbClr val="9898E1"/>
                      </a:solidFill>
                      <a:prstDash val="solid"/>
                    </a:lnB>
                    <a:solidFill>
                      <a:srgbClr val="989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98E1"/>
                      </a:solidFill>
                      <a:prstDash val="solid"/>
                    </a:lnL>
                    <a:lnR w="9525" cap="flat" cmpd="sng" algn="ctr">
                      <a:solidFill>
                        <a:srgbClr val="9898E1"/>
                      </a:solidFill>
                      <a:prstDash val="solid"/>
                    </a:lnR>
                    <a:lnT w="9525" cap="flat" cmpd="sng" algn="ctr">
                      <a:solidFill>
                        <a:srgbClr val="9898E1"/>
                      </a:solidFill>
                      <a:prstDash val="solid"/>
                    </a:lnT>
                    <a:lnB w="9525" cap="flat" cmpd="sng" algn="ctr">
                      <a:solidFill>
                        <a:srgbClr val="9898E1"/>
                      </a:solidFill>
                      <a:prstDash val="solid"/>
                    </a:lnB>
                    <a:solidFill>
                      <a:srgbClr val="9898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98E1"/>
                      </a:solidFill>
                      <a:prstDash val="solid"/>
                    </a:lnL>
                    <a:lnR w="9525" cap="flat" cmpd="sng" algn="ctr">
                      <a:solidFill>
                        <a:srgbClr val="9898E1"/>
                      </a:solidFill>
                      <a:prstDash val="solid"/>
                    </a:lnR>
                    <a:lnT w="9525" cap="flat" cmpd="sng" algn="ctr">
                      <a:solidFill>
                        <a:srgbClr val="9898E1"/>
                      </a:solidFill>
                      <a:prstDash val="solid"/>
                    </a:lnT>
                    <a:lnB w="9525" cap="flat" cmpd="sng" algn="ctr">
                      <a:solidFill>
                        <a:srgbClr val="9898E1"/>
                      </a:solidFill>
                      <a:prstDash val="solid"/>
                    </a:lnB>
                    <a:solidFill>
                      <a:srgbClr val="9898E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2749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2749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2749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2749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2749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2749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2749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2749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sun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ECEC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9898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2749"/>
                </a:solidFill>
              </a:rPr>
              <a:t>월 보험료 합계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ECEC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9898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2749"/>
                </a:solidFill>
              </a:rPr>
              <a:t>연 보험료 합계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ECEC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9898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2749"/>
                </a:solidFill>
              </a:rPr>
              <a:t>월 소득 대비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19" name="안내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sun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783080"/>
            <a:ext cx="3484778" cy="3749039"/>
          </a:xfrm>
          <a:prstGeom prst="roundRect">
            <a:avLst>
              <a:gd name="adj" fmla="val 7000"/>
            </a:avLst>
          </a:prstGeom>
          <a:solidFill>
            <a:srgbClr val="ECEC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9898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749"/>
                </a:solidFill>
              </a:rPr>
              <a:t>확인할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3749039"/>
          </a:xfrm>
          <a:prstGeom prst="roundRect">
            <a:avLst>
              <a:gd name="adj" fmla="val 7000"/>
            </a:avLst>
          </a:prstGeom>
          <a:solidFill>
            <a:srgbClr val="ECEC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9898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749"/>
                </a:solidFill>
              </a:rPr>
              <a:t>문의할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2461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1783080"/>
            <a:ext cx="3484778" cy="3749039"/>
          </a:xfrm>
          <a:prstGeom prst="roundRect">
            <a:avLst>
              <a:gd name="adj" fmla="val 7000"/>
            </a:avLst>
          </a:prstGeom>
          <a:solidFill>
            <a:srgbClr val="ECEC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9898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749"/>
                </a:solidFill>
              </a:rPr>
              <a:t>정리할 날짜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32461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9" name="안내 문구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272749"/>
      </a:dk2>
      <a:lt2>
        <a:srgbClr val="ECECFB"/>
      </a:lt2>
      <a:accent1>
        <a:srgbClr val="9898E1"/>
      </a:accent1>
      <a:accent2>
        <a:srgbClr val="CFB8EA"/>
      </a:accent2>
      <a:accent3>
        <a:srgbClr val="272749"/>
      </a:accent3>
      <a:accent4>
        <a:srgbClr val="D5D5F6"/>
      </a:accent4>
      <a:accent5>
        <a:srgbClr val="B4A8E6"/>
      </a:accent5>
      <a:accent6>
        <a:srgbClr val="7D7D92"/>
      </a:accent6>
      <a:hlink>
        <a:srgbClr val="9898E1"/>
      </a:hlink>
      <a:folHlink>
        <a:srgbClr val="2727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