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7261A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한 사람 앞으로만 몰려 있지 않은지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261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261A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261A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261A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261A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7261A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7261A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7261A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5488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37261A"/>
      </a:dk2>
      <a:lt2>
        <a:srgbClr val="F8F4F1"/>
      </a:lt2>
      <a:accent1>
        <a:srgbClr val="765037"/>
      </a:accent1>
      <a:accent2>
        <a:srgbClr val="418B83"/>
      </a:accent2>
      <a:accent3>
        <a:srgbClr val="37261A"/>
      </a:accent3>
      <a:accent4>
        <a:srgbClr val="EDDED4"/>
      </a:accent4>
      <a:accent5>
        <a:srgbClr val="5C6E5D"/>
      </a:accent5>
      <a:accent6>
        <a:srgbClr val="877D76"/>
      </a:accent6>
      <a:hlink>
        <a:srgbClr val="765037"/>
      </a:hlink>
      <a:folHlink>
        <a:srgbClr val="3726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