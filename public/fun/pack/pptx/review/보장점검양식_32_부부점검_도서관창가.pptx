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7261A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한 사람 앞으로만 몰려 있지 않은지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7261A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7261A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7261A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