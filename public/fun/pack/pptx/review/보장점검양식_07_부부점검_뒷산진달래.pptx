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1285B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1285B"/>
                </a:solidFill>
              </a:rPr>
              <a:t>누가 무엇에 들었는지 서로 모릅니다 — 그래서 적습니다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부부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점검 대상 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55448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남편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1285B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1285B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1285B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1285B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가입한 보험 목록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55448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보장 항목 체크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55448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1285B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1285B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1285B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1285B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1285B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1285B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1285B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1285B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월 보험료 한눈에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55448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3736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1285B"/>
                </a:solidFill>
              </a:rPr>
              <a:t>월 보험료 합계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55448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3736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1285B"/>
                </a:solidFill>
              </a:rPr>
              <a:t>연 보험료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175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55448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3736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1285B"/>
                </a:solidFill>
              </a:rPr>
              <a:t>월 소득 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175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7" name="안내"/>
          <p:cNvSpPr txBox="1"/>
          <p:nvPr/>
        </p:nvSpPr>
        <p:spPr>
          <a:xfrm>
            <a:off x="640080" y="466344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점검 메모와 다음 할 일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554480"/>
            <a:ext cx="3484778" cy="3749039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3736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확인할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554480"/>
            <a:ext cx="3484778" cy="3749039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3736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문의할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175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554480"/>
            <a:ext cx="3484778" cy="3749039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3736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정리할 날짜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175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부 점검)">
  <a:themeElements>
    <a:clrScheme name="Office">
      <a:dk1>
        <a:sysClr val="windowText" lastClr="000000"/>
      </a:dk1>
      <a:lt1>
        <a:sysClr val="window" lastClr="FFFFFF"/>
      </a:lt1>
      <a:dk2>
        <a:srgbClr val="71285B"/>
      </a:dk2>
      <a:lt2>
        <a:srgbClr val="FAF0F7"/>
      </a:lt2>
      <a:accent1>
        <a:srgbClr val="BD4298"/>
      </a:accent1>
      <a:accent2>
        <a:srgbClr val="4C913B"/>
      </a:accent2>
      <a:accent3>
        <a:srgbClr val="71285B"/>
      </a:accent3>
      <a:accent4>
        <a:srgbClr val="F1D0E7"/>
      </a:accent4>
      <a:accent5>
        <a:srgbClr val="846A6A"/>
      </a:accent5>
      <a:accent6>
        <a:srgbClr val="AA7E9D"/>
      </a:accent6>
      <a:hlink>
        <a:srgbClr val="BD4298"/>
      </a:hlink>
      <a:folHlink>
        <a:srgbClr val="71285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