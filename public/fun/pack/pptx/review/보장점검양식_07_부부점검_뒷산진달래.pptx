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5684367" y="1097280"/>
            <a:ext cx="822960" cy="822960"/>
          </a:xfrm>
          <a:prstGeom prst="ellipse">
            <a:avLst/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547207" y="4663440"/>
            <a:ext cx="1097280" cy="18288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1828754" y="1874520"/>
            <a:ext cx="8534186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754" y="2331720"/>
            <a:ext cx="8534186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우리 보험 점검 시간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1828754" y="3611880"/>
            <a:ext cx="8534186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누가 무엇에 들었는지 서로 모릅니다 — 그래서 적습니다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1828754" y="4480560"/>
            <a:ext cx="8534186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부부 점검 · 날짜 입력</a:t>
            </a:r>
          </a:p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124358"/>
          </a:xfrm>
          <a:prstGeom prst="wave">
            <a:avLst/>
          </a:prstGeom>
          <a:solidFill>
            <a:srgbClr val="F2A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대상 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37178"/>
                <a:gridCol w="3637178"/>
                <a:gridCol w="363717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D3"/>
                      </a:solidFill>
                      <a:prstDash val="solid"/>
                    </a:lnL>
                    <a:lnR w="9525" cap="flat" cmpd="sng" algn="ctr">
                      <a:solidFill>
                        <a:srgbClr val="ED97D3"/>
                      </a:solidFill>
                      <a:prstDash val="solid"/>
                    </a:lnR>
                    <a:lnT w="9525" cap="flat" cmpd="sng" algn="ctr">
                      <a:solidFill>
                        <a:srgbClr val="ED97D3"/>
                      </a:solidFill>
                      <a:prstDash val="solid"/>
                    </a:lnT>
                    <a:lnB w="9525" cap="flat" cmpd="sng" algn="ctr">
                      <a:solidFill>
                        <a:srgbClr val="ED97D3"/>
                      </a:solidFill>
                      <a:prstDash val="solid"/>
                    </a:lnB>
                    <a:solidFill>
                      <a:srgbClr val="ED97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남편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D3"/>
                      </a:solidFill>
                      <a:prstDash val="solid"/>
                    </a:lnL>
                    <a:lnR w="9525" cap="flat" cmpd="sng" algn="ctr">
                      <a:solidFill>
                        <a:srgbClr val="ED97D3"/>
                      </a:solidFill>
                      <a:prstDash val="solid"/>
                    </a:lnR>
                    <a:lnT w="9525" cap="flat" cmpd="sng" algn="ctr">
                      <a:solidFill>
                        <a:srgbClr val="ED97D3"/>
                      </a:solidFill>
                      <a:prstDash val="solid"/>
                    </a:lnT>
                    <a:lnB w="9525" cap="flat" cmpd="sng" algn="ctr">
                      <a:solidFill>
                        <a:srgbClr val="ED97D3"/>
                      </a:solidFill>
                      <a:prstDash val="solid"/>
                    </a:lnB>
                    <a:solidFill>
                      <a:srgbClr val="ED97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아내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D3"/>
                      </a:solidFill>
                      <a:prstDash val="solid"/>
                    </a:lnL>
                    <a:lnR w="9525" cap="flat" cmpd="sng" algn="ctr">
                      <a:solidFill>
                        <a:srgbClr val="ED97D3"/>
                      </a:solidFill>
                      <a:prstDash val="solid"/>
                    </a:lnR>
                    <a:lnT w="9525" cap="flat" cmpd="sng" algn="ctr">
                      <a:solidFill>
                        <a:srgbClr val="ED97D3"/>
                      </a:solidFill>
                      <a:prstDash val="solid"/>
                    </a:lnT>
                    <a:lnB w="9525" cap="flat" cmpd="sng" algn="ctr">
                      <a:solidFill>
                        <a:srgbClr val="ED97D3"/>
                      </a:solidFill>
                      <a:prstDash val="solid"/>
                    </a:lnB>
                    <a:solidFill>
                      <a:srgbClr val="ED97D3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3F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AD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3F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AD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3F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AD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273F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AD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124358"/>
          </a:xfrm>
          <a:prstGeom prst="wave">
            <a:avLst/>
          </a:prstGeom>
          <a:solidFill>
            <a:srgbClr val="F2A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가입한 보험 목록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D3"/>
                      </a:solidFill>
                      <a:prstDash val="solid"/>
                    </a:lnL>
                    <a:lnR w="9525" cap="flat" cmpd="sng" algn="ctr">
                      <a:solidFill>
                        <a:srgbClr val="ED97D3"/>
                      </a:solidFill>
                      <a:prstDash val="solid"/>
                    </a:lnR>
                    <a:lnT w="9525" cap="flat" cmpd="sng" algn="ctr">
                      <a:solidFill>
                        <a:srgbClr val="ED97D3"/>
                      </a:solidFill>
                      <a:prstDash val="solid"/>
                    </a:lnT>
                    <a:lnB w="9525" cap="flat" cmpd="sng" algn="ctr">
                      <a:solidFill>
                        <a:srgbClr val="ED97D3"/>
                      </a:solidFill>
                      <a:prstDash val="solid"/>
                    </a:lnB>
                    <a:solidFill>
                      <a:srgbClr val="ED97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D3"/>
                      </a:solidFill>
                      <a:prstDash val="solid"/>
                    </a:lnL>
                    <a:lnR w="9525" cap="flat" cmpd="sng" algn="ctr">
                      <a:solidFill>
                        <a:srgbClr val="ED97D3"/>
                      </a:solidFill>
                      <a:prstDash val="solid"/>
                    </a:lnR>
                    <a:lnT w="9525" cap="flat" cmpd="sng" algn="ctr">
                      <a:solidFill>
                        <a:srgbClr val="ED97D3"/>
                      </a:solidFill>
                      <a:prstDash val="solid"/>
                    </a:lnT>
                    <a:lnB w="9525" cap="flat" cmpd="sng" algn="ctr">
                      <a:solidFill>
                        <a:srgbClr val="ED97D3"/>
                      </a:solidFill>
                      <a:prstDash val="solid"/>
                    </a:lnB>
                    <a:solidFill>
                      <a:srgbClr val="ED97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D3"/>
                      </a:solidFill>
                      <a:prstDash val="solid"/>
                    </a:lnL>
                    <a:lnR w="9525" cap="flat" cmpd="sng" algn="ctr">
                      <a:solidFill>
                        <a:srgbClr val="ED97D3"/>
                      </a:solidFill>
                      <a:prstDash val="solid"/>
                    </a:lnR>
                    <a:lnT w="9525" cap="flat" cmpd="sng" algn="ctr">
                      <a:solidFill>
                        <a:srgbClr val="ED97D3"/>
                      </a:solidFill>
                      <a:prstDash val="solid"/>
                    </a:lnT>
                    <a:lnB w="9525" cap="flat" cmpd="sng" algn="ctr">
                      <a:solidFill>
                        <a:srgbClr val="ED97D3"/>
                      </a:solidFill>
                      <a:prstDash val="solid"/>
                    </a:lnB>
                    <a:solidFill>
                      <a:srgbClr val="ED97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D3"/>
                      </a:solidFill>
                      <a:prstDash val="solid"/>
                    </a:lnL>
                    <a:lnR w="9525" cap="flat" cmpd="sng" algn="ctr">
                      <a:solidFill>
                        <a:srgbClr val="ED97D3"/>
                      </a:solidFill>
                      <a:prstDash val="solid"/>
                    </a:lnR>
                    <a:lnT w="9525" cap="flat" cmpd="sng" algn="ctr">
                      <a:solidFill>
                        <a:srgbClr val="ED97D3"/>
                      </a:solidFill>
                      <a:prstDash val="solid"/>
                    </a:lnT>
                    <a:lnB w="9525" cap="flat" cmpd="sng" algn="ctr">
                      <a:solidFill>
                        <a:srgbClr val="ED97D3"/>
                      </a:solidFill>
                      <a:prstDash val="solid"/>
                    </a:lnB>
                    <a:solidFill>
                      <a:srgbClr val="ED97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D3"/>
                      </a:solidFill>
                      <a:prstDash val="solid"/>
                    </a:lnL>
                    <a:lnR w="9525" cap="flat" cmpd="sng" algn="ctr">
                      <a:solidFill>
                        <a:srgbClr val="ED97D3"/>
                      </a:solidFill>
                      <a:prstDash val="solid"/>
                    </a:lnR>
                    <a:lnT w="9525" cap="flat" cmpd="sng" algn="ctr">
                      <a:solidFill>
                        <a:srgbClr val="ED97D3"/>
                      </a:solidFill>
                      <a:prstDash val="solid"/>
                    </a:lnT>
                    <a:lnB w="9525" cap="flat" cmpd="sng" algn="ctr">
                      <a:solidFill>
                        <a:srgbClr val="ED97D3"/>
                      </a:solidFill>
                      <a:prstDash val="solid"/>
                    </a:lnB>
                    <a:solidFill>
                      <a:srgbClr val="ED97D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124358"/>
          </a:xfrm>
          <a:prstGeom prst="wave">
            <a:avLst/>
          </a:prstGeom>
          <a:solidFill>
            <a:srgbClr val="F2A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보장 항목 체크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D3"/>
                      </a:solidFill>
                      <a:prstDash val="solid"/>
                    </a:lnL>
                    <a:lnR w="9525" cap="flat" cmpd="sng" algn="ctr">
                      <a:solidFill>
                        <a:srgbClr val="ED97D3"/>
                      </a:solidFill>
                      <a:prstDash val="solid"/>
                    </a:lnR>
                    <a:lnT w="9525" cap="flat" cmpd="sng" algn="ctr">
                      <a:solidFill>
                        <a:srgbClr val="ED97D3"/>
                      </a:solidFill>
                      <a:prstDash val="solid"/>
                    </a:lnT>
                    <a:lnB w="9525" cap="flat" cmpd="sng" algn="ctr">
                      <a:solidFill>
                        <a:srgbClr val="ED97D3"/>
                      </a:solidFill>
                      <a:prstDash val="solid"/>
                    </a:lnB>
                    <a:solidFill>
                      <a:srgbClr val="ED97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D3"/>
                      </a:solidFill>
                      <a:prstDash val="solid"/>
                    </a:lnL>
                    <a:lnR w="9525" cap="flat" cmpd="sng" algn="ctr">
                      <a:solidFill>
                        <a:srgbClr val="ED97D3"/>
                      </a:solidFill>
                      <a:prstDash val="solid"/>
                    </a:lnR>
                    <a:lnT w="9525" cap="flat" cmpd="sng" algn="ctr">
                      <a:solidFill>
                        <a:srgbClr val="ED97D3"/>
                      </a:solidFill>
                      <a:prstDash val="solid"/>
                    </a:lnT>
                    <a:lnB w="9525" cap="flat" cmpd="sng" algn="ctr">
                      <a:solidFill>
                        <a:srgbClr val="ED97D3"/>
                      </a:solidFill>
                      <a:prstDash val="solid"/>
                    </a:lnB>
                    <a:solidFill>
                      <a:srgbClr val="ED97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D3"/>
                      </a:solidFill>
                      <a:prstDash val="solid"/>
                    </a:lnL>
                    <a:lnR w="9525" cap="flat" cmpd="sng" algn="ctr">
                      <a:solidFill>
                        <a:srgbClr val="ED97D3"/>
                      </a:solidFill>
                      <a:prstDash val="solid"/>
                    </a:lnR>
                    <a:lnT w="9525" cap="flat" cmpd="sng" algn="ctr">
                      <a:solidFill>
                        <a:srgbClr val="ED97D3"/>
                      </a:solidFill>
                      <a:prstDash val="solid"/>
                    </a:lnT>
                    <a:lnB w="9525" cap="flat" cmpd="sng" algn="ctr">
                      <a:solidFill>
                        <a:srgbClr val="ED97D3"/>
                      </a:solidFill>
                      <a:prstDash val="solid"/>
                    </a:lnB>
                    <a:solidFill>
                      <a:srgbClr val="ED97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D97D3"/>
                      </a:solidFill>
                      <a:prstDash val="solid"/>
                    </a:lnL>
                    <a:lnR w="9525" cap="flat" cmpd="sng" algn="ctr">
                      <a:solidFill>
                        <a:srgbClr val="ED97D3"/>
                      </a:solidFill>
                      <a:prstDash val="solid"/>
                    </a:lnR>
                    <a:lnT w="9525" cap="flat" cmpd="sng" algn="ctr">
                      <a:solidFill>
                        <a:srgbClr val="ED97D3"/>
                      </a:solidFill>
                      <a:prstDash val="solid"/>
                    </a:lnT>
                    <a:lnB w="9525" cap="flat" cmpd="sng" algn="ctr">
                      <a:solidFill>
                        <a:srgbClr val="ED97D3"/>
                      </a:solidFill>
                      <a:prstDash val="solid"/>
                    </a:lnB>
                    <a:solidFill>
                      <a:srgbClr val="ED97D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F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AD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F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AD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F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AD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F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AD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F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AD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F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AD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F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AD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273F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AD1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AD1EE"/>
                      </a:solidFill>
                      <a:prstDash val="solid"/>
                    </a:lnL>
                    <a:lnR w="9525" cap="flat" cmpd="sng" algn="ctr">
                      <a:solidFill>
                        <a:srgbClr val="FAD1EE"/>
                      </a:solidFill>
                      <a:prstDash val="solid"/>
                    </a:lnR>
                    <a:lnT w="9525" cap="flat" cmpd="sng" algn="ctr">
                      <a:solidFill>
                        <a:srgbClr val="FAD1EE"/>
                      </a:solidFill>
                      <a:prstDash val="solid"/>
                    </a:lnT>
                    <a:lnB w="9525" cap="flat" cmpd="sng" algn="ctr">
                      <a:solidFill>
                        <a:srgbClr val="FAD1EE"/>
                      </a:solidFill>
                      <a:prstDash val="solid"/>
                    </a:lnB>
                    <a:solidFill>
                      <a:srgbClr val="FDE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124358"/>
          </a:xfrm>
          <a:prstGeom prst="wave">
            <a:avLst/>
          </a:prstGeom>
          <a:solidFill>
            <a:srgbClr val="F2A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월 보험료 한눈에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292608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D97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noFill/>
          <a:ln w="19050">
            <a:solidFill>
              <a:srgbClr val="ED97D3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273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73F"/>
                </a:solidFill>
              </a:rPr>
              <a:t>월 보험료 합계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292608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D97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noFill/>
          <a:ln w="19050">
            <a:solidFill>
              <a:srgbClr val="ED97D3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273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73F"/>
                </a:solidFill>
              </a:rPr>
              <a:t>연 보험료 합계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292608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D97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noFill/>
          <a:ln w="19050">
            <a:solidFill>
              <a:srgbClr val="ED97D3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273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273F"/>
                </a:solidFill>
              </a:rPr>
              <a:t>월 소득 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0 %</a:t>
            </a:r>
          </a:p>
        </p:txBody>
      </p:sp>
      <p:sp>
        <p:nvSpPr>
          <p:cNvPr id="18" name="안내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124358"/>
          </a:xfrm>
          <a:prstGeom prst="wave">
            <a:avLst/>
          </a:prstGeom>
          <a:solidFill>
            <a:srgbClr val="F2A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메모와 다음 할 일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39319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D97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noFill/>
          <a:ln w="19050">
            <a:solidFill>
              <a:srgbClr val="ED97D3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273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F"/>
                </a:solidFill>
              </a:rPr>
              <a:t>확인할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39319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D97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noFill/>
          <a:ln w="19050">
            <a:solidFill>
              <a:srgbClr val="ED97D3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273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F"/>
                </a:solidFill>
              </a:rPr>
              <a:t>문의할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393192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ED97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noFill/>
          <a:ln w="19050">
            <a:solidFill>
              <a:srgbClr val="ED97D3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273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73F"/>
                </a:solidFill>
              </a:rPr>
              <a:t>정리할 날짜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8" name="안내 문구"/>
          <p:cNvSpPr txBox="1"/>
          <p:nvPr/>
        </p:nvSpPr>
        <p:spPr>
          <a:xfrm>
            <a:off x="640080" y="580644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부 점검)">
  <a:themeElements>
    <a:clrScheme name="Office">
      <a:dk1>
        <a:sysClr val="windowText" lastClr="000000"/>
      </a:dk1>
      <a:lt1>
        <a:sysClr val="window" lastClr="FFFFFF"/>
      </a:lt1>
      <a:dk2>
        <a:srgbClr val="49273F"/>
      </a:dk2>
      <a:lt2>
        <a:srgbClr val="FDEAF7"/>
      </a:lt2>
      <a:accent1>
        <a:srgbClr val="ED97D3"/>
      </a:accent1>
      <a:accent2>
        <a:srgbClr val="F3BAC7"/>
      </a:accent2>
      <a:accent3>
        <a:srgbClr val="49273F"/>
      </a:accent3>
      <a:accent4>
        <a:srgbClr val="FAD1EE"/>
      </a:accent4>
      <a:accent5>
        <a:srgbClr val="F0A8CD"/>
      </a:accent5>
      <a:accent6>
        <a:srgbClr val="927D8C"/>
      </a:accent6>
      <a:hlink>
        <a:srgbClr val="ED97D3"/>
      </a:hlink>
      <a:folHlink>
        <a:srgbClr val="49273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