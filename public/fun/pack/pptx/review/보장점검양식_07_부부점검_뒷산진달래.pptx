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59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누가 무엇에 들었는지 서로 모릅니다 — 그래서 적습니다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1D5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1D5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1D59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1D59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45A9"/>
                      </a:solidFill>
                      <a:prstDash val="solid"/>
                    </a:lnL>
                    <a:lnR w="9525" cap="flat" cmpd="sng" algn="ctr">
                      <a:solidFill>
                        <a:srgbClr val="D345A9"/>
                      </a:solidFill>
                      <a:prstDash val="solid"/>
                    </a:lnR>
                    <a:lnT w="9525" cap="flat" cmpd="sng" algn="ctr">
                      <a:solidFill>
                        <a:srgbClr val="D345A9"/>
                      </a:solidFill>
                      <a:prstDash val="solid"/>
                    </a:lnT>
                    <a:lnB w="9525" cap="flat" cmpd="sng" algn="ctr">
                      <a:solidFill>
                        <a:srgbClr val="D345A9"/>
                      </a:solidFill>
                      <a:prstDash val="solid"/>
                    </a:lnB>
                    <a:solidFill>
                      <a:srgbClr val="D345A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1D5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1D59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1D59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1D59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6634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554480"/>
            <a:ext cx="3484778" cy="3749039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59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17520"/>
            <a:ext cx="3210458" cy="21488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721D59"/>
      </a:dk2>
      <a:lt2>
        <a:srgbClr val="FCF3F9"/>
      </a:lt2>
      <a:accent1>
        <a:srgbClr val="D345A9"/>
      </a:accent1>
      <a:accent2>
        <a:srgbClr val="339941"/>
      </a:accent2>
      <a:accent3>
        <a:srgbClr val="721D59"/>
      </a:accent3>
      <a:accent4>
        <a:srgbClr val="F7D4ED"/>
      </a:accent4>
      <a:accent5>
        <a:srgbClr val="836F75"/>
      </a:accent5>
      <a:accent6>
        <a:srgbClr val="AA779B"/>
      </a:accent6>
      <a:hlink>
        <a:srgbClr val="D345A9"/>
      </a:hlink>
      <a:folHlink>
        <a:srgbClr val="721D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