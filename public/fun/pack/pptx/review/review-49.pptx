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3D3E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366773" y="961285"/>
            <a:ext cx="209857" cy="20985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478123" y="2154320"/>
            <a:ext cx="242569" cy="242569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448953" y="1137723"/>
            <a:ext cx="243127" cy="24312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91938"/>
                </a:solidFill>
              </a:rPr>
              <a:t>우리 보험 점검 시간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한 해의 끝, 무탈했음에 감사하는 점검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점검 대상 현황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77240" y="155448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45738"/>
                <a:gridCol w="3545738"/>
                <a:gridCol w="354573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91938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91938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91938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91938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가입한 보험 목록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77240" y="155448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보장 항목 체크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77240" y="155448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월 보험료 한눈에</a:t>
            </a:r>
          </a:p>
        </p:txBody>
      </p:sp>
      <p:sp>
        <p:nvSpPr>
          <p:cNvPr id="8" name="카드 1"/>
          <p:cNvSpPr/>
          <p:nvPr/>
        </p:nvSpPr>
        <p:spPr>
          <a:xfrm>
            <a:off x="777240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91938"/>
                </a:solidFill>
              </a:rPr>
              <a:t>월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2"/>
          <p:cNvSpPr/>
          <p:nvPr/>
        </p:nvSpPr>
        <p:spPr>
          <a:xfrm>
            <a:off x="4399178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91938"/>
                </a:solidFill>
              </a:rPr>
              <a:t>연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338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6" name="카드 3"/>
          <p:cNvSpPr/>
          <p:nvPr/>
        </p:nvSpPr>
        <p:spPr>
          <a:xfrm>
            <a:off x="8021116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91938"/>
                </a:solidFill>
              </a:rPr>
              <a:t>월 소득 대비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0" name="안내"/>
          <p:cNvSpPr txBox="1"/>
          <p:nvPr/>
        </p:nvSpPr>
        <p:spPr>
          <a:xfrm>
            <a:off x="777240" y="466344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점검 메모와 다음 할 일</a:t>
            </a:r>
          </a:p>
        </p:txBody>
      </p:sp>
      <p:sp>
        <p:nvSpPr>
          <p:cNvPr id="8" name="카드 1"/>
          <p:cNvSpPr/>
          <p:nvPr/>
        </p:nvSpPr>
        <p:spPr>
          <a:xfrm>
            <a:off x="777240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확인할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99178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문의할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338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21116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정리할 날짜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안내 문구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191938"/>
      </a:dk2>
      <a:lt2>
        <a:srgbClr val="F1F1F9"/>
      </a:lt2>
      <a:accent1>
        <a:srgbClr val="29295B"/>
      </a:accent1>
      <a:accent2>
        <a:srgbClr val="8D663F"/>
      </a:accent2>
      <a:accent3>
        <a:srgbClr val="191938"/>
      </a:accent3>
      <a:accent4>
        <a:srgbClr val="D3D3EE"/>
      </a:accent4>
      <a:accent5>
        <a:srgbClr val="5B484D"/>
      </a:accent5>
      <a:accent6>
        <a:srgbClr val="757588"/>
      </a:accent6>
      <a:hlink>
        <a:srgbClr val="29295B"/>
      </a:hlink>
      <a:folHlink>
        <a:srgbClr val="1919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