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  <p:sldId id="261" r:id="rId12"/>
  </p:sldIdLst>
  <p:sldSz cx="12191695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Relationship Id="rId12" Type="http://schemas.openxmlformats.org/officeDocument/2006/relationships/slide" Target="slides/slide6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914377" y="2130425"/>
            <a:ext cx="1036294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828754" y="3886200"/>
            <a:ext cx="8534186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>
          <a:xfrm>
            <a:off x="812758" y="0"/>
            <a:ext cx="3792875" cy="0"/>
          </a:xfrm>
        </p:spPr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>
          <a:xfrm>
            <a:off x="5553854" y="0"/>
            <a:ext cx="5147475" cy="0"/>
          </a:xfrm>
        </p:spPr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>
          <a:xfrm>
            <a:off x="11649549" y="0"/>
            <a:ext cx="3792875" cy="0"/>
          </a:xfrm>
        </p:spPr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12758" y="0"/>
            <a:ext cx="14629667" cy="0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812758" y="0"/>
            <a:ext cx="14629667" cy="0"/>
          </a:xfrm>
        </p:spPr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>
          <a:xfrm>
            <a:off x="812758" y="0"/>
            <a:ext cx="3792875" cy="0"/>
          </a:xfrm>
        </p:spPr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>
          <a:xfrm>
            <a:off x="5553854" y="0"/>
            <a:ext cx="5147475" cy="0"/>
          </a:xfrm>
        </p:spPr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>
          <a:xfrm>
            <a:off x="11649549" y="0"/>
            <a:ext cx="3792875" cy="0"/>
          </a:xfrm>
        </p:spPr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963059" y="4406900"/>
            <a:ext cx="1036294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963059" y="2906713"/>
            <a:ext cx="1036294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>
          <a:xfrm>
            <a:off x="812758" y="0"/>
            <a:ext cx="3792875" cy="0"/>
          </a:xfrm>
        </p:spPr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>
          <a:xfrm>
            <a:off x="5553854" y="0"/>
            <a:ext cx="5147475" cy="0"/>
          </a:xfrm>
        </p:spPr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>
          <a:xfrm>
            <a:off x="11649549" y="0"/>
            <a:ext cx="3792875" cy="0"/>
          </a:xfrm>
        </p:spPr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12758" y="0"/>
            <a:ext cx="14629667" cy="0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609584" y="1600200"/>
            <a:ext cx="5384665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6197444" y="1600200"/>
            <a:ext cx="5384665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>
          <a:xfrm>
            <a:off x="812758" y="0"/>
            <a:ext cx="3792875" cy="0"/>
          </a:xfrm>
        </p:spPr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>
          <a:xfrm>
            <a:off x="5553854" y="0"/>
            <a:ext cx="5147475" cy="0"/>
          </a:xfrm>
        </p:spPr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>
          <a:xfrm>
            <a:off x="11649549" y="0"/>
            <a:ext cx="3792875" cy="0"/>
          </a:xfrm>
        </p:spPr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12758" y="0"/>
            <a:ext cx="14629667" cy="0"/>
          </a:xfrm>
        </p:spPr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609584" y="1535113"/>
            <a:ext cx="5386782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609584" y="2174875"/>
            <a:ext cx="5386782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6193211" y="1535113"/>
            <a:ext cx="538889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6193211" y="2174875"/>
            <a:ext cx="538889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>
          <a:xfrm>
            <a:off x="812758" y="0"/>
            <a:ext cx="3792875" cy="0"/>
          </a:xfrm>
        </p:spPr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>
          <a:xfrm>
            <a:off x="5553854" y="0"/>
            <a:ext cx="5147475" cy="0"/>
          </a:xfrm>
        </p:spPr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>
          <a:xfrm>
            <a:off x="11649549" y="0"/>
            <a:ext cx="3792875" cy="0"/>
          </a:xfrm>
        </p:spPr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12758" y="0"/>
            <a:ext cx="14629667" cy="0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>
          <a:xfrm>
            <a:off x="812758" y="0"/>
            <a:ext cx="3792875" cy="0"/>
          </a:xfrm>
        </p:spPr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>
          <a:xfrm>
            <a:off x="5553854" y="0"/>
            <a:ext cx="5147475" cy="0"/>
          </a:xfrm>
        </p:spPr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>
          <a:xfrm>
            <a:off x="11649549" y="0"/>
            <a:ext cx="3792875" cy="0"/>
          </a:xfrm>
        </p:spPr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>
          <a:xfrm>
            <a:off x="812758" y="0"/>
            <a:ext cx="3792875" cy="0"/>
          </a:xfrm>
        </p:spPr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>
          <a:xfrm>
            <a:off x="5553854" y="0"/>
            <a:ext cx="5147475" cy="0"/>
          </a:xfrm>
        </p:spPr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>
          <a:xfrm>
            <a:off x="11649549" y="0"/>
            <a:ext cx="3792875" cy="0"/>
          </a:xfrm>
        </p:spPr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09584" y="273050"/>
            <a:ext cx="401098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4766614" y="273050"/>
            <a:ext cx="6815496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609584" y="1435100"/>
            <a:ext cx="401098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>
          <a:xfrm>
            <a:off x="812758" y="0"/>
            <a:ext cx="3792875" cy="0"/>
          </a:xfrm>
        </p:spPr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>
          <a:xfrm>
            <a:off x="5553854" y="0"/>
            <a:ext cx="5147475" cy="0"/>
          </a:xfrm>
        </p:spPr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>
          <a:xfrm>
            <a:off x="11649549" y="0"/>
            <a:ext cx="3792875" cy="0"/>
          </a:xfrm>
        </p:spPr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2389657" y="4800600"/>
            <a:ext cx="7315016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2389657" y="612775"/>
            <a:ext cx="7315016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2389657" y="5367338"/>
            <a:ext cx="7315016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>
          <a:xfrm>
            <a:off x="812758" y="0"/>
            <a:ext cx="3792875" cy="0"/>
          </a:xfrm>
        </p:spPr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>
          <a:xfrm>
            <a:off x="5553854" y="0"/>
            <a:ext cx="5147475" cy="0"/>
          </a:xfrm>
        </p:spPr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>
          <a:xfrm>
            <a:off x="11649549" y="0"/>
            <a:ext cx="3792875" cy="0"/>
          </a:xfrm>
        </p:spPr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12758" y="0"/>
            <a:ext cx="14629667" cy="0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812758" y="0"/>
            <a:ext cx="14629667" cy="0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>
          <a:xfrm>
            <a:off x="812758" y="0"/>
            <a:ext cx="3792875" cy="0"/>
          </a:xfrm>
        </p:spPr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>
          <a:xfrm>
            <a:off x="5553854" y="0"/>
            <a:ext cx="5147475" cy="0"/>
          </a:xfrm>
        </p:spPr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>
          <a:xfrm>
            <a:off x="11649549" y="0"/>
            <a:ext cx="3792875" cy="0"/>
          </a:xfrm>
        </p:spPr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8838978" y="274638"/>
            <a:ext cx="2743131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609584" y="274638"/>
            <a:ext cx="8026199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>
          <a:xfrm>
            <a:off x="812758" y="0"/>
            <a:ext cx="3792875" cy="0"/>
          </a:xfrm>
        </p:spPr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>
          <a:xfrm>
            <a:off x="5553854" y="0"/>
            <a:ext cx="5147475" cy="0"/>
          </a:xfrm>
        </p:spPr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>
          <a:xfrm>
            <a:off x="11649549" y="0"/>
            <a:ext cx="3792875" cy="0"/>
          </a:xfrm>
        </p:spPr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609584" y="274638"/>
            <a:ext cx="10972525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609584" y="1600200"/>
            <a:ext cx="10972525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609584" y="6356350"/>
            <a:ext cx="2844728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4165495" y="6356350"/>
            <a:ext cx="3860703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8737381" y="6356350"/>
            <a:ext cx="2844728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6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6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6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6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6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6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7B5732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3" name="장식"/>
          <p:cNvSpPr/>
          <p:nvPr/>
        </p:nvSpPr>
        <p:spPr>
          <a:xfrm>
            <a:off x="502920" y="502920"/>
            <a:ext cx="11185855" cy="5852160"/>
          </a:xfrm>
          <a:prstGeom prst="rect">
            <a:avLst/>
          </a:prstGeom>
          <a:solidFill>
            <a:srgbClr val="FFFFFF"/>
          </a:solidFill>
          <a:ln w="38100">
            <a:solidFill>
              <a:srgbClr val="EFE0D2"/>
            </a:solidFill>
            <a:prstDash val="dash"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4" name="장식"/>
          <p:cNvSpPr/>
          <p:nvPr/>
        </p:nvSpPr>
        <p:spPr>
          <a:xfrm>
            <a:off x="6639423" y="467436"/>
            <a:ext cx="145927" cy="145927"/>
          </a:xfrm>
          <a:prstGeom prst="ellipse">
            <a:avLst/>
          </a:prstGeom>
          <a:solidFill>
            <a:srgbClr val="7B5732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5" name="장식"/>
          <p:cNvSpPr/>
          <p:nvPr/>
        </p:nvSpPr>
        <p:spPr>
          <a:xfrm>
            <a:off x="6278460" y="715600"/>
            <a:ext cx="262036" cy="262036"/>
          </a:xfrm>
          <a:prstGeom prst="ellipse">
            <a:avLst/>
          </a:prstGeom>
          <a:solidFill>
            <a:srgbClr val="EFE0D2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6" name="장식"/>
          <p:cNvSpPr/>
          <p:nvPr/>
        </p:nvSpPr>
        <p:spPr>
          <a:xfrm>
            <a:off x="6505186" y="1471598"/>
            <a:ext cx="326739" cy="326739"/>
          </a:xfrm>
          <a:prstGeom prst="ellipse">
            <a:avLst/>
          </a:prstGeom>
          <a:solidFill>
            <a:srgbClr val="3B9191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7" name="장식"/>
          <p:cNvSpPr/>
          <p:nvPr/>
        </p:nvSpPr>
        <p:spPr>
          <a:xfrm>
            <a:off x="6124093" y="2182998"/>
            <a:ext cx="186392" cy="186392"/>
          </a:xfrm>
          <a:prstGeom prst="ellipse">
            <a:avLst/>
          </a:prstGeom>
          <a:solidFill>
            <a:srgbClr val="7B5732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8" name="장식"/>
          <p:cNvSpPr/>
          <p:nvPr/>
        </p:nvSpPr>
        <p:spPr>
          <a:xfrm>
            <a:off x="6370844" y="1800461"/>
            <a:ext cx="164409" cy="164409"/>
          </a:xfrm>
          <a:prstGeom prst="ellipse">
            <a:avLst/>
          </a:prstGeom>
          <a:solidFill>
            <a:srgbClr val="EFE0D2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9" name="장식"/>
          <p:cNvSpPr/>
          <p:nvPr/>
        </p:nvSpPr>
        <p:spPr>
          <a:xfrm>
            <a:off x="5692994" y="464431"/>
            <a:ext cx="212011" cy="212011"/>
          </a:xfrm>
          <a:prstGeom prst="ellipse">
            <a:avLst/>
          </a:prstGeom>
          <a:solidFill>
            <a:srgbClr val="3B9191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10" name="장식"/>
          <p:cNvSpPr/>
          <p:nvPr/>
        </p:nvSpPr>
        <p:spPr>
          <a:xfrm>
            <a:off x="6781285" y="1454819"/>
            <a:ext cx="236418" cy="236418"/>
          </a:xfrm>
          <a:prstGeom prst="ellipse">
            <a:avLst/>
          </a:prstGeom>
          <a:solidFill>
            <a:srgbClr val="7B5732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11" name="장식"/>
          <p:cNvSpPr/>
          <p:nvPr/>
        </p:nvSpPr>
        <p:spPr>
          <a:xfrm>
            <a:off x="6857074" y="1810825"/>
            <a:ext cx="286929" cy="286929"/>
          </a:xfrm>
          <a:prstGeom prst="ellipse">
            <a:avLst/>
          </a:prstGeom>
          <a:solidFill>
            <a:srgbClr val="EFE0D2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12" name="장식"/>
          <p:cNvSpPr/>
          <p:nvPr/>
        </p:nvSpPr>
        <p:spPr>
          <a:xfrm>
            <a:off x="5641233" y="2077086"/>
            <a:ext cx="231738" cy="231738"/>
          </a:xfrm>
          <a:prstGeom prst="ellipse">
            <a:avLst/>
          </a:prstGeom>
          <a:solidFill>
            <a:srgbClr val="3B9191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13" name="장식"/>
          <p:cNvSpPr/>
          <p:nvPr/>
        </p:nvSpPr>
        <p:spPr>
          <a:xfrm>
            <a:off x="5683233" y="984970"/>
            <a:ext cx="224886" cy="224886"/>
          </a:xfrm>
          <a:prstGeom prst="ellipse">
            <a:avLst/>
          </a:prstGeom>
          <a:solidFill>
            <a:srgbClr val="7B5732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14" name="장식"/>
          <p:cNvSpPr/>
          <p:nvPr/>
        </p:nvSpPr>
        <p:spPr>
          <a:xfrm>
            <a:off x="5438449" y="1883540"/>
            <a:ext cx="219837" cy="219837"/>
          </a:xfrm>
          <a:prstGeom prst="ellipse">
            <a:avLst/>
          </a:prstGeom>
          <a:solidFill>
            <a:srgbClr val="EFE0D2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463003" y="2263140"/>
            <a:ext cx="9265688" cy="1371600"/>
          </a:xfrm>
        </p:spPr>
        <p:txBody>
          <a:bodyPr wrap="square" lIns="54864" rIns="54864" tIns="27432" bIns="27432" anchor="ctr">
            <a:noAutofit/>
          </a:bodyPr>
          <a:lstStyle/>
          <a:p>
            <a:pPr algn="ctr">
              <a:lnSpc>
                <a:spcPct val="105000"/>
              </a:lnSpc>
            </a:pPr>
            <a:r>
              <a:rPr sz="3600" b="1" i="0">
                <a:solidFill>
                  <a:srgbClr val="3A2918"/>
                </a:solidFill>
              </a:rPr>
              <a:t>우리 보험 점검 시간</a:t>
            </a:r>
          </a:p>
        </p:txBody>
      </p:sp>
      <p:sp>
        <p:nvSpPr>
          <p:cNvPr id="15" name="한 줄 문구"/>
          <p:cNvSpPr txBox="1"/>
          <p:nvPr/>
        </p:nvSpPr>
        <p:spPr>
          <a:xfrm>
            <a:off x="1463003" y="3726180"/>
            <a:ext cx="9265688" cy="822960"/>
          </a:xfrm>
          <a:prstGeom prst="rect">
            <a:avLst/>
          </a:prstGeom>
          <a:noFill/>
        </p:spPr>
        <p:txBody>
          <a:bodyPr wrap="square" lIns="54864" rIns="54864" tIns="27432" bIns="27432" anchor="t">
            <a:noAutofit/>
          </a:bodyPr>
          <a:lstStyle/>
          <a:p>
            <a:pPr algn="ctr">
              <a:lnSpc>
                <a:spcPct val="115000"/>
              </a:lnSpc>
            </a:pPr>
            <a:r>
              <a:rPr sz="1700" b="0" i="1">
                <a:solidFill>
                  <a:srgbClr val="3A2918"/>
                </a:solidFill>
              </a:rPr>
              <a:t>밤송이 속 알밤처럼 꼭 필요한 것만 골라요</a:t>
            </a:r>
          </a:p>
        </p:txBody>
      </p:sp>
      <p:sp>
        <p:nvSpPr>
          <p:cNvPr id="16" name="안내 문구"/>
          <p:cNvSpPr txBox="1"/>
          <p:nvPr/>
        </p:nvSpPr>
        <p:spPr>
          <a:xfrm>
            <a:off x="1463003" y="4594860"/>
            <a:ext cx="9265688" cy="914400"/>
          </a:xfrm>
          <a:prstGeom prst="rect">
            <a:avLst/>
          </a:prstGeom>
          <a:noFill/>
        </p:spPr>
        <p:txBody>
          <a:bodyPr wrap="square" lIns="54864" rIns="54864" tIns="27432" bIns="27432" anchor="t">
            <a:noAutofit/>
          </a:bodyPr>
          <a:lstStyle/>
          <a:p>
            <a:pPr algn="ctr">
              <a:lnSpc>
                <a:spcPct val="115000"/>
              </a:lnSpc>
            </a:pPr>
            <a:r>
              <a:rPr sz="1400" b="0" i="0">
                <a:solidFill>
                  <a:srgbClr val="666666"/>
                </a:solidFill>
              </a:rPr>
              <a:t>사업장 점검 · 2026. 00. 00</a:t>
            </a:r>
          </a:p>
          <a:p>
            <a:pPr algn="ctr">
              <a:lnSpc>
                <a:spcPct val="115000"/>
              </a:lnSpc>
            </a:pPr>
            <a:r>
              <a:rPr sz="1400" b="0" i="0">
                <a:solidFill>
                  <a:srgbClr val="666666"/>
                </a:solidFill>
              </a:rPr>
              <a:t>가입 내용을 정리하고 함께 확인하는 양식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EFE0D2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3" name="장식"/>
          <p:cNvSpPr/>
          <p:nvPr/>
        </p:nvSpPr>
        <p:spPr>
          <a:xfrm>
            <a:off x="274320" y="274320"/>
            <a:ext cx="11643055" cy="6309360"/>
          </a:xfrm>
          <a:prstGeom prst="rect">
            <a:avLst/>
          </a:prstGeom>
          <a:solidFill>
            <a:srgbClr val="FFFFFF"/>
          </a:solidFill>
          <a:ln w="25400">
            <a:solidFill>
              <a:srgbClr val="7B5732"/>
            </a:solidFill>
            <a:prstDash val="dash"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4" name="장식"/>
          <p:cNvSpPr/>
          <p:nvPr/>
        </p:nvSpPr>
        <p:spPr>
          <a:xfrm>
            <a:off x="11304961" y="419706"/>
            <a:ext cx="81071" cy="81071"/>
          </a:xfrm>
          <a:prstGeom prst="ellipse">
            <a:avLst/>
          </a:prstGeom>
          <a:solidFill>
            <a:srgbClr val="7B5732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5" name="장식"/>
          <p:cNvSpPr/>
          <p:nvPr/>
        </p:nvSpPr>
        <p:spPr>
          <a:xfrm>
            <a:off x="11104426" y="557575"/>
            <a:ext cx="145576" cy="145576"/>
          </a:xfrm>
          <a:prstGeom prst="ellipse">
            <a:avLst/>
          </a:prstGeom>
          <a:solidFill>
            <a:srgbClr val="EFE0D2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6" name="장식"/>
          <p:cNvSpPr/>
          <p:nvPr/>
        </p:nvSpPr>
        <p:spPr>
          <a:xfrm>
            <a:off x="11230385" y="977574"/>
            <a:ext cx="181522" cy="181522"/>
          </a:xfrm>
          <a:prstGeom prst="ellipse">
            <a:avLst/>
          </a:prstGeom>
          <a:solidFill>
            <a:srgbClr val="3B9191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7" name="장식"/>
          <p:cNvSpPr/>
          <p:nvPr/>
        </p:nvSpPr>
        <p:spPr>
          <a:xfrm>
            <a:off x="11018667" y="1372796"/>
            <a:ext cx="103551" cy="103551"/>
          </a:xfrm>
          <a:prstGeom prst="ellipse">
            <a:avLst/>
          </a:prstGeom>
          <a:solidFill>
            <a:srgbClr val="7B5732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8" name="장식"/>
          <p:cNvSpPr/>
          <p:nvPr/>
        </p:nvSpPr>
        <p:spPr>
          <a:xfrm>
            <a:off x="11155751" y="1160276"/>
            <a:ext cx="91338" cy="91338"/>
          </a:xfrm>
          <a:prstGeom prst="ellipse">
            <a:avLst/>
          </a:prstGeom>
          <a:solidFill>
            <a:srgbClr val="EFE0D2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9" name="장식"/>
          <p:cNvSpPr/>
          <p:nvPr/>
        </p:nvSpPr>
        <p:spPr>
          <a:xfrm>
            <a:off x="10779167" y="418037"/>
            <a:ext cx="117784" cy="117784"/>
          </a:xfrm>
          <a:prstGeom prst="ellipse">
            <a:avLst/>
          </a:prstGeom>
          <a:solidFill>
            <a:srgbClr val="3B9191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10" name="장식"/>
          <p:cNvSpPr/>
          <p:nvPr/>
        </p:nvSpPr>
        <p:spPr>
          <a:xfrm>
            <a:off x="11383773" y="968252"/>
            <a:ext cx="131343" cy="131343"/>
          </a:xfrm>
          <a:prstGeom prst="ellipse">
            <a:avLst/>
          </a:prstGeom>
          <a:solidFill>
            <a:srgbClr val="7B5732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11" name="장식"/>
          <p:cNvSpPr/>
          <p:nvPr/>
        </p:nvSpPr>
        <p:spPr>
          <a:xfrm>
            <a:off x="11425878" y="1166034"/>
            <a:ext cx="159405" cy="159405"/>
          </a:xfrm>
          <a:prstGeom prst="ellipse">
            <a:avLst/>
          </a:prstGeom>
          <a:solidFill>
            <a:srgbClr val="EFE0D2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12" name="장식"/>
          <p:cNvSpPr/>
          <p:nvPr/>
        </p:nvSpPr>
        <p:spPr>
          <a:xfrm>
            <a:off x="10750412" y="1313957"/>
            <a:ext cx="128743" cy="128743"/>
          </a:xfrm>
          <a:prstGeom prst="ellipse">
            <a:avLst/>
          </a:prstGeom>
          <a:solidFill>
            <a:srgbClr val="3B9191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13" name="장식"/>
          <p:cNvSpPr/>
          <p:nvPr/>
        </p:nvSpPr>
        <p:spPr>
          <a:xfrm>
            <a:off x="10773744" y="707225"/>
            <a:ext cx="124937" cy="124937"/>
          </a:xfrm>
          <a:prstGeom prst="ellipse">
            <a:avLst/>
          </a:prstGeom>
          <a:solidFill>
            <a:srgbClr val="7B5732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14" name="장식"/>
          <p:cNvSpPr/>
          <p:nvPr/>
        </p:nvSpPr>
        <p:spPr>
          <a:xfrm>
            <a:off x="10637753" y="1206431"/>
            <a:ext cx="122131" cy="122131"/>
          </a:xfrm>
          <a:prstGeom prst="ellipse">
            <a:avLst/>
          </a:prstGeom>
          <a:solidFill>
            <a:srgbClr val="EFE0D2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77240" y="548640"/>
            <a:ext cx="9357055" cy="822960"/>
          </a:xfrm>
        </p:spPr>
        <p:txBody>
          <a:bodyPr wrap="square" lIns="54864" rIns="54864" tIns="27432" bIns="27432" anchor="ctr">
            <a:noAutofit/>
          </a:bodyPr>
          <a:lstStyle/>
          <a:p>
            <a:pPr algn="l">
              <a:lnSpc>
                <a:spcPct val="105000"/>
              </a:lnSpc>
            </a:pPr>
            <a:r>
              <a:rPr sz="3000" b="1" i="0">
                <a:solidFill>
                  <a:srgbClr val="3A2918"/>
                </a:solidFill>
              </a:rPr>
              <a:t>점검 대상 현황</a:t>
            </a:r>
          </a:p>
        </p:txBody>
      </p:sp>
      <p:graphicFrame>
        <p:nvGraphicFramePr>
          <p:cNvPr id="15" name="표"/>
          <p:cNvGraphicFramePr>
            <a:graphicFrameLocks noGrp="1"/>
          </p:cNvGraphicFramePr>
          <p:nvPr/>
        </p:nvGraphicFramePr>
        <p:xfrm>
          <a:off x="777240" y="1554480"/>
          <a:ext cx="10637214" cy="3657600"/>
        </p:xfrm>
        <a:graphic>
          <a:graphicData uri="http://schemas.openxmlformats.org/drawingml/2006/table">
            <a:tbl>
              <a:tblPr firstRow="1">
                <a:tableStyleId>{5C22544A-7EE6-4342-B048-85BDC9FD1C3A}</a:tableStyleId>
              </a:tblPr>
              <a:tblGrid>
                <a:gridCol w="5318607"/>
                <a:gridCol w="5318607"/>
              </a:tblGrid>
              <a:tr h="731520">
                <a:tc>
                  <a:txBody>
                    <a:bodyPr wrap="square"/>
                    <a:lstStyle/>
                    <a:p>
                      <a:pPr algn="ctr"/>
                      <a:r>
                        <a:rPr sz="1600" b="1">
                          <a:solidFill>
                            <a:srgbClr val="FFFFFF"/>
                          </a:solidFill>
                        </a:rPr>
                        <a:t>구분</a:t>
                      </a:r>
                    </a:p>
                  </a:txBody>
                  <a:tcPr anchor="ctr" marL="73152" marR="73152">
                    <a:lnL w="9525" cap="flat" cmpd="sng" algn="ctr">
                      <a:solidFill>
                        <a:srgbClr val="7B5732"/>
                      </a:solidFill>
                      <a:prstDash val="solid"/>
                    </a:lnL>
                    <a:lnR w="9525" cap="flat" cmpd="sng" algn="ctr">
                      <a:solidFill>
                        <a:srgbClr val="7B5732"/>
                      </a:solidFill>
                      <a:prstDash val="solid"/>
                    </a:lnR>
                    <a:lnT w="9525" cap="flat" cmpd="sng" algn="ctr">
                      <a:solidFill>
                        <a:srgbClr val="7B5732"/>
                      </a:solidFill>
                      <a:prstDash val="solid"/>
                    </a:lnT>
                    <a:lnB w="9525" cap="flat" cmpd="sng" algn="ctr">
                      <a:solidFill>
                        <a:srgbClr val="7B5732"/>
                      </a:solidFill>
                      <a:prstDash val="solid"/>
                    </a:lnB>
                    <a:solidFill>
                      <a:srgbClr val="7B5732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600" b="1">
                          <a:solidFill>
                            <a:srgbClr val="FFFFFF"/>
                          </a:solidFill>
                        </a:rPr>
                        <a:t>내용</a:t>
                      </a:r>
                    </a:p>
                  </a:txBody>
                  <a:tcPr anchor="ctr" marL="73152" marR="73152">
                    <a:lnL w="9525" cap="flat" cmpd="sng" algn="ctr">
                      <a:solidFill>
                        <a:srgbClr val="7B5732"/>
                      </a:solidFill>
                      <a:prstDash val="solid"/>
                    </a:lnL>
                    <a:lnR w="9525" cap="flat" cmpd="sng" algn="ctr">
                      <a:solidFill>
                        <a:srgbClr val="7B5732"/>
                      </a:solidFill>
                      <a:prstDash val="solid"/>
                    </a:lnR>
                    <a:lnT w="9525" cap="flat" cmpd="sng" algn="ctr">
                      <a:solidFill>
                        <a:srgbClr val="7B5732"/>
                      </a:solidFill>
                      <a:prstDash val="solid"/>
                    </a:lnT>
                    <a:lnB w="9525" cap="flat" cmpd="sng" algn="ctr">
                      <a:solidFill>
                        <a:srgbClr val="7B5732"/>
                      </a:solidFill>
                      <a:prstDash val="solid"/>
                    </a:lnB>
                    <a:solidFill>
                      <a:srgbClr val="7B5732"/>
                    </a:solidFill>
                  </a:tcPr>
                </a:tc>
              </a:tr>
              <a:tr h="731520">
                <a:tc>
                  <a:txBody>
                    <a:bodyPr wrap="square"/>
                    <a:lstStyle/>
                    <a:p>
                      <a:pPr algn="l"/>
                      <a:r>
                        <a:rPr sz="1600" b="1">
                          <a:solidFill>
                            <a:srgbClr val="3A2918"/>
                          </a:solidFill>
                        </a:rPr>
                        <a:t>상호</a:t>
                      </a:r>
                    </a:p>
                  </a:txBody>
                  <a:tcPr anchor="ctr" marL="73152" marR="73152">
                    <a:lnL w="9525" cap="flat" cmpd="sng" algn="ctr">
                      <a:solidFill>
                        <a:srgbClr val="EFE0D2"/>
                      </a:solidFill>
                      <a:prstDash val="solid"/>
                    </a:lnL>
                    <a:lnR w="9525" cap="flat" cmpd="sng" algn="ctr">
                      <a:solidFill>
                        <a:srgbClr val="EFE0D2"/>
                      </a:solidFill>
                      <a:prstDash val="solid"/>
                    </a:lnR>
                    <a:lnT w="9525" cap="flat" cmpd="sng" algn="ctr">
                      <a:solidFill>
                        <a:srgbClr val="EFE0D2"/>
                      </a:solidFill>
                      <a:prstDash val="solid"/>
                    </a:lnT>
                    <a:lnB w="9525" cap="flat" cmpd="sng" algn="ctr">
                      <a:solidFill>
                        <a:srgbClr val="EFE0D2"/>
                      </a:solidFill>
                      <a:prstDash val="solid"/>
                    </a:lnB>
                    <a:solidFill>
                      <a:srgbClr val="EFE0D2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600" b="0">
                          <a:solidFill>
                            <a:srgbClr val="2B2B2B"/>
                          </a:solidFill>
                        </a:rPr>
                        <a:t/>
                      </a:r>
                    </a:p>
                  </a:txBody>
                  <a:tcPr anchor="ctr" marL="73152" marR="73152">
                    <a:lnL w="9525" cap="flat" cmpd="sng" algn="ctr">
                      <a:solidFill>
                        <a:srgbClr val="EFE0D2"/>
                      </a:solidFill>
                      <a:prstDash val="solid"/>
                    </a:lnL>
                    <a:lnR w="9525" cap="flat" cmpd="sng" algn="ctr">
                      <a:solidFill>
                        <a:srgbClr val="EFE0D2"/>
                      </a:solidFill>
                      <a:prstDash val="solid"/>
                    </a:lnR>
                    <a:lnT w="9525" cap="flat" cmpd="sng" algn="ctr">
                      <a:solidFill>
                        <a:srgbClr val="EFE0D2"/>
                      </a:solidFill>
                      <a:prstDash val="solid"/>
                    </a:lnT>
                    <a:lnB w="9525" cap="flat" cmpd="sng" algn="ctr">
                      <a:solidFill>
                        <a:srgbClr val="EFE0D2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</a:tr>
              <a:tr h="731520">
                <a:tc>
                  <a:txBody>
                    <a:bodyPr wrap="square"/>
                    <a:lstStyle/>
                    <a:p>
                      <a:pPr algn="l"/>
                      <a:r>
                        <a:rPr sz="1600" b="1">
                          <a:solidFill>
                            <a:srgbClr val="3A2918"/>
                          </a:solidFill>
                        </a:rPr>
                        <a:t>업종</a:t>
                      </a:r>
                    </a:p>
                  </a:txBody>
                  <a:tcPr anchor="ctr" marL="73152" marR="73152">
                    <a:lnL w="9525" cap="flat" cmpd="sng" algn="ctr">
                      <a:solidFill>
                        <a:srgbClr val="EFE0D2"/>
                      </a:solidFill>
                      <a:prstDash val="solid"/>
                    </a:lnL>
                    <a:lnR w="9525" cap="flat" cmpd="sng" algn="ctr">
                      <a:solidFill>
                        <a:srgbClr val="EFE0D2"/>
                      </a:solidFill>
                      <a:prstDash val="solid"/>
                    </a:lnR>
                    <a:lnT w="9525" cap="flat" cmpd="sng" algn="ctr">
                      <a:solidFill>
                        <a:srgbClr val="EFE0D2"/>
                      </a:solidFill>
                      <a:prstDash val="solid"/>
                    </a:lnT>
                    <a:lnB w="9525" cap="flat" cmpd="sng" algn="ctr">
                      <a:solidFill>
                        <a:srgbClr val="EFE0D2"/>
                      </a:solidFill>
                      <a:prstDash val="solid"/>
                    </a:lnB>
                    <a:solidFill>
                      <a:srgbClr val="EFE0D2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600" b="0">
                          <a:solidFill>
                            <a:srgbClr val="2B2B2B"/>
                          </a:solidFill>
                        </a:rPr>
                        <a:t/>
                      </a:r>
                    </a:p>
                  </a:txBody>
                  <a:tcPr anchor="ctr" marL="73152" marR="73152">
                    <a:lnL w="9525" cap="flat" cmpd="sng" algn="ctr">
                      <a:solidFill>
                        <a:srgbClr val="EFE0D2"/>
                      </a:solidFill>
                      <a:prstDash val="solid"/>
                    </a:lnL>
                    <a:lnR w="9525" cap="flat" cmpd="sng" algn="ctr">
                      <a:solidFill>
                        <a:srgbClr val="EFE0D2"/>
                      </a:solidFill>
                      <a:prstDash val="solid"/>
                    </a:lnR>
                    <a:lnT w="9525" cap="flat" cmpd="sng" algn="ctr">
                      <a:solidFill>
                        <a:srgbClr val="EFE0D2"/>
                      </a:solidFill>
                      <a:prstDash val="solid"/>
                    </a:lnT>
                    <a:lnB w="9525" cap="flat" cmpd="sng" algn="ctr">
                      <a:solidFill>
                        <a:srgbClr val="EFE0D2"/>
                      </a:solidFill>
                      <a:prstDash val="solid"/>
                    </a:lnB>
                    <a:solidFill>
                      <a:srgbClr val="F9F5F1"/>
                    </a:solidFill>
                  </a:tcPr>
                </a:tc>
              </a:tr>
              <a:tr h="731520">
                <a:tc>
                  <a:txBody>
                    <a:bodyPr wrap="square"/>
                    <a:lstStyle/>
                    <a:p>
                      <a:pPr algn="l"/>
                      <a:r>
                        <a:rPr sz="1600" b="1">
                          <a:solidFill>
                            <a:srgbClr val="3A2918"/>
                          </a:solidFill>
                        </a:rPr>
                        <a:t>직원 수</a:t>
                      </a:r>
                    </a:p>
                  </a:txBody>
                  <a:tcPr anchor="ctr" marL="73152" marR="73152">
                    <a:lnL w="9525" cap="flat" cmpd="sng" algn="ctr">
                      <a:solidFill>
                        <a:srgbClr val="EFE0D2"/>
                      </a:solidFill>
                      <a:prstDash val="solid"/>
                    </a:lnL>
                    <a:lnR w="9525" cap="flat" cmpd="sng" algn="ctr">
                      <a:solidFill>
                        <a:srgbClr val="EFE0D2"/>
                      </a:solidFill>
                      <a:prstDash val="solid"/>
                    </a:lnR>
                    <a:lnT w="9525" cap="flat" cmpd="sng" algn="ctr">
                      <a:solidFill>
                        <a:srgbClr val="EFE0D2"/>
                      </a:solidFill>
                      <a:prstDash val="solid"/>
                    </a:lnT>
                    <a:lnB w="9525" cap="flat" cmpd="sng" algn="ctr">
                      <a:solidFill>
                        <a:srgbClr val="EFE0D2"/>
                      </a:solidFill>
                      <a:prstDash val="solid"/>
                    </a:lnB>
                    <a:solidFill>
                      <a:srgbClr val="EFE0D2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600" b="0">
                          <a:solidFill>
                            <a:srgbClr val="2B2B2B"/>
                          </a:solidFill>
                        </a:rPr>
                        <a:t/>
                      </a:r>
                    </a:p>
                  </a:txBody>
                  <a:tcPr anchor="ctr" marL="73152" marR="73152">
                    <a:lnL w="9525" cap="flat" cmpd="sng" algn="ctr">
                      <a:solidFill>
                        <a:srgbClr val="EFE0D2"/>
                      </a:solidFill>
                      <a:prstDash val="solid"/>
                    </a:lnL>
                    <a:lnR w="9525" cap="flat" cmpd="sng" algn="ctr">
                      <a:solidFill>
                        <a:srgbClr val="EFE0D2"/>
                      </a:solidFill>
                      <a:prstDash val="solid"/>
                    </a:lnR>
                    <a:lnT w="9525" cap="flat" cmpd="sng" algn="ctr">
                      <a:solidFill>
                        <a:srgbClr val="EFE0D2"/>
                      </a:solidFill>
                      <a:prstDash val="solid"/>
                    </a:lnT>
                    <a:lnB w="9525" cap="flat" cmpd="sng" algn="ctr">
                      <a:solidFill>
                        <a:srgbClr val="EFE0D2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</a:tr>
              <a:tr h="731520">
                <a:tc>
                  <a:txBody>
                    <a:bodyPr wrap="square"/>
                    <a:lstStyle/>
                    <a:p>
                      <a:pPr algn="l"/>
                      <a:r>
                        <a:rPr sz="1600" b="1">
                          <a:solidFill>
                            <a:srgbClr val="3A2918"/>
                          </a:solidFill>
                        </a:rPr>
                        <a:t>확인할 것</a:t>
                      </a:r>
                    </a:p>
                  </a:txBody>
                  <a:tcPr anchor="ctr" marL="73152" marR="73152">
                    <a:lnL w="9525" cap="flat" cmpd="sng" algn="ctr">
                      <a:solidFill>
                        <a:srgbClr val="EFE0D2"/>
                      </a:solidFill>
                      <a:prstDash val="solid"/>
                    </a:lnL>
                    <a:lnR w="9525" cap="flat" cmpd="sng" algn="ctr">
                      <a:solidFill>
                        <a:srgbClr val="EFE0D2"/>
                      </a:solidFill>
                      <a:prstDash val="solid"/>
                    </a:lnR>
                    <a:lnT w="9525" cap="flat" cmpd="sng" algn="ctr">
                      <a:solidFill>
                        <a:srgbClr val="EFE0D2"/>
                      </a:solidFill>
                      <a:prstDash val="solid"/>
                    </a:lnT>
                    <a:lnB w="9525" cap="flat" cmpd="sng" algn="ctr">
                      <a:solidFill>
                        <a:srgbClr val="EFE0D2"/>
                      </a:solidFill>
                      <a:prstDash val="solid"/>
                    </a:lnB>
                    <a:solidFill>
                      <a:srgbClr val="EFE0D2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600" b="0">
                          <a:solidFill>
                            <a:srgbClr val="2B2B2B"/>
                          </a:solidFill>
                        </a:rPr>
                        <a:t/>
                      </a:r>
                    </a:p>
                  </a:txBody>
                  <a:tcPr anchor="ctr" marL="73152" marR="73152">
                    <a:lnL w="9525" cap="flat" cmpd="sng" algn="ctr">
                      <a:solidFill>
                        <a:srgbClr val="EFE0D2"/>
                      </a:solidFill>
                      <a:prstDash val="solid"/>
                    </a:lnL>
                    <a:lnR w="9525" cap="flat" cmpd="sng" algn="ctr">
                      <a:solidFill>
                        <a:srgbClr val="EFE0D2"/>
                      </a:solidFill>
                      <a:prstDash val="solid"/>
                    </a:lnR>
                    <a:lnT w="9525" cap="flat" cmpd="sng" algn="ctr">
                      <a:solidFill>
                        <a:srgbClr val="EFE0D2"/>
                      </a:solidFill>
                      <a:prstDash val="solid"/>
                    </a:lnT>
                    <a:lnB w="9525" cap="flat" cmpd="sng" algn="ctr">
                      <a:solidFill>
                        <a:srgbClr val="EFE0D2"/>
                      </a:solidFill>
                      <a:prstDash val="solid"/>
                    </a:lnB>
                    <a:solidFill>
                      <a:srgbClr val="F9F5F1"/>
                    </a:solidFill>
                  </a:tcPr>
                </a:tc>
              </a:tr>
            </a:tbl>
          </a:graphicData>
        </a:graphic>
      </p:graphicFrame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EFE0D2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3" name="장식"/>
          <p:cNvSpPr/>
          <p:nvPr/>
        </p:nvSpPr>
        <p:spPr>
          <a:xfrm>
            <a:off x="274320" y="274320"/>
            <a:ext cx="11643055" cy="6309360"/>
          </a:xfrm>
          <a:prstGeom prst="rect">
            <a:avLst/>
          </a:prstGeom>
          <a:solidFill>
            <a:srgbClr val="FFFFFF"/>
          </a:solidFill>
          <a:ln w="25400">
            <a:solidFill>
              <a:srgbClr val="7B5732"/>
            </a:solidFill>
            <a:prstDash val="dash"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4" name="장식"/>
          <p:cNvSpPr/>
          <p:nvPr/>
        </p:nvSpPr>
        <p:spPr>
          <a:xfrm>
            <a:off x="11304961" y="419706"/>
            <a:ext cx="81071" cy="81071"/>
          </a:xfrm>
          <a:prstGeom prst="ellipse">
            <a:avLst/>
          </a:prstGeom>
          <a:solidFill>
            <a:srgbClr val="7B5732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5" name="장식"/>
          <p:cNvSpPr/>
          <p:nvPr/>
        </p:nvSpPr>
        <p:spPr>
          <a:xfrm>
            <a:off x="11104426" y="557575"/>
            <a:ext cx="145576" cy="145576"/>
          </a:xfrm>
          <a:prstGeom prst="ellipse">
            <a:avLst/>
          </a:prstGeom>
          <a:solidFill>
            <a:srgbClr val="EFE0D2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6" name="장식"/>
          <p:cNvSpPr/>
          <p:nvPr/>
        </p:nvSpPr>
        <p:spPr>
          <a:xfrm>
            <a:off x="11230385" y="977574"/>
            <a:ext cx="181522" cy="181522"/>
          </a:xfrm>
          <a:prstGeom prst="ellipse">
            <a:avLst/>
          </a:prstGeom>
          <a:solidFill>
            <a:srgbClr val="3B9191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7" name="장식"/>
          <p:cNvSpPr/>
          <p:nvPr/>
        </p:nvSpPr>
        <p:spPr>
          <a:xfrm>
            <a:off x="11018667" y="1372796"/>
            <a:ext cx="103551" cy="103551"/>
          </a:xfrm>
          <a:prstGeom prst="ellipse">
            <a:avLst/>
          </a:prstGeom>
          <a:solidFill>
            <a:srgbClr val="7B5732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8" name="장식"/>
          <p:cNvSpPr/>
          <p:nvPr/>
        </p:nvSpPr>
        <p:spPr>
          <a:xfrm>
            <a:off x="11155751" y="1160276"/>
            <a:ext cx="91338" cy="91338"/>
          </a:xfrm>
          <a:prstGeom prst="ellipse">
            <a:avLst/>
          </a:prstGeom>
          <a:solidFill>
            <a:srgbClr val="EFE0D2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9" name="장식"/>
          <p:cNvSpPr/>
          <p:nvPr/>
        </p:nvSpPr>
        <p:spPr>
          <a:xfrm>
            <a:off x="10779167" y="418037"/>
            <a:ext cx="117784" cy="117784"/>
          </a:xfrm>
          <a:prstGeom prst="ellipse">
            <a:avLst/>
          </a:prstGeom>
          <a:solidFill>
            <a:srgbClr val="3B9191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10" name="장식"/>
          <p:cNvSpPr/>
          <p:nvPr/>
        </p:nvSpPr>
        <p:spPr>
          <a:xfrm>
            <a:off x="11383773" y="968252"/>
            <a:ext cx="131343" cy="131343"/>
          </a:xfrm>
          <a:prstGeom prst="ellipse">
            <a:avLst/>
          </a:prstGeom>
          <a:solidFill>
            <a:srgbClr val="7B5732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11" name="장식"/>
          <p:cNvSpPr/>
          <p:nvPr/>
        </p:nvSpPr>
        <p:spPr>
          <a:xfrm>
            <a:off x="11425878" y="1166034"/>
            <a:ext cx="159405" cy="159405"/>
          </a:xfrm>
          <a:prstGeom prst="ellipse">
            <a:avLst/>
          </a:prstGeom>
          <a:solidFill>
            <a:srgbClr val="EFE0D2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12" name="장식"/>
          <p:cNvSpPr/>
          <p:nvPr/>
        </p:nvSpPr>
        <p:spPr>
          <a:xfrm>
            <a:off x="10750412" y="1313957"/>
            <a:ext cx="128743" cy="128743"/>
          </a:xfrm>
          <a:prstGeom prst="ellipse">
            <a:avLst/>
          </a:prstGeom>
          <a:solidFill>
            <a:srgbClr val="3B9191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13" name="장식"/>
          <p:cNvSpPr/>
          <p:nvPr/>
        </p:nvSpPr>
        <p:spPr>
          <a:xfrm>
            <a:off x="10773744" y="707225"/>
            <a:ext cx="124937" cy="124937"/>
          </a:xfrm>
          <a:prstGeom prst="ellipse">
            <a:avLst/>
          </a:prstGeom>
          <a:solidFill>
            <a:srgbClr val="7B5732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14" name="장식"/>
          <p:cNvSpPr/>
          <p:nvPr/>
        </p:nvSpPr>
        <p:spPr>
          <a:xfrm>
            <a:off x="10637753" y="1206431"/>
            <a:ext cx="122131" cy="122131"/>
          </a:xfrm>
          <a:prstGeom prst="ellipse">
            <a:avLst/>
          </a:prstGeom>
          <a:solidFill>
            <a:srgbClr val="EFE0D2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77240" y="548640"/>
            <a:ext cx="9357055" cy="822960"/>
          </a:xfrm>
        </p:spPr>
        <p:txBody>
          <a:bodyPr wrap="square" lIns="54864" rIns="54864" tIns="27432" bIns="27432" anchor="ctr">
            <a:noAutofit/>
          </a:bodyPr>
          <a:lstStyle/>
          <a:p>
            <a:pPr algn="l">
              <a:lnSpc>
                <a:spcPct val="105000"/>
              </a:lnSpc>
            </a:pPr>
            <a:r>
              <a:rPr sz="3000" b="1" i="0">
                <a:solidFill>
                  <a:srgbClr val="3A2918"/>
                </a:solidFill>
              </a:rPr>
              <a:t>가입한 보험 목록</a:t>
            </a:r>
          </a:p>
        </p:txBody>
      </p:sp>
      <p:graphicFrame>
        <p:nvGraphicFramePr>
          <p:cNvPr id="15" name="표"/>
          <p:cNvGraphicFramePr>
            <a:graphicFrameLocks noGrp="1"/>
          </p:cNvGraphicFramePr>
          <p:nvPr/>
        </p:nvGraphicFramePr>
        <p:xfrm>
          <a:off x="777240" y="1554480"/>
          <a:ext cx="10637215" cy="4224528"/>
        </p:xfrm>
        <a:graphic>
          <a:graphicData uri="http://schemas.openxmlformats.org/drawingml/2006/table">
            <a:tbl>
              <a:tblPr firstRow="1">
                <a:tableStyleId>{5C22544A-7EE6-4342-B048-85BDC9FD1C3A}</a:tableStyleId>
              </a:tblPr>
              <a:tblGrid>
                <a:gridCol w="2011680"/>
                <a:gridCol w="3108960"/>
                <a:gridCol w="1828800"/>
                <a:gridCol w="1828800"/>
                <a:gridCol w="1858975"/>
              </a:tblGrid>
              <a:tr h="603504">
                <a:tc>
                  <a:txBody>
                    <a:bodyPr wrap="square"/>
                    <a:lstStyle/>
                    <a:p>
                      <a:pPr algn="ctr"/>
                      <a:r>
                        <a:rPr sz="1400" b="1">
                          <a:solidFill>
                            <a:srgbClr val="FFFFFF"/>
                          </a:solidFill>
                        </a:rPr>
                        <a:t>보험회사</a:t>
                      </a:r>
                    </a:p>
                  </a:txBody>
                  <a:tcPr anchor="ctr" marL="73152" marR="73152">
                    <a:lnL w="9525" cap="flat" cmpd="sng" algn="ctr">
                      <a:solidFill>
                        <a:srgbClr val="7B5732"/>
                      </a:solidFill>
                      <a:prstDash val="solid"/>
                    </a:lnL>
                    <a:lnR w="9525" cap="flat" cmpd="sng" algn="ctr">
                      <a:solidFill>
                        <a:srgbClr val="7B5732"/>
                      </a:solidFill>
                      <a:prstDash val="solid"/>
                    </a:lnR>
                    <a:lnT w="9525" cap="flat" cmpd="sng" algn="ctr">
                      <a:solidFill>
                        <a:srgbClr val="7B5732"/>
                      </a:solidFill>
                      <a:prstDash val="solid"/>
                    </a:lnT>
                    <a:lnB w="9525" cap="flat" cmpd="sng" algn="ctr">
                      <a:solidFill>
                        <a:srgbClr val="7B5732"/>
                      </a:solidFill>
                      <a:prstDash val="solid"/>
                    </a:lnB>
                    <a:solidFill>
                      <a:srgbClr val="7B5732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400" b="1">
                          <a:solidFill>
                            <a:srgbClr val="FFFFFF"/>
                          </a:solidFill>
                        </a:rPr>
                        <a:t>상품명</a:t>
                      </a:r>
                    </a:p>
                  </a:txBody>
                  <a:tcPr anchor="ctr" marL="73152" marR="73152">
                    <a:lnL w="9525" cap="flat" cmpd="sng" algn="ctr">
                      <a:solidFill>
                        <a:srgbClr val="7B5732"/>
                      </a:solidFill>
                      <a:prstDash val="solid"/>
                    </a:lnL>
                    <a:lnR w="9525" cap="flat" cmpd="sng" algn="ctr">
                      <a:solidFill>
                        <a:srgbClr val="7B5732"/>
                      </a:solidFill>
                      <a:prstDash val="solid"/>
                    </a:lnR>
                    <a:lnT w="9525" cap="flat" cmpd="sng" algn="ctr">
                      <a:solidFill>
                        <a:srgbClr val="7B5732"/>
                      </a:solidFill>
                      <a:prstDash val="solid"/>
                    </a:lnT>
                    <a:lnB w="9525" cap="flat" cmpd="sng" algn="ctr">
                      <a:solidFill>
                        <a:srgbClr val="7B5732"/>
                      </a:solidFill>
                      <a:prstDash val="solid"/>
                    </a:lnB>
                    <a:solidFill>
                      <a:srgbClr val="7B5732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400" b="1">
                          <a:solidFill>
                            <a:srgbClr val="FFFFFF"/>
                          </a:solidFill>
                        </a:rPr>
                        <a:t>종류</a:t>
                      </a:r>
                    </a:p>
                  </a:txBody>
                  <a:tcPr anchor="ctr" marL="73152" marR="73152">
                    <a:lnL w="9525" cap="flat" cmpd="sng" algn="ctr">
                      <a:solidFill>
                        <a:srgbClr val="7B5732"/>
                      </a:solidFill>
                      <a:prstDash val="solid"/>
                    </a:lnL>
                    <a:lnR w="9525" cap="flat" cmpd="sng" algn="ctr">
                      <a:solidFill>
                        <a:srgbClr val="7B5732"/>
                      </a:solidFill>
                      <a:prstDash val="solid"/>
                    </a:lnR>
                    <a:lnT w="9525" cap="flat" cmpd="sng" algn="ctr">
                      <a:solidFill>
                        <a:srgbClr val="7B5732"/>
                      </a:solidFill>
                      <a:prstDash val="solid"/>
                    </a:lnT>
                    <a:lnB w="9525" cap="flat" cmpd="sng" algn="ctr">
                      <a:solidFill>
                        <a:srgbClr val="7B5732"/>
                      </a:solidFill>
                      <a:prstDash val="solid"/>
                    </a:lnB>
                    <a:solidFill>
                      <a:srgbClr val="7B5732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400" b="1">
                          <a:solidFill>
                            <a:srgbClr val="FFFFFF"/>
                          </a:solidFill>
                        </a:rPr>
                        <a:t>만기일</a:t>
                      </a:r>
                    </a:p>
                  </a:txBody>
                  <a:tcPr anchor="ctr" marL="73152" marR="73152">
                    <a:lnL w="9525" cap="flat" cmpd="sng" algn="ctr">
                      <a:solidFill>
                        <a:srgbClr val="7B5732"/>
                      </a:solidFill>
                      <a:prstDash val="solid"/>
                    </a:lnL>
                    <a:lnR w="9525" cap="flat" cmpd="sng" algn="ctr">
                      <a:solidFill>
                        <a:srgbClr val="7B5732"/>
                      </a:solidFill>
                      <a:prstDash val="solid"/>
                    </a:lnR>
                    <a:lnT w="9525" cap="flat" cmpd="sng" algn="ctr">
                      <a:solidFill>
                        <a:srgbClr val="7B5732"/>
                      </a:solidFill>
                      <a:prstDash val="solid"/>
                    </a:lnT>
                    <a:lnB w="9525" cap="flat" cmpd="sng" algn="ctr">
                      <a:solidFill>
                        <a:srgbClr val="7B5732"/>
                      </a:solidFill>
                      <a:prstDash val="solid"/>
                    </a:lnB>
                    <a:solidFill>
                      <a:srgbClr val="7B5732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400" b="1">
                          <a:solidFill>
                            <a:srgbClr val="FFFFFF"/>
                          </a:solidFill>
                        </a:rPr>
                        <a:t>월 보험료</a:t>
                      </a:r>
                    </a:p>
                  </a:txBody>
                  <a:tcPr anchor="ctr" marL="73152" marR="73152">
                    <a:lnL w="9525" cap="flat" cmpd="sng" algn="ctr">
                      <a:solidFill>
                        <a:srgbClr val="7B5732"/>
                      </a:solidFill>
                      <a:prstDash val="solid"/>
                    </a:lnL>
                    <a:lnR w="9525" cap="flat" cmpd="sng" algn="ctr">
                      <a:solidFill>
                        <a:srgbClr val="7B5732"/>
                      </a:solidFill>
                      <a:prstDash val="solid"/>
                    </a:lnR>
                    <a:lnT w="9525" cap="flat" cmpd="sng" algn="ctr">
                      <a:solidFill>
                        <a:srgbClr val="7B5732"/>
                      </a:solidFill>
                      <a:prstDash val="solid"/>
                    </a:lnT>
                    <a:lnB w="9525" cap="flat" cmpd="sng" algn="ctr">
                      <a:solidFill>
                        <a:srgbClr val="7B5732"/>
                      </a:solidFill>
                      <a:prstDash val="solid"/>
                    </a:lnB>
                    <a:solidFill>
                      <a:srgbClr val="7B5732"/>
                    </a:solidFill>
                  </a:tcPr>
                </a:tc>
              </a:tr>
              <a:tr h="603504">
                <a:tc>
                  <a:txBody>
                    <a:bodyPr wrap="square"/>
                    <a:lstStyle/>
                    <a:p>
                      <a:pPr algn="l"/>
                      <a:r>
                        <a:rPr sz="1400" b="0">
                          <a:solidFill>
                            <a:srgbClr val="2B2B2B"/>
                          </a:solidFill>
                        </a:rPr>
                        <a:t/>
                      </a:r>
                    </a:p>
                  </a:txBody>
                  <a:tcPr anchor="ctr" marL="73152" marR="73152">
                    <a:lnL w="9525" cap="flat" cmpd="sng" algn="ctr">
                      <a:solidFill>
                        <a:srgbClr val="EFE0D2"/>
                      </a:solidFill>
                      <a:prstDash val="solid"/>
                    </a:lnL>
                    <a:lnR w="9525" cap="flat" cmpd="sng" algn="ctr">
                      <a:solidFill>
                        <a:srgbClr val="EFE0D2"/>
                      </a:solidFill>
                      <a:prstDash val="solid"/>
                    </a:lnR>
                    <a:lnT w="9525" cap="flat" cmpd="sng" algn="ctr">
                      <a:solidFill>
                        <a:srgbClr val="EFE0D2"/>
                      </a:solidFill>
                      <a:prstDash val="solid"/>
                    </a:lnT>
                    <a:lnB w="9525" cap="flat" cmpd="sng" algn="ctr">
                      <a:solidFill>
                        <a:srgbClr val="EFE0D2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400" b="0">
                          <a:solidFill>
                            <a:srgbClr val="2B2B2B"/>
                          </a:solidFill>
                        </a:rPr>
                        <a:t/>
                      </a:r>
                    </a:p>
                  </a:txBody>
                  <a:tcPr anchor="ctr" marL="73152" marR="73152">
                    <a:lnL w="9525" cap="flat" cmpd="sng" algn="ctr">
                      <a:solidFill>
                        <a:srgbClr val="EFE0D2"/>
                      </a:solidFill>
                      <a:prstDash val="solid"/>
                    </a:lnL>
                    <a:lnR w="9525" cap="flat" cmpd="sng" algn="ctr">
                      <a:solidFill>
                        <a:srgbClr val="EFE0D2"/>
                      </a:solidFill>
                      <a:prstDash val="solid"/>
                    </a:lnR>
                    <a:lnT w="9525" cap="flat" cmpd="sng" algn="ctr">
                      <a:solidFill>
                        <a:srgbClr val="EFE0D2"/>
                      </a:solidFill>
                      <a:prstDash val="solid"/>
                    </a:lnT>
                    <a:lnB w="9525" cap="flat" cmpd="sng" algn="ctr">
                      <a:solidFill>
                        <a:srgbClr val="EFE0D2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400" b="0">
                          <a:solidFill>
                            <a:srgbClr val="2B2B2B"/>
                          </a:solidFill>
                        </a:rPr>
                        <a:t/>
                      </a:r>
                    </a:p>
                  </a:txBody>
                  <a:tcPr anchor="ctr" marL="73152" marR="73152">
                    <a:lnL w="9525" cap="flat" cmpd="sng" algn="ctr">
                      <a:solidFill>
                        <a:srgbClr val="EFE0D2"/>
                      </a:solidFill>
                      <a:prstDash val="solid"/>
                    </a:lnL>
                    <a:lnR w="9525" cap="flat" cmpd="sng" algn="ctr">
                      <a:solidFill>
                        <a:srgbClr val="EFE0D2"/>
                      </a:solidFill>
                      <a:prstDash val="solid"/>
                    </a:lnR>
                    <a:lnT w="9525" cap="flat" cmpd="sng" algn="ctr">
                      <a:solidFill>
                        <a:srgbClr val="EFE0D2"/>
                      </a:solidFill>
                      <a:prstDash val="solid"/>
                    </a:lnT>
                    <a:lnB w="9525" cap="flat" cmpd="sng" algn="ctr">
                      <a:solidFill>
                        <a:srgbClr val="EFE0D2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400" b="0">
                          <a:solidFill>
                            <a:srgbClr val="2B2B2B"/>
                          </a:solidFill>
                        </a:rPr>
                        <a:t/>
                      </a:r>
                    </a:p>
                  </a:txBody>
                  <a:tcPr anchor="ctr" marL="73152" marR="73152">
                    <a:lnL w="9525" cap="flat" cmpd="sng" algn="ctr">
                      <a:solidFill>
                        <a:srgbClr val="EFE0D2"/>
                      </a:solidFill>
                      <a:prstDash val="solid"/>
                    </a:lnL>
                    <a:lnR w="9525" cap="flat" cmpd="sng" algn="ctr">
                      <a:solidFill>
                        <a:srgbClr val="EFE0D2"/>
                      </a:solidFill>
                      <a:prstDash val="solid"/>
                    </a:lnR>
                    <a:lnT w="9525" cap="flat" cmpd="sng" algn="ctr">
                      <a:solidFill>
                        <a:srgbClr val="EFE0D2"/>
                      </a:solidFill>
                      <a:prstDash val="solid"/>
                    </a:lnT>
                    <a:lnB w="9525" cap="flat" cmpd="sng" algn="ctr">
                      <a:solidFill>
                        <a:srgbClr val="EFE0D2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400" b="0">
                          <a:solidFill>
                            <a:srgbClr val="2B2B2B"/>
                          </a:solidFill>
                        </a:rPr>
                        <a:t/>
                      </a:r>
                    </a:p>
                  </a:txBody>
                  <a:tcPr anchor="ctr" marL="73152" marR="73152">
                    <a:lnL w="9525" cap="flat" cmpd="sng" algn="ctr">
                      <a:solidFill>
                        <a:srgbClr val="EFE0D2"/>
                      </a:solidFill>
                      <a:prstDash val="solid"/>
                    </a:lnL>
                    <a:lnR w="9525" cap="flat" cmpd="sng" algn="ctr">
                      <a:solidFill>
                        <a:srgbClr val="EFE0D2"/>
                      </a:solidFill>
                      <a:prstDash val="solid"/>
                    </a:lnR>
                    <a:lnT w="9525" cap="flat" cmpd="sng" algn="ctr">
                      <a:solidFill>
                        <a:srgbClr val="EFE0D2"/>
                      </a:solidFill>
                      <a:prstDash val="solid"/>
                    </a:lnT>
                    <a:lnB w="9525" cap="flat" cmpd="sng" algn="ctr">
                      <a:solidFill>
                        <a:srgbClr val="EFE0D2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</a:tr>
              <a:tr h="603504">
                <a:tc>
                  <a:txBody>
                    <a:bodyPr wrap="square"/>
                    <a:lstStyle/>
                    <a:p>
                      <a:pPr algn="l"/>
                      <a:r>
                        <a:rPr sz="1400" b="0">
                          <a:solidFill>
                            <a:srgbClr val="2B2B2B"/>
                          </a:solidFill>
                        </a:rPr>
                        <a:t/>
                      </a:r>
                    </a:p>
                  </a:txBody>
                  <a:tcPr anchor="ctr" marL="73152" marR="73152">
                    <a:lnL w="9525" cap="flat" cmpd="sng" algn="ctr">
                      <a:solidFill>
                        <a:srgbClr val="EFE0D2"/>
                      </a:solidFill>
                      <a:prstDash val="solid"/>
                    </a:lnL>
                    <a:lnR w="9525" cap="flat" cmpd="sng" algn="ctr">
                      <a:solidFill>
                        <a:srgbClr val="EFE0D2"/>
                      </a:solidFill>
                      <a:prstDash val="solid"/>
                    </a:lnR>
                    <a:lnT w="9525" cap="flat" cmpd="sng" algn="ctr">
                      <a:solidFill>
                        <a:srgbClr val="EFE0D2"/>
                      </a:solidFill>
                      <a:prstDash val="solid"/>
                    </a:lnT>
                    <a:lnB w="9525" cap="flat" cmpd="sng" algn="ctr">
                      <a:solidFill>
                        <a:srgbClr val="EFE0D2"/>
                      </a:solidFill>
                      <a:prstDash val="solid"/>
                    </a:lnB>
                    <a:solidFill>
                      <a:srgbClr val="F9F5F1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400" b="0">
                          <a:solidFill>
                            <a:srgbClr val="2B2B2B"/>
                          </a:solidFill>
                        </a:rPr>
                        <a:t/>
                      </a:r>
                    </a:p>
                  </a:txBody>
                  <a:tcPr anchor="ctr" marL="73152" marR="73152">
                    <a:lnL w="9525" cap="flat" cmpd="sng" algn="ctr">
                      <a:solidFill>
                        <a:srgbClr val="EFE0D2"/>
                      </a:solidFill>
                      <a:prstDash val="solid"/>
                    </a:lnL>
                    <a:lnR w="9525" cap="flat" cmpd="sng" algn="ctr">
                      <a:solidFill>
                        <a:srgbClr val="EFE0D2"/>
                      </a:solidFill>
                      <a:prstDash val="solid"/>
                    </a:lnR>
                    <a:lnT w="9525" cap="flat" cmpd="sng" algn="ctr">
                      <a:solidFill>
                        <a:srgbClr val="EFE0D2"/>
                      </a:solidFill>
                      <a:prstDash val="solid"/>
                    </a:lnT>
                    <a:lnB w="9525" cap="flat" cmpd="sng" algn="ctr">
                      <a:solidFill>
                        <a:srgbClr val="EFE0D2"/>
                      </a:solidFill>
                      <a:prstDash val="solid"/>
                    </a:lnB>
                    <a:solidFill>
                      <a:srgbClr val="F9F5F1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400" b="0">
                          <a:solidFill>
                            <a:srgbClr val="2B2B2B"/>
                          </a:solidFill>
                        </a:rPr>
                        <a:t/>
                      </a:r>
                    </a:p>
                  </a:txBody>
                  <a:tcPr anchor="ctr" marL="73152" marR="73152">
                    <a:lnL w="9525" cap="flat" cmpd="sng" algn="ctr">
                      <a:solidFill>
                        <a:srgbClr val="EFE0D2"/>
                      </a:solidFill>
                      <a:prstDash val="solid"/>
                    </a:lnL>
                    <a:lnR w="9525" cap="flat" cmpd="sng" algn="ctr">
                      <a:solidFill>
                        <a:srgbClr val="EFE0D2"/>
                      </a:solidFill>
                      <a:prstDash val="solid"/>
                    </a:lnR>
                    <a:lnT w="9525" cap="flat" cmpd="sng" algn="ctr">
                      <a:solidFill>
                        <a:srgbClr val="EFE0D2"/>
                      </a:solidFill>
                      <a:prstDash val="solid"/>
                    </a:lnT>
                    <a:lnB w="9525" cap="flat" cmpd="sng" algn="ctr">
                      <a:solidFill>
                        <a:srgbClr val="EFE0D2"/>
                      </a:solidFill>
                      <a:prstDash val="solid"/>
                    </a:lnB>
                    <a:solidFill>
                      <a:srgbClr val="F9F5F1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400" b="0">
                          <a:solidFill>
                            <a:srgbClr val="2B2B2B"/>
                          </a:solidFill>
                        </a:rPr>
                        <a:t/>
                      </a:r>
                    </a:p>
                  </a:txBody>
                  <a:tcPr anchor="ctr" marL="73152" marR="73152">
                    <a:lnL w="9525" cap="flat" cmpd="sng" algn="ctr">
                      <a:solidFill>
                        <a:srgbClr val="EFE0D2"/>
                      </a:solidFill>
                      <a:prstDash val="solid"/>
                    </a:lnL>
                    <a:lnR w="9525" cap="flat" cmpd="sng" algn="ctr">
                      <a:solidFill>
                        <a:srgbClr val="EFE0D2"/>
                      </a:solidFill>
                      <a:prstDash val="solid"/>
                    </a:lnR>
                    <a:lnT w="9525" cap="flat" cmpd="sng" algn="ctr">
                      <a:solidFill>
                        <a:srgbClr val="EFE0D2"/>
                      </a:solidFill>
                      <a:prstDash val="solid"/>
                    </a:lnT>
                    <a:lnB w="9525" cap="flat" cmpd="sng" algn="ctr">
                      <a:solidFill>
                        <a:srgbClr val="EFE0D2"/>
                      </a:solidFill>
                      <a:prstDash val="solid"/>
                    </a:lnB>
                    <a:solidFill>
                      <a:srgbClr val="F9F5F1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400" b="0">
                          <a:solidFill>
                            <a:srgbClr val="2B2B2B"/>
                          </a:solidFill>
                        </a:rPr>
                        <a:t/>
                      </a:r>
                    </a:p>
                  </a:txBody>
                  <a:tcPr anchor="ctr" marL="73152" marR="73152">
                    <a:lnL w="9525" cap="flat" cmpd="sng" algn="ctr">
                      <a:solidFill>
                        <a:srgbClr val="EFE0D2"/>
                      </a:solidFill>
                      <a:prstDash val="solid"/>
                    </a:lnL>
                    <a:lnR w="9525" cap="flat" cmpd="sng" algn="ctr">
                      <a:solidFill>
                        <a:srgbClr val="EFE0D2"/>
                      </a:solidFill>
                      <a:prstDash val="solid"/>
                    </a:lnR>
                    <a:lnT w="9525" cap="flat" cmpd="sng" algn="ctr">
                      <a:solidFill>
                        <a:srgbClr val="EFE0D2"/>
                      </a:solidFill>
                      <a:prstDash val="solid"/>
                    </a:lnT>
                    <a:lnB w="9525" cap="flat" cmpd="sng" algn="ctr">
                      <a:solidFill>
                        <a:srgbClr val="EFE0D2"/>
                      </a:solidFill>
                      <a:prstDash val="solid"/>
                    </a:lnB>
                    <a:solidFill>
                      <a:srgbClr val="F9F5F1"/>
                    </a:solidFill>
                  </a:tcPr>
                </a:tc>
              </a:tr>
              <a:tr h="603504">
                <a:tc>
                  <a:txBody>
                    <a:bodyPr wrap="square"/>
                    <a:lstStyle/>
                    <a:p>
                      <a:pPr algn="l"/>
                      <a:r>
                        <a:rPr sz="1400" b="0">
                          <a:solidFill>
                            <a:srgbClr val="2B2B2B"/>
                          </a:solidFill>
                        </a:rPr>
                        <a:t/>
                      </a:r>
                    </a:p>
                  </a:txBody>
                  <a:tcPr anchor="ctr" marL="73152" marR="73152">
                    <a:lnL w="9525" cap="flat" cmpd="sng" algn="ctr">
                      <a:solidFill>
                        <a:srgbClr val="EFE0D2"/>
                      </a:solidFill>
                      <a:prstDash val="solid"/>
                    </a:lnL>
                    <a:lnR w="9525" cap="flat" cmpd="sng" algn="ctr">
                      <a:solidFill>
                        <a:srgbClr val="EFE0D2"/>
                      </a:solidFill>
                      <a:prstDash val="solid"/>
                    </a:lnR>
                    <a:lnT w="9525" cap="flat" cmpd="sng" algn="ctr">
                      <a:solidFill>
                        <a:srgbClr val="EFE0D2"/>
                      </a:solidFill>
                      <a:prstDash val="solid"/>
                    </a:lnT>
                    <a:lnB w="9525" cap="flat" cmpd="sng" algn="ctr">
                      <a:solidFill>
                        <a:srgbClr val="EFE0D2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400" b="0">
                          <a:solidFill>
                            <a:srgbClr val="2B2B2B"/>
                          </a:solidFill>
                        </a:rPr>
                        <a:t/>
                      </a:r>
                    </a:p>
                  </a:txBody>
                  <a:tcPr anchor="ctr" marL="73152" marR="73152">
                    <a:lnL w="9525" cap="flat" cmpd="sng" algn="ctr">
                      <a:solidFill>
                        <a:srgbClr val="EFE0D2"/>
                      </a:solidFill>
                      <a:prstDash val="solid"/>
                    </a:lnL>
                    <a:lnR w="9525" cap="flat" cmpd="sng" algn="ctr">
                      <a:solidFill>
                        <a:srgbClr val="EFE0D2"/>
                      </a:solidFill>
                      <a:prstDash val="solid"/>
                    </a:lnR>
                    <a:lnT w="9525" cap="flat" cmpd="sng" algn="ctr">
                      <a:solidFill>
                        <a:srgbClr val="EFE0D2"/>
                      </a:solidFill>
                      <a:prstDash val="solid"/>
                    </a:lnT>
                    <a:lnB w="9525" cap="flat" cmpd="sng" algn="ctr">
                      <a:solidFill>
                        <a:srgbClr val="EFE0D2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400" b="0">
                          <a:solidFill>
                            <a:srgbClr val="2B2B2B"/>
                          </a:solidFill>
                        </a:rPr>
                        <a:t/>
                      </a:r>
                    </a:p>
                  </a:txBody>
                  <a:tcPr anchor="ctr" marL="73152" marR="73152">
                    <a:lnL w="9525" cap="flat" cmpd="sng" algn="ctr">
                      <a:solidFill>
                        <a:srgbClr val="EFE0D2"/>
                      </a:solidFill>
                      <a:prstDash val="solid"/>
                    </a:lnL>
                    <a:lnR w="9525" cap="flat" cmpd="sng" algn="ctr">
                      <a:solidFill>
                        <a:srgbClr val="EFE0D2"/>
                      </a:solidFill>
                      <a:prstDash val="solid"/>
                    </a:lnR>
                    <a:lnT w="9525" cap="flat" cmpd="sng" algn="ctr">
                      <a:solidFill>
                        <a:srgbClr val="EFE0D2"/>
                      </a:solidFill>
                      <a:prstDash val="solid"/>
                    </a:lnT>
                    <a:lnB w="9525" cap="flat" cmpd="sng" algn="ctr">
                      <a:solidFill>
                        <a:srgbClr val="EFE0D2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400" b="0">
                          <a:solidFill>
                            <a:srgbClr val="2B2B2B"/>
                          </a:solidFill>
                        </a:rPr>
                        <a:t/>
                      </a:r>
                    </a:p>
                  </a:txBody>
                  <a:tcPr anchor="ctr" marL="73152" marR="73152">
                    <a:lnL w="9525" cap="flat" cmpd="sng" algn="ctr">
                      <a:solidFill>
                        <a:srgbClr val="EFE0D2"/>
                      </a:solidFill>
                      <a:prstDash val="solid"/>
                    </a:lnL>
                    <a:lnR w="9525" cap="flat" cmpd="sng" algn="ctr">
                      <a:solidFill>
                        <a:srgbClr val="EFE0D2"/>
                      </a:solidFill>
                      <a:prstDash val="solid"/>
                    </a:lnR>
                    <a:lnT w="9525" cap="flat" cmpd="sng" algn="ctr">
                      <a:solidFill>
                        <a:srgbClr val="EFE0D2"/>
                      </a:solidFill>
                      <a:prstDash val="solid"/>
                    </a:lnT>
                    <a:lnB w="9525" cap="flat" cmpd="sng" algn="ctr">
                      <a:solidFill>
                        <a:srgbClr val="EFE0D2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400" b="0">
                          <a:solidFill>
                            <a:srgbClr val="2B2B2B"/>
                          </a:solidFill>
                        </a:rPr>
                        <a:t/>
                      </a:r>
                    </a:p>
                  </a:txBody>
                  <a:tcPr anchor="ctr" marL="73152" marR="73152">
                    <a:lnL w="9525" cap="flat" cmpd="sng" algn="ctr">
                      <a:solidFill>
                        <a:srgbClr val="EFE0D2"/>
                      </a:solidFill>
                      <a:prstDash val="solid"/>
                    </a:lnL>
                    <a:lnR w="9525" cap="flat" cmpd="sng" algn="ctr">
                      <a:solidFill>
                        <a:srgbClr val="EFE0D2"/>
                      </a:solidFill>
                      <a:prstDash val="solid"/>
                    </a:lnR>
                    <a:lnT w="9525" cap="flat" cmpd="sng" algn="ctr">
                      <a:solidFill>
                        <a:srgbClr val="EFE0D2"/>
                      </a:solidFill>
                      <a:prstDash val="solid"/>
                    </a:lnT>
                    <a:lnB w="9525" cap="flat" cmpd="sng" algn="ctr">
                      <a:solidFill>
                        <a:srgbClr val="EFE0D2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</a:tr>
              <a:tr h="603504">
                <a:tc>
                  <a:txBody>
                    <a:bodyPr wrap="square"/>
                    <a:lstStyle/>
                    <a:p>
                      <a:pPr algn="l"/>
                      <a:r>
                        <a:rPr sz="1400" b="0">
                          <a:solidFill>
                            <a:srgbClr val="2B2B2B"/>
                          </a:solidFill>
                        </a:rPr>
                        <a:t/>
                      </a:r>
                    </a:p>
                  </a:txBody>
                  <a:tcPr anchor="ctr" marL="73152" marR="73152">
                    <a:lnL w="9525" cap="flat" cmpd="sng" algn="ctr">
                      <a:solidFill>
                        <a:srgbClr val="EFE0D2"/>
                      </a:solidFill>
                      <a:prstDash val="solid"/>
                    </a:lnL>
                    <a:lnR w="9525" cap="flat" cmpd="sng" algn="ctr">
                      <a:solidFill>
                        <a:srgbClr val="EFE0D2"/>
                      </a:solidFill>
                      <a:prstDash val="solid"/>
                    </a:lnR>
                    <a:lnT w="9525" cap="flat" cmpd="sng" algn="ctr">
                      <a:solidFill>
                        <a:srgbClr val="EFE0D2"/>
                      </a:solidFill>
                      <a:prstDash val="solid"/>
                    </a:lnT>
                    <a:lnB w="9525" cap="flat" cmpd="sng" algn="ctr">
                      <a:solidFill>
                        <a:srgbClr val="EFE0D2"/>
                      </a:solidFill>
                      <a:prstDash val="solid"/>
                    </a:lnB>
                    <a:solidFill>
                      <a:srgbClr val="F9F5F1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400" b="0">
                          <a:solidFill>
                            <a:srgbClr val="2B2B2B"/>
                          </a:solidFill>
                        </a:rPr>
                        <a:t/>
                      </a:r>
                    </a:p>
                  </a:txBody>
                  <a:tcPr anchor="ctr" marL="73152" marR="73152">
                    <a:lnL w="9525" cap="flat" cmpd="sng" algn="ctr">
                      <a:solidFill>
                        <a:srgbClr val="EFE0D2"/>
                      </a:solidFill>
                      <a:prstDash val="solid"/>
                    </a:lnL>
                    <a:lnR w="9525" cap="flat" cmpd="sng" algn="ctr">
                      <a:solidFill>
                        <a:srgbClr val="EFE0D2"/>
                      </a:solidFill>
                      <a:prstDash val="solid"/>
                    </a:lnR>
                    <a:lnT w="9525" cap="flat" cmpd="sng" algn="ctr">
                      <a:solidFill>
                        <a:srgbClr val="EFE0D2"/>
                      </a:solidFill>
                      <a:prstDash val="solid"/>
                    </a:lnT>
                    <a:lnB w="9525" cap="flat" cmpd="sng" algn="ctr">
                      <a:solidFill>
                        <a:srgbClr val="EFE0D2"/>
                      </a:solidFill>
                      <a:prstDash val="solid"/>
                    </a:lnB>
                    <a:solidFill>
                      <a:srgbClr val="F9F5F1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400" b="0">
                          <a:solidFill>
                            <a:srgbClr val="2B2B2B"/>
                          </a:solidFill>
                        </a:rPr>
                        <a:t/>
                      </a:r>
                    </a:p>
                  </a:txBody>
                  <a:tcPr anchor="ctr" marL="73152" marR="73152">
                    <a:lnL w="9525" cap="flat" cmpd="sng" algn="ctr">
                      <a:solidFill>
                        <a:srgbClr val="EFE0D2"/>
                      </a:solidFill>
                      <a:prstDash val="solid"/>
                    </a:lnL>
                    <a:lnR w="9525" cap="flat" cmpd="sng" algn="ctr">
                      <a:solidFill>
                        <a:srgbClr val="EFE0D2"/>
                      </a:solidFill>
                      <a:prstDash val="solid"/>
                    </a:lnR>
                    <a:lnT w="9525" cap="flat" cmpd="sng" algn="ctr">
                      <a:solidFill>
                        <a:srgbClr val="EFE0D2"/>
                      </a:solidFill>
                      <a:prstDash val="solid"/>
                    </a:lnT>
                    <a:lnB w="9525" cap="flat" cmpd="sng" algn="ctr">
                      <a:solidFill>
                        <a:srgbClr val="EFE0D2"/>
                      </a:solidFill>
                      <a:prstDash val="solid"/>
                    </a:lnB>
                    <a:solidFill>
                      <a:srgbClr val="F9F5F1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400" b="0">
                          <a:solidFill>
                            <a:srgbClr val="2B2B2B"/>
                          </a:solidFill>
                        </a:rPr>
                        <a:t/>
                      </a:r>
                    </a:p>
                  </a:txBody>
                  <a:tcPr anchor="ctr" marL="73152" marR="73152">
                    <a:lnL w="9525" cap="flat" cmpd="sng" algn="ctr">
                      <a:solidFill>
                        <a:srgbClr val="EFE0D2"/>
                      </a:solidFill>
                      <a:prstDash val="solid"/>
                    </a:lnL>
                    <a:lnR w="9525" cap="flat" cmpd="sng" algn="ctr">
                      <a:solidFill>
                        <a:srgbClr val="EFE0D2"/>
                      </a:solidFill>
                      <a:prstDash val="solid"/>
                    </a:lnR>
                    <a:lnT w="9525" cap="flat" cmpd="sng" algn="ctr">
                      <a:solidFill>
                        <a:srgbClr val="EFE0D2"/>
                      </a:solidFill>
                      <a:prstDash val="solid"/>
                    </a:lnT>
                    <a:lnB w="9525" cap="flat" cmpd="sng" algn="ctr">
                      <a:solidFill>
                        <a:srgbClr val="EFE0D2"/>
                      </a:solidFill>
                      <a:prstDash val="solid"/>
                    </a:lnB>
                    <a:solidFill>
                      <a:srgbClr val="F9F5F1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400" b="0">
                          <a:solidFill>
                            <a:srgbClr val="2B2B2B"/>
                          </a:solidFill>
                        </a:rPr>
                        <a:t/>
                      </a:r>
                    </a:p>
                  </a:txBody>
                  <a:tcPr anchor="ctr" marL="73152" marR="73152">
                    <a:lnL w="9525" cap="flat" cmpd="sng" algn="ctr">
                      <a:solidFill>
                        <a:srgbClr val="EFE0D2"/>
                      </a:solidFill>
                      <a:prstDash val="solid"/>
                    </a:lnL>
                    <a:lnR w="9525" cap="flat" cmpd="sng" algn="ctr">
                      <a:solidFill>
                        <a:srgbClr val="EFE0D2"/>
                      </a:solidFill>
                      <a:prstDash val="solid"/>
                    </a:lnR>
                    <a:lnT w="9525" cap="flat" cmpd="sng" algn="ctr">
                      <a:solidFill>
                        <a:srgbClr val="EFE0D2"/>
                      </a:solidFill>
                      <a:prstDash val="solid"/>
                    </a:lnT>
                    <a:lnB w="9525" cap="flat" cmpd="sng" algn="ctr">
                      <a:solidFill>
                        <a:srgbClr val="EFE0D2"/>
                      </a:solidFill>
                      <a:prstDash val="solid"/>
                    </a:lnB>
                    <a:solidFill>
                      <a:srgbClr val="F9F5F1"/>
                    </a:solidFill>
                  </a:tcPr>
                </a:tc>
              </a:tr>
              <a:tr h="603504">
                <a:tc>
                  <a:txBody>
                    <a:bodyPr wrap="square"/>
                    <a:lstStyle/>
                    <a:p>
                      <a:pPr algn="l"/>
                      <a:r>
                        <a:rPr sz="1400" b="0">
                          <a:solidFill>
                            <a:srgbClr val="2B2B2B"/>
                          </a:solidFill>
                        </a:rPr>
                        <a:t/>
                      </a:r>
                    </a:p>
                  </a:txBody>
                  <a:tcPr anchor="ctr" marL="73152" marR="73152">
                    <a:lnL w="9525" cap="flat" cmpd="sng" algn="ctr">
                      <a:solidFill>
                        <a:srgbClr val="EFE0D2"/>
                      </a:solidFill>
                      <a:prstDash val="solid"/>
                    </a:lnL>
                    <a:lnR w="9525" cap="flat" cmpd="sng" algn="ctr">
                      <a:solidFill>
                        <a:srgbClr val="EFE0D2"/>
                      </a:solidFill>
                      <a:prstDash val="solid"/>
                    </a:lnR>
                    <a:lnT w="9525" cap="flat" cmpd="sng" algn="ctr">
                      <a:solidFill>
                        <a:srgbClr val="EFE0D2"/>
                      </a:solidFill>
                      <a:prstDash val="solid"/>
                    </a:lnT>
                    <a:lnB w="9525" cap="flat" cmpd="sng" algn="ctr">
                      <a:solidFill>
                        <a:srgbClr val="EFE0D2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400" b="0">
                          <a:solidFill>
                            <a:srgbClr val="2B2B2B"/>
                          </a:solidFill>
                        </a:rPr>
                        <a:t/>
                      </a:r>
                    </a:p>
                  </a:txBody>
                  <a:tcPr anchor="ctr" marL="73152" marR="73152">
                    <a:lnL w="9525" cap="flat" cmpd="sng" algn="ctr">
                      <a:solidFill>
                        <a:srgbClr val="EFE0D2"/>
                      </a:solidFill>
                      <a:prstDash val="solid"/>
                    </a:lnL>
                    <a:lnR w="9525" cap="flat" cmpd="sng" algn="ctr">
                      <a:solidFill>
                        <a:srgbClr val="EFE0D2"/>
                      </a:solidFill>
                      <a:prstDash val="solid"/>
                    </a:lnR>
                    <a:lnT w="9525" cap="flat" cmpd="sng" algn="ctr">
                      <a:solidFill>
                        <a:srgbClr val="EFE0D2"/>
                      </a:solidFill>
                      <a:prstDash val="solid"/>
                    </a:lnT>
                    <a:lnB w="9525" cap="flat" cmpd="sng" algn="ctr">
                      <a:solidFill>
                        <a:srgbClr val="EFE0D2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400" b="0">
                          <a:solidFill>
                            <a:srgbClr val="2B2B2B"/>
                          </a:solidFill>
                        </a:rPr>
                        <a:t/>
                      </a:r>
                    </a:p>
                  </a:txBody>
                  <a:tcPr anchor="ctr" marL="73152" marR="73152">
                    <a:lnL w="9525" cap="flat" cmpd="sng" algn="ctr">
                      <a:solidFill>
                        <a:srgbClr val="EFE0D2"/>
                      </a:solidFill>
                      <a:prstDash val="solid"/>
                    </a:lnL>
                    <a:lnR w="9525" cap="flat" cmpd="sng" algn="ctr">
                      <a:solidFill>
                        <a:srgbClr val="EFE0D2"/>
                      </a:solidFill>
                      <a:prstDash val="solid"/>
                    </a:lnR>
                    <a:lnT w="9525" cap="flat" cmpd="sng" algn="ctr">
                      <a:solidFill>
                        <a:srgbClr val="EFE0D2"/>
                      </a:solidFill>
                      <a:prstDash val="solid"/>
                    </a:lnT>
                    <a:lnB w="9525" cap="flat" cmpd="sng" algn="ctr">
                      <a:solidFill>
                        <a:srgbClr val="EFE0D2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400" b="0">
                          <a:solidFill>
                            <a:srgbClr val="2B2B2B"/>
                          </a:solidFill>
                        </a:rPr>
                        <a:t/>
                      </a:r>
                    </a:p>
                  </a:txBody>
                  <a:tcPr anchor="ctr" marL="73152" marR="73152">
                    <a:lnL w="9525" cap="flat" cmpd="sng" algn="ctr">
                      <a:solidFill>
                        <a:srgbClr val="EFE0D2"/>
                      </a:solidFill>
                      <a:prstDash val="solid"/>
                    </a:lnL>
                    <a:lnR w="9525" cap="flat" cmpd="sng" algn="ctr">
                      <a:solidFill>
                        <a:srgbClr val="EFE0D2"/>
                      </a:solidFill>
                      <a:prstDash val="solid"/>
                    </a:lnR>
                    <a:lnT w="9525" cap="flat" cmpd="sng" algn="ctr">
                      <a:solidFill>
                        <a:srgbClr val="EFE0D2"/>
                      </a:solidFill>
                      <a:prstDash val="solid"/>
                    </a:lnT>
                    <a:lnB w="9525" cap="flat" cmpd="sng" algn="ctr">
                      <a:solidFill>
                        <a:srgbClr val="EFE0D2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400" b="0">
                          <a:solidFill>
                            <a:srgbClr val="2B2B2B"/>
                          </a:solidFill>
                        </a:rPr>
                        <a:t/>
                      </a:r>
                    </a:p>
                  </a:txBody>
                  <a:tcPr anchor="ctr" marL="73152" marR="73152">
                    <a:lnL w="9525" cap="flat" cmpd="sng" algn="ctr">
                      <a:solidFill>
                        <a:srgbClr val="EFE0D2"/>
                      </a:solidFill>
                      <a:prstDash val="solid"/>
                    </a:lnL>
                    <a:lnR w="9525" cap="flat" cmpd="sng" algn="ctr">
                      <a:solidFill>
                        <a:srgbClr val="EFE0D2"/>
                      </a:solidFill>
                      <a:prstDash val="solid"/>
                    </a:lnR>
                    <a:lnT w="9525" cap="flat" cmpd="sng" algn="ctr">
                      <a:solidFill>
                        <a:srgbClr val="EFE0D2"/>
                      </a:solidFill>
                      <a:prstDash val="solid"/>
                    </a:lnT>
                    <a:lnB w="9525" cap="flat" cmpd="sng" algn="ctr">
                      <a:solidFill>
                        <a:srgbClr val="EFE0D2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</a:tr>
              <a:tr h="603504">
                <a:tc>
                  <a:txBody>
                    <a:bodyPr wrap="square"/>
                    <a:lstStyle/>
                    <a:p>
                      <a:pPr algn="l"/>
                      <a:r>
                        <a:rPr sz="1400" b="0">
                          <a:solidFill>
                            <a:srgbClr val="2B2B2B"/>
                          </a:solidFill>
                        </a:rPr>
                        <a:t/>
                      </a:r>
                    </a:p>
                  </a:txBody>
                  <a:tcPr anchor="ctr" marL="73152" marR="73152">
                    <a:lnL w="9525" cap="flat" cmpd="sng" algn="ctr">
                      <a:solidFill>
                        <a:srgbClr val="EFE0D2"/>
                      </a:solidFill>
                      <a:prstDash val="solid"/>
                    </a:lnL>
                    <a:lnR w="9525" cap="flat" cmpd="sng" algn="ctr">
                      <a:solidFill>
                        <a:srgbClr val="EFE0D2"/>
                      </a:solidFill>
                      <a:prstDash val="solid"/>
                    </a:lnR>
                    <a:lnT w="9525" cap="flat" cmpd="sng" algn="ctr">
                      <a:solidFill>
                        <a:srgbClr val="EFE0D2"/>
                      </a:solidFill>
                      <a:prstDash val="solid"/>
                    </a:lnT>
                    <a:lnB w="9525" cap="flat" cmpd="sng" algn="ctr">
                      <a:solidFill>
                        <a:srgbClr val="EFE0D2"/>
                      </a:solidFill>
                      <a:prstDash val="solid"/>
                    </a:lnB>
                    <a:solidFill>
                      <a:srgbClr val="F9F5F1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400" b="0">
                          <a:solidFill>
                            <a:srgbClr val="2B2B2B"/>
                          </a:solidFill>
                        </a:rPr>
                        <a:t/>
                      </a:r>
                    </a:p>
                  </a:txBody>
                  <a:tcPr anchor="ctr" marL="73152" marR="73152">
                    <a:lnL w="9525" cap="flat" cmpd="sng" algn="ctr">
                      <a:solidFill>
                        <a:srgbClr val="EFE0D2"/>
                      </a:solidFill>
                      <a:prstDash val="solid"/>
                    </a:lnL>
                    <a:lnR w="9525" cap="flat" cmpd="sng" algn="ctr">
                      <a:solidFill>
                        <a:srgbClr val="EFE0D2"/>
                      </a:solidFill>
                      <a:prstDash val="solid"/>
                    </a:lnR>
                    <a:lnT w="9525" cap="flat" cmpd="sng" algn="ctr">
                      <a:solidFill>
                        <a:srgbClr val="EFE0D2"/>
                      </a:solidFill>
                      <a:prstDash val="solid"/>
                    </a:lnT>
                    <a:lnB w="9525" cap="flat" cmpd="sng" algn="ctr">
                      <a:solidFill>
                        <a:srgbClr val="EFE0D2"/>
                      </a:solidFill>
                      <a:prstDash val="solid"/>
                    </a:lnB>
                    <a:solidFill>
                      <a:srgbClr val="F9F5F1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400" b="0">
                          <a:solidFill>
                            <a:srgbClr val="2B2B2B"/>
                          </a:solidFill>
                        </a:rPr>
                        <a:t/>
                      </a:r>
                    </a:p>
                  </a:txBody>
                  <a:tcPr anchor="ctr" marL="73152" marR="73152">
                    <a:lnL w="9525" cap="flat" cmpd="sng" algn="ctr">
                      <a:solidFill>
                        <a:srgbClr val="EFE0D2"/>
                      </a:solidFill>
                      <a:prstDash val="solid"/>
                    </a:lnL>
                    <a:lnR w="9525" cap="flat" cmpd="sng" algn="ctr">
                      <a:solidFill>
                        <a:srgbClr val="EFE0D2"/>
                      </a:solidFill>
                      <a:prstDash val="solid"/>
                    </a:lnR>
                    <a:lnT w="9525" cap="flat" cmpd="sng" algn="ctr">
                      <a:solidFill>
                        <a:srgbClr val="EFE0D2"/>
                      </a:solidFill>
                      <a:prstDash val="solid"/>
                    </a:lnT>
                    <a:lnB w="9525" cap="flat" cmpd="sng" algn="ctr">
                      <a:solidFill>
                        <a:srgbClr val="EFE0D2"/>
                      </a:solidFill>
                      <a:prstDash val="solid"/>
                    </a:lnB>
                    <a:solidFill>
                      <a:srgbClr val="F9F5F1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400" b="0">
                          <a:solidFill>
                            <a:srgbClr val="2B2B2B"/>
                          </a:solidFill>
                        </a:rPr>
                        <a:t/>
                      </a:r>
                    </a:p>
                  </a:txBody>
                  <a:tcPr anchor="ctr" marL="73152" marR="73152">
                    <a:lnL w="9525" cap="flat" cmpd="sng" algn="ctr">
                      <a:solidFill>
                        <a:srgbClr val="EFE0D2"/>
                      </a:solidFill>
                      <a:prstDash val="solid"/>
                    </a:lnL>
                    <a:lnR w="9525" cap="flat" cmpd="sng" algn="ctr">
                      <a:solidFill>
                        <a:srgbClr val="EFE0D2"/>
                      </a:solidFill>
                      <a:prstDash val="solid"/>
                    </a:lnR>
                    <a:lnT w="9525" cap="flat" cmpd="sng" algn="ctr">
                      <a:solidFill>
                        <a:srgbClr val="EFE0D2"/>
                      </a:solidFill>
                      <a:prstDash val="solid"/>
                    </a:lnT>
                    <a:lnB w="9525" cap="flat" cmpd="sng" algn="ctr">
                      <a:solidFill>
                        <a:srgbClr val="EFE0D2"/>
                      </a:solidFill>
                      <a:prstDash val="solid"/>
                    </a:lnB>
                    <a:solidFill>
                      <a:srgbClr val="F9F5F1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400" b="0">
                          <a:solidFill>
                            <a:srgbClr val="2B2B2B"/>
                          </a:solidFill>
                        </a:rPr>
                        <a:t/>
                      </a:r>
                    </a:p>
                  </a:txBody>
                  <a:tcPr anchor="ctr" marL="73152" marR="73152">
                    <a:lnL w="9525" cap="flat" cmpd="sng" algn="ctr">
                      <a:solidFill>
                        <a:srgbClr val="EFE0D2"/>
                      </a:solidFill>
                      <a:prstDash val="solid"/>
                    </a:lnL>
                    <a:lnR w="9525" cap="flat" cmpd="sng" algn="ctr">
                      <a:solidFill>
                        <a:srgbClr val="EFE0D2"/>
                      </a:solidFill>
                      <a:prstDash val="solid"/>
                    </a:lnR>
                    <a:lnT w="9525" cap="flat" cmpd="sng" algn="ctr">
                      <a:solidFill>
                        <a:srgbClr val="EFE0D2"/>
                      </a:solidFill>
                      <a:prstDash val="solid"/>
                    </a:lnT>
                    <a:lnB w="9525" cap="flat" cmpd="sng" algn="ctr">
                      <a:solidFill>
                        <a:srgbClr val="EFE0D2"/>
                      </a:solidFill>
                      <a:prstDash val="solid"/>
                    </a:lnB>
                    <a:solidFill>
                      <a:srgbClr val="F9F5F1"/>
                    </a:solidFill>
                  </a:tcPr>
                </a:tc>
              </a:tr>
            </a:tbl>
          </a:graphicData>
        </a:graphic>
      </p:graphicFrame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EFE0D2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3" name="장식"/>
          <p:cNvSpPr/>
          <p:nvPr/>
        </p:nvSpPr>
        <p:spPr>
          <a:xfrm>
            <a:off x="274320" y="274320"/>
            <a:ext cx="11643055" cy="6309360"/>
          </a:xfrm>
          <a:prstGeom prst="rect">
            <a:avLst/>
          </a:prstGeom>
          <a:solidFill>
            <a:srgbClr val="FFFFFF"/>
          </a:solidFill>
          <a:ln w="25400">
            <a:solidFill>
              <a:srgbClr val="7B5732"/>
            </a:solidFill>
            <a:prstDash val="dash"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4" name="장식"/>
          <p:cNvSpPr/>
          <p:nvPr/>
        </p:nvSpPr>
        <p:spPr>
          <a:xfrm>
            <a:off x="11304961" y="419706"/>
            <a:ext cx="81071" cy="81071"/>
          </a:xfrm>
          <a:prstGeom prst="ellipse">
            <a:avLst/>
          </a:prstGeom>
          <a:solidFill>
            <a:srgbClr val="7B5732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5" name="장식"/>
          <p:cNvSpPr/>
          <p:nvPr/>
        </p:nvSpPr>
        <p:spPr>
          <a:xfrm>
            <a:off x="11104426" y="557575"/>
            <a:ext cx="145576" cy="145576"/>
          </a:xfrm>
          <a:prstGeom prst="ellipse">
            <a:avLst/>
          </a:prstGeom>
          <a:solidFill>
            <a:srgbClr val="EFE0D2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6" name="장식"/>
          <p:cNvSpPr/>
          <p:nvPr/>
        </p:nvSpPr>
        <p:spPr>
          <a:xfrm>
            <a:off x="11230385" y="977574"/>
            <a:ext cx="181522" cy="181522"/>
          </a:xfrm>
          <a:prstGeom prst="ellipse">
            <a:avLst/>
          </a:prstGeom>
          <a:solidFill>
            <a:srgbClr val="3B9191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7" name="장식"/>
          <p:cNvSpPr/>
          <p:nvPr/>
        </p:nvSpPr>
        <p:spPr>
          <a:xfrm>
            <a:off x="11018667" y="1372796"/>
            <a:ext cx="103551" cy="103551"/>
          </a:xfrm>
          <a:prstGeom prst="ellipse">
            <a:avLst/>
          </a:prstGeom>
          <a:solidFill>
            <a:srgbClr val="7B5732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8" name="장식"/>
          <p:cNvSpPr/>
          <p:nvPr/>
        </p:nvSpPr>
        <p:spPr>
          <a:xfrm>
            <a:off x="11155751" y="1160276"/>
            <a:ext cx="91338" cy="91338"/>
          </a:xfrm>
          <a:prstGeom prst="ellipse">
            <a:avLst/>
          </a:prstGeom>
          <a:solidFill>
            <a:srgbClr val="EFE0D2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9" name="장식"/>
          <p:cNvSpPr/>
          <p:nvPr/>
        </p:nvSpPr>
        <p:spPr>
          <a:xfrm>
            <a:off x="10779167" y="418037"/>
            <a:ext cx="117784" cy="117784"/>
          </a:xfrm>
          <a:prstGeom prst="ellipse">
            <a:avLst/>
          </a:prstGeom>
          <a:solidFill>
            <a:srgbClr val="3B9191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10" name="장식"/>
          <p:cNvSpPr/>
          <p:nvPr/>
        </p:nvSpPr>
        <p:spPr>
          <a:xfrm>
            <a:off x="11383773" y="968252"/>
            <a:ext cx="131343" cy="131343"/>
          </a:xfrm>
          <a:prstGeom prst="ellipse">
            <a:avLst/>
          </a:prstGeom>
          <a:solidFill>
            <a:srgbClr val="7B5732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11" name="장식"/>
          <p:cNvSpPr/>
          <p:nvPr/>
        </p:nvSpPr>
        <p:spPr>
          <a:xfrm>
            <a:off x="11425878" y="1166034"/>
            <a:ext cx="159405" cy="159405"/>
          </a:xfrm>
          <a:prstGeom prst="ellipse">
            <a:avLst/>
          </a:prstGeom>
          <a:solidFill>
            <a:srgbClr val="EFE0D2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12" name="장식"/>
          <p:cNvSpPr/>
          <p:nvPr/>
        </p:nvSpPr>
        <p:spPr>
          <a:xfrm>
            <a:off x="10750412" y="1313957"/>
            <a:ext cx="128743" cy="128743"/>
          </a:xfrm>
          <a:prstGeom prst="ellipse">
            <a:avLst/>
          </a:prstGeom>
          <a:solidFill>
            <a:srgbClr val="3B9191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13" name="장식"/>
          <p:cNvSpPr/>
          <p:nvPr/>
        </p:nvSpPr>
        <p:spPr>
          <a:xfrm>
            <a:off x="10773744" y="707225"/>
            <a:ext cx="124937" cy="124937"/>
          </a:xfrm>
          <a:prstGeom prst="ellipse">
            <a:avLst/>
          </a:prstGeom>
          <a:solidFill>
            <a:srgbClr val="7B5732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14" name="장식"/>
          <p:cNvSpPr/>
          <p:nvPr/>
        </p:nvSpPr>
        <p:spPr>
          <a:xfrm>
            <a:off x="10637753" y="1206431"/>
            <a:ext cx="122131" cy="122131"/>
          </a:xfrm>
          <a:prstGeom prst="ellipse">
            <a:avLst/>
          </a:prstGeom>
          <a:solidFill>
            <a:srgbClr val="EFE0D2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77240" y="548640"/>
            <a:ext cx="9357055" cy="822960"/>
          </a:xfrm>
        </p:spPr>
        <p:txBody>
          <a:bodyPr wrap="square" lIns="54864" rIns="54864" tIns="27432" bIns="27432" anchor="ctr">
            <a:noAutofit/>
          </a:bodyPr>
          <a:lstStyle/>
          <a:p>
            <a:pPr algn="l">
              <a:lnSpc>
                <a:spcPct val="105000"/>
              </a:lnSpc>
            </a:pPr>
            <a:r>
              <a:rPr sz="3000" b="1" i="0">
                <a:solidFill>
                  <a:srgbClr val="3A2918"/>
                </a:solidFill>
              </a:rPr>
              <a:t>보장 항목 체크</a:t>
            </a:r>
          </a:p>
        </p:txBody>
      </p:sp>
      <p:graphicFrame>
        <p:nvGraphicFramePr>
          <p:cNvPr id="15" name="표"/>
          <p:cNvGraphicFramePr>
            <a:graphicFrameLocks noGrp="1"/>
          </p:cNvGraphicFramePr>
          <p:nvPr/>
        </p:nvGraphicFramePr>
        <p:xfrm>
          <a:off x="777240" y="1554480"/>
          <a:ext cx="10637214" cy="4773168"/>
        </p:xfrm>
        <a:graphic>
          <a:graphicData uri="http://schemas.openxmlformats.org/drawingml/2006/table">
            <a:tbl>
              <a:tblPr firstRow="1">
                <a:tableStyleId>{5C22544A-7EE6-4342-B048-85BDC9FD1C3A}</a:tableStyleId>
              </a:tblPr>
              <a:tblGrid>
                <a:gridCol w="3657600"/>
                <a:gridCol w="2326538"/>
                <a:gridCol w="2326538"/>
                <a:gridCol w="2326538"/>
              </a:tblGrid>
              <a:tr h="530352">
                <a:tc>
                  <a:txBody>
                    <a:bodyPr wrap="square"/>
                    <a:lstStyle/>
                    <a:p>
                      <a:pPr algn="ctr"/>
                      <a:r>
                        <a:rPr sz="1400" b="1">
                          <a:solidFill>
                            <a:srgbClr val="FFFFFF"/>
                          </a:solidFill>
                        </a:rPr>
                        <a:t>보장 항목</a:t>
                      </a:r>
                    </a:p>
                  </a:txBody>
                  <a:tcPr anchor="ctr" marL="73152" marR="73152">
                    <a:lnL w="9525" cap="flat" cmpd="sng" algn="ctr">
                      <a:solidFill>
                        <a:srgbClr val="7B5732"/>
                      </a:solidFill>
                      <a:prstDash val="solid"/>
                    </a:lnL>
                    <a:lnR w="9525" cap="flat" cmpd="sng" algn="ctr">
                      <a:solidFill>
                        <a:srgbClr val="7B5732"/>
                      </a:solidFill>
                      <a:prstDash val="solid"/>
                    </a:lnR>
                    <a:lnT w="9525" cap="flat" cmpd="sng" algn="ctr">
                      <a:solidFill>
                        <a:srgbClr val="7B5732"/>
                      </a:solidFill>
                      <a:prstDash val="solid"/>
                    </a:lnT>
                    <a:lnB w="9525" cap="flat" cmpd="sng" algn="ctr">
                      <a:solidFill>
                        <a:srgbClr val="7B5732"/>
                      </a:solidFill>
                      <a:prstDash val="solid"/>
                    </a:lnB>
                    <a:solidFill>
                      <a:srgbClr val="7B5732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400" b="1">
                          <a:solidFill>
                            <a:srgbClr val="FFFFFF"/>
                          </a:solidFill>
                        </a:rPr>
                        <a:t>가입 확인</a:t>
                      </a:r>
                    </a:p>
                  </a:txBody>
                  <a:tcPr anchor="ctr" marL="73152" marR="73152">
                    <a:lnL w="9525" cap="flat" cmpd="sng" algn="ctr">
                      <a:solidFill>
                        <a:srgbClr val="7B5732"/>
                      </a:solidFill>
                      <a:prstDash val="solid"/>
                    </a:lnL>
                    <a:lnR w="9525" cap="flat" cmpd="sng" algn="ctr">
                      <a:solidFill>
                        <a:srgbClr val="7B5732"/>
                      </a:solidFill>
                      <a:prstDash val="solid"/>
                    </a:lnR>
                    <a:lnT w="9525" cap="flat" cmpd="sng" algn="ctr">
                      <a:solidFill>
                        <a:srgbClr val="7B5732"/>
                      </a:solidFill>
                      <a:prstDash val="solid"/>
                    </a:lnT>
                    <a:lnB w="9525" cap="flat" cmpd="sng" algn="ctr">
                      <a:solidFill>
                        <a:srgbClr val="7B5732"/>
                      </a:solidFill>
                      <a:prstDash val="solid"/>
                    </a:lnB>
                    <a:solidFill>
                      <a:srgbClr val="7B5732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400" b="1">
                          <a:solidFill>
                            <a:srgbClr val="FFFFFF"/>
                          </a:solidFill>
                        </a:rPr>
                        <a:t>확인 필요</a:t>
                      </a:r>
                    </a:p>
                  </a:txBody>
                  <a:tcPr anchor="ctr" marL="73152" marR="73152">
                    <a:lnL w="9525" cap="flat" cmpd="sng" algn="ctr">
                      <a:solidFill>
                        <a:srgbClr val="7B5732"/>
                      </a:solidFill>
                      <a:prstDash val="solid"/>
                    </a:lnL>
                    <a:lnR w="9525" cap="flat" cmpd="sng" algn="ctr">
                      <a:solidFill>
                        <a:srgbClr val="7B5732"/>
                      </a:solidFill>
                      <a:prstDash val="solid"/>
                    </a:lnR>
                    <a:lnT w="9525" cap="flat" cmpd="sng" algn="ctr">
                      <a:solidFill>
                        <a:srgbClr val="7B5732"/>
                      </a:solidFill>
                      <a:prstDash val="solid"/>
                    </a:lnT>
                    <a:lnB w="9525" cap="flat" cmpd="sng" algn="ctr">
                      <a:solidFill>
                        <a:srgbClr val="7B5732"/>
                      </a:solidFill>
                      <a:prstDash val="solid"/>
                    </a:lnB>
                    <a:solidFill>
                      <a:srgbClr val="7B5732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400" b="1">
                          <a:solidFill>
                            <a:srgbClr val="FFFFFF"/>
                          </a:solidFill>
                        </a:rPr>
                        <a:t>해당 없음</a:t>
                      </a:r>
                    </a:p>
                  </a:txBody>
                  <a:tcPr anchor="ctr" marL="73152" marR="73152">
                    <a:lnL w="9525" cap="flat" cmpd="sng" algn="ctr">
                      <a:solidFill>
                        <a:srgbClr val="7B5732"/>
                      </a:solidFill>
                      <a:prstDash val="solid"/>
                    </a:lnL>
                    <a:lnR w="9525" cap="flat" cmpd="sng" algn="ctr">
                      <a:solidFill>
                        <a:srgbClr val="7B5732"/>
                      </a:solidFill>
                      <a:prstDash val="solid"/>
                    </a:lnR>
                    <a:lnT w="9525" cap="flat" cmpd="sng" algn="ctr">
                      <a:solidFill>
                        <a:srgbClr val="7B5732"/>
                      </a:solidFill>
                      <a:prstDash val="solid"/>
                    </a:lnT>
                    <a:lnB w="9525" cap="flat" cmpd="sng" algn="ctr">
                      <a:solidFill>
                        <a:srgbClr val="7B5732"/>
                      </a:solidFill>
                      <a:prstDash val="solid"/>
                    </a:lnB>
                    <a:solidFill>
                      <a:srgbClr val="7B5732"/>
                    </a:solidFill>
                  </a:tcPr>
                </a:tc>
              </a:tr>
              <a:tr h="530352">
                <a:tc>
                  <a:txBody>
                    <a:bodyPr wrap="square"/>
                    <a:lstStyle/>
                    <a:p>
                      <a:pPr algn="l"/>
                      <a:r>
                        <a:rPr sz="1400" b="1">
                          <a:solidFill>
                            <a:srgbClr val="3A2918"/>
                          </a:solidFill>
                        </a:rPr>
                        <a:t>사망·재해</a:t>
                      </a:r>
                    </a:p>
                  </a:txBody>
                  <a:tcPr anchor="ctr" marL="73152" marR="73152">
                    <a:lnL w="9525" cap="flat" cmpd="sng" algn="ctr">
                      <a:solidFill>
                        <a:srgbClr val="EFE0D2"/>
                      </a:solidFill>
                      <a:prstDash val="solid"/>
                    </a:lnL>
                    <a:lnR w="9525" cap="flat" cmpd="sng" algn="ctr">
                      <a:solidFill>
                        <a:srgbClr val="EFE0D2"/>
                      </a:solidFill>
                      <a:prstDash val="solid"/>
                    </a:lnR>
                    <a:lnT w="9525" cap="flat" cmpd="sng" algn="ctr">
                      <a:solidFill>
                        <a:srgbClr val="EFE0D2"/>
                      </a:solidFill>
                      <a:prstDash val="solid"/>
                    </a:lnT>
                    <a:lnB w="9525" cap="flat" cmpd="sng" algn="ctr">
                      <a:solidFill>
                        <a:srgbClr val="EFE0D2"/>
                      </a:solidFill>
                      <a:prstDash val="solid"/>
                    </a:lnB>
                    <a:solidFill>
                      <a:srgbClr val="EFE0D2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400" b="0">
                          <a:solidFill>
                            <a:srgbClr val="2B2B2B"/>
                          </a:solidFill>
                        </a:rPr>
                        <a:t>□</a:t>
                      </a:r>
                    </a:p>
                  </a:txBody>
                  <a:tcPr anchor="ctr" marL="73152" marR="73152">
                    <a:lnL w="9525" cap="flat" cmpd="sng" algn="ctr">
                      <a:solidFill>
                        <a:srgbClr val="EFE0D2"/>
                      </a:solidFill>
                      <a:prstDash val="solid"/>
                    </a:lnL>
                    <a:lnR w="9525" cap="flat" cmpd="sng" algn="ctr">
                      <a:solidFill>
                        <a:srgbClr val="EFE0D2"/>
                      </a:solidFill>
                      <a:prstDash val="solid"/>
                    </a:lnR>
                    <a:lnT w="9525" cap="flat" cmpd="sng" algn="ctr">
                      <a:solidFill>
                        <a:srgbClr val="EFE0D2"/>
                      </a:solidFill>
                      <a:prstDash val="solid"/>
                    </a:lnT>
                    <a:lnB w="9525" cap="flat" cmpd="sng" algn="ctr">
                      <a:solidFill>
                        <a:srgbClr val="EFE0D2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400" b="0">
                          <a:solidFill>
                            <a:srgbClr val="2B2B2B"/>
                          </a:solidFill>
                        </a:rPr>
                        <a:t>□</a:t>
                      </a:r>
                    </a:p>
                  </a:txBody>
                  <a:tcPr anchor="ctr" marL="73152" marR="73152">
                    <a:lnL w="9525" cap="flat" cmpd="sng" algn="ctr">
                      <a:solidFill>
                        <a:srgbClr val="EFE0D2"/>
                      </a:solidFill>
                      <a:prstDash val="solid"/>
                    </a:lnL>
                    <a:lnR w="9525" cap="flat" cmpd="sng" algn="ctr">
                      <a:solidFill>
                        <a:srgbClr val="EFE0D2"/>
                      </a:solidFill>
                      <a:prstDash val="solid"/>
                    </a:lnR>
                    <a:lnT w="9525" cap="flat" cmpd="sng" algn="ctr">
                      <a:solidFill>
                        <a:srgbClr val="EFE0D2"/>
                      </a:solidFill>
                      <a:prstDash val="solid"/>
                    </a:lnT>
                    <a:lnB w="9525" cap="flat" cmpd="sng" algn="ctr">
                      <a:solidFill>
                        <a:srgbClr val="EFE0D2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400" b="0">
                          <a:solidFill>
                            <a:srgbClr val="2B2B2B"/>
                          </a:solidFill>
                        </a:rPr>
                        <a:t>□</a:t>
                      </a:r>
                    </a:p>
                  </a:txBody>
                  <a:tcPr anchor="ctr" marL="73152" marR="73152">
                    <a:lnL w="9525" cap="flat" cmpd="sng" algn="ctr">
                      <a:solidFill>
                        <a:srgbClr val="EFE0D2"/>
                      </a:solidFill>
                      <a:prstDash val="solid"/>
                    </a:lnL>
                    <a:lnR w="9525" cap="flat" cmpd="sng" algn="ctr">
                      <a:solidFill>
                        <a:srgbClr val="EFE0D2"/>
                      </a:solidFill>
                      <a:prstDash val="solid"/>
                    </a:lnR>
                    <a:lnT w="9525" cap="flat" cmpd="sng" algn="ctr">
                      <a:solidFill>
                        <a:srgbClr val="EFE0D2"/>
                      </a:solidFill>
                      <a:prstDash val="solid"/>
                    </a:lnT>
                    <a:lnB w="9525" cap="flat" cmpd="sng" algn="ctr">
                      <a:solidFill>
                        <a:srgbClr val="EFE0D2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</a:tr>
              <a:tr h="530352">
                <a:tc>
                  <a:txBody>
                    <a:bodyPr wrap="square"/>
                    <a:lstStyle/>
                    <a:p>
                      <a:pPr algn="l"/>
                      <a:r>
                        <a:rPr sz="1400" b="1">
                          <a:solidFill>
                            <a:srgbClr val="3A2918"/>
                          </a:solidFill>
                        </a:rPr>
                        <a:t>질병 진단</a:t>
                      </a:r>
                    </a:p>
                  </a:txBody>
                  <a:tcPr anchor="ctr" marL="73152" marR="73152">
                    <a:lnL w="9525" cap="flat" cmpd="sng" algn="ctr">
                      <a:solidFill>
                        <a:srgbClr val="EFE0D2"/>
                      </a:solidFill>
                      <a:prstDash val="solid"/>
                    </a:lnL>
                    <a:lnR w="9525" cap="flat" cmpd="sng" algn="ctr">
                      <a:solidFill>
                        <a:srgbClr val="EFE0D2"/>
                      </a:solidFill>
                      <a:prstDash val="solid"/>
                    </a:lnR>
                    <a:lnT w="9525" cap="flat" cmpd="sng" algn="ctr">
                      <a:solidFill>
                        <a:srgbClr val="EFE0D2"/>
                      </a:solidFill>
                      <a:prstDash val="solid"/>
                    </a:lnT>
                    <a:lnB w="9525" cap="flat" cmpd="sng" algn="ctr">
                      <a:solidFill>
                        <a:srgbClr val="EFE0D2"/>
                      </a:solidFill>
                      <a:prstDash val="solid"/>
                    </a:lnB>
                    <a:solidFill>
                      <a:srgbClr val="EFE0D2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400" b="0">
                          <a:solidFill>
                            <a:srgbClr val="2B2B2B"/>
                          </a:solidFill>
                        </a:rPr>
                        <a:t>□</a:t>
                      </a:r>
                    </a:p>
                  </a:txBody>
                  <a:tcPr anchor="ctr" marL="73152" marR="73152">
                    <a:lnL w="9525" cap="flat" cmpd="sng" algn="ctr">
                      <a:solidFill>
                        <a:srgbClr val="EFE0D2"/>
                      </a:solidFill>
                      <a:prstDash val="solid"/>
                    </a:lnL>
                    <a:lnR w="9525" cap="flat" cmpd="sng" algn="ctr">
                      <a:solidFill>
                        <a:srgbClr val="EFE0D2"/>
                      </a:solidFill>
                      <a:prstDash val="solid"/>
                    </a:lnR>
                    <a:lnT w="9525" cap="flat" cmpd="sng" algn="ctr">
                      <a:solidFill>
                        <a:srgbClr val="EFE0D2"/>
                      </a:solidFill>
                      <a:prstDash val="solid"/>
                    </a:lnT>
                    <a:lnB w="9525" cap="flat" cmpd="sng" algn="ctr">
                      <a:solidFill>
                        <a:srgbClr val="EFE0D2"/>
                      </a:solidFill>
                      <a:prstDash val="solid"/>
                    </a:lnB>
                    <a:solidFill>
                      <a:srgbClr val="F9F5F1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400" b="0">
                          <a:solidFill>
                            <a:srgbClr val="2B2B2B"/>
                          </a:solidFill>
                        </a:rPr>
                        <a:t>□</a:t>
                      </a:r>
                    </a:p>
                  </a:txBody>
                  <a:tcPr anchor="ctr" marL="73152" marR="73152">
                    <a:lnL w="9525" cap="flat" cmpd="sng" algn="ctr">
                      <a:solidFill>
                        <a:srgbClr val="EFE0D2"/>
                      </a:solidFill>
                      <a:prstDash val="solid"/>
                    </a:lnL>
                    <a:lnR w="9525" cap="flat" cmpd="sng" algn="ctr">
                      <a:solidFill>
                        <a:srgbClr val="EFE0D2"/>
                      </a:solidFill>
                      <a:prstDash val="solid"/>
                    </a:lnR>
                    <a:lnT w="9525" cap="flat" cmpd="sng" algn="ctr">
                      <a:solidFill>
                        <a:srgbClr val="EFE0D2"/>
                      </a:solidFill>
                      <a:prstDash val="solid"/>
                    </a:lnT>
                    <a:lnB w="9525" cap="flat" cmpd="sng" algn="ctr">
                      <a:solidFill>
                        <a:srgbClr val="EFE0D2"/>
                      </a:solidFill>
                      <a:prstDash val="solid"/>
                    </a:lnB>
                    <a:solidFill>
                      <a:srgbClr val="F9F5F1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400" b="0">
                          <a:solidFill>
                            <a:srgbClr val="2B2B2B"/>
                          </a:solidFill>
                        </a:rPr>
                        <a:t>□</a:t>
                      </a:r>
                    </a:p>
                  </a:txBody>
                  <a:tcPr anchor="ctr" marL="73152" marR="73152">
                    <a:lnL w="9525" cap="flat" cmpd="sng" algn="ctr">
                      <a:solidFill>
                        <a:srgbClr val="EFE0D2"/>
                      </a:solidFill>
                      <a:prstDash val="solid"/>
                    </a:lnL>
                    <a:lnR w="9525" cap="flat" cmpd="sng" algn="ctr">
                      <a:solidFill>
                        <a:srgbClr val="EFE0D2"/>
                      </a:solidFill>
                      <a:prstDash val="solid"/>
                    </a:lnR>
                    <a:lnT w="9525" cap="flat" cmpd="sng" algn="ctr">
                      <a:solidFill>
                        <a:srgbClr val="EFE0D2"/>
                      </a:solidFill>
                      <a:prstDash val="solid"/>
                    </a:lnT>
                    <a:lnB w="9525" cap="flat" cmpd="sng" algn="ctr">
                      <a:solidFill>
                        <a:srgbClr val="EFE0D2"/>
                      </a:solidFill>
                      <a:prstDash val="solid"/>
                    </a:lnB>
                    <a:solidFill>
                      <a:srgbClr val="F9F5F1"/>
                    </a:solidFill>
                  </a:tcPr>
                </a:tc>
              </a:tr>
              <a:tr h="530352">
                <a:tc>
                  <a:txBody>
                    <a:bodyPr wrap="square"/>
                    <a:lstStyle/>
                    <a:p>
                      <a:pPr algn="l"/>
                      <a:r>
                        <a:rPr sz="1400" b="1">
                          <a:solidFill>
                            <a:srgbClr val="3A2918"/>
                          </a:solidFill>
                        </a:rPr>
                        <a:t>암</a:t>
                      </a:r>
                    </a:p>
                  </a:txBody>
                  <a:tcPr anchor="ctr" marL="73152" marR="73152">
                    <a:lnL w="9525" cap="flat" cmpd="sng" algn="ctr">
                      <a:solidFill>
                        <a:srgbClr val="EFE0D2"/>
                      </a:solidFill>
                      <a:prstDash val="solid"/>
                    </a:lnL>
                    <a:lnR w="9525" cap="flat" cmpd="sng" algn="ctr">
                      <a:solidFill>
                        <a:srgbClr val="EFE0D2"/>
                      </a:solidFill>
                      <a:prstDash val="solid"/>
                    </a:lnR>
                    <a:lnT w="9525" cap="flat" cmpd="sng" algn="ctr">
                      <a:solidFill>
                        <a:srgbClr val="EFE0D2"/>
                      </a:solidFill>
                      <a:prstDash val="solid"/>
                    </a:lnT>
                    <a:lnB w="9525" cap="flat" cmpd="sng" algn="ctr">
                      <a:solidFill>
                        <a:srgbClr val="EFE0D2"/>
                      </a:solidFill>
                      <a:prstDash val="solid"/>
                    </a:lnB>
                    <a:solidFill>
                      <a:srgbClr val="EFE0D2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400" b="0">
                          <a:solidFill>
                            <a:srgbClr val="2B2B2B"/>
                          </a:solidFill>
                        </a:rPr>
                        <a:t>□</a:t>
                      </a:r>
                    </a:p>
                  </a:txBody>
                  <a:tcPr anchor="ctr" marL="73152" marR="73152">
                    <a:lnL w="9525" cap="flat" cmpd="sng" algn="ctr">
                      <a:solidFill>
                        <a:srgbClr val="EFE0D2"/>
                      </a:solidFill>
                      <a:prstDash val="solid"/>
                    </a:lnL>
                    <a:lnR w="9525" cap="flat" cmpd="sng" algn="ctr">
                      <a:solidFill>
                        <a:srgbClr val="EFE0D2"/>
                      </a:solidFill>
                      <a:prstDash val="solid"/>
                    </a:lnR>
                    <a:lnT w="9525" cap="flat" cmpd="sng" algn="ctr">
                      <a:solidFill>
                        <a:srgbClr val="EFE0D2"/>
                      </a:solidFill>
                      <a:prstDash val="solid"/>
                    </a:lnT>
                    <a:lnB w="9525" cap="flat" cmpd="sng" algn="ctr">
                      <a:solidFill>
                        <a:srgbClr val="EFE0D2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400" b="0">
                          <a:solidFill>
                            <a:srgbClr val="2B2B2B"/>
                          </a:solidFill>
                        </a:rPr>
                        <a:t>□</a:t>
                      </a:r>
                    </a:p>
                  </a:txBody>
                  <a:tcPr anchor="ctr" marL="73152" marR="73152">
                    <a:lnL w="9525" cap="flat" cmpd="sng" algn="ctr">
                      <a:solidFill>
                        <a:srgbClr val="EFE0D2"/>
                      </a:solidFill>
                      <a:prstDash val="solid"/>
                    </a:lnL>
                    <a:lnR w="9525" cap="flat" cmpd="sng" algn="ctr">
                      <a:solidFill>
                        <a:srgbClr val="EFE0D2"/>
                      </a:solidFill>
                      <a:prstDash val="solid"/>
                    </a:lnR>
                    <a:lnT w="9525" cap="flat" cmpd="sng" algn="ctr">
                      <a:solidFill>
                        <a:srgbClr val="EFE0D2"/>
                      </a:solidFill>
                      <a:prstDash val="solid"/>
                    </a:lnT>
                    <a:lnB w="9525" cap="flat" cmpd="sng" algn="ctr">
                      <a:solidFill>
                        <a:srgbClr val="EFE0D2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400" b="0">
                          <a:solidFill>
                            <a:srgbClr val="2B2B2B"/>
                          </a:solidFill>
                        </a:rPr>
                        <a:t>□</a:t>
                      </a:r>
                    </a:p>
                  </a:txBody>
                  <a:tcPr anchor="ctr" marL="73152" marR="73152">
                    <a:lnL w="9525" cap="flat" cmpd="sng" algn="ctr">
                      <a:solidFill>
                        <a:srgbClr val="EFE0D2"/>
                      </a:solidFill>
                      <a:prstDash val="solid"/>
                    </a:lnL>
                    <a:lnR w="9525" cap="flat" cmpd="sng" algn="ctr">
                      <a:solidFill>
                        <a:srgbClr val="EFE0D2"/>
                      </a:solidFill>
                      <a:prstDash val="solid"/>
                    </a:lnR>
                    <a:lnT w="9525" cap="flat" cmpd="sng" algn="ctr">
                      <a:solidFill>
                        <a:srgbClr val="EFE0D2"/>
                      </a:solidFill>
                      <a:prstDash val="solid"/>
                    </a:lnT>
                    <a:lnB w="9525" cap="flat" cmpd="sng" algn="ctr">
                      <a:solidFill>
                        <a:srgbClr val="EFE0D2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</a:tr>
              <a:tr h="530352">
                <a:tc>
                  <a:txBody>
                    <a:bodyPr wrap="square"/>
                    <a:lstStyle/>
                    <a:p>
                      <a:pPr algn="l"/>
                      <a:r>
                        <a:rPr sz="1400" b="1">
                          <a:solidFill>
                            <a:srgbClr val="3A2918"/>
                          </a:solidFill>
                        </a:rPr>
                        <a:t>뇌·심장</a:t>
                      </a:r>
                    </a:p>
                  </a:txBody>
                  <a:tcPr anchor="ctr" marL="73152" marR="73152">
                    <a:lnL w="9525" cap="flat" cmpd="sng" algn="ctr">
                      <a:solidFill>
                        <a:srgbClr val="EFE0D2"/>
                      </a:solidFill>
                      <a:prstDash val="solid"/>
                    </a:lnL>
                    <a:lnR w="9525" cap="flat" cmpd="sng" algn="ctr">
                      <a:solidFill>
                        <a:srgbClr val="EFE0D2"/>
                      </a:solidFill>
                      <a:prstDash val="solid"/>
                    </a:lnR>
                    <a:lnT w="9525" cap="flat" cmpd="sng" algn="ctr">
                      <a:solidFill>
                        <a:srgbClr val="EFE0D2"/>
                      </a:solidFill>
                      <a:prstDash val="solid"/>
                    </a:lnT>
                    <a:lnB w="9525" cap="flat" cmpd="sng" algn="ctr">
                      <a:solidFill>
                        <a:srgbClr val="EFE0D2"/>
                      </a:solidFill>
                      <a:prstDash val="solid"/>
                    </a:lnB>
                    <a:solidFill>
                      <a:srgbClr val="EFE0D2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400" b="0">
                          <a:solidFill>
                            <a:srgbClr val="2B2B2B"/>
                          </a:solidFill>
                        </a:rPr>
                        <a:t>□</a:t>
                      </a:r>
                    </a:p>
                  </a:txBody>
                  <a:tcPr anchor="ctr" marL="73152" marR="73152">
                    <a:lnL w="9525" cap="flat" cmpd="sng" algn="ctr">
                      <a:solidFill>
                        <a:srgbClr val="EFE0D2"/>
                      </a:solidFill>
                      <a:prstDash val="solid"/>
                    </a:lnL>
                    <a:lnR w="9525" cap="flat" cmpd="sng" algn="ctr">
                      <a:solidFill>
                        <a:srgbClr val="EFE0D2"/>
                      </a:solidFill>
                      <a:prstDash val="solid"/>
                    </a:lnR>
                    <a:lnT w="9525" cap="flat" cmpd="sng" algn="ctr">
                      <a:solidFill>
                        <a:srgbClr val="EFE0D2"/>
                      </a:solidFill>
                      <a:prstDash val="solid"/>
                    </a:lnT>
                    <a:lnB w="9525" cap="flat" cmpd="sng" algn="ctr">
                      <a:solidFill>
                        <a:srgbClr val="EFE0D2"/>
                      </a:solidFill>
                      <a:prstDash val="solid"/>
                    </a:lnB>
                    <a:solidFill>
                      <a:srgbClr val="F9F5F1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400" b="0">
                          <a:solidFill>
                            <a:srgbClr val="2B2B2B"/>
                          </a:solidFill>
                        </a:rPr>
                        <a:t>□</a:t>
                      </a:r>
                    </a:p>
                  </a:txBody>
                  <a:tcPr anchor="ctr" marL="73152" marR="73152">
                    <a:lnL w="9525" cap="flat" cmpd="sng" algn="ctr">
                      <a:solidFill>
                        <a:srgbClr val="EFE0D2"/>
                      </a:solidFill>
                      <a:prstDash val="solid"/>
                    </a:lnL>
                    <a:lnR w="9525" cap="flat" cmpd="sng" algn="ctr">
                      <a:solidFill>
                        <a:srgbClr val="EFE0D2"/>
                      </a:solidFill>
                      <a:prstDash val="solid"/>
                    </a:lnR>
                    <a:lnT w="9525" cap="flat" cmpd="sng" algn="ctr">
                      <a:solidFill>
                        <a:srgbClr val="EFE0D2"/>
                      </a:solidFill>
                      <a:prstDash val="solid"/>
                    </a:lnT>
                    <a:lnB w="9525" cap="flat" cmpd="sng" algn="ctr">
                      <a:solidFill>
                        <a:srgbClr val="EFE0D2"/>
                      </a:solidFill>
                      <a:prstDash val="solid"/>
                    </a:lnB>
                    <a:solidFill>
                      <a:srgbClr val="F9F5F1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400" b="0">
                          <a:solidFill>
                            <a:srgbClr val="2B2B2B"/>
                          </a:solidFill>
                        </a:rPr>
                        <a:t>□</a:t>
                      </a:r>
                    </a:p>
                  </a:txBody>
                  <a:tcPr anchor="ctr" marL="73152" marR="73152">
                    <a:lnL w="9525" cap="flat" cmpd="sng" algn="ctr">
                      <a:solidFill>
                        <a:srgbClr val="EFE0D2"/>
                      </a:solidFill>
                      <a:prstDash val="solid"/>
                    </a:lnL>
                    <a:lnR w="9525" cap="flat" cmpd="sng" algn="ctr">
                      <a:solidFill>
                        <a:srgbClr val="EFE0D2"/>
                      </a:solidFill>
                      <a:prstDash val="solid"/>
                    </a:lnR>
                    <a:lnT w="9525" cap="flat" cmpd="sng" algn="ctr">
                      <a:solidFill>
                        <a:srgbClr val="EFE0D2"/>
                      </a:solidFill>
                      <a:prstDash val="solid"/>
                    </a:lnT>
                    <a:lnB w="9525" cap="flat" cmpd="sng" algn="ctr">
                      <a:solidFill>
                        <a:srgbClr val="EFE0D2"/>
                      </a:solidFill>
                      <a:prstDash val="solid"/>
                    </a:lnB>
                    <a:solidFill>
                      <a:srgbClr val="F9F5F1"/>
                    </a:solidFill>
                  </a:tcPr>
                </a:tc>
              </a:tr>
              <a:tr h="530352">
                <a:tc>
                  <a:txBody>
                    <a:bodyPr wrap="square"/>
                    <a:lstStyle/>
                    <a:p>
                      <a:pPr algn="l"/>
                      <a:r>
                        <a:rPr sz="1400" b="1">
                          <a:solidFill>
                            <a:srgbClr val="3A2918"/>
                          </a:solidFill>
                        </a:rPr>
                        <a:t>입원·수술</a:t>
                      </a:r>
                    </a:p>
                  </a:txBody>
                  <a:tcPr anchor="ctr" marL="73152" marR="73152">
                    <a:lnL w="9525" cap="flat" cmpd="sng" algn="ctr">
                      <a:solidFill>
                        <a:srgbClr val="EFE0D2"/>
                      </a:solidFill>
                      <a:prstDash val="solid"/>
                    </a:lnL>
                    <a:lnR w="9525" cap="flat" cmpd="sng" algn="ctr">
                      <a:solidFill>
                        <a:srgbClr val="EFE0D2"/>
                      </a:solidFill>
                      <a:prstDash val="solid"/>
                    </a:lnR>
                    <a:lnT w="9525" cap="flat" cmpd="sng" algn="ctr">
                      <a:solidFill>
                        <a:srgbClr val="EFE0D2"/>
                      </a:solidFill>
                      <a:prstDash val="solid"/>
                    </a:lnT>
                    <a:lnB w="9525" cap="flat" cmpd="sng" algn="ctr">
                      <a:solidFill>
                        <a:srgbClr val="EFE0D2"/>
                      </a:solidFill>
                      <a:prstDash val="solid"/>
                    </a:lnB>
                    <a:solidFill>
                      <a:srgbClr val="EFE0D2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400" b="0">
                          <a:solidFill>
                            <a:srgbClr val="2B2B2B"/>
                          </a:solidFill>
                        </a:rPr>
                        <a:t>□</a:t>
                      </a:r>
                    </a:p>
                  </a:txBody>
                  <a:tcPr anchor="ctr" marL="73152" marR="73152">
                    <a:lnL w="9525" cap="flat" cmpd="sng" algn="ctr">
                      <a:solidFill>
                        <a:srgbClr val="EFE0D2"/>
                      </a:solidFill>
                      <a:prstDash val="solid"/>
                    </a:lnL>
                    <a:lnR w="9525" cap="flat" cmpd="sng" algn="ctr">
                      <a:solidFill>
                        <a:srgbClr val="EFE0D2"/>
                      </a:solidFill>
                      <a:prstDash val="solid"/>
                    </a:lnR>
                    <a:lnT w="9525" cap="flat" cmpd="sng" algn="ctr">
                      <a:solidFill>
                        <a:srgbClr val="EFE0D2"/>
                      </a:solidFill>
                      <a:prstDash val="solid"/>
                    </a:lnT>
                    <a:lnB w="9525" cap="flat" cmpd="sng" algn="ctr">
                      <a:solidFill>
                        <a:srgbClr val="EFE0D2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400" b="0">
                          <a:solidFill>
                            <a:srgbClr val="2B2B2B"/>
                          </a:solidFill>
                        </a:rPr>
                        <a:t>□</a:t>
                      </a:r>
                    </a:p>
                  </a:txBody>
                  <a:tcPr anchor="ctr" marL="73152" marR="73152">
                    <a:lnL w="9525" cap="flat" cmpd="sng" algn="ctr">
                      <a:solidFill>
                        <a:srgbClr val="EFE0D2"/>
                      </a:solidFill>
                      <a:prstDash val="solid"/>
                    </a:lnL>
                    <a:lnR w="9525" cap="flat" cmpd="sng" algn="ctr">
                      <a:solidFill>
                        <a:srgbClr val="EFE0D2"/>
                      </a:solidFill>
                      <a:prstDash val="solid"/>
                    </a:lnR>
                    <a:lnT w="9525" cap="flat" cmpd="sng" algn="ctr">
                      <a:solidFill>
                        <a:srgbClr val="EFE0D2"/>
                      </a:solidFill>
                      <a:prstDash val="solid"/>
                    </a:lnT>
                    <a:lnB w="9525" cap="flat" cmpd="sng" algn="ctr">
                      <a:solidFill>
                        <a:srgbClr val="EFE0D2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400" b="0">
                          <a:solidFill>
                            <a:srgbClr val="2B2B2B"/>
                          </a:solidFill>
                        </a:rPr>
                        <a:t>□</a:t>
                      </a:r>
                    </a:p>
                  </a:txBody>
                  <a:tcPr anchor="ctr" marL="73152" marR="73152">
                    <a:lnL w="9525" cap="flat" cmpd="sng" algn="ctr">
                      <a:solidFill>
                        <a:srgbClr val="EFE0D2"/>
                      </a:solidFill>
                      <a:prstDash val="solid"/>
                    </a:lnL>
                    <a:lnR w="9525" cap="flat" cmpd="sng" algn="ctr">
                      <a:solidFill>
                        <a:srgbClr val="EFE0D2"/>
                      </a:solidFill>
                      <a:prstDash val="solid"/>
                    </a:lnR>
                    <a:lnT w="9525" cap="flat" cmpd="sng" algn="ctr">
                      <a:solidFill>
                        <a:srgbClr val="EFE0D2"/>
                      </a:solidFill>
                      <a:prstDash val="solid"/>
                    </a:lnT>
                    <a:lnB w="9525" cap="flat" cmpd="sng" algn="ctr">
                      <a:solidFill>
                        <a:srgbClr val="EFE0D2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</a:tr>
              <a:tr h="530352">
                <a:tc>
                  <a:txBody>
                    <a:bodyPr wrap="square"/>
                    <a:lstStyle/>
                    <a:p>
                      <a:pPr algn="l"/>
                      <a:r>
                        <a:rPr sz="1400" b="1">
                          <a:solidFill>
                            <a:srgbClr val="3A2918"/>
                          </a:solidFill>
                        </a:rPr>
                        <a:t>상해</a:t>
                      </a:r>
                    </a:p>
                  </a:txBody>
                  <a:tcPr anchor="ctr" marL="73152" marR="73152">
                    <a:lnL w="9525" cap="flat" cmpd="sng" algn="ctr">
                      <a:solidFill>
                        <a:srgbClr val="EFE0D2"/>
                      </a:solidFill>
                      <a:prstDash val="solid"/>
                    </a:lnL>
                    <a:lnR w="9525" cap="flat" cmpd="sng" algn="ctr">
                      <a:solidFill>
                        <a:srgbClr val="EFE0D2"/>
                      </a:solidFill>
                      <a:prstDash val="solid"/>
                    </a:lnR>
                    <a:lnT w="9525" cap="flat" cmpd="sng" algn="ctr">
                      <a:solidFill>
                        <a:srgbClr val="EFE0D2"/>
                      </a:solidFill>
                      <a:prstDash val="solid"/>
                    </a:lnT>
                    <a:lnB w="9525" cap="flat" cmpd="sng" algn="ctr">
                      <a:solidFill>
                        <a:srgbClr val="EFE0D2"/>
                      </a:solidFill>
                      <a:prstDash val="solid"/>
                    </a:lnB>
                    <a:solidFill>
                      <a:srgbClr val="EFE0D2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400" b="0">
                          <a:solidFill>
                            <a:srgbClr val="2B2B2B"/>
                          </a:solidFill>
                        </a:rPr>
                        <a:t>□</a:t>
                      </a:r>
                    </a:p>
                  </a:txBody>
                  <a:tcPr anchor="ctr" marL="73152" marR="73152">
                    <a:lnL w="9525" cap="flat" cmpd="sng" algn="ctr">
                      <a:solidFill>
                        <a:srgbClr val="EFE0D2"/>
                      </a:solidFill>
                      <a:prstDash val="solid"/>
                    </a:lnL>
                    <a:lnR w="9525" cap="flat" cmpd="sng" algn="ctr">
                      <a:solidFill>
                        <a:srgbClr val="EFE0D2"/>
                      </a:solidFill>
                      <a:prstDash val="solid"/>
                    </a:lnR>
                    <a:lnT w="9525" cap="flat" cmpd="sng" algn="ctr">
                      <a:solidFill>
                        <a:srgbClr val="EFE0D2"/>
                      </a:solidFill>
                      <a:prstDash val="solid"/>
                    </a:lnT>
                    <a:lnB w="9525" cap="flat" cmpd="sng" algn="ctr">
                      <a:solidFill>
                        <a:srgbClr val="EFE0D2"/>
                      </a:solidFill>
                      <a:prstDash val="solid"/>
                    </a:lnB>
                    <a:solidFill>
                      <a:srgbClr val="F9F5F1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400" b="0">
                          <a:solidFill>
                            <a:srgbClr val="2B2B2B"/>
                          </a:solidFill>
                        </a:rPr>
                        <a:t>□</a:t>
                      </a:r>
                    </a:p>
                  </a:txBody>
                  <a:tcPr anchor="ctr" marL="73152" marR="73152">
                    <a:lnL w="9525" cap="flat" cmpd="sng" algn="ctr">
                      <a:solidFill>
                        <a:srgbClr val="EFE0D2"/>
                      </a:solidFill>
                      <a:prstDash val="solid"/>
                    </a:lnL>
                    <a:lnR w="9525" cap="flat" cmpd="sng" algn="ctr">
                      <a:solidFill>
                        <a:srgbClr val="EFE0D2"/>
                      </a:solidFill>
                      <a:prstDash val="solid"/>
                    </a:lnR>
                    <a:lnT w="9525" cap="flat" cmpd="sng" algn="ctr">
                      <a:solidFill>
                        <a:srgbClr val="EFE0D2"/>
                      </a:solidFill>
                      <a:prstDash val="solid"/>
                    </a:lnT>
                    <a:lnB w="9525" cap="flat" cmpd="sng" algn="ctr">
                      <a:solidFill>
                        <a:srgbClr val="EFE0D2"/>
                      </a:solidFill>
                      <a:prstDash val="solid"/>
                    </a:lnB>
                    <a:solidFill>
                      <a:srgbClr val="F9F5F1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400" b="0">
                          <a:solidFill>
                            <a:srgbClr val="2B2B2B"/>
                          </a:solidFill>
                        </a:rPr>
                        <a:t>□</a:t>
                      </a:r>
                    </a:p>
                  </a:txBody>
                  <a:tcPr anchor="ctr" marL="73152" marR="73152">
                    <a:lnL w="9525" cap="flat" cmpd="sng" algn="ctr">
                      <a:solidFill>
                        <a:srgbClr val="EFE0D2"/>
                      </a:solidFill>
                      <a:prstDash val="solid"/>
                    </a:lnL>
                    <a:lnR w="9525" cap="flat" cmpd="sng" algn="ctr">
                      <a:solidFill>
                        <a:srgbClr val="EFE0D2"/>
                      </a:solidFill>
                      <a:prstDash val="solid"/>
                    </a:lnR>
                    <a:lnT w="9525" cap="flat" cmpd="sng" algn="ctr">
                      <a:solidFill>
                        <a:srgbClr val="EFE0D2"/>
                      </a:solidFill>
                      <a:prstDash val="solid"/>
                    </a:lnT>
                    <a:lnB w="9525" cap="flat" cmpd="sng" algn="ctr">
                      <a:solidFill>
                        <a:srgbClr val="EFE0D2"/>
                      </a:solidFill>
                      <a:prstDash val="solid"/>
                    </a:lnB>
                    <a:solidFill>
                      <a:srgbClr val="F9F5F1"/>
                    </a:solidFill>
                  </a:tcPr>
                </a:tc>
              </a:tr>
              <a:tr h="530352">
                <a:tc>
                  <a:txBody>
                    <a:bodyPr wrap="square"/>
                    <a:lstStyle/>
                    <a:p>
                      <a:pPr algn="l"/>
                      <a:r>
                        <a:rPr sz="1400" b="1">
                          <a:solidFill>
                            <a:srgbClr val="3A2918"/>
                          </a:solidFill>
                        </a:rPr>
                        <a:t>실손의료</a:t>
                      </a:r>
                    </a:p>
                  </a:txBody>
                  <a:tcPr anchor="ctr" marL="73152" marR="73152">
                    <a:lnL w="9525" cap="flat" cmpd="sng" algn="ctr">
                      <a:solidFill>
                        <a:srgbClr val="EFE0D2"/>
                      </a:solidFill>
                      <a:prstDash val="solid"/>
                    </a:lnL>
                    <a:lnR w="9525" cap="flat" cmpd="sng" algn="ctr">
                      <a:solidFill>
                        <a:srgbClr val="EFE0D2"/>
                      </a:solidFill>
                      <a:prstDash val="solid"/>
                    </a:lnR>
                    <a:lnT w="9525" cap="flat" cmpd="sng" algn="ctr">
                      <a:solidFill>
                        <a:srgbClr val="EFE0D2"/>
                      </a:solidFill>
                      <a:prstDash val="solid"/>
                    </a:lnT>
                    <a:lnB w="9525" cap="flat" cmpd="sng" algn="ctr">
                      <a:solidFill>
                        <a:srgbClr val="EFE0D2"/>
                      </a:solidFill>
                      <a:prstDash val="solid"/>
                    </a:lnB>
                    <a:solidFill>
                      <a:srgbClr val="EFE0D2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400" b="0">
                          <a:solidFill>
                            <a:srgbClr val="2B2B2B"/>
                          </a:solidFill>
                        </a:rPr>
                        <a:t>□</a:t>
                      </a:r>
                    </a:p>
                  </a:txBody>
                  <a:tcPr anchor="ctr" marL="73152" marR="73152">
                    <a:lnL w="9525" cap="flat" cmpd="sng" algn="ctr">
                      <a:solidFill>
                        <a:srgbClr val="EFE0D2"/>
                      </a:solidFill>
                      <a:prstDash val="solid"/>
                    </a:lnL>
                    <a:lnR w="9525" cap="flat" cmpd="sng" algn="ctr">
                      <a:solidFill>
                        <a:srgbClr val="EFE0D2"/>
                      </a:solidFill>
                      <a:prstDash val="solid"/>
                    </a:lnR>
                    <a:lnT w="9525" cap="flat" cmpd="sng" algn="ctr">
                      <a:solidFill>
                        <a:srgbClr val="EFE0D2"/>
                      </a:solidFill>
                      <a:prstDash val="solid"/>
                    </a:lnT>
                    <a:lnB w="9525" cap="flat" cmpd="sng" algn="ctr">
                      <a:solidFill>
                        <a:srgbClr val="EFE0D2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400" b="0">
                          <a:solidFill>
                            <a:srgbClr val="2B2B2B"/>
                          </a:solidFill>
                        </a:rPr>
                        <a:t>□</a:t>
                      </a:r>
                    </a:p>
                  </a:txBody>
                  <a:tcPr anchor="ctr" marL="73152" marR="73152">
                    <a:lnL w="9525" cap="flat" cmpd="sng" algn="ctr">
                      <a:solidFill>
                        <a:srgbClr val="EFE0D2"/>
                      </a:solidFill>
                      <a:prstDash val="solid"/>
                    </a:lnL>
                    <a:lnR w="9525" cap="flat" cmpd="sng" algn="ctr">
                      <a:solidFill>
                        <a:srgbClr val="EFE0D2"/>
                      </a:solidFill>
                      <a:prstDash val="solid"/>
                    </a:lnR>
                    <a:lnT w="9525" cap="flat" cmpd="sng" algn="ctr">
                      <a:solidFill>
                        <a:srgbClr val="EFE0D2"/>
                      </a:solidFill>
                      <a:prstDash val="solid"/>
                    </a:lnT>
                    <a:lnB w="9525" cap="flat" cmpd="sng" algn="ctr">
                      <a:solidFill>
                        <a:srgbClr val="EFE0D2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400" b="0">
                          <a:solidFill>
                            <a:srgbClr val="2B2B2B"/>
                          </a:solidFill>
                        </a:rPr>
                        <a:t>□</a:t>
                      </a:r>
                    </a:p>
                  </a:txBody>
                  <a:tcPr anchor="ctr" marL="73152" marR="73152">
                    <a:lnL w="9525" cap="flat" cmpd="sng" algn="ctr">
                      <a:solidFill>
                        <a:srgbClr val="EFE0D2"/>
                      </a:solidFill>
                      <a:prstDash val="solid"/>
                    </a:lnL>
                    <a:lnR w="9525" cap="flat" cmpd="sng" algn="ctr">
                      <a:solidFill>
                        <a:srgbClr val="EFE0D2"/>
                      </a:solidFill>
                      <a:prstDash val="solid"/>
                    </a:lnR>
                    <a:lnT w="9525" cap="flat" cmpd="sng" algn="ctr">
                      <a:solidFill>
                        <a:srgbClr val="EFE0D2"/>
                      </a:solidFill>
                      <a:prstDash val="solid"/>
                    </a:lnT>
                    <a:lnB w="9525" cap="flat" cmpd="sng" algn="ctr">
                      <a:solidFill>
                        <a:srgbClr val="EFE0D2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</a:tr>
              <a:tr h="530352">
                <a:tc>
                  <a:txBody>
                    <a:bodyPr wrap="square"/>
                    <a:lstStyle/>
                    <a:p>
                      <a:pPr algn="l"/>
                      <a:r>
                        <a:rPr sz="1400" b="1">
                          <a:solidFill>
                            <a:srgbClr val="3A2918"/>
                          </a:solidFill>
                        </a:rPr>
                        <a:t>연금·노후자금</a:t>
                      </a:r>
                    </a:p>
                  </a:txBody>
                  <a:tcPr anchor="ctr" marL="73152" marR="73152">
                    <a:lnL w="9525" cap="flat" cmpd="sng" algn="ctr">
                      <a:solidFill>
                        <a:srgbClr val="EFE0D2"/>
                      </a:solidFill>
                      <a:prstDash val="solid"/>
                    </a:lnL>
                    <a:lnR w="9525" cap="flat" cmpd="sng" algn="ctr">
                      <a:solidFill>
                        <a:srgbClr val="EFE0D2"/>
                      </a:solidFill>
                      <a:prstDash val="solid"/>
                    </a:lnR>
                    <a:lnT w="9525" cap="flat" cmpd="sng" algn="ctr">
                      <a:solidFill>
                        <a:srgbClr val="EFE0D2"/>
                      </a:solidFill>
                      <a:prstDash val="solid"/>
                    </a:lnT>
                    <a:lnB w="9525" cap="flat" cmpd="sng" algn="ctr">
                      <a:solidFill>
                        <a:srgbClr val="EFE0D2"/>
                      </a:solidFill>
                      <a:prstDash val="solid"/>
                    </a:lnB>
                    <a:solidFill>
                      <a:srgbClr val="EFE0D2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400" b="0">
                          <a:solidFill>
                            <a:srgbClr val="2B2B2B"/>
                          </a:solidFill>
                        </a:rPr>
                        <a:t>□</a:t>
                      </a:r>
                    </a:p>
                  </a:txBody>
                  <a:tcPr anchor="ctr" marL="73152" marR="73152">
                    <a:lnL w="9525" cap="flat" cmpd="sng" algn="ctr">
                      <a:solidFill>
                        <a:srgbClr val="EFE0D2"/>
                      </a:solidFill>
                      <a:prstDash val="solid"/>
                    </a:lnL>
                    <a:lnR w="9525" cap="flat" cmpd="sng" algn="ctr">
                      <a:solidFill>
                        <a:srgbClr val="EFE0D2"/>
                      </a:solidFill>
                      <a:prstDash val="solid"/>
                    </a:lnR>
                    <a:lnT w="9525" cap="flat" cmpd="sng" algn="ctr">
                      <a:solidFill>
                        <a:srgbClr val="EFE0D2"/>
                      </a:solidFill>
                      <a:prstDash val="solid"/>
                    </a:lnT>
                    <a:lnB w="9525" cap="flat" cmpd="sng" algn="ctr">
                      <a:solidFill>
                        <a:srgbClr val="EFE0D2"/>
                      </a:solidFill>
                      <a:prstDash val="solid"/>
                    </a:lnB>
                    <a:solidFill>
                      <a:srgbClr val="F9F5F1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400" b="0">
                          <a:solidFill>
                            <a:srgbClr val="2B2B2B"/>
                          </a:solidFill>
                        </a:rPr>
                        <a:t>□</a:t>
                      </a:r>
                    </a:p>
                  </a:txBody>
                  <a:tcPr anchor="ctr" marL="73152" marR="73152">
                    <a:lnL w="9525" cap="flat" cmpd="sng" algn="ctr">
                      <a:solidFill>
                        <a:srgbClr val="EFE0D2"/>
                      </a:solidFill>
                      <a:prstDash val="solid"/>
                    </a:lnL>
                    <a:lnR w="9525" cap="flat" cmpd="sng" algn="ctr">
                      <a:solidFill>
                        <a:srgbClr val="EFE0D2"/>
                      </a:solidFill>
                      <a:prstDash val="solid"/>
                    </a:lnR>
                    <a:lnT w="9525" cap="flat" cmpd="sng" algn="ctr">
                      <a:solidFill>
                        <a:srgbClr val="EFE0D2"/>
                      </a:solidFill>
                      <a:prstDash val="solid"/>
                    </a:lnT>
                    <a:lnB w="9525" cap="flat" cmpd="sng" algn="ctr">
                      <a:solidFill>
                        <a:srgbClr val="EFE0D2"/>
                      </a:solidFill>
                      <a:prstDash val="solid"/>
                    </a:lnB>
                    <a:solidFill>
                      <a:srgbClr val="F9F5F1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400" b="0">
                          <a:solidFill>
                            <a:srgbClr val="2B2B2B"/>
                          </a:solidFill>
                        </a:rPr>
                        <a:t>□</a:t>
                      </a:r>
                    </a:p>
                  </a:txBody>
                  <a:tcPr anchor="ctr" marL="73152" marR="73152">
                    <a:lnL w="9525" cap="flat" cmpd="sng" algn="ctr">
                      <a:solidFill>
                        <a:srgbClr val="EFE0D2"/>
                      </a:solidFill>
                      <a:prstDash val="solid"/>
                    </a:lnL>
                    <a:lnR w="9525" cap="flat" cmpd="sng" algn="ctr">
                      <a:solidFill>
                        <a:srgbClr val="EFE0D2"/>
                      </a:solidFill>
                      <a:prstDash val="solid"/>
                    </a:lnR>
                    <a:lnT w="9525" cap="flat" cmpd="sng" algn="ctr">
                      <a:solidFill>
                        <a:srgbClr val="EFE0D2"/>
                      </a:solidFill>
                      <a:prstDash val="solid"/>
                    </a:lnT>
                    <a:lnB w="9525" cap="flat" cmpd="sng" algn="ctr">
                      <a:solidFill>
                        <a:srgbClr val="EFE0D2"/>
                      </a:solidFill>
                      <a:prstDash val="solid"/>
                    </a:lnB>
                    <a:solidFill>
                      <a:srgbClr val="F9F5F1"/>
                    </a:solidFill>
                  </a:tcPr>
                </a:tc>
              </a:tr>
            </a:tbl>
          </a:graphicData>
        </a:graphic>
      </p:graphicFrame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EFE0D2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3" name="장식"/>
          <p:cNvSpPr/>
          <p:nvPr/>
        </p:nvSpPr>
        <p:spPr>
          <a:xfrm>
            <a:off x="274320" y="274320"/>
            <a:ext cx="11643055" cy="6309360"/>
          </a:xfrm>
          <a:prstGeom prst="rect">
            <a:avLst/>
          </a:prstGeom>
          <a:solidFill>
            <a:srgbClr val="FFFFFF"/>
          </a:solidFill>
          <a:ln w="25400">
            <a:solidFill>
              <a:srgbClr val="7B5732"/>
            </a:solidFill>
            <a:prstDash val="dash"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4" name="장식"/>
          <p:cNvSpPr/>
          <p:nvPr/>
        </p:nvSpPr>
        <p:spPr>
          <a:xfrm>
            <a:off x="11304961" y="419706"/>
            <a:ext cx="81071" cy="81071"/>
          </a:xfrm>
          <a:prstGeom prst="ellipse">
            <a:avLst/>
          </a:prstGeom>
          <a:solidFill>
            <a:srgbClr val="7B5732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5" name="장식"/>
          <p:cNvSpPr/>
          <p:nvPr/>
        </p:nvSpPr>
        <p:spPr>
          <a:xfrm>
            <a:off x="11104426" y="557575"/>
            <a:ext cx="145576" cy="145576"/>
          </a:xfrm>
          <a:prstGeom prst="ellipse">
            <a:avLst/>
          </a:prstGeom>
          <a:solidFill>
            <a:srgbClr val="EFE0D2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6" name="장식"/>
          <p:cNvSpPr/>
          <p:nvPr/>
        </p:nvSpPr>
        <p:spPr>
          <a:xfrm>
            <a:off x="11230385" y="977574"/>
            <a:ext cx="181522" cy="181522"/>
          </a:xfrm>
          <a:prstGeom prst="ellipse">
            <a:avLst/>
          </a:prstGeom>
          <a:solidFill>
            <a:srgbClr val="3B9191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7" name="장식"/>
          <p:cNvSpPr/>
          <p:nvPr/>
        </p:nvSpPr>
        <p:spPr>
          <a:xfrm>
            <a:off x="11018667" y="1372796"/>
            <a:ext cx="103551" cy="103551"/>
          </a:xfrm>
          <a:prstGeom prst="ellipse">
            <a:avLst/>
          </a:prstGeom>
          <a:solidFill>
            <a:srgbClr val="7B5732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8" name="장식"/>
          <p:cNvSpPr/>
          <p:nvPr/>
        </p:nvSpPr>
        <p:spPr>
          <a:xfrm>
            <a:off x="11155751" y="1160276"/>
            <a:ext cx="91338" cy="91338"/>
          </a:xfrm>
          <a:prstGeom prst="ellipse">
            <a:avLst/>
          </a:prstGeom>
          <a:solidFill>
            <a:srgbClr val="EFE0D2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9" name="장식"/>
          <p:cNvSpPr/>
          <p:nvPr/>
        </p:nvSpPr>
        <p:spPr>
          <a:xfrm>
            <a:off x="10779167" y="418037"/>
            <a:ext cx="117784" cy="117784"/>
          </a:xfrm>
          <a:prstGeom prst="ellipse">
            <a:avLst/>
          </a:prstGeom>
          <a:solidFill>
            <a:srgbClr val="3B9191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10" name="장식"/>
          <p:cNvSpPr/>
          <p:nvPr/>
        </p:nvSpPr>
        <p:spPr>
          <a:xfrm>
            <a:off x="11383773" y="968252"/>
            <a:ext cx="131343" cy="131343"/>
          </a:xfrm>
          <a:prstGeom prst="ellipse">
            <a:avLst/>
          </a:prstGeom>
          <a:solidFill>
            <a:srgbClr val="7B5732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11" name="장식"/>
          <p:cNvSpPr/>
          <p:nvPr/>
        </p:nvSpPr>
        <p:spPr>
          <a:xfrm>
            <a:off x="11425878" y="1166034"/>
            <a:ext cx="159405" cy="159405"/>
          </a:xfrm>
          <a:prstGeom prst="ellipse">
            <a:avLst/>
          </a:prstGeom>
          <a:solidFill>
            <a:srgbClr val="EFE0D2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12" name="장식"/>
          <p:cNvSpPr/>
          <p:nvPr/>
        </p:nvSpPr>
        <p:spPr>
          <a:xfrm>
            <a:off x="10750412" y="1313957"/>
            <a:ext cx="128743" cy="128743"/>
          </a:xfrm>
          <a:prstGeom prst="ellipse">
            <a:avLst/>
          </a:prstGeom>
          <a:solidFill>
            <a:srgbClr val="3B9191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13" name="장식"/>
          <p:cNvSpPr/>
          <p:nvPr/>
        </p:nvSpPr>
        <p:spPr>
          <a:xfrm>
            <a:off x="10773744" y="707225"/>
            <a:ext cx="124937" cy="124937"/>
          </a:xfrm>
          <a:prstGeom prst="ellipse">
            <a:avLst/>
          </a:prstGeom>
          <a:solidFill>
            <a:srgbClr val="7B5732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14" name="장식"/>
          <p:cNvSpPr/>
          <p:nvPr/>
        </p:nvSpPr>
        <p:spPr>
          <a:xfrm>
            <a:off x="10637753" y="1206431"/>
            <a:ext cx="122131" cy="122131"/>
          </a:xfrm>
          <a:prstGeom prst="ellipse">
            <a:avLst/>
          </a:prstGeom>
          <a:solidFill>
            <a:srgbClr val="EFE0D2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77240" y="548640"/>
            <a:ext cx="9357055" cy="822960"/>
          </a:xfrm>
        </p:spPr>
        <p:txBody>
          <a:bodyPr wrap="square" lIns="54864" rIns="54864" tIns="27432" bIns="27432" anchor="ctr">
            <a:noAutofit/>
          </a:bodyPr>
          <a:lstStyle/>
          <a:p>
            <a:pPr algn="l">
              <a:lnSpc>
                <a:spcPct val="105000"/>
              </a:lnSpc>
            </a:pPr>
            <a:r>
              <a:rPr sz="3000" b="1" i="0">
                <a:solidFill>
                  <a:srgbClr val="3A2918"/>
                </a:solidFill>
              </a:rPr>
              <a:t>월 보험료 한눈에</a:t>
            </a:r>
          </a:p>
        </p:txBody>
      </p:sp>
      <p:sp>
        <p:nvSpPr>
          <p:cNvPr id="15" name="카드 1"/>
          <p:cNvSpPr/>
          <p:nvPr/>
        </p:nvSpPr>
        <p:spPr>
          <a:xfrm>
            <a:off x="777240" y="1554480"/>
            <a:ext cx="3393338" cy="2926080"/>
          </a:xfrm>
          <a:prstGeom prst="roundRect">
            <a:avLst>
              <a:gd name="adj" fmla="val 8000"/>
            </a:avLst>
          </a:prstGeom>
          <a:solidFill>
            <a:srgbClr val="F9F5F1"/>
          </a:solidFill>
          <a:ln w="15875">
            <a:solidFill>
              <a:srgbClr val="EFE0D2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16" name="번호 1"/>
          <p:cNvSpPr/>
          <p:nvPr/>
        </p:nvSpPr>
        <p:spPr>
          <a:xfrm>
            <a:off x="960120" y="1737360"/>
            <a:ext cx="457200" cy="457200"/>
          </a:xfrm>
          <a:prstGeom prst="ellipse">
            <a:avLst/>
          </a:prstGeom>
          <a:solidFill>
            <a:srgbClr val="7B5732"/>
          </a:solidFill>
          <a:ln>
            <a:noFill/>
          </a:ln>
        </p:spPr>
        <p:txBody>
          <a:bodyPr rtlCol="0" anchor="ctr" wrap="square" lIns="54864" rIns="54864" tIns="27432" bIns="27432">
            <a:noAutofit/>
          </a:bodyPr>
          <a:lstStyle/>
          <a:p>
            <a:pPr algn="ctr">
              <a:lnSpc>
                <a:spcPct val="100000"/>
              </a:lnSpc>
            </a:pPr>
            <a:r>
              <a:rPr sz="1600" b="1" i="0">
                <a:solidFill>
                  <a:srgbClr val="FFFFFF"/>
                </a:solidFill>
              </a:rPr>
              <a:t>1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914400" y="2331720"/>
            <a:ext cx="3119018" cy="640080"/>
          </a:xfrm>
          <a:prstGeom prst="rect">
            <a:avLst/>
          </a:prstGeom>
          <a:noFill/>
        </p:spPr>
        <p:txBody>
          <a:bodyPr wrap="square" lIns="54864" rIns="54864" tIns="27432" bIns="27432" anchor="ctr">
            <a:noAutofit/>
          </a:bodyPr>
          <a:lstStyle/>
          <a:p>
            <a:pPr algn="l">
              <a:lnSpc>
                <a:spcPct val="115000"/>
              </a:lnSpc>
            </a:pPr>
            <a:r>
              <a:rPr sz="1700" b="1" i="0">
                <a:solidFill>
                  <a:srgbClr val="3A2918"/>
                </a:solidFill>
              </a:rPr>
              <a:t>월 보험료 합계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914400" y="3017520"/>
            <a:ext cx="3119018" cy="1325880"/>
          </a:xfrm>
          <a:prstGeom prst="rect">
            <a:avLst/>
          </a:prstGeom>
          <a:noFill/>
        </p:spPr>
        <p:txBody>
          <a:bodyPr wrap="square" lIns="54864" rIns="54864" tIns="27432" bIns="27432" anchor="t">
            <a:noAutofit/>
          </a:bodyPr>
          <a:lstStyle/>
          <a:p>
            <a:pPr algn="l">
              <a:lnSpc>
                <a:spcPct val="125000"/>
              </a:lnSpc>
            </a:pPr>
            <a:r>
              <a:rPr sz="3000" b="0" i="0">
                <a:solidFill>
                  <a:srgbClr val="2B2B2B"/>
                </a:solidFill>
              </a:rPr>
              <a:t>0원</a:t>
            </a:r>
          </a:p>
        </p:txBody>
      </p:sp>
      <p:sp>
        <p:nvSpPr>
          <p:cNvPr id="19" name="카드 2"/>
          <p:cNvSpPr/>
          <p:nvPr/>
        </p:nvSpPr>
        <p:spPr>
          <a:xfrm>
            <a:off x="4399178" y="1554480"/>
            <a:ext cx="3393338" cy="2926080"/>
          </a:xfrm>
          <a:prstGeom prst="roundRect">
            <a:avLst>
              <a:gd name="adj" fmla="val 8000"/>
            </a:avLst>
          </a:prstGeom>
          <a:solidFill>
            <a:srgbClr val="F9F5F1"/>
          </a:solidFill>
          <a:ln w="15875">
            <a:solidFill>
              <a:srgbClr val="EFE0D2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20" name="번호 2"/>
          <p:cNvSpPr/>
          <p:nvPr/>
        </p:nvSpPr>
        <p:spPr>
          <a:xfrm>
            <a:off x="4582058" y="1737360"/>
            <a:ext cx="457200" cy="457200"/>
          </a:xfrm>
          <a:prstGeom prst="ellipse">
            <a:avLst/>
          </a:prstGeom>
          <a:solidFill>
            <a:srgbClr val="7B5732"/>
          </a:solidFill>
          <a:ln>
            <a:noFill/>
          </a:ln>
        </p:spPr>
        <p:txBody>
          <a:bodyPr rtlCol="0" anchor="ctr" wrap="square" lIns="54864" rIns="54864" tIns="27432" bIns="27432">
            <a:noAutofit/>
          </a:bodyPr>
          <a:lstStyle/>
          <a:p>
            <a:pPr algn="ctr">
              <a:lnSpc>
                <a:spcPct val="100000"/>
              </a:lnSpc>
            </a:pPr>
            <a:r>
              <a:rPr sz="1600" b="1" i="0">
                <a:solidFill>
                  <a:srgbClr val="FFFFFF"/>
                </a:solidFill>
              </a:rPr>
              <a:t>2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4536338" y="2331720"/>
            <a:ext cx="3119018" cy="640080"/>
          </a:xfrm>
          <a:prstGeom prst="rect">
            <a:avLst/>
          </a:prstGeom>
          <a:noFill/>
        </p:spPr>
        <p:txBody>
          <a:bodyPr wrap="square" lIns="54864" rIns="54864" tIns="27432" bIns="27432" anchor="ctr">
            <a:noAutofit/>
          </a:bodyPr>
          <a:lstStyle/>
          <a:p>
            <a:pPr algn="l">
              <a:lnSpc>
                <a:spcPct val="115000"/>
              </a:lnSpc>
            </a:pPr>
            <a:r>
              <a:rPr sz="1700" b="1" i="0">
                <a:solidFill>
                  <a:srgbClr val="3A2918"/>
                </a:solidFill>
              </a:rPr>
              <a:t>연 보험료 합계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4536338" y="3017520"/>
            <a:ext cx="3119018" cy="1325880"/>
          </a:xfrm>
          <a:prstGeom prst="rect">
            <a:avLst/>
          </a:prstGeom>
          <a:noFill/>
        </p:spPr>
        <p:txBody>
          <a:bodyPr wrap="square" lIns="54864" rIns="54864" tIns="27432" bIns="27432" anchor="t">
            <a:noAutofit/>
          </a:bodyPr>
          <a:lstStyle/>
          <a:p>
            <a:pPr algn="l">
              <a:lnSpc>
                <a:spcPct val="125000"/>
              </a:lnSpc>
            </a:pPr>
            <a:r>
              <a:rPr sz="3000" b="0" i="0">
                <a:solidFill>
                  <a:srgbClr val="2B2B2B"/>
                </a:solidFill>
              </a:rPr>
              <a:t>0원</a:t>
            </a:r>
          </a:p>
        </p:txBody>
      </p:sp>
      <p:sp>
        <p:nvSpPr>
          <p:cNvPr id="23" name="카드 3"/>
          <p:cNvSpPr/>
          <p:nvPr/>
        </p:nvSpPr>
        <p:spPr>
          <a:xfrm>
            <a:off x="8021116" y="1554480"/>
            <a:ext cx="3393338" cy="2926080"/>
          </a:xfrm>
          <a:prstGeom prst="roundRect">
            <a:avLst>
              <a:gd name="adj" fmla="val 8000"/>
            </a:avLst>
          </a:prstGeom>
          <a:solidFill>
            <a:srgbClr val="F9F5F1"/>
          </a:solidFill>
          <a:ln w="15875">
            <a:solidFill>
              <a:srgbClr val="EFE0D2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24" name="번호 3"/>
          <p:cNvSpPr/>
          <p:nvPr/>
        </p:nvSpPr>
        <p:spPr>
          <a:xfrm>
            <a:off x="8203996" y="1737360"/>
            <a:ext cx="457200" cy="457200"/>
          </a:xfrm>
          <a:prstGeom prst="ellipse">
            <a:avLst/>
          </a:prstGeom>
          <a:solidFill>
            <a:srgbClr val="7B5732"/>
          </a:solidFill>
          <a:ln>
            <a:noFill/>
          </a:ln>
        </p:spPr>
        <p:txBody>
          <a:bodyPr rtlCol="0" anchor="ctr" wrap="square" lIns="54864" rIns="54864" tIns="27432" bIns="27432">
            <a:noAutofit/>
          </a:bodyPr>
          <a:lstStyle/>
          <a:p>
            <a:pPr algn="ctr">
              <a:lnSpc>
                <a:spcPct val="100000"/>
              </a:lnSpc>
            </a:pPr>
            <a:r>
              <a:rPr sz="1600" b="1" i="0">
                <a:solidFill>
                  <a:srgbClr val="FFFFFF"/>
                </a:solidFill>
              </a:rPr>
              <a:t>3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8158276" y="2331720"/>
            <a:ext cx="3119018" cy="640080"/>
          </a:xfrm>
          <a:prstGeom prst="rect">
            <a:avLst/>
          </a:prstGeom>
          <a:noFill/>
        </p:spPr>
        <p:txBody>
          <a:bodyPr wrap="square" lIns="54864" rIns="54864" tIns="27432" bIns="27432" anchor="ctr">
            <a:noAutofit/>
          </a:bodyPr>
          <a:lstStyle/>
          <a:p>
            <a:pPr algn="l">
              <a:lnSpc>
                <a:spcPct val="115000"/>
              </a:lnSpc>
            </a:pPr>
            <a:r>
              <a:rPr sz="1700" b="1" i="0">
                <a:solidFill>
                  <a:srgbClr val="3A2918"/>
                </a:solidFill>
              </a:rPr>
              <a:t>월 소득 대비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8158276" y="3017520"/>
            <a:ext cx="3119018" cy="1325880"/>
          </a:xfrm>
          <a:prstGeom prst="rect">
            <a:avLst/>
          </a:prstGeom>
          <a:noFill/>
        </p:spPr>
        <p:txBody>
          <a:bodyPr wrap="square" lIns="54864" rIns="54864" tIns="27432" bIns="27432" anchor="t">
            <a:noAutofit/>
          </a:bodyPr>
          <a:lstStyle/>
          <a:p>
            <a:pPr algn="l">
              <a:lnSpc>
                <a:spcPct val="125000"/>
              </a:lnSpc>
            </a:pPr>
            <a:r>
              <a:rPr sz="3000" b="0" i="0">
                <a:solidFill>
                  <a:srgbClr val="2B2B2B"/>
                </a:solidFill>
              </a:rPr>
              <a:t>0 %</a:t>
            </a:r>
          </a:p>
        </p:txBody>
      </p:sp>
      <p:sp>
        <p:nvSpPr>
          <p:cNvPr id="27" name="안내"/>
          <p:cNvSpPr txBox="1"/>
          <p:nvPr/>
        </p:nvSpPr>
        <p:spPr>
          <a:xfrm>
            <a:off x="777240" y="4663440"/>
            <a:ext cx="10637215" cy="365760"/>
          </a:xfrm>
          <a:prstGeom prst="rect">
            <a:avLst/>
          </a:prstGeom>
          <a:noFill/>
        </p:spPr>
        <p:txBody>
          <a:bodyPr wrap="square" lIns="54864" rIns="54864" tIns="27432" bIns="27432" anchor="t">
            <a:noAutofit/>
          </a:bodyPr>
          <a:lstStyle/>
          <a:p>
            <a:pPr algn="l">
              <a:lnSpc>
                <a:spcPct val="115000"/>
              </a:lnSpc>
            </a:pPr>
            <a:r>
              <a:rPr sz="1100" b="0" i="1">
                <a:solidFill>
                  <a:srgbClr val="777777"/>
                </a:solidFill>
              </a:rPr>
              <a:t>숫자를 눌러 직접 고쳐 쓰세요.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EFE0D2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3" name="장식"/>
          <p:cNvSpPr/>
          <p:nvPr/>
        </p:nvSpPr>
        <p:spPr>
          <a:xfrm>
            <a:off x="274320" y="274320"/>
            <a:ext cx="11643055" cy="6309360"/>
          </a:xfrm>
          <a:prstGeom prst="rect">
            <a:avLst/>
          </a:prstGeom>
          <a:solidFill>
            <a:srgbClr val="FFFFFF"/>
          </a:solidFill>
          <a:ln w="25400">
            <a:solidFill>
              <a:srgbClr val="7B5732"/>
            </a:solidFill>
            <a:prstDash val="dash"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4" name="장식"/>
          <p:cNvSpPr/>
          <p:nvPr/>
        </p:nvSpPr>
        <p:spPr>
          <a:xfrm>
            <a:off x="11304961" y="419706"/>
            <a:ext cx="81071" cy="81071"/>
          </a:xfrm>
          <a:prstGeom prst="ellipse">
            <a:avLst/>
          </a:prstGeom>
          <a:solidFill>
            <a:srgbClr val="7B5732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5" name="장식"/>
          <p:cNvSpPr/>
          <p:nvPr/>
        </p:nvSpPr>
        <p:spPr>
          <a:xfrm>
            <a:off x="11104426" y="557575"/>
            <a:ext cx="145576" cy="145576"/>
          </a:xfrm>
          <a:prstGeom prst="ellipse">
            <a:avLst/>
          </a:prstGeom>
          <a:solidFill>
            <a:srgbClr val="EFE0D2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6" name="장식"/>
          <p:cNvSpPr/>
          <p:nvPr/>
        </p:nvSpPr>
        <p:spPr>
          <a:xfrm>
            <a:off x="11230385" y="977574"/>
            <a:ext cx="181522" cy="181522"/>
          </a:xfrm>
          <a:prstGeom prst="ellipse">
            <a:avLst/>
          </a:prstGeom>
          <a:solidFill>
            <a:srgbClr val="3B9191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7" name="장식"/>
          <p:cNvSpPr/>
          <p:nvPr/>
        </p:nvSpPr>
        <p:spPr>
          <a:xfrm>
            <a:off x="11018667" y="1372796"/>
            <a:ext cx="103551" cy="103551"/>
          </a:xfrm>
          <a:prstGeom prst="ellipse">
            <a:avLst/>
          </a:prstGeom>
          <a:solidFill>
            <a:srgbClr val="7B5732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8" name="장식"/>
          <p:cNvSpPr/>
          <p:nvPr/>
        </p:nvSpPr>
        <p:spPr>
          <a:xfrm>
            <a:off x="11155751" y="1160276"/>
            <a:ext cx="91338" cy="91338"/>
          </a:xfrm>
          <a:prstGeom prst="ellipse">
            <a:avLst/>
          </a:prstGeom>
          <a:solidFill>
            <a:srgbClr val="EFE0D2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9" name="장식"/>
          <p:cNvSpPr/>
          <p:nvPr/>
        </p:nvSpPr>
        <p:spPr>
          <a:xfrm>
            <a:off x="10779167" y="418037"/>
            <a:ext cx="117784" cy="117784"/>
          </a:xfrm>
          <a:prstGeom prst="ellipse">
            <a:avLst/>
          </a:prstGeom>
          <a:solidFill>
            <a:srgbClr val="3B9191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10" name="장식"/>
          <p:cNvSpPr/>
          <p:nvPr/>
        </p:nvSpPr>
        <p:spPr>
          <a:xfrm>
            <a:off x="11383773" y="968252"/>
            <a:ext cx="131343" cy="131343"/>
          </a:xfrm>
          <a:prstGeom prst="ellipse">
            <a:avLst/>
          </a:prstGeom>
          <a:solidFill>
            <a:srgbClr val="7B5732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11" name="장식"/>
          <p:cNvSpPr/>
          <p:nvPr/>
        </p:nvSpPr>
        <p:spPr>
          <a:xfrm>
            <a:off x="11425878" y="1166034"/>
            <a:ext cx="159405" cy="159405"/>
          </a:xfrm>
          <a:prstGeom prst="ellipse">
            <a:avLst/>
          </a:prstGeom>
          <a:solidFill>
            <a:srgbClr val="EFE0D2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12" name="장식"/>
          <p:cNvSpPr/>
          <p:nvPr/>
        </p:nvSpPr>
        <p:spPr>
          <a:xfrm>
            <a:off x="10750412" y="1313957"/>
            <a:ext cx="128743" cy="128743"/>
          </a:xfrm>
          <a:prstGeom prst="ellipse">
            <a:avLst/>
          </a:prstGeom>
          <a:solidFill>
            <a:srgbClr val="3B9191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13" name="장식"/>
          <p:cNvSpPr/>
          <p:nvPr/>
        </p:nvSpPr>
        <p:spPr>
          <a:xfrm>
            <a:off x="10773744" y="707225"/>
            <a:ext cx="124937" cy="124937"/>
          </a:xfrm>
          <a:prstGeom prst="ellipse">
            <a:avLst/>
          </a:prstGeom>
          <a:solidFill>
            <a:srgbClr val="7B5732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14" name="장식"/>
          <p:cNvSpPr/>
          <p:nvPr/>
        </p:nvSpPr>
        <p:spPr>
          <a:xfrm>
            <a:off x="10637753" y="1206431"/>
            <a:ext cx="122131" cy="122131"/>
          </a:xfrm>
          <a:prstGeom prst="ellipse">
            <a:avLst/>
          </a:prstGeom>
          <a:solidFill>
            <a:srgbClr val="EFE0D2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77240" y="548640"/>
            <a:ext cx="9357055" cy="822960"/>
          </a:xfrm>
        </p:spPr>
        <p:txBody>
          <a:bodyPr wrap="square" lIns="54864" rIns="54864" tIns="27432" bIns="27432" anchor="ctr">
            <a:noAutofit/>
          </a:bodyPr>
          <a:lstStyle/>
          <a:p>
            <a:pPr algn="l">
              <a:lnSpc>
                <a:spcPct val="105000"/>
              </a:lnSpc>
            </a:pPr>
            <a:r>
              <a:rPr sz="3000" b="1" i="0">
                <a:solidFill>
                  <a:srgbClr val="3A2918"/>
                </a:solidFill>
              </a:rPr>
              <a:t>점검 메모와 다음 할 일</a:t>
            </a:r>
          </a:p>
        </p:txBody>
      </p:sp>
      <p:sp>
        <p:nvSpPr>
          <p:cNvPr id="15" name="카드 1"/>
          <p:cNvSpPr/>
          <p:nvPr/>
        </p:nvSpPr>
        <p:spPr>
          <a:xfrm>
            <a:off x="777240" y="1554480"/>
            <a:ext cx="3393338" cy="4023359"/>
          </a:xfrm>
          <a:prstGeom prst="roundRect">
            <a:avLst>
              <a:gd name="adj" fmla="val 8000"/>
            </a:avLst>
          </a:prstGeom>
          <a:solidFill>
            <a:srgbClr val="F9F5F1"/>
          </a:solidFill>
          <a:ln w="15875">
            <a:solidFill>
              <a:srgbClr val="EFE0D2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16" name="번호 1"/>
          <p:cNvSpPr/>
          <p:nvPr/>
        </p:nvSpPr>
        <p:spPr>
          <a:xfrm>
            <a:off x="960120" y="1737360"/>
            <a:ext cx="457200" cy="457200"/>
          </a:xfrm>
          <a:prstGeom prst="ellipse">
            <a:avLst/>
          </a:prstGeom>
          <a:solidFill>
            <a:srgbClr val="7B5732"/>
          </a:solidFill>
          <a:ln>
            <a:noFill/>
          </a:ln>
        </p:spPr>
        <p:txBody>
          <a:bodyPr rtlCol="0" anchor="ctr" wrap="square" lIns="54864" rIns="54864" tIns="27432" bIns="27432">
            <a:noAutofit/>
          </a:bodyPr>
          <a:lstStyle/>
          <a:p>
            <a:pPr algn="ctr">
              <a:lnSpc>
                <a:spcPct val="100000"/>
              </a:lnSpc>
            </a:pPr>
            <a:r>
              <a:rPr sz="1600" b="1" i="0">
                <a:solidFill>
                  <a:srgbClr val="FFFFFF"/>
                </a:solidFill>
              </a:rPr>
              <a:t>1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914400" y="2331720"/>
            <a:ext cx="3119018" cy="640080"/>
          </a:xfrm>
          <a:prstGeom prst="rect">
            <a:avLst/>
          </a:prstGeom>
          <a:noFill/>
        </p:spPr>
        <p:txBody>
          <a:bodyPr wrap="square" lIns="54864" rIns="54864" tIns="27432" bIns="27432" anchor="ctr">
            <a:noAutofit/>
          </a:bodyPr>
          <a:lstStyle/>
          <a:p>
            <a:pPr algn="l">
              <a:lnSpc>
                <a:spcPct val="115000"/>
              </a:lnSpc>
            </a:pPr>
            <a:r>
              <a:rPr sz="1800" b="1" i="0">
                <a:solidFill>
                  <a:srgbClr val="3A2918"/>
                </a:solidFill>
              </a:rPr>
              <a:t>확인할 것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914400" y="3017520"/>
            <a:ext cx="3119018" cy="2423159"/>
          </a:xfrm>
          <a:prstGeom prst="rect">
            <a:avLst/>
          </a:prstGeom>
          <a:noFill/>
        </p:spPr>
        <p:txBody>
          <a:bodyPr wrap="square" lIns="54864" rIns="54864" tIns="27432" bIns="27432" anchor="t">
            <a:noAutofit/>
          </a:bodyPr>
          <a:lstStyle/>
          <a:p>
            <a:pPr algn="l">
              <a:lnSpc>
                <a:spcPct val="125000"/>
              </a:lnSpc>
            </a:pPr>
            <a:r>
              <a:rPr sz="1500" b="0" i="0">
                <a:solidFill>
                  <a:srgbClr val="2B2B2B"/>
                </a:solidFill>
              </a:rPr>
              <a:t>내용을 입력하세요</a:t>
            </a:r>
          </a:p>
        </p:txBody>
      </p:sp>
      <p:sp>
        <p:nvSpPr>
          <p:cNvPr id="19" name="카드 2"/>
          <p:cNvSpPr/>
          <p:nvPr/>
        </p:nvSpPr>
        <p:spPr>
          <a:xfrm>
            <a:off x="4399178" y="1554480"/>
            <a:ext cx="3393338" cy="4023359"/>
          </a:xfrm>
          <a:prstGeom prst="roundRect">
            <a:avLst>
              <a:gd name="adj" fmla="val 8000"/>
            </a:avLst>
          </a:prstGeom>
          <a:solidFill>
            <a:srgbClr val="F9F5F1"/>
          </a:solidFill>
          <a:ln w="15875">
            <a:solidFill>
              <a:srgbClr val="EFE0D2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20" name="번호 2"/>
          <p:cNvSpPr/>
          <p:nvPr/>
        </p:nvSpPr>
        <p:spPr>
          <a:xfrm>
            <a:off x="4582058" y="1737360"/>
            <a:ext cx="457200" cy="457200"/>
          </a:xfrm>
          <a:prstGeom prst="ellipse">
            <a:avLst/>
          </a:prstGeom>
          <a:solidFill>
            <a:srgbClr val="7B5732"/>
          </a:solidFill>
          <a:ln>
            <a:noFill/>
          </a:ln>
        </p:spPr>
        <p:txBody>
          <a:bodyPr rtlCol="0" anchor="ctr" wrap="square" lIns="54864" rIns="54864" tIns="27432" bIns="27432">
            <a:noAutofit/>
          </a:bodyPr>
          <a:lstStyle/>
          <a:p>
            <a:pPr algn="ctr">
              <a:lnSpc>
                <a:spcPct val="100000"/>
              </a:lnSpc>
            </a:pPr>
            <a:r>
              <a:rPr sz="1600" b="1" i="0">
                <a:solidFill>
                  <a:srgbClr val="FFFFFF"/>
                </a:solidFill>
              </a:rPr>
              <a:t>2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4536338" y="2331720"/>
            <a:ext cx="3119018" cy="640080"/>
          </a:xfrm>
          <a:prstGeom prst="rect">
            <a:avLst/>
          </a:prstGeom>
          <a:noFill/>
        </p:spPr>
        <p:txBody>
          <a:bodyPr wrap="square" lIns="54864" rIns="54864" tIns="27432" bIns="27432" anchor="ctr">
            <a:noAutofit/>
          </a:bodyPr>
          <a:lstStyle/>
          <a:p>
            <a:pPr algn="l">
              <a:lnSpc>
                <a:spcPct val="115000"/>
              </a:lnSpc>
            </a:pPr>
            <a:r>
              <a:rPr sz="1800" b="1" i="0">
                <a:solidFill>
                  <a:srgbClr val="3A2918"/>
                </a:solidFill>
              </a:rPr>
              <a:t>문의할 것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4536338" y="3017520"/>
            <a:ext cx="3119018" cy="2423159"/>
          </a:xfrm>
          <a:prstGeom prst="rect">
            <a:avLst/>
          </a:prstGeom>
          <a:noFill/>
        </p:spPr>
        <p:txBody>
          <a:bodyPr wrap="square" lIns="54864" rIns="54864" tIns="27432" bIns="27432" anchor="t">
            <a:noAutofit/>
          </a:bodyPr>
          <a:lstStyle/>
          <a:p>
            <a:pPr algn="l">
              <a:lnSpc>
                <a:spcPct val="125000"/>
              </a:lnSpc>
            </a:pPr>
            <a:r>
              <a:rPr sz="1500" b="0" i="0">
                <a:solidFill>
                  <a:srgbClr val="2B2B2B"/>
                </a:solidFill>
              </a:rPr>
              <a:t>내용을 입력하세요</a:t>
            </a:r>
          </a:p>
        </p:txBody>
      </p:sp>
      <p:sp>
        <p:nvSpPr>
          <p:cNvPr id="23" name="카드 3"/>
          <p:cNvSpPr/>
          <p:nvPr/>
        </p:nvSpPr>
        <p:spPr>
          <a:xfrm>
            <a:off x="8021116" y="1554480"/>
            <a:ext cx="3393338" cy="4023359"/>
          </a:xfrm>
          <a:prstGeom prst="roundRect">
            <a:avLst>
              <a:gd name="adj" fmla="val 8000"/>
            </a:avLst>
          </a:prstGeom>
          <a:solidFill>
            <a:srgbClr val="F9F5F1"/>
          </a:solidFill>
          <a:ln w="15875">
            <a:solidFill>
              <a:srgbClr val="EFE0D2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24" name="번호 3"/>
          <p:cNvSpPr/>
          <p:nvPr/>
        </p:nvSpPr>
        <p:spPr>
          <a:xfrm>
            <a:off x="8203996" y="1737360"/>
            <a:ext cx="457200" cy="457200"/>
          </a:xfrm>
          <a:prstGeom prst="ellipse">
            <a:avLst/>
          </a:prstGeom>
          <a:solidFill>
            <a:srgbClr val="7B5732"/>
          </a:solidFill>
          <a:ln>
            <a:noFill/>
          </a:ln>
        </p:spPr>
        <p:txBody>
          <a:bodyPr rtlCol="0" anchor="ctr" wrap="square" lIns="54864" rIns="54864" tIns="27432" bIns="27432">
            <a:noAutofit/>
          </a:bodyPr>
          <a:lstStyle/>
          <a:p>
            <a:pPr algn="ctr">
              <a:lnSpc>
                <a:spcPct val="100000"/>
              </a:lnSpc>
            </a:pPr>
            <a:r>
              <a:rPr sz="1600" b="1" i="0">
                <a:solidFill>
                  <a:srgbClr val="FFFFFF"/>
                </a:solidFill>
              </a:rPr>
              <a:t>3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8158276" y="2331720"/>
            <a:ext cx="3119018" cy="640080"/>
          </a:xfrm>
          <a:prstGeom prst="rect">
            <a:avLst/>
          </a:prstGeom>
          <a:noFill/>
        </p:spPr>
        <p:txBody>
          <a:bodyPr wrap="square" lIns="54864" rIns="54864" tIns="27432" bIns="27432" anchor="ctr">
            <a:noAutofit/>
          </a:bodyPr>
          <a:lstStyle/>
          <a:p>
            <a:pPr algn="l">
              <a:lnSpc>
                <a:spcPct val="115000"/>
              </a:lnSpc>
            </a:pPr>
            <a:r>
              <a:rPr sz="1800" b="1" i="0">
                <a:solidFill>
                  <a:srgbClr val="3A2918"/>
                </a:solidFill>
              </a:rPr>
              <a:t>정리할 날짜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8158276" y="3017520"/>
            <a:ext cx="3119018" cy="2423159"/>
          </a:xfrm>
          <a:prstGeom prst="rect">
            <a:avLst/>
          </a:prstGeom>
          <a:noFill/>
        </p:spPr>
        <p:txBody>
          <a:bodyPr wrap="square" lIns="54864" rIns="54864" tIns="27432" bIns="27432" anchor="t">
            <a:noAutofit/>
          </a:bodyPr>
          <a:lstStyle/>
          <a:p>
            <a:pPr algn="l">
              <a:lnSpc>
                <a:spcPct val="125000"/>
              </a:lnSpc>
            </a:pPr>
            <a:r>
              <a:rPr sz="1500" b="0" i="0">
                <a:solidFill>
                  <a:srgbClr val="2B2B2B"/>
                </a:solidFill>
              </a:rPr>
              <a:t>내용을 입력하세요</a:t>
            </a:r>
          </a:p>
        </p:txBody>
      </p:sp>
      <p:sp>
        <p:nvSpPr>
          <p:cNvPr id="27" name="안내 문구"/>
          <p:cNvSpPr txBox="1"/>
          <p:nvPr/>
        </p:nvSpPr>
        <p:spPr>
          <a:xfrm>
            <a:off x="777240" y="5669280"/>
            <a:ext cx="10637215" cy="548640"/>
          </a:xfrm>
          <a:prstGeom prst="rect">
            <a:avLst/>
          </a:prstGeom>
          <a:noFill/>
        </p:spPr>
        <p:txBody>
          <a:bodyPr wrap="square" lIns="54864" rIns="54864" tIns="27432" bIns="27432" anchor="t">
            <a:noAutofit/>
          </a:bodyPr>
          <a:lstStyle/>
          <a:p>
            <a:pPr algn="l">
              <a:lnSpc>
                <a:spcPct val="115000"/>
              </a:lnSpc>
            </a:pPr>
            <a:r>
              <a:rPr sz="1100" b="0" i="1">
                <a:solidFill>
                  <a:srgbClr val="777777"/>
                </a:solidFill>
              </a:rPr>
              <a:t>이 양식은 가입 내용을 스스로 정리하기 위한 것이며 보험 가입을 권유하거나 보장의 적정성을 판단하지 않습니다. 정확한 내용은 증권·약관과 가입한 보험회사에서 확인하세요.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보험 보장 점검 발표자료(사업장 점검)">
  <a:themeElements>
    <a:clrScheme name="Office">
      <a:dk1>
        <a:sysClr val="windowText" lastClr="000000"/>
      </a:dk1>
      <a:lt1>
        <a:sysClr val="window" lastClr="FFFFFF"/>
      </a:lt1>
      <a:dk2>
        <a:srgbClr val="3A2918"/>
      </a:dk2>
      <a:lt2>
        <a:srgbClr val="F9F5F1"/>
      </a:lt2>
      <a:accent1>
        <a:srgbClr val="7B5732"/>
      </a:accent1>
      <a:accent2>
        <a:srgbClr val="3B9191"/>
      </a:accent2>
      <a:accent3>
        <a:srgbClr val="3A2918"/>
      </a:accent3>
      <a:accent4>
        <a:srgbClr val="EFE0D2"/>
      </a:accent4>
      <a:accent5>
        <a:srgbClr val="5B7462"/>
      </a:accent5>
      <a:accent6>
        <a:srgbClr val="897F74"/>
      </a:accent6>
      <a:hlink>
        <a:srgbClr val="7B5732"/>
      </a:hlink>
      <a:folHlink>
        <a:srgbClr val="3A2918"/>
      </a:folHlink>
    </a:clrScheme>
    <a:fontScheme name="Office">
      <a:majorFont>
        <a:latin typeface="맑은 고딕"/>
        <a:ea typeface="맑은 고딕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맑은 고딕"/>
        <a:ea typeface="맑은 고딕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보험 보장 점검 발표자료(사업장 점검)</dc:title>
  <dc:subject/>
  <dc:creator>우체국보험 상담 안내</dc:creator>
  <cp:keywords/>
  <dc:description>자유롭게 편집해서 사용하세요.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