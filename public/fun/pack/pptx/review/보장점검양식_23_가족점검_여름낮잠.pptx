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F22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방학 동안 가족 회의로 정리합니다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14F22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D9640"/>
                      </a:solidFill>
                      <a:prstDash val="solid"/>
                    </a:lnL>
                    <a:lnR w="9525" cap="flat" cmpd="sng" algn="ctr">
                      <a:solidFill>
                        <a:srgbClr val="5D9640"/>
                      </a:solidFill>
                      <a:prstDash val="solid"/>
                    </a:lnR>
                    <a:lnT w="9525" cap="flat" cmpd="sng" algn="ctr">
                      <a:solidFill>
                        <a:srgbClr val="5D9640"/>
                      </a:solidFill>
                      <a:prstDash val="solid"/>
                    </a:lnT>
                    <a:lnB w="9525" cap="flat" cmpd="sng" algn="ctr">
                      <a:solidFill>
                        <a:srgbClr val="5D9640"/>
                      </a:solidFill>
                      <a:prstDash val="solid"/>
                    </a:lnB>
                    <a:solidFill>
                      <a:srgbClr val="5D964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14F22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F22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F22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14F22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3F9F1"/>
          </a:solidFill>
          <a:ln w="15875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F22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