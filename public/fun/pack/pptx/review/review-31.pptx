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6371898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6048985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520865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692582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6493121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724478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56110"/>
                </a:solidFill>
              </a:rPr>
              <a:t>우리 보험 점검 시간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56110"/>
                </a:solidFill>
              </a:rPr>
              <a:t>은행잎처럼 하나씩 모아 보는 가입 내역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56110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AB1C"/>
                      </a:solidFill>
                      <a:prstDash val="solid"/>
                    </a:lnL>
                    <a:lnR w="9525" cap="flat" cmpd="sng" algn="ctr">
                      <a:solidFill>
                        <a:srgbClr val="CEAB1C"/>
                      </a:solidFill>
                      <a:prstDash val="solid"/>
                    </a:lnR>
                    <a:lnT w="9525" cap="flat" cmpd="sng" algn="ctr">
                      <a:solidFill>
                        <a:srgbClr val="CEAB1C"/>
                      </a:solidFill>
                      <a:prstDash val="solid"/>
                    </a:lnT>
                    <a:lnB w="9525" cap="flat" cmpd="sng" algn="ctr">
                      <a:solidFill>
                        <a:srgbClr val="CEAB1C"/>
                      </a:solidFill>
                      <a:prstDash val="solid"/>
                    </a:lnB>
                    <a:solidFill>
                      <a:srgbClr val="CEAB1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5611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9EF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9EFC8"/>
                      </a:solidFill>
                      <a:prstDash val="solid"/>
                    </a:lnL>
                    <a:lnR w="9525" cap="flat" cmpd="sng" algn="ctr">
                      <a:solidFill>
                        <a:srgbClr val="F9EFC8"/>
                      </a:solidFill>
                      <a:prstDash val="solid"/>
                    </a:lnR>
                    <a:lnT w="9525" cap="flat" cmpd="sng" algn="ctr">
                      <a:solidFill>
                        <a:srgbClr val="F9EFC8"/>
                      </a:solidFill>
                      <a:prstDash val="solid"/>
                    </a:lnT>
                    <a:lnB w="9525" cap="flat" cmpd="sng" algn="ctr">
                      <a:solidFill>
                        <a:srgbClr val="F9EFC8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56110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56110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56110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11170278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10974573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10654501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10758572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11243747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10777902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9E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56110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