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36575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108868" y="2880360"/>
            <a:ext cx="1097280" cy="109728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4632844" y="2148840"/>
            <a:ext cx="6705432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2844" y="2606040"/>
            <a:ext cx="6705432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4632844" y="3886200"/>
            <a:ext cx="6705432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크면서 바뀐 것을 확인합니다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4632844" y="4754880"/>
            <a:ext cx="6705432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가족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2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249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249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249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8B1E1"/>
                      </a:solidFill>
                      <a:prstDash val="solid"/>
                    </a:lnL>
                    <a:lnR w="9525" cap="flat" cmpd="sng" algn="ctr">
                      <a:solidFill>
                        <a:srgbClr val="98B1E1"/>
                      </a:solidFill>
                      <a:prstDash val="solid"/>
                    </a:lnR>
                    <a:lnT w="9525" cap="flat" cmpd="sng" algn="ctr">
                      <a:solidFill>
                        <a:srgbClr val="98B1E1"/>
                      </a:solidFill>
                      <a:prstDash val="solid"/>
                    </a:lnT>
                    <a:lnB w="9525" cap="flat" cmpd="sng" algn="ctr">
                      <a:solidFill>
                        <a:srgbClr val="98B1E1"/>
                      </a:solidFill>
                      <a:prstDash val="solid"/>
                    </a:lnB>
                    <a:solidFill>
                      <a:srgbClr val="98B1E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2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2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2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2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2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2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2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2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1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8B1E1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249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1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8B1E1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249"/>
                </a:solidFill>
              </a:rPr>
              <a:t>연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1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8B1E1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3249"/>
                </a:solidFill>
              </a:rPr>
              <a:t>월 소득 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9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donu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3749039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1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8B1E1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3749039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1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8B1E1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문의할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783080"/>
            <a:ext cx="3484778" cy="3749039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B1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8B1E1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정리할 날짜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2461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9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273249"/>
      </a:dk2>
      <a:lt2>
        <a:srgbClr val="ECF1FB"/>
      </a:lt2>
      <a:accent1>
        <a:srgbClr val="98B1E1"/>
      </a:accent1>
      <a:accent2>
        <a:srgbClr val="BFB8EA"/>
      </a:accent2>
      <a:accent3>
        <a:srgbClr val="273249"/>
      </a:accent3>
      <a:accent4>
        <a:srgbClr val="D5E0F6"/>
      </a:accent4>
      <a:accent5>
        <a:srgbClr val="ACB4E6"/>
      </a:accent5>
      <a:accent6>
        <a:srgbClr val="7D8492"/>
      </a:accent6>
      <a:hlink>
        <a:srgbClr val="98B1E1"/>
      </a:hlink>
      <a:folHlink>
        <a:srgbClr val="2732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