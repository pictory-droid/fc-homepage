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갱신 시기를 달력에 표시합니다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3535C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3535C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3535C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