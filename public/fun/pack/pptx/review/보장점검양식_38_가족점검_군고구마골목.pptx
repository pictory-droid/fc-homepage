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1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827349" y="2057400"/>
            <a:ext cx="1463003" cy="4800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C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8412269" y="1577339"/>
            <a:ext cx="1463003" cy="52806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997190" y="1097279"/>
            <a:ext cx="1463003" cy="57607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1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우리 보험 점검 시간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가족이 모였을 때 같이 봅니다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가족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ellipse">
            <a:avLst/>
          </a:prstGeom>
          <a:solidFill>
            <a:srgbClr val="D89C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9C79"/>
                      </a:solidFill>
                      <a:prstDash val="solid"/>
                    </a:lnL>
                    <a:lnR w="9525" cap="flat" cmpd="sng" algn="ctr">
                      <a:solidFill>
                        <a:srgbClr val="D89C79"/>
                      </a:solidFill>
                      <a:prstDash val="solid"/>
                    </a:lnR>
                    <a:lnT w="9525" cap="flat" cmpd="sng" algn="ctr">
                      <a:solidFill>
                        <a:srgbClr val="D89C79"/>
                      </a:solidFill>
                      <a:prstDash val="solid"/>
                    </a:lnT>
                    <a:lnB w="9525" cap="flat" cmpd="sng" algn="ctr">
                      <a:solidFill>
                        <a:srgbClr val="D89C79"/>
                      </a:solidFill>
                      <a:prstDash val="solid"/>
                    </a:lnB>
                    <a:solidFill>
                      <a:srgbClr val="D89C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9C79"/>
                      </a:solidFill>
                      <a:prstDash val="solid"/>
                    </a:lnL>
                    <a:lnR w="9525" cap="flat" cmpd="sng" algn="ctr">
                      <a:solidFill>
                        <a:srgbClr val="D89C79"/>
                      </a:solidFill>
                      <a:prstDash val="solid"/>
                    </a:lnR>
                    <a:lnT w="9525" cap="flat" cmpd="sng" algn="ctr">
                      <a:solidFill>
                        <a:srgbClr val="D89C79"/>
                      </a:solidFill>
                      <a:prstDash val="solid"/>
                    </a:lnT>
                    <a:lnB w="9525" cap="flat" cmpd="sng" algn="ctr">
                      <a:solidFill>
                        <a:srgbClr val="D89C79"/>
                      </a:solidFill>
                      <a:prstDash val="solid"/>
                    </a:lnB>
                    <a:solidFill>
                      <a:srgbClr val="D89C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9C79"/>
                      </a:solidFill>
                      <a:prstDash val="solid"/>
                    </a:lnL>
                    <a:lnR w="9525" cap="flat" cmpd="sng" algn="ctr">
                      <a:solidFill>
                        <a:srgbClr val="D89C79"/>
                      </a:solidFill>
                      <a:prstDash val="solid"/>
                    </a:lnR>
                    <a:lnT w="9525" cap="flat" cmpd="sng" algn="ctr">
                      <a:solidFill>
                        <a:srgbClr val="D89C79"/>
                      </a:solidFill>
                      <a:prstDash val="solid"/>
                    </a:lnT>
                    <a:lnB w="9525" cap="flat" cmpd="sng" algn="ctr">
                      <a:solidFill>
                        <a:srgbClr val="D89C79"/>
                      </a:solidFill>
                      <a:prstDash val="solid"/>
                    </a:lnB>
                    <a:solidFill>
                      <a:srgbClr val="D89C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9C79"/>
                      </a:solidFill>
                      <a:prstDash val="solid"/>
                    </a:lnL>
                    <a:lnR w="9525" cap="flat" cmpd="sng" algn="ctr">
                      <a:solidFill>
                        <a:srgbClr val="D89C79"/>
                      </a:solidFill>
                      <a:prstDash val="solid"/>
                    </a:lnR>
                    <a:lnT w="9525" cap="flat" cmpd="sng" algn="ctr">
                      <a:solidFill>
                        <a:srgbClr val="D89C79"/>
                      </a:solidFill>
                      <a:prstDash val="solid"/>
                    </a:lnT>
                    <a:lnB w="9525" cap="flat" cmpd="sng" algn="ctr">
                      <a:solidFill>
                        <a:srgbClr val="D89C79"/>
                      </a:solidFill>
                      <a:prstDash val="solid"/>
                    </a:lnB>
                    <a:solidFill>
                      <a:srgbClr val="D89C7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427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6E1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427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6E1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427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6E1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427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6E1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ellipse">
            <a:avLst/>
          </a:prstGeom>
          <a:solidFill>
            <a:srgbClr val="D89C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9C79"/>
                      </a:solidFill>
                      <a:prstDash val="solid"/>
                    </a:lnL>
                    <a:lnR w="9525" cap="flat" cmpd="sng" algn="ctr">
                      <a:solidFill>
                        <a:srgbClr val="D89C79"/>
                      </a:solidFill>
                      <a:prstDash val="solid"/>
                    </a:lnR>
                    <a:lnT w="9525" cap="flat" cmpd="sng" algn="ctr">
                      <a:solidFill>
                        <a:srgbClr val="D89C79"/>
                      </a:solidFill>
                      <a:prstDash val="solid"/>
                    </a:lnT>
                    <a:lnB w="9525" cap="flat" cmpd="sng" algn="ctr">
                      <a:solidFill>
                        <a:srgbClr val="D89C79"/>
                      </a:solidFill>
                      <a:prstDash val="solid"/>
                    </a:lnB>
                    <a:solidFill>
                      <a:srgbClr val="D89C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9C79"/>
                      </a:solidFill>
                      <a:prstDash val="solid"/>
                    </a:lnL>
                    <a:lnR w="9525" cap="flat" cmpd="sng" algn="ctr">
                      <a:solidFill>
                        <a:srgbClr val="D89C79"/>
                      </a:solidFill>
                      <a:prstDash val="solid"/>
                    </a:lnR>
                    <a:lnT w="9525" cap="flat" cmpd="sng" algn="ctr">
                      <a:solidFill>
                        <a:srgbClr val="D89C79"/>
                      </a:solidFill>
                      <a:prstDash val="solid"/>
                    </a:lnT>
                    <a:lnB w="9525" cap="flat" cmpd="sng" algn="ctr">
                      <a:solidFill>
                        <a:srgbClr val="D89C79"/>
                      </a:solidFill>
                      <a:prstDash val="solid"/>
                    </a:lnB>
                    <a:solidFill>
                      <a:srgbClr val="D89C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9C79"/>
                      </a:solidFill>
                      <a:prstDash val="solid"/>
                    </a:lnL>
                    <a:lnR w="9525" cap="flat" cmpd="sng" algn="ctr">
                      <a:solidFill>
                        <a:srgbClr val="D89C79"/>
                      </a:solidFill>
                      <a:prstDash val="solid"/>
                    </a:lnR>
                    <a:lnT w="9525" cap="flat" cmpd="sng" algn="ctr">
                      <a:solidFill>
                        <a:srgbClr val="D89C79"/>
                      </a:solidFill>
                      <a:prstDash val="solid"/>
                    </a:lnT>
                    <a:lnB w="9525" cap="flat" cmpd="sng" algn="ctr">
                      <a:solidFill>
                        <a:srgbClr val="D89C79"/>
                      </a:solidFill>
                      <a:prstDash val="solid"/>
                    </a:lnB>
                    <a:solidFill>
                      <a:srgbClr val="D89C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9C79"/>
                      </a:solidFill>
                      <a:prstDash val="solid"/>
                    </a:lnL>
                    <a:lnR w="9525" cap="flat" cmpd="sng" algn="ctr">
                      <a:solidFill>
                        <a:srgbClr val="D89C79"/>
                      </a:solidFill>
                      <a:prstDash val="solid"/>
                    </a:lnR>
                    <a:lnT w="9525" cap="flat" cmpd="sng" algn="ctr">
                      <a:solidFill>
                        <a:srgbClr val="D89C79"/>
                      </a:solidFill>
                      <a:prstDash val="solid"/>
                    </a:lnT>
                    <a:lnB w="9525" cap="flat" cmpd="sng" algn="ctr">
                      <a:solidFill>
                        <a:srgbClr val="D89C79"/>
                      </a:solidFill>
                      <a:prstDash val="solid"/>
                    </a:lnB>
                    <a:solidFill>
                      <a:srgbClr val="D89C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9C79"/>
                      </a:solidFill>
                      <a:prstDash val="solid"/>
                    </a:lnL>
                    <a:lnR w="9525" cap="flat" cmpd="sng" algn="ctr">
                      <a:solidFill>
                        <a:srgbClr val="D89C79"/>
                      </a:solidFill>
                      <a:prstDash val="solid"/>
                    </a:lnR>
                    <a:lnT w="9525" cap="flat" cmpd="sng" algn="ctr">
                      <a:solidFill>
                        <a:srgbClr val="D89C79"/>
                      </a:solidFill>
                      <a:prstDash val="solid"/>
                    </a:lnT>
                    <a:lnB w="9525" cap="flat" cmpd="sng" algn="ctr">
                      <a:solidFill>
                        <a:srgbClr val="D89C79"/>
                      </a:solidFill>
                      <a:prstDash val="solid"/>
                    </a:lnB>
                    <a:solidFill>
                      <a:srgbClr val="D89C7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ellipse">
            <a:avLst/>
          </a:prstGeom>
          <a:solidFill>
            <a:srgbClr val="D89C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9C79"/>
                      </a:solidFill>
                      <a:prstDash val="solid"/>
                    </a:lnL>
                    <a:lnR w="9525" cap="flat" cmpd="sng" algn="ctr">
                      <a:solidFill>
                        <a:srgbClr val="D89C79"/>
                      </a:solidFill>
                      <a:prstDash val="solid"/>
                    </a:lnR>
                    <a:lnT w="9525" cap="flat" cmpd="sng" algn="ctr">
                      <a:solidFill>
                        <a:srgbClr val="D89C79"/>
                      </a:solidFill>
                      <a:prstDash val="solid"/>
                    </a:lnT>
                    <a:lnB w="9525" cap="flat" cmpd="sng" algn="ctr">
                      <a:solidFill>
                        <a:srgbClr val="D89C79"/>
                      </a:solidFill>
                      <a:prstDash val="solid"/>
                    </a:lnB>
                    <a:solidFill>
                      <a:srgbClr val="D89C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9C79"/>
                      </a:solidFill>
                      <a:prstDash val="solid"/>
                    </a:lnL>
                    <a:lnR w="9525" cap="flat" cmpd="sng" algn="ctr">
                      <a:solidFill>
                        <a:srgbClr val="D89C79"/>
                      </a:solidFill>
                      <a:prstDash val="solid"/>
                    </a:lnR>
                    <a:lnT w="9525" cap="flat" cmpd="sng" algn="ctr">
                      <a:solidFill>
                        <a:srgbClr val="D89C79"/>
                      </a:solidFill>
                      <a:prstDash val="solid"/>
                    </a:lnT>
                    <a:lnB w="9525" cap="flat" cmpd="sng" algn="ctr">
                      <a:solidFill>
                        <a:srgbClr val="D89C79"/>
                      </a:solidFill>
                      <a:prstDash val="solid"/>
                    </a:lnB>
                    <a:solidFill>
                      <a:srgbClr val="D89C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9C79"/>
                      </a:solidFill>
                      <a:prstDash val="solid"/>
                    </a:lnL>
                    <a:lnR w="9525" cap="flat" cmpd="sng" algn="ctr">
                      <a:solidFill>
                        <a:srgbClr val="D89C79"/>
                      </a:solidFill>
                      <a:prstDash val="solid"/>
                    </a:lnR>
                    <a:lnT w="9525" cap="flat" cmpd="sng" algn="ctr">
                      <a:solidFill>
                        <a:srgbClr val="D89C79"/>
                      </a:solidFill>
                      <a:prstDash val="solid"/>
                    </a:lnT>
                    <a:lnB w="9525" cap="flat" cmpd="sng" algn="ctr">
                      <a:solidFill>
                        <a:srgbClr val="D89C79"/>
                      </a:solidFill>
                      <a:prstDash val="solid"/>
                    </a:lnB>
                    <a:solidFill>
                      <a:srgbClr val="D89C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9C79"/>
                      </a:solidFill>
                      <a:prstDash val="solid"/>
                    </a:lnL>
                    <a:lnR w="9525" cap="flat" cmpd="sng" algn="ctr">
                      <a:solidFill>
                        <a:srgbClr val="D89C79"/>
                      </a:solidFill>
                      <a:prstDash val="solid"/>
                    </a:lnR>
                    <a:lnT w="9525" cap="flat" cmpd="sng" algn="ctr">
                      <a:solidFill>
                        <a:srgbClr val="D89C79"/>
                      </a:solidFill>
                      <a:prstDash val="solid"/>
                    </a:lnT>
                    <a:lnB w="9525" cap="flat" cmpd="sng" algn="ctr">
                      <a:solidFill>
                        <a:srgbClr val="D89C79"/>
                      </a:solidFill>
                      <a:prstDash val="solid"/>
                    </a:lnB>
                    <a:solidFill>
                      <a:srgbClr val="D89C7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427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6E1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427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6E1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427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6E1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427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6E1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427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6E1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427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6E1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427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6E1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427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6E1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1D5"/>
                      </a:solidFill>
                      <a:prstDash val="solid"/>
                    </a:lnL>
                    <a:lnR w="9525" cap="flat" cmpd="sng" algn="ctr">
                      <a:solidFill>
                        <a:srgbClr val="F6E1D5"/>
                      </a:solidFill>
                      <a:prstDash val="solid"/>
                    </a:lnR>
                    <a:lnT w="9525" cap="flat" cmpd="sng" algn="ctr">
                      <a:solidFill>
                        <a:srgbClr val="F6E1D5"/>
                      </a:solidFill>
                      <a:prstDash val="solid"/>
                    </a:lnT>
                    <a:lnB w="9525" cap="flat" cmpd="sng" algn="ctr">
                      <a:solidFill>
                        <a:srgbClr val="F6E1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ellipse">
            <a:avLst/>
          </a:prstGeom>
          <a:solidFill>
            <a:srgbClr val="D89C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783080"/>
            <a:ext cx="3484778" cy="2926080"/>
          </a:xfrm>
          <a:prstGeom prst="roundRect">
            <a:avLst>
              <a:gd name="adj" fmla="val 4000"/>
            </a:avLst>
          </a:prstGeom>
          <a:solidFill>
            <a:srgbClr val="FB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포인트 막대"/>
          <p:cNvSpPr/>
          <p:nvPr/>
        </p:nvSpPr>
        <p:spPr>
          <a:xfrm>
            <a:off x="640080" y="1892807"/>
            <a:ext cx="54864" cy="2706624"/>
          </a:xfrm>
          <a:prstGeom prst="rect">
            <a:avLst/>
          </a:prstGeom>
          <a:solidFill>
            <a:srgbClr val="D89C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D89C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3427"/>
                </a:solidFill>
              </a:rPr>
              <a:t>월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1783080"/>
            <a:ext cx="3484778" cy="2926080"/>
          </a:xfrm>
          <a:prstGeom prst="roundRect">
            <a:avLst>
              <a:gd name="adj" fmla="val 4000"/>
            </a:avLst>
          </a:prstGeom>
          <a:solidFill>
            <a:srgbClr val="FB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포인트 막대"/>
          <p:cNvSpPr/>
          <p:nvPr/>
        </p:nvSpPr>
        <p:spPr>
          <a:xfrm>
            <a:off x="4353458" y="1892807"/>
            <a:ext cx="54864" cy="2706624"/>
          </a:xfrm>
          <a:prstGeom prst="rect">
            <a:avLst/>
          </a:prstGeom>
          <a:solidFill>
            <a:srgbClr val="D89C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D89C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3427"/>
                </a:solidFill>
              </a:rPr>
              <a:t>연 보험료 합계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1783080"/>
            <a:ext cx="3484778" cy="2926080"/>
          </a:xfrm>
          <a:prstGeom prst="roundRect">
            <a:avLst>
              <a:gd name="adj" fmla="val 4000"/>
            </a:avLst>
          </a:prstGeom>
          <a:solidFill>
            <a:srgbClr val="FB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포인트 막대"/>
          <p:cNvSpPr/>
          <p:nvPr/>
        </p:nvSpPr>
        <p:spPr>
          <a:xfrm>
            <a:off x="8066836" y="1892807"/>
            <a:ext cx="54864" cy="2706624"/>
          </a:xfrm>
          <a:prstGeom prst="rect">
            <a:avLst/>
          </a:prstGeom>
          <a:solidFill>
            <a:srgbClr val="D89C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D89C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3427"/>
                </a:solidFill>
              </a:rPr>
              <a:t>월 소득 대비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22" name="안내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ellipse">
            <a:avLst/>
          </a:prstGeom>
          <a:solidFill>
            <a:srgbClr val="D89C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783080"/>
            <a:ext cx="3484778" cy="3749039"/>
          </a:xfrm>
          <a:prstGeom prst="roundRect">
            <a:avLst>
              <a:gd name="adj" fmla="val 4000"/>
            </a:avLst>
          </a:prstGeom>
          <a:solidFill>
            <a:srgbClr val="FB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포인트 막대"/>
          <p:cNvSpPr/>
          <p:nvPr/>
        </p:nvSpPr>
        <p:spPr>
          <a:xfrm>
            <a:off x="640080" y="1892807"/>
            <a:ext cx="54864" cy="3529583"/>
          </a:xfrm>
          <a:prstGeom prst="rect">
            <a:avLst/>
          </a:prstGeom>
          <a:solidFill>
            <a:srgbClr val="D89C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D89C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427"/>
                </a:solidFill>
              </a:rPr>
              <a:t>확인할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1783080"/>
            <a:ext cx="3484778" cy="3749039"/>
          </a:xfrm>
          <a:prstGeom prst="roundRect">
            <a:avLst>
              <a:gd name="adj" fmla="val 4000"/>
            </a:avLst>
          </a:prstGeom>
          <a:solidFill>
            <a:srgbClr val="FB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포인트 막대"/>
          <p:cNvSpPr/>
          <p:nvPr/>
        </p:nvSpPr>
        <p:spPr>
          <a:xfrm>
            <a:off x="4353458" y="1892807"/>
            <a:ext cx="54864" cy="3529583"/>
          </a:xfrm>
          <a:prstGeom prst="rect">
            <a:avLst/>
          </a:prstGeom>
          <a:solidFill>
            <a:srgbClr val="D89C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D89C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427"/>
                </a:solidFill>
              </a:rPr>
              <a:t>문의할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32461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1783080"/>
            <a:ext cx="3484778" cy="3749039"/>
          </a:xfrm>
          <a:prstGeom prst="roundRect">
            <a:avLst>
              <a:gd name="adj" fmla="val 4000"/>
            </a:avLst>
          </a:prstGeom>
          <a:solidFill>
            <a:srgbClr val="FB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포인트 막대"/>
          <p:cNvSpPr/>
          <p:nvPr/>
        </p:nvSpPr>
        <p:spPr>
          <a:xfrm>
            <a:off x="8066836" y="1892807"/>
            <a:ext cx="54864" cy="3529583"/>
          </a:xfrm>
          <a:prstGeom prst="rect">
            <a:avLst/>
          </a:prstGeom>
          <a:solidFill>
            <a:srgbClr val="D89C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D89C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427"/>
                </a:solidFill>
              </a:rPr>
              <a:t>정리할 날짜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2461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22" name="안내 문구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493427"/>
      </a:dk2>
      <a:lt2>
        <a:srgbClr val="FBF2EC"/>
      </a:lt2>
      <a:accent1>
        <a:srgbClr val="D89C79"/>
      </a:accent1>
      <a:accent2>
        <a:srgbClr val="E1D598"/>
      </a:accent2>
      <a:accent3>
        <a:srgbClr val="493427"/>
      </a:accent3>
      <a:accent4>
        <a:srgbClr val="F6E1D5"/>
      </a:accent4>
      <a:accent5>
        <a:srgbClr val="DCB888"/>
      </a:accent5>
      <a:accent6>
        <a:srgbClr val="92857D"/>
      </a:accent6>
      <a:hlink>
        <a:srgbClr val="D89C79"/>
      </a:hlink>
      <a:folHlink>
        <a:srgbClr val="4934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