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명절에 모였을 때 같이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13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13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13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13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76753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296058"/>
                <a:gridCol w="2296058"/>
                <a:gridCol w="229605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13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13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13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13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822960" y="4663440"/>
            <a:ext cx="1054577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