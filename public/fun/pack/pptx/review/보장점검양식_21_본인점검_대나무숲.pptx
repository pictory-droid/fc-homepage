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5F5B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5B"/>
                </a:solidFill>
              </a:rPr>
              <a:t>휴가 가기 전에 한 번 훑어봅니다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본인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1FA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26C5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B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55448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D"/>
                      </a:solidFill>
                      <a:prstDash val="solid"/>
                    </a:lnL>
                    <a:lnR w="9525" cap="flat" cmpd="sng" algn="ctr">
                      <a:solidFill>
                        <a:srgbClr val="26C5BD"/>
                      </a:solidFill>
                      <a:prstDash val="solid"/>
                    </a:lnR>
                    <a:lnT w="9525" cap="flat" cmpd="sng" algn="ctr">
                      <a:solidFill>
                        <a:srgbClr val="26C5BD"/>
                      </a:solidFill>
                      <a:prstDash val="solid"/>
                    </a:lnT>
                    <a:lnB w="9525" cap="flat" cmpd="sng" algn="ctr">
                      <a:solidFill>
                        <a:srgbClr val="26C5BD"/>
                      </a:solidFill>
                      <a:prstDash val="solid"/>
                    </a:lnB>
                    <a:solidFill>
                      <a:srgbClr val="26C5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D"/>
                      </a:solidFill>
                      <a:prstDash val="solid"/>
                    </a:lnL>
                    <a:lnR w="9525" cap="flat" cmpd="sng" algn="ctr">
                      <a:solidFill>
                        <a:srgbClr val="26C5BD"/>
                      </a:solidFill>
                      <a:prstDash val="solid"/>
                    </a:lnR>
                    <a:lnT w="9525" cap="flat" cmpd="sng" algn="ctr">
                      <a:solidFill>
                        <a:srgbClr val="26C5BD"/>
                      </a:solidFill>
                      <a:prstDash val="solid"/>
                    </a:lnT>
                    <a:lnB w="9525" cap="flat" cmpd="sng" algn="ctr">
                      <a:solidFill>
                        <a:srgbClr val="26C5BD"/>
                      </a:solidFill>
                      <a:prstDash val="solid"/>
                    </a:lnB>
                    <a:solidFill>
                      <a:srgbClr val="26C5BD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15F5B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D1F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15F5B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D1F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15F5B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D1F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15F5B"/>
                          </a:solidFill>
                        </a:rPr>
                        <a:t>가족 구성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D1F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1FA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26C5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B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55448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D"/>
                      </a:solidFill>
                      <a:prstDash val="solid"/>
                    </a:lnL>
                    <a:lnR w="9525" cap="flat" cmpd="sng" algn="ctr">
                      <a:solidFill>
                        <a:srgbClr val="26C5BD"/>
                      </a:solidFill>
                      <a:prstDash val="solid"/>
                    </a:lnR>
                    <a:lnT w="9525" cap="flat" cmpd="sng" algn="ctr">
                      <a:solidFill>
                        <a:srgbClr val="26C5BD"/>
                      </a:solidFill>
                      <a:prstDash val="solid"/>
                    </a:lnT>
                    <a:lnB w="9525" cap="flat" cmpd="sng" algn="ctr">
                      <a:solidFill>
                        <a:srgbClr val="26C5BD"/>
                      </a:solidFill>
                      <a:prstDash val="solid"/>
                    </a:lnB>
                    <a:solidFill>
                      <a:srgbClr val="26C5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D"/>
                      </a:solidFill>
                      <a:prstDash val="solid"/>
                    </a:lnL>
                    <a:lnR w="9525" cap="flat" cmpd="sng" algn="ctr">
                      <a:solidFill>
                        <a:srgbClr val="26C5BD"/>
                      </a:solidFill>
                      <a:prstDash val="solid"/>
                    </a:lnR>
                    <a:lnT w="9525" cap="flat" cmpd="sng" algn="ctr">
                      <a:solidFill>
                        <a:srgbClr val="26C5BD"/>
                      </a:solidFill>
                      <a:prstDash val="solid"/>
                    </a:lnT>
                    <a:lnB w="9525" cap="flat" cmpd="sng" algn="ctr">
                      <a:solidFill>
                        <a:srgbClr val="26C5BD"/>
                      </a:solidFill>
                      <a:prstDash val="solid"/>
                    </a:lnB>
                    <a:solidFill>
                      <a:srgbClr val="26C5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D"/>
                      </a:solidFill>
                      <a:prstDash val="solid"/>
                    </a:lnL>
                    <a:lnR w="9525" cap="flat" cmpd="sng" algn="ctr">
                      <a:solidFill>
                        <a:srgbClr val="26C5BD"/>
                      </a:solidFill>
                      <a:prstDash val="solid"/>
                    </a:lnR>
                    <a:lnT w="9525" cap="flat" cmpd="sng" algn="ctr">
                      <a:solidFill>
                        <a:srgbClr val="26C5BD"/>
                      </a:solidFill>
                      <a:prstDash val="solid"/>
                    </a:lnT>
                    <a:lnB w="9525" cap="flat" cmpd="sng" algn="ctr">
                      <a:solidFill>
                        <a:srgbClr val="26C5BD"/>
                      </a:solidFill>
                      <a:prstDash val="solid"/>
                    </a:lnB>
                    <a:solidFill>
                      <a:srgbClr val="26C5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D"/>
                      </a:solidFill>
                      <a:prstDash val="solid"/>
                    </a:lnL>
                    <a:lnR w="9525" cap="flat" cmpd="sng" algn="ctr">
                      <a:solidFill>
                        <a:srgbClr val="26C5BD"/>
                      </a:solidFill>
                      <a:prstDash val="solid"/>
                    </a:lnR>
                    <a:lnT w="9525" cap="flat" cmpd="sng" algn="ctr">
                      <a:solidFill>
                        <a:srgbClr val="26C5BD"/>
                      </a:solidFill>
                      <a:prstDash val="solid"/>
                    </a:lnT>
                    <a:lnB w="9525" cap="flat" cmpd="sng" algn="ctr">
                      <a:solidFill>
                        <a:srgbClr val="26C5BD"/>
                      </a:solidFill>
                      <a:prstDash val="solid"/>
                    </a:lnB>
                    <a:solidFill>
                      <a:srgbClr val="26C5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D"/>
                      </a:solidFill>
                      <a:prstDash val="solid"/>
                    </a:lnL>
                    <a:lnR w="9525" cap="flat" cmpd="sng" algn="ctr">
                      <a:solidFill>
                        <a:srgbClr val="26C5BD"/>
                      </a:solidFill>
                      <a:prstDash val="solid"/>
                    </a:lnR>
                    <a:lnT w="9525" cap="flat" cmpd="sng" algn="ctr">
                      <a:solidFill>
                        <a:srgbClr val="26C5BD"/>
                      </a:solidFill>
                      <a:prstDash val="solid"/>
                    </a:lnT>
                    <a:lnB w="9525" cap="flat" cmpd="sng" algn="ctr">
                      <a:solidFill>
                        <a:srgbClr val="26C5BD"/>
                      </a:solidFill>
                      <a:prstDash val="solid"/>
                    </a:lnB>
                    <a:solidFill>
                      <a:srgbClr val="26C5B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1FA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26C5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B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55448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D"/>
                      </a:solidFill>
                      <a:prstDash val="solid"/>
                    </a:lnL>
                    <a:lnR w="9525" cap="flat" cmpd="sng" algn="ctr">
                      <a:solidFill>
                        <a:srgbClr val="26C5BD"/>
                      </a:solidFill>
                      <a:prstDash val="solid"/>
                    </a:lnR>
                    <a:lnT w="9525" cap="flat" cmpd="sng" algn="ctr">
                      <a:solidFill>
                        <a:srgbClr val="26C5BD"/>
                      </a:solidFill>
                      <a:prstDash val="solid"/>
                    </a:lnT>
                    <a:lnB w="9525" cap="flat" cmpd="sng" algn="ctr">
                      <a:solidFill>
                        <a:srgbClr val="26C5BD"/>
                      </a:solidFill>
                      <a:prstDash val="solid"/>
                    </a:lnB>
                    <a:solidFill>
                      <a:srgbClr val="26C5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D"/>
                      </a:solidFill>
                      <a:prstDash val="solid"/>
                    </a:lnL>
                    <a:lnR w="9525" cap="flat" cmpd="sng" algn="ctr">
                      <a:solidFill>
                        <a:srgbClr val="26C5BD"/>
                      </a:solidFill>
                      <a:prstDash val="solid"/>
                    </a:lnR>
                    <a:lnT w="9525" cap="flat" cmpd="sng" algn="ctr">
                      <a:solidFill>
                        <a:srgbClr val="26C5BD"/>
                      </a:solidFill>
                      <a:prstDash val="solid"/>
                    </a:lnT>
                    <a:lnB w="9525" cap="flat" cmpd="sng" algn="ctr">
                      <a:solidFill>
                        <a:srgbClr val="26C5BD"/>
                      </a:solidFill>
                      <a:prstDash val="solid"/>
                    </a:lnB>
                    <a:solidFill>
                      <a:srgbClr val="26C5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D"/>
                      </a:solidFill>
                      <a:prstDash val="solid"/>
                    </a:lnL>
                    <a:lnR w="9525" cap="flat" cmpd="sng" algn="ctr">
                      <a:solidFill>
                        <a:srgbClr val="26C5BD"/>
                      </a:solidFill>
                      <a:prstDash val="solid"/>
                    </a:lnR>
                    <a:lnT w="9525" cap="flat" cmpd="sng" algn="ctr">
                      <a:solidFill>
                        <a:srgbClr val="26C5BD"/>
                      </a:solidFill>
                      <a:prstDash val="solid"/>
                    </a:lnT>
                    <a:lnB w="9525" cap="flat" cmpd="sng" algn="ctr">
                      <a:solidFill>
                        <a:srgbClr val="26C5BD"/>
                      </a:solidFill>
                      <a:prstDash val="solid"/>
                    </a:lnB>
                    <a:solidFill>
                      <a:srgbClr val="26C5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D"/>
                      </a:solidFill>
                      <a:prstDash val="solid"/>
                    </a:lnL>
                    <a:lnR w="9525" cap="flat" cmpd="sng" algn="ctr">
                      <a:solidFill>
                        <a:srgbClr val="26C5BD"/>
                      </a:solidFill>
                      <a:prstDash val="solid"/>
                    </a:lnR>
                    <a:lnT w="9525" cap="flat" cmpd="sng" algn="ctr">
                      <a:solidFill>
                        <a:srgbClr val="26C5BD"/>
                      </a:solidFill>
                      <a:prstDash val="solid"/>
                    </a:lnT>
                    <a:lnB w="9525" cap="flat" cmpd="sng" algn="ctr">
                      <a:solidFill>
                        <a:srgbClr val="26C5BD"/>
                      </a:solidFill>
                      <a:prstDash val="solid"/>
                    </a:lnB>
                    <a:solidFill>
                      <a:srgbClr val="26C5B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5B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D1F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5B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D1F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5B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D1F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5B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D1F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5B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D1F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5B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D1F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5B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D1F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5B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D1F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1FA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26C5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B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55448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5875">
            <a:solidFill>
              <a:srgbClr val="D1FA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37360"/>
            <a:ext cx="457200" cy="457200"/>
          </a:xfrm>
          <a:prstGeom prst="ellipse">
            <a:avLst/>
          </a:prstGeom>
          <a:solidFill>
            <a:srgbClr val="26C5B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5F5B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55448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5875">
            <a:solidFill>
              <a:srgbClr val="D1FA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37360"/>
            <a:ext cx="457200" cy="457200"/>
          </a:xfrm>
          <a:prstGeom prst="ellipse">
            <a:avLst/>
          </a:prstGeom>
          <a:solidFill>
            <a:srgbClr val="26C5B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5F5B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55448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5875">
            <a:solidFill>
              <a:srgbClr val="D1FA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37360"/>
            <a:ext cx="457200" cy="457200"/>
          </a:xfrm>
          <a:prstGeom prst="ellipse">
            <a:avLst/>
          </a:prstGeom>
          <a:solidFill>
            <a:srgbClr val="26C5B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5F5B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175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640080" y="466344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1FA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26C5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B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554480"/>
            <a:ext cx="3484778" cy="3749039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5875">
            <a:solidFill>
              <a:srgbClr val="D1FA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37360"/>
            <a:ext cx="457200" cy="457200"/>
          </a:xfrm>
          <a:prstGeom prst="ellipse">
            <a:avLst/>
          </a:prstGeom>
          <a:solidFill>
            <a:srgbClr val="26C5B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5B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3210458" cy="21488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554480"/>
            <a:ext cx="3484778" cy="3749039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5875">
            <a:solidFill>
              <a:srgbClr val="D1FA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37360"/>
            <a:ext cx="457200" cy="457200"/>
          </a:xfrm>
          <a:prstGeom prst="ellipse">
            <a:avLst/>
          </a:prstGeom>
          <a:solidFill>
            <a:srgbClr val="26C5B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5B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21488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554480"/>
            <a:ext cx="3484778" cy="3749039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5875">
            <a:solidFill>
              <a:srgbClr val="D1FA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37360"/>
            <a:ext cx="457200" cy="457200"/>
          </a:xfrm>
          <a:prstGeom prst="ellipse">
            <a:avLst/>
          </a:prstGeom>
          <a:solidFill>
            <a:srgbClr val="26C5B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5B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17520"/>
            <a:ext cx="3210458" cy="21488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640080" y="53949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본인 점검)">
  <a:themeElements>
    <a:clrScheme name="Office">
      <a:dk1>
        <a:sysClr val="windowText" lastClr="000000"/>
      </a:dk1>
      <a:lt1>
        <a:sysClr val="window" lastClr="FFFFFF"/>
      </a:lt1>
      <a:dk2>
        <a:srgbClr val="115F5B"/>
      </a:dk2>
      <a:lt2>
        <a:srgbClr val="EEFCFB"/>
      </a:lt2>
      <a:accent1>
        <a:srgbClr val="26C5BD"/>
      </a:accent1>
      <a:accent2>
        <a:srgbClr val="209DB6"/>
      </a:accent2>
      <a:accent3>
        <a:srgbClr val="115F5B"/>
      </a:accent3>
      <a:accent4>
        <a:srgbClr val="D1FAF8"/>
      </a:accent4>
      <a:accent5>
        <a:srgbClr val="23B1BA"/>
      </a:accent5>
      <a:accent6>
        <a:srgbClr val="709F9D"/>
      </a:accent6>
      <a:hlink>
        <a:srgbClr val="26C5BD"/>
      </a:hlink>
      <a:folHlink>
        <a:srgbClr val="115F5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발표자료(본인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