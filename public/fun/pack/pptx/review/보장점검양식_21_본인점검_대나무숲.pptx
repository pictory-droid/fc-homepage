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바쁘기 전에 한 번 훑어봅니다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본인 점검 · 날짜 입력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8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7BEA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8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8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7BEA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8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7BEA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8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938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7BEA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8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7BEA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7BEAB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8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274938"/>
      </a:dk2>
      <a:lt2>
        <a:srgbClr val="EAFDF4"/>
      </a:lt2>
      <a:accent1>
        <a:srgbClr val="7BEAB3"/>
      </a:accent1>
      <a:accent2>
        <a:srgbClr val="9FEFED"/>
      </a:accent2>
      <a:accent3>
        <a:srgbClr val="274938"/>
      </a:accent3>
      <a:accent4>
        <a:srgbClr val="D1FAE6"/>
      </a:accent4>
      <a:accent5>
        <a:srgbClr val="8DECD0"/>
      </a:accent5>
      <a:accent6>
        <a:srgbClr val="7D9288"/>
      </a:accent6>
      <a:hlink>
        <a:srgbClr val="7BEAB3"/>
      </a:hlink>
      <a:folHlink>
        <a:srgbClr val="274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