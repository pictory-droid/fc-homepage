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C3629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3629"/>
                </a:solidFill>
              </a:rPr>
              <a:t>휴가 가기 전에 한 번 훑어봅니다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본인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55448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362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3629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3629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3629"/>
                          </a:solidFill>
                        </a:rPr>
                        <a:t>가족 구성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5544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5544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3629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3629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3629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3629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3629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3629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3629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3629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5875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C3629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5875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3736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C3629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5875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3736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C3629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640080" y="46634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5875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5875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3736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5875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3736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본인 점검)">
  <a:themeElements>
    <a:clrScheme name="Office">
      <a:dk1>
        <a:sysClr val="windowText" lastClr="000000"/>
      </a:dk1>
      <a:lt1>
        <a:sysClr val="window" lastClr="FFFFFF"/>
      </a:lt1>
      <a:dk2>
        <a:srgbClr val="1C3629"/>
      </a:dk2>
      <a:lt2>
        <a:srgbClr val="F2F8F5"/>
      </a:lt2>
      <a:accent1>
        <a:srgbClr val="396F54"/>
      </a:accent1>
      <a:accent2>
        <a:srgbClr val="874587"/>
      </a:accent2>
      <a:accent3>
        <a:srgbClr val="1C3629"/>
      </a:accent3>
      <a:accent4>
        <a:srgbClr val="D5ECE0"/>
      </a:accent4>
      <a:accent5>
        <a:srgbClr val="605A6E"/>
      </a:accent5>
      <a:accent6>
        <a:srgbClr val="77867F"/>
      </a:accent6>
      <a:hlink>
        <a:srgbClr val="396F54"/>
      </a:hlink>
      <a:folHlink>
        <a:srgbClr val="1C362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