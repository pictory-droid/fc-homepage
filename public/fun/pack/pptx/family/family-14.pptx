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우리 가족을 소개합니다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비가 와도 마음은 마르지 않는 우리 집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가족 구성원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1410919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5032857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내 공간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778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654796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내 하루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우리 가족 이야기</a:t>
            </a:r>
          </a:p>
        </p:txBody>
      </p:sp>
      <p:sp>
        <p:nvSpPr>
          <p:cNvPr id="12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태어난 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나의 뿌리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7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학창 시절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자라던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21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혼자 시작한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나의 첫 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5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지금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오늘의 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우리 가족의 약속</a:t>
            </a:r>
          </a:p>
        </p:txBody>
      </p:sp>
      <p:sp>
        <p:nvSpPr>
          <p:cNvPr id="12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약속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6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약속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20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약속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062680" y="1006440"/>
            <a:ext cx="170949" cy="17094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741276" y="910058"/>
            <a:ext cx="249208" cy="249208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764025" y="1096992"/>
            <a:ext cx="198443" cy="198443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472208" y="1092764"/>
            <a:ext cx="242583" cy="24258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43669" y="1196033"/>
            <a:ext cx="188847" cy="188847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1633547" y="1125735"/>
            <a:ext cx="219661" cy="219661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0866032" y="980905"/>
            <a:ext cx="158831" cy="1588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가족 사진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114351" y="5637503"/>
            <a:ext cx="419603" cy="419603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779996" y="5400928"/>
            <a:ext cx="611692" cy="611692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835836" y="5859767"/>
            <a:ext cx="487089" cy="48708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119557" y="5849388"/>
            <a:ext cx="595431" cy="595431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049508" y="6102867"/>
            <a:ext cx="463533" cy="463533"/>
          </a:xfrm>
          <a:prstGeom prst="teardrop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515572" y="5930318"/>
            <a:ext cx="539169" cy="539169"/>
          </a:xfrm>
          <a:prstGeom prst="teardrop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8631671" y="5574825"/>
            <a:ext cx="389859" cy="389859"/>
          </a:xfrm>
          <a:prstGeom prst="teardrop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우리 가족을 소개했어요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함께여서 늘 든든합니다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