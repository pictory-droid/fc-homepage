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149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서리 낀 들판을 걷던 아침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2110663" y="1600200"/>
            <a:ext cx="2400300" cy="2400300"/>
          </a:xfrm>
          <a:prstGeom prst="ellipse">
            <a:avLst/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919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남편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549140"/>
            <a:ext cx="51585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680731" y="1600200"/>
            <a:ext cx="2400300" cy="2400300"/>
          </a:xfrm>
          <a:prstGeom prst="ellipse">
            <a:avLst/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7" y="40919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아내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1587" y="4549140"/>
            <a:ext cx="51585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A7887"/>
                </a:solidFill>
              </a:rPr>
              <a:t>처음 만난 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첫 만남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9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A7887"/>
                </a:solidFill>
              </a:rPr>
              <a:t>결혼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함께 시작한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3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A7887"/>
                </a:solidFill>
              </a:rPr>
              <a:t>첫 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우리의 보금자리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17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5A788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A7887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오늘의 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5A788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14149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149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314149"/>
      </a:dk2>
      <a:lt2>
        <a:srgbClr val="F3F5F7"/>
      </a:lt2>
      <a:accent1>
        <a:srgbClr val="5A7887"/>
      </a:accent1>
      <a:accent2>
        <a:srgbClr val="7A5258"/>
      </a:accent2>
      <a:accent3>
        <a:srgbClr val="314149"/>
      </a:accent3>
      <a:accent4>
        <a:srgbClr val="D9E3E8"/>
      </a:accent4>
      <a:accent5>
        <a:srgbClr val="6A6570"/>
      </a:accent5>
      <a:accent6>
        <a:srgbClr val="838D92"/>
      </a:accent6>
      <a:hlink>
        <a:srgbClr val="5A7887"/>
      </a:hlink>
      <a:folHlink>
        <a:srgbClr val="31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