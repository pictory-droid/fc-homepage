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14149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14149"/>
                </a:solidFill>
              </a:rPr>
              <a:t>서리 낀 들판을 걷던 아침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우리 부부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149"/>
                </a:solidFill>
              </a:rPr>
              <a:t>가족 구성원</a:t>
            </a:r>
          </a:p>
        </p:txBody>
      </p:sp>
      <p:sp>
        <p:nvSpPr>
          <p:cNvPr id="4" name="사진 자리"/>
          <p:cNvSpPr/>
          <p:nvPr/>
        </p:nvSpPr>
        <p:spPr>
          <a:xfrm>
            <a:off x="2110663" y="1600200"/>
            <a:ext cx="2400300" cy="2400300"/>
          </a:xfrm>
          <a:prstGeom prst="ellipse">
            <a:avLst/>
          </a:prstGeom>
          <a:solidFill>
            <a:srgbClr val="D9E3E8"/>
          </a:solidFill>
          <a:ln w="19050">
            <a:solidFill>
              <a:srgbClr val="5A788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149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91939"/>
            <a:ext cx="53414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14149"/>
                </a:solidFill>
              </a:rPr>
              <a:t>남편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4549140"/>
            <a:ext cx="51585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680731" y="1600200"/>
            <a:ext cx="2400300" cy="2400300"/>
          </a:xfrm>
          <a:prstGeom prst="ellipse">
            <a:avLst/>
          </a:prstGeom>
          <a:solidFill>
            <a:srgbClr val="D9E3E8"/>
          </a:solidFill>
          <a:ln w="19050">
            <a:solidFill>
              <a:srgbClr val="5A788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149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0147" y="4091939"/>
            <a:ext cx="53414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314149"/>
                </a:solidFill>
              </a:rPr>
              <a:t>아내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4549140"/>
            <a:ext cx="5158587" cy="18516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나의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149"/>
                </a:solidFill>
              </a:rPr>
              <a:t>우리 가족 이야기</a:t>
            </a:r>
          </a:p>
        </p:txBody>
      </p:sp>
      <p:sp>
        <p:nvSpPr>
          <p:cNvPr id="4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때 1"/>
          <p:cNvSpPr/>
          <p:nvPr/>
        </p:nvSpPr>
        <p:spPr>
          <a:xfrm>
            <a:off x="1802853" y="3154680"/>
            <a:ext cx="402336" cy="402336"/>
          </a:xfrm>
          <a:prstGeom prst="ellipse">
            <a:avLst/>
          </a:prstGeom>
          <a:solidFill>
            <a:srgbClr val="5A788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A7887"/>
                </a:solidFill>
              </a:rPr>
              <a:t>처음 만난 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14149"/>
                </a:solidFill>
              </a:rPr>
              <a:t>첫 만남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어디에서 어떻게 만났나요?</a:t>
            </a:r>
          </a:p>
        </p:txBody>
      </p:sp>
      <p:sp>
        <p:nvSpPr>
          <p:cNvPr id="9" name="때 2"/>
          <p:cNvSpPr/>
          <p:nvPr/>
        </p:nvSpPr>
        <p:spPr>
          <a:xfrm>
            <a:off x="4530737" y="3154680"/>
            <a:ext cx="402336" cy="402336"/>
          </a:xfrm>
          <a:prstGeom prst="ellipse">
            <a:avLst/>
          </a:prstGeom>
          <a:solidFill>
            <a:srgbClr val="5A788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13683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A7887"/>
                </a:solidFill>
              </a:rPr>
              <a:t>결혼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9403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14149"/>
                </a:solidFill>
              </a:rPr>
              <a:t>함께 시작한 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9403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그날의 기억을 적어요</a:t>
            </a:r>
          </a:p>
        </p:txBody>
      </p:sp>
      <p:sp>
        <p:nvSpPr>
          <p:cNvPr id="13" name="때 3"/>
          <p:cNvSpPr/>
          <p:nvPr/>
        </p:nvSpPr>
        <p:spPr>
          <a:xfrm>
            <a:off x="7258621" y="3154680"/>
            <a:ext cx="402336" cy="402336"/>
          </a:xfrm>
          <a:prstGeom prst="ellipse">
            <a:avLst/>
          </a:prstGeom>
          <a:solidFill>
            <a:srgbClr val="5A788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41567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A7887"/>
                </a:solidFill>
              </a:rPr>
              <a:t>첫 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87287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14149"/>
                </a:solidFill>
              </a:rPr>
              <a:t>우리의 보금자리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처음 이사한 날</a:t>
            </a:r>
          </a:p>
        </p:txBody>
      </p:sp>
      <p:sp>
        <p:nvSpPr>
          <p:cNvPr id="17" name="때 4"/>
          <p:cNvSpPr/>
          <p:nvPr/>
        </p:nvSpPr>
        <p:spPr>
          <a:xfrm>
            <a:off x="9986505" y="3154680"/>
            <a:ext cx="402336" cy="402336"/>
          </a:xfrm>
          <a:prstGeom prst="ellipse">
            <a:avLst/>
          </a:prstGeom>
          <a:solidFill>
            <a:srgbClr val="5A7887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451" y="2514600"/>
            <a:ext cx="263644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5A7887"/>
                </a:solidFill>
              </a:rPr>
              <a:t>지금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171" y="370332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314149"/>
                </a:solidFill>
              </a:rPr>
              <a:t>오늘의 우리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171" y="4206240"/>
            <a:ext cx="254500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우리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149"/>
                </a:solidFill>
              </a:rPr>
              <a:t>우리 가족의 약속</a:t>
            </a:r>
          </a:p>
        </p:txBody>
      </p:sp>
      <p:sp>
        <p:nvSpPr>
          <p:cNvPr id="4" name="줄 1"/>
          <p:cNvSpPr/>
          <p:nvPr/>
        </p:nvSpPr>
        <p:spPr>
          <a:xfrm>
            <a:off x="640080" y="1600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2700">
            <a:solidFill>
              <a:srgbClr val="D9E3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74519"/>
            <a:ext cx="457200" cy="457200"/>
          </a:xfrm>
          <a:prstGeom prst="ellipse">
            <a:avLst/>
          </a:prstGeom>
          <a:solidFill>
            <a:srgbClr val="5A788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645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14149"/>
                </a:solidFill>
              </a:rPr>
              <a:t>약속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645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하루에 한 번 서로 안아 주기</a:t>
            </a:r>
          </a:p>
        </p:txBody>
      </p:sp>
      <p:sp>
        <p:nvSpPr>
          <p:cNvPr id="8" name="줄 2"/>
          <p:cNvSpPr/>
          <p:nvPr/>
        </p:nvSpPr>
        <p:spPr>
          <a:xfrm>
            <a:off x="640080" y="2743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2700">
            <a:solidFill>
              <a:srgbClr val="D9E3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822959" y="3017520"/>
            <a:ext cx="457200" cy="457200"/>
          </a:xfrm>
          <a:prstGeom prst="ellipse">
            <a:avLst/>
          </a:prstGeom>
          <a:solidFill>
            <a:srgbClr val="5A788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788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14149"/>
                </a:solidFill>
              </a:rPr>
              <a:t>약속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88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화가 나도 잠자리 전엔 풀기</a:t>
            </a:r>
          </a:p>
        </p:txBody>
      </p:sp>
      <p:sp>
        <p:nvSpPr>
          <p:cNvPr id="12" name="줄 3"/>
          <p:cNvSpPr/>
          <p:nvPr/>
        </p:nvSpPr>
        <p:spPr>
          <a:xfrm>
            <a:off x="640080" y="3886200"/>
            <a:ext cx="10911535" cy="1005840"/>
          </a:xfrm>
          <a:prstGeom prst="roundRect">
            <a:avLst>
              <a:gd name="adj" fmla="val 8000"/>
            </a:avLst>
          </a:prstGeom>
          <a:solidFill>
            <a:srgbClr val="F3F5F7"/>
          </a:solidFill>
          <a:ln w="12700">
            <a:solidFill>
              <a:srgbClr val="D9E3E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2959" y="4160520"/>
            <a:ext cx="457200" cy="457200"/>
          </a:xfrm>
          <a:prstGeom prst="ellipse">
            <a:avLst/>
          </a:prstGeom>
          <a:solidFill>
            <a:srgbClr val="5A7887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93192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314149"/>
                </a:solidFill>
              </a:rPr>
              <a:t>약속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931920"/>
            <a:ext cx="707105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한 달에 한 번 데이트하기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5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10637215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9E3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314149"/>
                </a:solidFill>
              </a:rPr>
              <a:t>가족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9E3E8"/>
          </a:solidFill>
          <a:ln w="19050">
            <a:solidFill>
              <a:srgbClr val="5A788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149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38218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9E3E8"/>
          </a:solidFill>
          <a:ln w="19050">
            <a:solidFill>
              <a:srgbClr val="5A788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149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36356" y="1600200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9E3E8"/>
          </a:solidFill>
          <a:ln w="19050">
            <a:solidFill>
              <a:srgbClr val="5A788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149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9E3E8"/>
          </a:solidFill>
          <a:ln w="19050">
            <a:solidFill>
              <a:srgbClr val="5A788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149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9E3E8"/>
          </a:solidFill>
          <a:ln w="19050">
            <a:solidFill>
              <a:srgbClr val="5A788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149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4091939"/>
            <a:ext cx="3515258" cy="2308860"/>
          </a:xfrm>
          <a:prstGeom prst="roundRect">
            <a:avLst>
              <a:gd name="adj" fmla="val 6000"/>
            </a:avLst>
          </a:prstGeom>
          <a:solidFill>
            <a:srgbClr val="D9E3E8"/>
          </a:solidFill>
          <a:ln w="19050">
            <a:solidFill>
              <a:srgbClr val="5A7887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314149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314149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314149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우리 부부 가족 소개">
  <a:themeElements>
    <a:clrScheme name="Office">
      <a:dk1>
        <a:sysClr val="windowText" lastClr="000000"/>
      </a:dk1>
      <a:lt1>
        <a:sysClr val="window" lastClr="FFFFFF"/>
      </a:lt1>
      <a:dk2>
        <a:srgbClr val="314149"/>
      </a:dk2>
      <a:lt2>
        <a:srgbClr val="F3F5F7"/>
      </a:lt2>
      <a:accent1>
        <a:srgbClr val="5A7887"/>
      </a:accent1>
      <a:accent2>
        <a:srgbClr val="7A5258"/>
      </a:accent2>
      <a:accent3>
        <a:srgbClr val="314149"/>
      </a:accent3>
      <a:accent4>
        <a:srgbClr val="D9E3E8"/>
      </a:accent4>
      <a:accent5>
        <a:srgbClr val="6A6570"/>
      </a:accent5>
      <a:accent6>
        <a:srgbClr val="838D92"/>
      </a:accent6>
      <a:hlink>
        <a:srgbClr val="5A7887"/>
      </a:hlink>
      <a:folHlink>
        <a:srgbClr val="3141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우리 부부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