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우리 가족을 소개합니다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한지 등불 아래 나누는 가족 이야기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가족 구성원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보호자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보호자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우리 반려동물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우리 가족 이야기</a:t>
            </a:r>
          </a:p>
        </p:txBody>
      </p:sp>
      <p:sp>
        <p:nvSpPr>
          <p:cNvPr id="1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처음 만난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우리의 인연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첫 산책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함께한 첫 걸음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가장 웃었던 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잊지 못할 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지금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오늘의 우리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우리 가족의 약속</a:t>
            </a:r>
          </a:p>
        </p:txBody>
      </p:sp>
      <p:sp>
        <p:nvSpPr>
          <p:cNvPr id="1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약속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약속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2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약속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가족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우리 가족을 소개했어요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함께여서 늘 든든합니다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