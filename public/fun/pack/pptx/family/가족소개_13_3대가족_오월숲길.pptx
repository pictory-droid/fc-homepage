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2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21"/>
                </a:solidFill>
              </a:rPr>
              <a:t>도시락 싸 들고 오월 숲길로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914400" y="1554480"/>
            <a:ext cx="1308049" cy="1308049"/>
          </a:xfrm>
          <a:prstGeom prst="ellipse">
            <a:avLst/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5396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21"/>
                </a:solidFill>
              </a:rPr>
              <a:t>할아버지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11169"/>
            <a:ext cx="1399489" cy="280675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725369" y="1554480"/>
            <a:ext cx="1308049" cy="1308049"/>
          </a:xfrm>
          <a:prstGeom prst="ellipse">
            <a:avLst/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8209" y="295396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21"/>
                </a:solidFill>
              </a:rPr>
              <a:t>할머니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9649" y="3411169"/>
            <a:ext cx="1399489" cy="280675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536338" y="1554480"/>
            <a:ext cx="1308049" cy="1308049"/>
          </a:xfrm>
          <a:prstGeom prst="ellipse">
            <a:avLst/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9178" y="295396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21"/>
                </a:solidFill>
              </a:rPr>
              <a:t>아빠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411169"/>
            <a:ext cx="1399489" cy="280675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347307" y="1554480"/>
            <a:ext cx="1308049" cy="1308049"/>
          </a:xfrm>
          <a:prstGeom prst="ellipse">
            <a:avLst/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295396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21"/>
                </a:solidFill>
              </a:rPr>
              <a:t>엄마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3411169"/>
            <a:ext cx="1399489" cy="280675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158276" y="1554480"/>
            <a:ext cx="1308049" cy="1308049"/>
          </a:xfrm>
          <a:prstGeom prst="ellipse">
            <a:avLst/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1116" y="295396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21"/>
                </a:solidFill>
              </a:rPr>
              <a:t>큰아이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2556" y="3411169"/>
            <a:ext cx="1399489" cy="280675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9969246" y="1554480"/>
            <a:ext cx="1308049" cy="1308049"/>
          </a:xfrm>
          <a:prstGeom prst="ellipse">
            <a:avLst/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32086" y="2953969"/>
            <a:ext cx="158236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21"/>
                </a:solidFill>
              </a:rPr>
              <a:t>작은아이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3526" y="3411169"/>
            <a:ext cx="1399489" cy="280675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2B82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B8245"/>
                </a:solidFill>
              </a:rPr>
              <a:t>할아버지 할머니의 이야기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2B82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B8245"/>
                </a:solidFill>
              </a:rPr>
              <a:t>부모가 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새로운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2B82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B8245"/>
                </a:solidFill>
              </a:rPr>
              <a:t>온 가족 모임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한자리에 모인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2B82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B8245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2700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97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2700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97180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840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2700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886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2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2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143D21"/>
      </a:dk2>
      <a:lt2>
        <a:srgbClr val="F0FAF3"/>
      </a:lt2>
      <a:accent1>
        <a:srgbClr val="2B8245"/>
      </a:accent1>
      <a:accent2>
        <a:srgbClr val="803B91"/>
      </a:accent2>
      <a:accent3>
        <a:srgbClr val="143D21"/>
      </a:accent3>
      <a:accent4>
        <a:srgbClr val="D0F1DA"/>
      </a:accent4>
      <a:accent5>
        <a:srgbClr val="565E6B"/>
      </a:accent5>
      <a:accent6>
        <a:srgbClr val="728B7A"/>
      </a:accent6>
      <a:hlink>
        <a:srgbClr val="2B8245"/>
      </a:hlink>
      <a:folHlink>
        <a:srgbClr val="143D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