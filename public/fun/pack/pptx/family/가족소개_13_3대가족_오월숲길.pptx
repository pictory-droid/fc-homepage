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7236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7236"/>
                </a:solidFill>
              </a:rPr>
              <a:t>도시락 싸 들고 오월 숲길로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914400" y="1554480"/>
            <a:ext cx="1308049" cy="1308049"/>
          </a:xfrm>
          <a:prstGeom prst="ellipse">
            <a:avLst/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7236"/>
                </a:solidFill>
              </a:rPr>
              <a:t>할아버지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725369" y="1554480"/>
            <a:ext cx="1308049" cy="1308049"/>
          </a:xfrm>
          <a:prstGeom prst="ellipse">
            <a:avLst/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8209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7236"/>
                </a:solidFill>
              </a:rPr>
              <a:t>할머니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649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536338" y="1554480"/>
            <a:ext cx="1308049" cy="1308049"/>
          </a:xfrm>
          <a:prstGeom prst="ellipse">
            <a:avLst/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178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7236"/>
                </a:solidFill>
              </a:rPr>
              <a:t>아빠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347307" y="1554480"/>
            <a:ext cx="1308049" cy="1308049"/>
          </a:xfrm>
          <a:prstGeom prst="ellipse">
            <a:avLst/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7236"/>
                </a:solidFill>
              </a:rPr>
              <a:t>엄마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158276" y="1554480"/>
            <a:ext cx="1308049" cy="1308049"/>
          </a:xfrm>
          <a:prstGeom prst="ellipse">
            <a:avLst/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1116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7236"/>
                </a:solidFill>
              </a:rPr>
              <a:t>큰아이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2556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969246" y="1554480"/>
            <a:ext cx="1308049" cy="1308049"/>
          </a:xfrm>
          <a:prstGeom prst="ellipse">
            <a:avLst/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2086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7236"/>
                </a:solidFill>
              </a:rPr>
              <a:t>작은아이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3526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D4F7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43D6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D66F"/>
                </a:solidFill>
              </a:rPr>
              <a:t>할아버지 할머니의 이야기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43D6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D66F"/>
                </a:solidFill>
              </a:rPr>
              <a:t>부모가 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새로운 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43D6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D66F"/>
                </a:solidFill>
              </a:rPr>
              <a:t>온 가족 모임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한자리에 모인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17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43D6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D66F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2700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2700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2700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7236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7236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1D7236"/>
      </a:dk2>
      <a:lt2>
        <a:srgbClr val="F3FCF6"/>
      </a:lt2>
      <a:accent1>
        <a:srgbClr val="43D66F"/>
      </a:accent1>
      <a:accent2>
        <a:srgbClr val="339941"/>
      </a:accent2>
      <a:accent3>
        <a:srgbClr val="1D7236"/>
      </a:accent3>
      <a:accent4>
        <a:srgbClr val="D4F7DE"/>
      </a:accent4>
      <a:accent5>
        <a:srgbClr val="3BB858"/>
      </a:accent5>
      <a:accent6>
        <a:srgbClr val="77AA86"/>
      </a:accent6>
      <a:hlink>
        <a:srgbClr val="43D66F"/>
      </a:hlink>
      <a:folHlink>
        <a:srgbClr val="1D723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