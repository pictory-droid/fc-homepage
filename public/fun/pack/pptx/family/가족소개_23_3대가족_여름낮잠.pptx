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1"/>
                </a:solidFill>
              </a:rPr>
              <a:t>마루에서 삼대가 같이 낮잠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40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633929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6769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820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490618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347307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203996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10060686" y="1600200"/>
            <a:ext cx="1353769" cy="1353769"/>
          </a:xfrm>
          <a:prstGeom prst="ellipse">
            <a:avLst/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352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41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4965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FA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C58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88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C58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88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C58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88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C58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88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2700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2700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6"/>
          </a:solidFill>
          <a:ln w="12700">
            <a:solidFill>
              <a:srgbClr val="D1FA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6C58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41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26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1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AEA"/>
          </a:solidFill>
          <a:ln w="19050">
            <a:solidFill>
              <a:srgbClr val="26C58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4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115F41"/>
      </a:dk2>
      <a:lt2>
        <a:srgbClr val="EEFCF6"/>
      </a:lt2>
      <a:accent1>
        <a:srgbClr val="26C588"/>
      </a:accent1>
      <a:accent2>
        <a:srgbClr val="209DB6"/>
      </a:accent2>
      <a:accent3>
        <a:srgbClr val="115F41"/>
      </a:accent3>
      <a:accent4>
        <a:srgbClr val="D1FAEA"/>
      </a:accent4>
      <a:accent5>
        <a:srgbClr val="23B19F"/>
      </a:accent5>
      <a:accent6>
        <a:srgbClr val="709F8D"/>
      </a:accent6>
      <a:hlink>
        <a:srgbClr val="26C588"/>
      </a:hlink>
      <a:folHlink>
        <a:srgbClr val="115F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