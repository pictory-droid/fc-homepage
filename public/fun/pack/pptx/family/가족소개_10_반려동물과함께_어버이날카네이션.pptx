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643219" y="918971"/>
            <a:ext cx="905256" cy="905256"/>
          </a:xfrm>
          <a:prstGeom prst="heart">
            <a:avLst/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520000">
            <a:off x="5174132" y="1602028"/>
            <a:ext cx="526694" cy="526694"/>
          </a:xfrm>
          <a:prstGeom prst="hear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960000">
            <a:off x="6540246" y="1585569"/>
            <a:ext cx="493775" cy="493775"/>
          </a:xfrm>
          <a:prstGeom prst="hear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7A1F2E"/>
                </a:solidFill>
              </a:rPr>
              <a:t>우리 가족을 소개합니다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A1F2E"/>
                </a:solidFill>
              </a:rPr>
              <a:t>카네이션보다 환한 부모님의 웃음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반려동물과 함께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97235" y="708660"/>
            <a:ext cx="502920" cy="502920"/>
          </a:xfrm>
          <a:prstGeom prst="heart">
            <a:avLst/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520000">
            <a:off x="10536631" y="1088136"/>
            <a:ext cx="292608" cy="292608"/>
          </a:xfrm>
          <a:prstGeom prst="hear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960000">
            <a:off x="11295583" y="1078992"/>
            <a:ext cx="274320" cy="274320"/>
          </a:xfrm>
          <a:prstGeom prst="hear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A1F2E"/>
                </a:solidFill>
              </a:rPr>
              <a:t>가족 구성원</a:t>
            </a:r>
          </a:p>
        </p:txBody>
      </p:sp>
      <p:sp>
        <p:nvSpPr>
          <p:cNvPr id="8" name="사진 자리"/>
          <p:cNvSpPr/>
          <p:nvPr/>
        </p:nvSpPr>
        <p:spPr>
          <a:xfrm>
            <a:off x="1349959" y="1554480"/>
            <a:ext cx="2308860" cy="2308860"/>
          </a:xfrm>
          <a:prstGeom prst="ellipse">
            <a:avLst/>
          </a:prstGeom>
          <a:solidFill>
            <a:srgbClr val="F4CDD3"/>
          </a:solidFill>
          <a:ln w="19050">
            <a:solidFill>
              <a:srgbClr val="CC33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A1F2E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54779"/>
            <a:ext cx="336285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A1F2E"/>
                </a:solidFill>
              </a:rPr>
              <a:t>보호자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11979"/>
            <a:ext cx="3179978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941417" y="1554480"/>
            <a:ext cx="2308860" cy="2308860"/>
          </a:xfrm>
          <a:prstGeom prst="ellipse">
            <a:avLst/>
          </a:prstGeom>
          <a:solidFill>
            <a:srgbClr val="F4CDD3"/>
          </a:solidFill>
          <a:ln w="19050">
            <a:solidFill>
              <a:srgbClr val="CC33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A1F2E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4418" y="3954779"/>
            <a:ext cx="336285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A1F2E"/>
                </a:solidFill>
              </a:rPr>
              <a:t>보호자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5858" y="4411979"/>
            <a:ext cx="3179978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8532876" y="1554480"/>
            <a:ext cx="2308860" cy="2308860"/>
          </a:xfrm>
          <a:prstGeom prst="ellipse">
            <a:avLst/>
          </a:prstGeom>
          <a:solidFill>
            <a:srgbClr val="F4CDD3"/>
          </a:solidFill>
          <a:ln w="19050">
            <a:solidFill>
              <a:srgbClr val="CC33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A1F2E"/>
                </a:solidFill>
              </a:rPr>
              <a:t>사진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5876" y="3954779"/>
            <a:ext cx="336285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A1F2E"/>
                </a:solidFill>
              </a:rPr>
              <a:t>우리 반려동물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7316" y="4411979"/>
            <a:ext cx="3179978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특징 · 성격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97235" y="708660"/>
            <a:ext cx="502920" cy="502920"/>
          </a:xfrm>
          <a:prstGeom prst="heart">
            <a:avLst/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520000">
            <a:off x="10536631" y="1088136"/>
            <a:ext cx="292608" cy="292608"/>
          </a:xfrm>
          <a:prstGeom prst="hear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960000">
            <a:off x="11295583" y="1078992"/>
            <a:ext cx="274320" cy="274320"/>
          </a:xfrm>
          <a:prstGeom prst="hear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A1F2E"/>
                </a:solidFill>
              </a:rPr>
              <a:t>우리 가족 이야기</a:t>
            </a:r>
          </a:p>
        </p:txBody>
      </p:sp>
      <p:sp>
        <p:nvSpPr>
          <p:cNvPr id="8" name="타임라인 선"/>
          <p:cNvSpPr/>
          <p:nvPr/>
        </p:nvSpPr>
        <p:spPr>
          <a:xfrm>
            <a:off x="822960" y="3291840"/>
            <a:ext cx="10545775" cy="54864"/>
          </a:xfrm>
          <a:prstGeom prst="rec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때 1"/>
          <p:cNvSpPr/>
          <p:nvPr/>
        </p:nvSpPr>
        <p:spPr>
          <a:xfrm>
            <a:off x="1940013" y="3108960"/>
            <a:ext cx="402336" cy="402336"/>
          </a:xfrm>
          <a:prstGeom prst="ellipse">
            <a:avLst/>
          </a:prstGeom>
          <a:solidFill>
            <a:srgbClr val="CC334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C334D"/>
                </a:solidFill>
              </a:rPr>
              <a:t>처음 만난 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A1F2E"/>
                </a:solidFill>
              </a:rPr>
              <a:t>우리의 인연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입양하던 날의 이야기</a:t>
            </a:r>
          </a:p>
        </p:txBody>
      </p:sp>
      <p:sp>
        <p:nvSpPr>
          <p:cNvPr id="13" name="때 2"/>
          <p:cNvSpPr/>
          <p:nvPr/>
        </p:nvSpPr>
        <p:spPr>
          <a:xfrm>
            <a:off x="4576457" y="3108960"/>
            <a:ext cx="402336" cy="402336"/>
          </a:xfrm>
          <a:prstGeom prst="ellipse">
            <a:avLst/>
          </a:prstGeom>
          <a:solidFill>
            <a:srgbClr val="CC334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5123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C334D"/>
                </a:solidFill>
              </a:rPr>
              <a:t>첫 산책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0843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A1F2E"/>
                </a:solidFill>
              </a:rPr>
              <a:t>함께한 첫 걸음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0843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7" name="때 3"/>
          <p:cNvSpPr/>
          <p:nvPr/>
        </p:nvSpPr>
        <p:spPr>
          <a:xfrm>
            <a:off x="7212901" y="3108960"/>
            <a:ext cx="402336" cy="402336"/>
          </a:xfrm>
          <a:prstGeom prst="ellipse">
            <a:avLst/>
          </a:prstGeom>
          <a:solidFill>
            <a:srgbClr val="CC334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1567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C334D"/>
                </a:solidFill>
              </a:rPr>
              <a:t>가장 웃었던 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7287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A1F2E"/>
                </a:solidFill>
              </a:rPr>
              <a:t>잊지 못할 순간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7287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사진으로 남겨 두세요</a:t>
            </a:r>
          </a:p>
        </p:txBody>
      </p:sp>
      <p:sp>
        <p:nvSpPr>
          <p:cNvPr id="21" name="때 4"/>
          <p:cNvSpPr/>
          <p:nvPr/>
        </p:nvSpPr>
        <p:spPr>
          <a:xfrm>
            <a:off x="9849345" y="3108960"/>
            <a:ext cx="402336" cy="402336"/>
          </a:xfrm>
          <a:prstGeom prst="ellipse">
            <a:avLst/>
          </a:prstGeom>
          <a:solidFill>
            <a:srgbClr val="CC334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011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C334D"/>
                </a:solidFill>
              </a:rPr>
              <a:t>지금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731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A1F2E"/>
                </a:solidFill>
              </a:rPr>
              <a:t>오늘의 우리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731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97235" y="708660"/>
            <a:ext cx="502920" cy="502920"/>
          </a:xfrm>
          <a:prstGeom prst="heart">
            <a:avLst/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520000">
            <a:off x="10536631" y="1088136"/>
            <a:ext cx="292608" cy="292608"/>
          </a:xfrm>
          <a:prstGeom prst="hear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960000">
            <a:off x="11295583" y="1078992"/>
            <a:ext cx="274320" cy="274320"/>
          </a:xfrm>
          <a:prstGeom prst="hear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A1F2E"/>
                </a:solidFill>
              </a:rPr>
              <a:t>우리 가족의 약속</a:t>
            </a:r>
          </a:p>
        </p:txBody>
      </p:sp>
      <p:sp>
        <p:nvSpPr>
          <p:cNvPr id="8" name="줄 1"/>
          <p:cNvSpPr/>
          <p:nvPr/>
        </p:nvSpPr>
        <p:spPr>
          <a:xfrm>
            <a:off x="822960" y="1554480"/>
            <a:ext cx="10545775" cy="1005840"/>
          </a:xfrm>
          <a:prstGeom prst="roundRect">
            <a:avLst>
              <a:gd name="adj" fmla="val 8000"/>
            </a:avLst>
          </a:prstGeom>
          <a:solidFill>
            <a:srgbClr val="FBEFF1"/>
          </a:solidFill>
          <a:ln w="12700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1005840" y="1828800"/>
            <a:ext cx="457200" cy="457200"/>
          </a:xfrm>
          <a:prstGeom prst="ellipse">
            <a:avLst/>
          </a:prstGeom>
          <a:solidFill>
            <a:srgbClr val="CC33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600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A1F2E"/>
                </a:solidFill>
              </a:rPr>
              <a:t>약속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600200"/>
            <a:ext cx="670529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산책은 하루도 거르지 않기</a:t>
            </a:r>
          </a:p>
        </p:txBody>
      </p:sp>
      <p:sp>
        <p:nvSpPr>
          <p:cNvPr id="12" name="줄 2"/>
          <p:cNvSpPr/>
          <p:nvPr/>
        </p:nvSpPr>
        <p:spPr>
          <a:xfrm>
            <a:off x="822960" y="2697480"/>
            <a:ext cx="10545775" cy="1005840"/>
          </a:xfrm>
          <a:prstGeom prst="roundRect">
            <a:avLst>
              <a:gd name="adj" fmla="val 8000"/>
            </a:avLst>
          </a:prstGeom>
          <a:solidFill>
            <a:srgbClr val="FBEFF1"/>
          </a:solidFill>
          <a:ln w="12700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1005840" y="2971800"/>
            <a:ext cx="457200" cy="457200"/>
          </a:xfrm>
          <a:prstGeom prst="ellipse">
            <a:avLst/>
          </a:prstGeom>
          <a:solidFill>
            <a:srgbClr val="CC33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743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A1F2E"/>
                </a:solidFill>
              </a:rPr>
              <a:t>약속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743200"/>
            <a:ext cx="670529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건강 검진 날짜 챙기기</a:t>
            </a:r>
          </a:p>
        </p:txBody>
      </p:sp>
      <p:sp>
        <p:nvSpPr>
          <p:cNvPr id="16" name="줄 3"/>
          <p:cNvSpPr/>
          <p:nvPr/>
        </p:nvSpPr>
        <p:spPr>
          <a:xfrm>
            <a:off x="822960" y="3840480"/>
            <a:ext cx="10545775" cy="1005840"/>
          </a:xfrm>
          <a:prstGeom prst="roundRect">
            <a:avLst>
              <a:gd name="adj" fmla="val 8000"/>
            </a:avLst>
          </a:prstGeom>
          <a:solidFill>
            <a:srgbClr val="FBEFF1"/>
          </a:solidFill>
          <a:ln w="12700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3"/>
          <p:cNvSpPr/>
          <p:nvPr/>
        </p:nvSpPr>
        <p:spPr>
          <a:xfrm>
            <a:off x="1005840" y="4114800"/>
            <a:ext cx="457200" cy="457200"/>
          </a:xfrm>
          <a:prstGeom prst="ellipse">
            <a:avLst/>
          </a:prstGeom>
          <a:solidFill>
            <a:srgbClr val="CC33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886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A1F2E"/>
                </a:solidFill>
              </a:rPr>
              <a:t>약속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886200"/>
            <a:ext cx="670529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많이 안아 주고 많이 칭찬하기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97235" y="708660"/>
            <a:ext cx="502920" cy="502920"/>
          </a:xfrm>
          <a:prstGeom prst="heart">
            <a:avLst/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520000">
            <a:off x="10536631" y="1088136"/>
            <a:ext cx="292608" cy="292608"/>
          </a:xfrm>
          <a:prstGeom prst="hear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960000">
            <a:off x="11295583" y="1078992"/>
            <a:ext cx="274320" cy="274320"/>
          </a:xfrm>
          <a:prstGeom prst="hear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A1F2E"/>
                </a:solidFill>
              </a:rPr>
              <a:t>가족 사진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22960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CDD3"/>
          </a:solidFill>
          <a:ln w="19050">
            <a:solidFill>
              <a:srgbClr val="CC33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A1F2E"/>
                </a:solidFill>
              </a:rPr>
              <a:t>사진 1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99178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CDD3"/>
          </a:solidFill>
          <a:ln w="19050">
            <a:solidFill>
              <a:srgbClr val="CC33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A1F2E"/>
                </a:solidFill>
              </a:rPr>
              <a:t>사진 2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975396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CDD3"/>
          </a:solidFill>
          <a:ln w="19050">
            <a:solidFill>
              <a:srgbClr val="CC33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A1F2E"/>
                </a:solidFill>
              </a:rPr>
              <a:t>사진 3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22960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CDD3"/>
          </a:solidFill>
          <a:ln w="19050">
            <a:solidFill>
              <a:srgbClr val="CC33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A1F2E"/>
                </a:solidFill>
              </a:rPr>
              <a:t>사진 4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4399178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CDD3"/>
          </a:solidFill>
          <a:ln w="19050">
            <a:solidFill>
              <a:srgbClr val="CC33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A1F2E"/>
                </a:solidFill>
              </a:rPr>
              <a:t>사진 5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7975396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CDD3"/>
          </a:solidFill>
          <a:ln w="19050">
            <a:solidFill>
              <a:srgbClr val="CC33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A1F2E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643219" y="918971"/>
            <a:ext cx="905256" cy="905256"/>
          </a:xfrm>
          <a:prstGeom prst="heart">
            <a:avLst/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520000">
            <a:off x="5174132" y="1602028"/>
            <a:ext cx="526694" cy="526694"/>
          </a:xfrm>
          <a:prstGeom prst="hear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960000">
            <a:off x="6540246" y="1585569"/>
            <a:ext cx="493775" cy="493775"/>
          </a:xfrm>
          <a:prstGeom prst="hear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7A1F2E"/>
                </a:solidFill>
              </a:rPr>
              <a:t>우리 가족을 소개했어요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A1F2E"/>
                </a:solidFill>
              </a:rPr>
              <a:t>함께여서 늘 든든합니다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반려동물과 함께 가족 소개">
  <a:themeElements>
    <a:clrScheme name="Office">
      <a:dk1>
        <a:sysClr val="windowText" lastClr="000000"/>
      </a:dk1>
      <a:lt1>
        <a:sysClr val="window" lastClr="FFFFFF"/>
      </a:lt1>
      <a:dk2>
        <a:srgbClr val="7A1F2E"/>
      </a:dk2>
      <a:lt2>
        <a:srgbClr val="FBEFF1"/>
      </a:lt2>
      <a:accent1>
        <a:srgbClr val="CC334D"/>
      </a:accent1>
      <a:accent2>
        <a:srgbClr val="3B9158"/>
      </a:accent2>
      <a:accent3>
        <a:srgbClr val="7A1F2E"/>
      </a:accent3>
      <a:accent4>
        <a:srgbClr val="F4CDD3"/>
      </a:accent4>
      <a:accent5>
        <a:srgbClr val="846252"/>
      </a:accent5>
      <a:accent6>
        <a:srgbClr val="AF7982"/>
      </a:accent6>
      <a:hlink>
        <a:srgbClr val="CC334D"/>
      </a:hlink>
      <a:folHlink>
        <a:srgbClr val="7A1F2E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