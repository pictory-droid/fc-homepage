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274320" y="4251960"/>
            <a:ext cx="12740335" cy="2743200"/>
          </a:xfrm>
          <a:prstGeom prst="wav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274320" y="5074920"/>
            <a:ext cx="12740335" cy="2331720"/>
          </a:xfrm>
          <a:prstGeom prst="wav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626858" y="630936"/>
            <a:ext cx="740664" cy="1152143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0305182" y="1123767"/>
            <a:ext cx="740664" cy="1152143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0046085" y="1921184"/>
            <a:ext cx="740664" cy="1152143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9207630" y="1921184"/>
            <a:ext cx="740664" cy="1152143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8948534" y="1123767"/>
            <a:ext cx="740664" cy="1152143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9750302" y="1673352"/>
            <a:ext cx="493775" cy="493775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8425233" y="2531534"/>
            <a:ext cx="370332" cy="576071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8659662" y="2879089"/>
            <a:ext cx="370332" cy="576071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8401560" y="3209445"/>
            <a:ext cx="370332" cy="576071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8007616" y="3066061"/>
            <a:ext cx="370332" cy="576071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8022246" y="2647089"/>
            <a:ext cx="370332" cy="576071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8364986" y="3031236"/>
            <a:ext cx="246887" cy="246887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542962" y="2820415"/>
            <a:ext cx="311078" cy="4839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628155" y="3162105"/>
            <a:ext cx="311078" cy="48390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329514" y="3348717"/>
            <a:ext cx="311078" cy="4839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059751" y="3122359"/>
            <a:ext cx="311078" cy="48390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191669" y="2795850"/>
            <a:ext cx="311078" cy="4839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402257" y="3188147"/>
            <a:ext cx="207385" cy="207385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37160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1285B"/>
                </a:solidFill>
              </a:rPr>
              <a:t>우리 가족을 소개합니다</a:t>
            </a:r>
          </a:p>
        </p:txBody>
      </p:sp>
      <p:sp>
        <p:nvSpPr>
          <p:cNvPr id="23" name="한 줄 문구"/>
          <p:cNvSpPr txBox="1"/>
          <p:nvPr/>
        </p:nvSpPr>
        <p:spPr>
          <a:xfrm>
            <a:off x="975335" y="292608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1285B"/>
                </a:solidFill>
              </a:rPr>
              <a:t>진달래빛 추억을 나누는 가족</a:t>
            </a:r>
          </a:p>
        </p:txBody>
      </p:sp>
      <p:sp>
        <p:nvSpPr>
          <p:cNvPr id="24" name="안내 문구"/>
          <p:cNvSpPr txBox="1"/>
          <p:nvPr/>
        </p:nvSpPr>
        <p:spPr>
          <a:xfrm>
            <a:off x="975335" y="3794760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아이와 함께 · 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285B"/>
                </a:solidFill>
              </a:rPr>
              <a:t>가족 구성원</a:t>
            </a:r>
          </a:p>
        </p:txBody>
      </p:sp>
      <p:sp>
        <p:nvSpPr>
          <p:cNvPr id="23" name="사진 자리"/>
          <p:cNvSpPr/>
          <p:nvPr/>
        </p:nvSpPr>
        <p:spPr>
          <a:xfrm>
            <a:off x="821016" y="1554480"/>
            <a:ext cx="2194560" cy="2194560"/>
          </a:xfrm>
          <a:prstGeom prst="ellipse">
            <a:avLst/>
          </a:prstGeom>
          <a:solidFill>
            <a:srgbClr val="F1D0E7"/>
          </a:solidFill>
          <a:ln w="19050">
            <a:solidFill>
              <a:srgbClr val="BD429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285B"/>
                </a:solidFill>
              </a:rPr>
              <a:t>사진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840479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1285B"/>
                </a:solidFill>
              </a:rPr>
              <a:t>아빠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19" y="4297679"/>
            <a:ext cx="2373553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26" name="사진 자리"/>
          <p:cNvSpPr/>
          <p:nvPr/>
        </p:nvSpPr>
        <p:spPr>
          <a:xfrm>
            <a:off x="3606050" y="1554480"/>
            <a:ext cx="2194560" cy="2194560"/>
          </a:xfrm>
          <a:prstGeom prst="ellipse">
            <a:avLst/>
          </a:prstGeom>
          <a:solidFill>
            <a:srgbClr val="F1D0E7"/>
          </a:solidFill>
          <a:ln w="19050">
            <a:solidFill>
              <a:srgbClr val="BD429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285B"/>
                </a:solidFill>
              </a:rPr>
              <a:t>사진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5113" y="3840479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1285B"/>
                </a:solidFill>
              </a:rPr>
              <a:t>엄마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16553" y="4297679"/>
            <a:ext cx="2373553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29" name="사진 자리"/>
          <p:cNvSpPr/>
          <p:nvPr/>
        </p:nvSpPr>
        <p:spPr>
          <a:xfrm>
            <a:off x="6391084" y="1554480"/>
            <a:ext cx="2194560" cy="2194560"/>
          </a:xfrm>
          <a:prstGeom prst="ellipse">
            <a:avLst/>
          </a:prstGeom>
          <a:solidFill>
            <a:srgbClr val="F1D0E7"/>
          </a:solidFill>
          <a:ln w="19050">
            <a:solidFill>
              <a:srgbClr val="BD429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285B"/>
                </a:solidFill>
              </a:rPr>
              <a:t>사진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0147" y="3840479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1285B"/>
                </a:solidFill>
              </a:rPr>
              <a:t>첫째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1587" y="4297679"/>
            <a:ext cx="2373553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자라서 되고 싶은 것</a:t>
            </a:r>
          </a:p>
        </p:txBody>
      </p:sp>
      <p:sp>
        <p:nvSpPr>
          <p:cNvPr id="32" name="사진 자리"/>
          <p:cNvSpPr/>
          <p:nvPr/>
        </p:nvSpPr>
        <p:spPr>
          <a:xfrm>
            <a:off x="9176118" y="1554480"/>
            <a:ext cx="2194560" cy="2194560"/>
          </a:xfrm>
          <a:prstGeom prst="ellipse">
            <a:avLst/>
          </a:prstGeom>
          <a:solidFill>
            <a:srgbClr val="F1D0E7"/>
          </a:solidFill>
          <a:ln w="19050">
            <a:solidFill>
              <a:srgbClr val="BD429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285B"/>
                </a:solidFill>
              </a:rPr>
              <a:t>사진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95181" y="3840479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1285B"/>
                </a:solidFill>
              </a:rPr>
              <a:t>둘째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86621" y="4297679"/>
            <a:ext cx="2373553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자라서 되고 싶은 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285B"/>
                </a:solidFill>
              </a:rPr>
              <a:t>우리 가족 이야기</a:t>
            </a:r>
          </a:p>
        </p:txBody>
      </p:sp>
      <p:sp>
        <p:nvSpPr>
          <p:cNvPr id="23" name="타임라인 선"/>
          <p:cNvSpPr/>
          <p:nvPr/>
        </p:nvSpPr>
        <p:spPr>
          <a:xfrm>
            <a:off x="640080" y="3291840"/>
            <a:ext cx="10911535" cy="54864"/>
          </a:xfrm>
          <a:prstGeom prst="rect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때 1"/>
          <p:cNvSpPr/>
          <p:nvPr/>
        </p:nvSpPr>
        <p:spPr>
          <a:xfrm>
            <a:off x="1802853" y="3108960"/>
            <a:ext cx="402336" cy="402336"/>
          </a:xfrm>
          <a:prstGeom prst="ellipse">
            <a:avLst/>
          </a:prstGeom>
          <a:solidFill>
            <a:srgbClr val="BD429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24688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BD4298"/>
                </a:solidFill>
              </a:rPr>
              <a:t>가족이 된 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19" y="36576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1285B"/>
                </a:solidFill>
              </a:rPr>
              <a:t>우리의 시작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19" y="41605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처음 만난 날의 이야기</a:t>
            </a:r>
          </a:p>
        </p:txBody>
      </p:sp>
      <p:sp>
        <p:nvSpPr>
          <p:cNvPr id="28" name="때 2"/>
          <p:cNvSpPr/>
          <p:nvPr/>
        </p:nvSpPr>
        <p:spPr>
          <a:xfrm>
            <a:off x="4530737" y="3108960"/>
            <a:ext cx="402336" cy="402336"/>
          </a:xfrm>
          <a:prstGeom prst="ellipse">
            <a:avLst/>
          </a:prstGeom>
          <a:solidFill>
            <a:srgbClr val="BD429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13683" y="24688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BD4298"/>
                </a:solidFill>
              </a:rPr>
              <a:t>아이가 태어난 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9403" y="36576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1285B"/>
                </a:solidFill>
              </a:rPr>
              <a:t>새 식구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9403" y="41605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32" name="때 3"/>
          <p:cNvSpPr/>
          <p:nvPr/>
        </p:nvSpPr>
        <p:spPr>
          <a:xfrm>
            <a:off x="7258621" y="3108960"/>
            <a:ext cx="402336" cy="402336"/>
          </a:xfrm>
          <a:prstGeom prst="ellipse">
            <a:avLst/>
          </a:prstGeom>
          <a:solidFill>
            <a:srgbClr val="BD429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41567" y="24688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BD4298"/>
                </a:solidFill>
              </a:rPr>
              <a:t>첫 가족 여행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87287" y="36576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1285B"/>
                </a:solidFill>
              </a:rPr>
              <a:t>함께 떠난 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7287" y="41605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가장 웃었던 순간</a:t>
            </a:r>
          </a:p>
        </p:txBody>
      </p:sp>
      <p:sp>
        <p:nvSpPr>
          <p:cNvPr id="36" name="때 4"/>
          <p:cNvSpPr/>
          <p:nvPr/>
        </p:nvSpPr>
        <p:spPr>
          <a:xfrm>
            <a:off x="9986505" y="3108960"/>
            <a:ext cx="402336" cy="402336"/>
          </a:xfrm>
          <a:prstGeom prst="ellipse">
            <a:avLst/>
          </a:prstGeom>
          <a:solidFill>
            <a:srgbClr val="BD429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69451" y="24688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BD4298"/>
                </a:solidFill>
              </a:rPr>
              <a:t>지금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171" y="36576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1285B"/>
                </a:solidFill>
              </a:rPr>
              <a:t>오늘의 우리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15171" y="41605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285B"/>
                </a:solidFill>
              </a:rPr>
              <a:t>우리 가족의 약속</a:t>
            </a:r>
          </a:p>
        </p:txBody>
      </p:sp>
      <p:sp>
        <p:nvSpPr>
          <p:cNvPr id="23" name="줄 1"/>
          <p:cNvSpPr/>
          <p:nvPr/>
        </p:nvSpPr>
        <p:spPr>
          <a:xfrm>
            <a:off x="640080" y="155448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AF0F7"/>
          </a:solidFill>
          <a:ln w="12700">
            <a:solidFill>
              <a:srgbClr val="F1D0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1600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1285B"/>
                </a:solidFill>
              </a:rPr>
              <a:t>약속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16002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밥은 꼭 함께 먹기</a:t>
            </a:r>
          </a:p>
        </p:txBody>
      </p:sp>
      <p:sp>
        <p:nvSpPr>
          <p:cNvPr id="27" name="줄 2"/>
          <p:cNvSpPr/>
          <p:nvPr/>
        </p:nvSpPr>
        <p:spPr>
          <a:xfrm>
            <a:off x="640080" y="269748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AF0F7"/>
          </a:solidFill>
          <a:ln w="12700">
            <a:solidFill>
              <a:srgbClr val="F1D0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번호 2"/>
          <p:cNvSpPr/>
          <p:nvPr/>
        </p:nvSpPr>
        <p:spPr>
          <a:xfrm>
            <a:off x="822959" y="2971800"/>
            <a:ext cx="457200" cy="4572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2743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1285B"/>
                </a:solidFill>
              </a:rPr>
              <a:t>약속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27432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잠들기 전에 사랑한다고 말하기</a:t>
            </a:r>
          </a:p>
        </p:txBody>
      </p:sp>
      <p:sp>
        <p:nvSpPr>
          <p:cNvPr id="31" name="줄 3"/>
          <p:cNvSpPr/>
          <p:nvPr/>
        </p:nvSpPr>
        <p:spPr>
          <a:xfrm>
            <a:off x="640080" y="384048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AF0F7"/>
          </a:solidFill>
          <a:ln w="12700">
            <a:solidFill>
              <a:srgbClr val="F1D0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번호 3"/>
          <p:cNvSpPr/>
          <p:nvPr/>
        </p:nvSpPr>
        <p:spPr>
          <a:xfrm>
            <a:off x="822959" y="4114800"/>
            <a:ext cx="457200" cy="4572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3886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1285B"/>
                </a:solidFill>
              </a:rPr>
              <a:t>약속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38862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주말에는 함께 산책하기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285B"/>
                </a:solidFill>
              </a:rPr>
              <a:t>가족 사진</a:t>
            </a:r>
          </a:p>
        </p:txBody>
      </p:sp>
      <p:sp>
        <p:nvSpPr>
          <p:cNvPr id="23" name="사진 자리"/>
          <p:cNvSpPr/>
          <p:nvPr/>
        </p:nvSpPr>
        <p:spPr>
          <a:xfrm>
            <a:off x="640080" y="1554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1D0E7"/>
          </a:solidFill>
          <a:ln w="19050">
            <a:solidFill>
              <a:srgbClr val="BD429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285B"/>
                </a:solidFill>
              </a:rPr>
              <a:t>사진 1</a:t>
            </a:r>
          </a:p>
        </p:txBody>
      </p:sp>
      <p:sp>
        <p:nvSpPr>
          <p:cNvPr id="24" name="사진 자리"/>
          <p:cNvSpPr/>
          <p:nvPr/>
        </p:nvSpPr>
        <p:spPr>
          <a:xfrm>
            <a:off x="4338218" y="1554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1D0E7"/>
          </a:solidFill>
          <a:ln w="19050">
            <a:solidFill>
              <a:srgbClr val="BD429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285B"/>
                </a:solidFill>
              </a:rPr>
              <a:t>사진 2</a:t>
            </a:r>
          </a:p>
        </p:txBody>
      </p:sp>
      <p:sp>
        <p:nvSpPr>
          <p:cNvPr id="25" name="사진 자리"/>
          <p:cNvSpPr/>
          <p:nvPr/>
        </p:nvSpPr>
        <p:spPr>
          <a:xfrm>
            <a:off x="8036356" y="1554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1D0E7"/>
          </a:solidFill>
          <a:ln w="19050">
            <a:solidFill>
              <a:srgbClr val="BD429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285B"/>
                </a:solidFill>
              </a:rPr>
              <a:t>사진 3</a:t>
            </a:r>
          </a:p>
        </p:txBody>
      </p:sp>
      <p:sp>
        <p:nvSpPr>
          <p:cNvPr id="26" name="사진 자리"/>
          <p:cNvSpPr/>
          <p:nvPr/>
        </p:nvSpPr>
        <p:spPr>
          <a:xfrm>
            <a:off x="640080" y="3840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1D0E7"/>
          </a:solidFill>
          <a:ln w="19050">
            <a:solidFill>
              <a:srgbClr val="BD429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285B"/>
                </a:solidFill>
              </a:rPr>
              <a:t>사진 4</a:t>
            </a:r>
          </a:p>
        </p:txBody>
      </p:sp>
      <p:sp>
        <p:nvSpPr>
          <p:cNvPr id="27" name="사진 자리"/>
          <p:cNvSpPr/>
          <p:nvPr/>
        </p:nvSpPr>
        <p:spPr>
          <a:xfrm>
            <a:off x="4338218" y="3840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1D0E7"/>
          </a:solidFill>
          <a:ln w="19050">
            <a:solidFill>
              <a:srgbClr val="BD429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285B"/>
                </a:solidFill>
              </a:rPr>
              <a:t>사진 5</a:t>
            </a:r>
          </a:p>
        </p:txBody>
      </p:sp>
      <p:sp>
        <p:nvSpPr>
          <p:cNvPr id="28" name="사진 자리"/>
          <p:cNvSpPr/>
          <p:nvPr/>
        </p:nvSpPr>
        <p:spPr>
          <a:xfrm>
            <a:off x="8036356" y="3840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1D0E7"/>
          </a:solidFill>
          <a:ln w="19050">
            <a:solidFill>
              <a:srgbClr val="BD429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285B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274320" y="4251960"/>
            <a:ext cx="12740335" cy="2743200"/>
          </a:xfrm>
          <a:prstGeom prst="wav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274320" y="5074920"/>
            <a:ext cx="12740335" cy="2331720"/>
          </a:xfrm>
          <a:prstGeom prst="wav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626858" y="630936"/>
            <a:ext cx="740664" cy="1152143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0305182" y="1123767"/>
            <a:ext cx="740664" cy="1152143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0046085" y="1921184"/>
            <a:ext cx="740664" cy="1152143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9207630" y="1921184"/>
            <a:ext cx="740664" cy="1152143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8948534" y="1123767"/>
            <a:ext cx="740664" cy="1152143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9750302" y="1673352"/>
            <a:ext cx="493775" cy="493775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8425233" y="2531534"/>
            <a:ext cx="370332" cy="576071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8659662" y="2879089"/>
            <a:ext cx="370332" cy="576071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8401560" y="3209445"/>
            <a:ext cx="370332" cy="576071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8007616" y="3066061"/>
            <a:ext cx="370332" cy="576071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8022246" y="2647089"/>
            <a:ext cx="370332" cy="576071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8364986" y="3031236"/>
            <a:ext cx="246887" cy="246887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542962" y="2820415"/>
            <a:ext cx="311078" cy="4839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628155" y="3162105"/>
            <a:ext cx="311078" cy="48390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329514" y="3348717"/>
            <a:ext cx="311078" cy="4839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059751" y="3122359"/>
            <a:ext cx="311078" cy="48390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191669" y="2795850"/>
            <a:ext cx="311078" cy="4839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402257" y="3188147"/>
            <a:ext cx="207385" cy="207385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37160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1285B"/>
                </a:solidFill>
              </a:rPr>
              <a:t>우리 가족을 소개했어요</a:t>
            </a:r>
          </a:p>
        </p:txBody>
      </p:sp>
      <p:sp>
        <p:nvSpPr>
          <p:cNvPr id="23" name="한 줄 문구"/>
          <p:cNvSpPr txBox="1"/>
          <p:nvPr/>
        </p:nvSpPr>
        <p:spPr>
          <a:xfrm>
            <a:off x="975335" y="292608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1285B"/>
                </a:solidFill>
              </a:rPr>
              <a:t>함께여서 늘 든든합니다</a:t>
            </a:r>
          </a:p>
        </p:txBody>
      </p:sp>
      <p:sp>
        <p:nvSpPr>
          <p:cNvPr id="24" name="안내 문구"/>
          <p:cNvSpPr txBox="1"/>
          <p:nvPr/>
        </p:nvSpPr>
        <p:spPr>
          <a:xfrm>
            <a:off x="975335" y="3794760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아이와 함께 가족 소개">
  <a:themeElements>
    <a:clrScheme name="Office">
      <a:dk1>
        <a:sysClr val="windowText" lastClr="000000"/>
      </a:dk1>
      <a:lt1>
        <a:sysClr val="window" lastClr="FFFFFF"/>
      </a:lt1>
      <a:dk2>
        <a:srgbClr val="71285B"/>
      </a:dk2>
      <a:lt2>
        <a:srgbClr val="FAF0F7"/>
      </a:lt2>
      <a:accent1>
        <a:srgbClr val="BD4298"/>
      </a:accent1>
      <a:accent2>
        <a:srgbClr val="4C913B"/>
      </a:accent2>
      <a:accent3>
        <a:srgbClr val="71285B"/>
      </a:accent3>
      <a:accent4>
        <a:srgbClr val="F1D0E7"/>
      </a:accent4>
      <a:accent5>
        <a:srgbClr val="846A6A"/>
      </a:accent5>
      <a:accent6>
        <a:srgbClr val="AA7E9D"/>
      </a:accent6>
      <a:hlink>
        <a:srgbClr val="BD4298"/>
      </a:hlink>
      <a:folHlink>
        <a:srgbClr val="71285B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아이와 함께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