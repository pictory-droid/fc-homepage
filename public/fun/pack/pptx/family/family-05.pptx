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9633618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0253910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0326474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8806542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8708084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9245814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F481E"/>
                </a:solidFill>
              </a:rPr>
              <a:t>우리 가족을 소개합니다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푸른 보리처럼 서로 기대어 자라는 가족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가족 구성원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481E"/>
                </a:solidFill>
              </a:rPr>
              <a:t>보호자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481E"/>
                </a:solidFill>
              </a:rPr>
              <a:t>보호자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481E"/>
                </a:solidFill>
              </a:rPr>
              <a:t>우리 반려동물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우리 가족 이야기</a:t>
            </a:r>
          </a:p>
        </p:txBody>
      </p:sp>
      <p:sp>
        <p:nvSpPr>
          <p:cNvPr id="11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처음 만난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우리의 인연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6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첫 산책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함께한 첫 걸음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0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가장 웃었던 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잊지 못할 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24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지금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오늘의 우리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우리 가족의 약속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약속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약속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약속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가족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9633618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0253910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0326474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8806542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8708084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9245814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F481E"/>
                </a:solidFill>
              </a:rPr>
              <a:t>우리 가족을 소개했어요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함께여서 늘 든든합니다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2F481E"/>
      </a:dk2>
      <a:lt2>
        <a:srgbClr val="F4F9F1"/>
      </a:lt2>
      <a:accent1>
        <a:srgbClr val="5F913B"/>
      </a:accent1>
      <a:accent2>
        <a:srgbClr val="423B91"/>
      </a:accent2>
      <a:accent3>
        <a:srgbClr val="2F481E"/>
      </a:accent3>
      <a:accent4>
        <a:srgbClr val="DEEFD2"/>
      </a:accent4>
      <a:accent5>
        <a:srgbClr val="506666"/>
      </a:accent5>
      <a:accent6>
        <a:srgbClr val="829178"/>
      </a:accent6>
      <a:hlink>
        <a:srgbClr val="5F913B"/>
      </a:hlink>
      <a:folHlink>
        <a:srgbClr val="2F481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