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016224" y="2472946"/>
            <a:ext cx="623387" cy="623387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02848" y="2854006"/>
            <a:ext cx="598264" cy="598264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999645" y="93467"/>
            <a:ext cx="559067" cy="559067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61103" y="-27881"/>
            <a:ext cx="388751" cy="388751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435473" y="1960365"/>
            <a:ext cx="346058" cy="346058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109295" y="1617785"/>
            <a:ext cx="625026" cy="625026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16816" y="2693105"/>
            <a:ext cx="315539" cy="315539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651877" y="1952049"/>
            <a:ext cx="308845" cy="308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156032" y="-133108"/>
            <a:ext cx="429689" cy="42968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548922" y="2897749"/>
            <a:ext cx="340893" cy="340893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201319" y="1130122"/>
            <a:ext cx="307256" cy="307256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22D24"/>
                </a:solidFill>
              </a:rPr>
              <a:t>우리 가족을 소개합니다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기차 여행을 떠나던 날의 설렘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가족 구성원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777240" y="1600200"/>
            <a:ext cx="1353769" cy="1353769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할아버지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2633929" y="1600200"/>
            <a:ext cx="1353769" cy="1353769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769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할머니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820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4490618" y="1600200"/>
            <a:ext cx="1353769" cy="1353769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3458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아빠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4898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6347307" y="1600200"/>
            <a:ext cx="1353769" cy="1353769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0147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엄마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1587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8203996" y="1600200"/>
            <a:ext cx="1353769" cy="1353769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683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큰아이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8276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31" name="사진 자리"/>
          <p:cNvSpPr/>
          <p:nvPr/>
        </p:nvSpPr>
        <p:spPr>
          <a:xfrm>
            <a:off x="10060686" y="1600200"/>
            <a:ext cx="1353769" cy="1353769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352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작은아이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4965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우리 가족 이야기</a:t>
            </a:r>
          </a:p>
        </p:txBody>
      </p:sp>
      <p:sp>
        <p:nvSpPr>
          <p:cNvPr id="16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855A4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5A47"/>
                </a:solidFill>
              </a:rPr>
              <a:t>할아버지 할머니의 이야기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뿌리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21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855A4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5A47"/>
                </a:solidFill>
              </a:rPr>
              <a:t>부모가 된 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새로운 가지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5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855A4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5A47"/>
                </a:solidFill>
              </a:rPr>
              <a:t>온 가족 모임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한자리에 모인 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29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855A4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5A47"/>
                </a:solidFill>
              </a:rPr>
              <a:t>지금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오늘의 우리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우리 가족의 약속</a:t>
            </a:r>
          </a:p>
        </p:txBody>
      </p:sp>
      <p:sp>
        <p:nvSpPr>
          <p:cNvPr id="16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약속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20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약속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24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2700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약속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가족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016224" y="2472946"/>
            <a:ext cx="623387" cy="623387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02848" y="2854006"/>
            <a:ext cx="598264" cy="598264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999645" y="93467"/>
            <a:ext cx="559067" cy="559067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61103" y="-27881"/>
            <a:ext cx="388751" cy="388751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435473" y="1960365"/>
            <a:ext cx="346058" cy="346058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109295" y="1617785"/>
            <a:ext cx="625026" cy="625026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16816" y="2693105"/>
            <a:ext cx="315539" cy="315539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651877" y="1952049"/>
            <a:ext cx="308845" cy="308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156032" y="-133108"/>
            <a:ext cx="429689" cy="42968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548922" y="2897749"/>
            <a:ext cx="340893" cy="340893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201319" y="1130122"/>
            <a:ext cx="307256" cy="307256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22D24"/>
                </a:solidFill>
              </a:rPr>
              <a:t>우리 가족을 소개했어요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함께여서 늘 든든합니다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422D24"/>
      </a:dk2>
      <a:lt2>
        <a:srgbClr val="F8F4F2"/>
      </a:lt2>
      <a:accent1>
        <a:srgbClr val="855A47"/>
      </a:accent1>
      <a:accent2>
        <a:srgbClr val="478578"/>
      </a:accent2>
      <a:accent3>
        <a:srgbClr val="422D24"/>
      </a:accent3>
      <a:accent4>
        <a:srgbClr val="EBDCD6"/>
      </a:accent4>
      <a:accent5>
        <a:srgbClr val="667060"/>
      </a:accent5>
      <a:accent6>
        <a:srgbClr val="8E817C"/>
      </a:accent6>
      <a:hlink>
        <a:srgbClr val="855A47"/>
      </a:hlink>
      <a:folHlink>
        <a:srgbClr val="422D2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