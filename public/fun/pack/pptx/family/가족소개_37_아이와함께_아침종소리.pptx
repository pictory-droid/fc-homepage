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B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C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종이 울릴 때까지 기다려 준 아빠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아빠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095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엄마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443095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첫째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43095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둘째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621" y="443095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5D9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가족이 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우리의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아이가 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새 식구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첫 가족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함께 떠난 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7985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985D8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DB6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60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C49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B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C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272C49"/>
      </a:dk2>
      <a:lt2>
        <a:srgbClr val="ECEEFB"/>
      </a:lt2>
      <a:accent1>
        <a:srgbClr val="7985D8"/>
      </a:accent1>
      <a:accent2>
        <a:srgbClr val="B198E1"/>
      </a:accent2>
      <a:accent3>
        <a:srgbClr val="272C49"/>
      </a:accent3>
      <a:accent4>
        <a:srgbClr val="D5D9F6"/>
      </a:accent4>
      <a:accent5>
        <a:srgbClr val="958EDC"/>
      </a:accent5>
      <a:accent6>
        <a:srgbClr val="7D8092"/>
      </a:accent6>
      <a:hlink>
        <a:srgbClr val="7985D8"/>
      </a:hlink>
      <a:folHlink>
        <a:srgbClr val="272C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