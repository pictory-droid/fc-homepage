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3F13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감 따다 장대 들고 웃던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051560" y="1600200"/>
            <a:ext cx="1308049" cy="1308049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9968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할아버지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56889"/>
            <a:ext cx="1399489" cy="29439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2862529" y="1600200"/>
            <a:ext cx="1308049" cy="1308049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5369" y="299968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할머니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809" y="3456889"/>
            <a:ext cx="1399489" cy="29439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673498" y="1600200"/>
            <a:ext cx="1308049" cy="1308049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299968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아빠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456889"/>
            <a:ext cx="1399489" cy="29439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484467" y="1600200"/>
            <a:ext cx="1308049" cy="1308049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99968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엄마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747" y="3456889"/>
            <a:ext cx="1399489" cy="29439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295436" y="1600200"/>
            <a:ext cx="1308049" cy="1308049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276" y="299968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큰아이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3456889"/>
            <a:ext cx="1399489" cy="29439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10106406" y="1600200"/>
            <a:ext cx="1308049" cy="1308049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9246" y="299968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작은아이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60686" y="3456889"/>
            <a:ext cx="1399489" cy="294391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914400" y="3337560"/>
            <a:ext cx="10637215" cy="54864"/>
          </a:xfrm>
          <a:prstGeom prst="rect">
            <a:avLst/>
          </a:prstGeom>
          <a:solidFill>
            <a:srgbClr val="F8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2042883" y="3154680"/>
            <a:ext cx="402336" cy="402336"/>
          </a:xfrm>
          <a:prstGeom prst="ellipse">
            <a:avLst/>
          </a:prstGeom>
          <a:solidFill>
            <a:srgbClr val="CA702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7021"/>
                </a:solidFill>
              </a:rPr>
              <a:t>할아버지 할머니의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702187" y="3154680"/>
            <a:ext cx="402336" cy="402336"/>
          </a:xfrm>
          <a:prstGeom prst="ellipse">
            <a:avLst/>
          </a:prstGeom>
          <a:solidFill>
            <a:srgbClr val="CA702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7021"/>
                </a:solidFill>
              </a:rPr>
              <a:t>부모가 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새로운 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3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361491" y="3154680"/>
            <a:ext cx="402336" cy="402336"/>
          </a:xfrm>
          <a:prstGeom prst="ellipse">
            <a:avLst/>
          </a:prstGeom>
          <a:solidFill>
            <a:srgbClr val="CA702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7021"/>
                </a:solidFill>
              </a:rPr>
              <a:t>온 가족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한자리에 모인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8" name="때 4"/>
          <p:cNvSpPr/>
          <p:nvPr/>
        </p:nvSpPr>
        <p:spPr>
          <a:xfrm>
            <a:off x="10020795" y="3154680"/>
            <a:ext cx="402336" cy="402336"/>
          </a:xfrm>
          <a:prstGeom prst="ellipse">
            <a:avLst/>
          </a:prstGeom>
          <a:solidFill>
            <a:srgbClr val="CA7021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8031" y="251460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7021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3751" y="370332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3751" y="420624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74519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743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88620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416052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3F13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723F13"/>
      </a:dk2>
      <a:lt2>
        <a:srgbClr val="FCF4ED"/>
      </a:lt2>
      <a:accent1>
        <a:srgbClr val="CA7021"/>
      </a:accent1>
      <a:accent2>
        <a:srgbClr val="3B918E"/>
      </a:accent2>
      <a:accent3>
        <a:srgbClr val="723F13"/>
      </a:accent3>
      <a:accent4>
        <a:srgbClr val="F8DFC9"/>
      </a:accent4>
      <a:accent5>
        <a:srgbClr val="828058"/>
      </a:accent5>
      <a:accent6>
        <a:srgbClr val="AA8C71"/>
      </a:accent6>
      <a:hlink>
        <a:srgbClr val="CA7021"/>
      </a:hlink>
      <a:folHlink>
        <a:srgbClr val="723F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