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해돋이 보러 같이 올라간 산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1285189" y="1783080"/>
            <a:ext cx="2194560" cy="2194560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보호자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998567" y="1783080"/>
            <a:ext cx="2194560" cy="2194560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보호자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711946" y="1783080"/>
            <a:ext cx="2194560" cy="2194560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우리 반려동물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2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처음 만난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우리의 인연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첫 산책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함께한 첫 걸음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가장 웃었던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잊지 못할 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EAE4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EAE4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EAE4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