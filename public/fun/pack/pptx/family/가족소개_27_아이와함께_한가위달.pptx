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5214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송편 빚다 말고 달 보러 나온 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914399" y="1554480"/>
            <a:ext cx="2213533" cy="2213533"/>
          </a:xfrm>
          <a:prstGeom prst="ellipse">
            <a:avLst/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59453"/>
            <a:ext cx="248785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아빠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16653"/>
            <a:ext cx="2304973" cy="190126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630853" y="1554480"/>
            <a:ext cx="2213533" cy="2213533"/>
          </a:xfrm>
          <a:prstGeom prst="ellipse">
            <a:avLst/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3693" y="3859453"/>
            <a:ext cx="248785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엄마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5133" y="4316653"/>
            <a:ext cx="2304973" cy="190126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347307" y="1554480"/>
            <a:ext cx="2213533" cy="2213533"/>
          </a:xfrm>
          <a:prstGeom prst="ellipse">
            <a:avLst/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3859453"/>
            <a:ext cx="248785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첫째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1587" y="4316653"/>
            <a:ext cx="2304973" cy="190126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9063761" y="1554480"/>
            <a:ext cx="2213533" cy="2213533"/>
          </a:xfrm>
          <a:prstGeom prst="ellipse">
            <a:avLst/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601" y="3859453"/>
            <a:ext cx="248785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15214"/>
                </a:solidFill>
              </a:rPr>
              <a:t>둘째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8041" y="4316653"/>
            <a:ext cx="2304973" cy="190126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77240" y="3291840"/>
            <a:ext cx="10637215" cy="54864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905723" y="3108960"/>
            <a:ext cx="402336" cy="402336"/>
          </a:xfrm>
          <a:prstGeom prst="ellipse">
            <a:avLst/>
          </a:prstGeom>
          <a:solidFill>
            <a:srgbClr val="C7912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79123"/>
                </a:solidFill>
              </a:rPr>
              <a:t>가족이 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우리의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79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65027" y="3108960"/>
            <a:ext cx="402336" cy="402336"/>
          </a:xfrm>
          <a:prstGeom prst="ellipse">
            <a:avLst/>
          </a:prstGeom>
          <a:solidFill>
            <a:srgbClr val="C7912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2263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79123"/>
                </a:solidFill>
              </a:rPr>
              <a:t>아이가 태어난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새 식구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24331" y="3108960"/>
            <a:ext cx="402336" cy="402336"/>
          </a:xfrm>
          <a:prstGeom prst="ellipse">
            <a:avLst/>
          </a:prstGeom>
          <a:solidFill>
            <a:srgbClr val="C7912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79123"/>
                </a:solidFill>
              </a:rPr>
              <a:t>첫 가족 여행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함께 떠난 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7" name="때 4"/>
          <p:cNvSpPr/>
          <p:nvPr/>
        </p:nvSpPr>
        <p:spPr>
          <a:xfrm>
            <a:off x="9883635" y="3108960"/>
            <a:ext cx="402336" cy="402336"/>
          </a:xfrm>
          <a:prstGeom prst="ellipse">
            <a:avLst/>
          </a:prstGeom>
          <a:solidFill>
            <a:srgbClr val="C79123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00871" y="2468880"/>
            <a:ext cx="256786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79123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6591" y="3657600"/>
            <a:ext cx="247642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6591" y="4160520"/>
            <a:ext cx="247642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82880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97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97180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840480"/>
            <a:ext cx="10637215" cy="100584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2700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411480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886200"/>
            <a:ext cx="679673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F7E8C9"/>
          </a:solidFill>
          <a:ln w="19050">
            <a:solidFill>
              <a:srgbClr val="C79123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15214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5214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715214"/>
      </a:dk2>
      <a:lt2>
        <a:srgbClr val="FCF7EE"/>
      </a:lt2>
      <a:accent1>
        <a:srgbClr val="C79123"/>
      </a:accent1>
      <a:accent2>
        <a:srgbClr val="3B8391"/>
      </a:accent2>
      <a:accent3>
        <a:srgbClr val="715214"/>
      </a:accent3>
      <a:accent4>
        <a:srgbClr val="F7E8C9"/>
      </a:accent4>
      <a:accent5>
        <a:srgbClr val="818A5A"/>
      </a:accent5>
      <a:accent6>
        <a:srgbClr val="AA9772"/>
      </a:accent6>
      <a:hlink>
        <a:srgbClr val="C79123"/>
      </a:hlink>
      <a:folHlink>
        <a:srgbClr val="71521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