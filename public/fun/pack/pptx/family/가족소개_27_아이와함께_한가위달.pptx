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BD6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E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4358505" y="4251960"/>
            <a:ext cx="1005840" cy="1005840"/>
          </a:xfrm>
          <a:prstGeom prst="ellipse">
            <a:avLst/>
          </a:prstGeom>
          <a:solidFill>
            <a:srgbClr val="EBD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가족을 소개합니다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송편 빚다 말고 달 보러 나온 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아이와 함께 · 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D8B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moon">
            <a:avLst/>
          </a:prstGeom>
          <a:solidFill>
            <a:srgbClr val="EBD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구성원</a:t>
            </a:r>
          </a:p>
        </p:txBody>
      </p:sp>
      <p:sp>
        <p:nvSpPr>
          <p:cNvPr id="6" name="사진 자리"/>
          <p:cNvSpPr/>
          <p:nvPr/>
        </p:nvSpPr>
        <p:spPr>
          <a:xfrm>
            <a:off x="777239" y="1783080"/>
            <a:ext cx="2282113" cy="2282113"/>
          </a:xfrm>
          <a:prstGeom prst="ellipse">
            <a:avLst/>
          </a:prstGeom>
          <a:solidFill>
            <a:srgbClr val="F6EB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15663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E27"/>
                </a:solidFill>
              </a:rPr>
              <a:t>아빠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4613833"/>
            <a:ext cx="2373553" cy="17412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9" name="사진 자리"/>
          <p:cNvSpPr/>
          <p:nvPr/>
        </p:nvSpPr>
        <p:spPr>
          <a:xfrm>
            <a:off x="3562273" y="1783080"/>
            <a:ext cx="2282113" cy="2282113"/>
          </a:xfrm>
          <a:prstGeom prst="ellipse">
            <a:avLst/>
          </a:prstGeom>
          <a:solidFill>
            <a:srgbClr val="F6EB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5113" y="415663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E27"/>
                </a:solidFill>
              </a:rPr>
              <a:t>엄마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16553" y="4613833"/>
            <a:ext cx="2373553" cy="17412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12" name="사진 자리"/>
          <p:cNvSpPr/>
          <p:nvPr/>
        </p:nvSpPr>
        <p:spPr>
          <a:xfrm>
            <a:off x="6347307" y="1783080"/>
            <a:ext cx="2282113" cy="2282113"/>
          </a:xfrm>
          <a:prstGeom prst="ellipse">
            <a:avLst/>
          </a:prstGeom>
          <a:solidFill>
            <a:srgbClr val="F6EB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0147" y="415663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E27"/>
                </a:solidFill>
              </a:rPr>
              <a:t>첫째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1587" y="4613833"/>
            <a:ext cx="2373553" cy="17412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  <p:sp>
        <p:nvSpPr>
          <p:cNvPr id="15" name="사진 자리"/>
          <p:cNvSpPr/>
          <p:nvPr/>
        </p:nvSpPr>
        <p:spPr>
          <a:xfrm>
            <a:off x="9132341" y="1783080"/>
            <a:ext cx="2282113" cy="2282113"/>
          </a:xfrm>
          <a:prstGeom prst="ellipse">
            <a:avLst/>
          </a:prstGeom>
          <a:solidFill>
            <a:srgbClr val="F6EB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5181" y="4156633"/>
            <a:ext cx="2556433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93E27"/>
                </a:solidFill>
              </a:rPr>
              <a:t>둘째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6621" y="4613833"/>
            <a:ext cx="2373553" cy="1741246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좋아하는 것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자라서 되고 싶은 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D8B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moon">
            <a:avLst/>
          </a:prstGeom>
          <a:solidFill>
            <a:srgbClr val="EBD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 이야기</a:t>
            </a:r>
          </a:p>
        </p:txBody>
      </p:sp>
      <p:sp>
        <p:nvSpPr>
          <p:cNvPr id="6" name="타임라인 선"/>
          <p:cNvSpPr/>
          <p:nvPr/>
        </p:nvSpPr>
        <p:spPr>
          <a:xfrm>
            <a:off x="640080" y="3520440"/>
            <a:ext cx="10911535" cy="54864"/>
          </a:xfrm>
          <a:prstGeom prst="rect">
            <a:avLst/>
          </a:prstGeom>
          <a:solidFill>
            <a:srgbClr val="F6EB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때 1"/>
          <p:cNvSpPr/>
          <p:nvPr/>
        </p:nvSpPr>
        <p:spPr>
          <a:xfrm>
            <a:off x="1802853" y="3337560"/>
            <a:ext cx="402336" cy="402336"/>
          </a:xfrm>
          <a:prstGeom prst="ellipse">
            <a:avLst/>
          </a:prstGeom>
          <a:solidFill>
            <a:srgbClr val="D8B87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8B879"/>
                </a:solidFill>
              </a:rPr>
              <a:t>가족이 된 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E27"/>
                </a:solidFill>
              </a:rPr>
              <a:t>우리의 시작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19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처음 만난 날의 이야기</a:t>
            </a:r>
          </a:p>
        </p:txBody>
      </p:sp>
      <p:sp>
        <p:nvSpPr>
          <p:cNvPr id="11" name="때 2"/>
          <p:cNvSpPr/>
          <p:nvPr/>
        </p:nvSpPr>
        <p:spPr>
          <a:xfrm>
            <a:off x="4530737" y="3337560"/>
            <a:ext cx="402336" cy="402336"/>
          </a:xfrm>
          <a:prstGeom prst="ellipse">
            <a:avLst/>
          </a:prstGeom>
          <a:solidFill>
            <a:srgbClr val="D8B87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13683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8B879"/>
                </a:solidFill>
              </a:rPr>
              <a:t>아이가 태어난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E27"/>
                </a:solidFill>
              </a:rPr>
              <a:t>새 식구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9403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그날의 기억을 적어요</a:t>
            </a:r>
          </a:p>
        </p:txBody>
      </p:sp>
      <p:sp>
        <p:nvSpPr>
          <p:cNvPr id="15" name="때 3"/>
          <p:cNvSpPr/>
          <p:nvPr/>
        </p:nvSpPr>
        <p:spPr>
          <a:xfrm>
            <a:off x="7258621" y="3337560"/>
            <a:ext cx="402336" cy="402336"/>
          </a:xfrm>
          <a:prstGeom prst="ellipse">
            <a:avLst/>
          </a:prstGeom>
          <a:solidFill>
            <a:srgbClr val="D8B87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41567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8B879"/>
                </a:solidFill>
              </a:rPr>
              <a:t>첫 가족 여행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E27"/>
                </a:solidFill>
              </a:rPr>
              <a:t>함께 떠난 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87287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가장 웃었던 순간</a:t>
            </a:r>
          </a:p>
        </p:txBody>
      </p:sp>
      <p:sp>
        <p:nvSpPr>
          <p:cNvPr id="19" name="때 4"/>
          <p:cNvSpPr/>
          <p:nvPr/>
        </p:nvSpPr>
        <p:spPr>
          <a:xfrm>
            <a:off x="9986505" y="3337560"/>
            <a:ext cx="402336" cy="402336"/>
          </a:xfrm>
          <a:prstGeom prst="ellipse">
            <a:avLst/>
          </a:prstGeom>
          <a:solidFill>
            <a:srgbClr val="D8B879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451" y="269748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D8B879"/>
                </a:solidFill>
              </a:rPr>
              <a:t>지금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388620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93E27"/>
                </a:solidFill>
              </a:rPr>
              <a:t>오늘의 우리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171" y="438912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D8B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moon">
            <a:avLst/>
          </a:prstGeom>
          <a:solidFill>
            <a:srgbClr val="EBD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우리 가족의 약속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FBF6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2057400"/>
            <a:ext cx="457200" cy="457200"/>
          </a:xfrm>
          <a:prstGeom prst="ellipse">
            <a:avLst/>
          </a:prstGeom>
          <a:noFill/>
          <a:ln w="19050">
            <a:solidFill>
              <a:srgbClr val="D8B879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E27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28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E27"/>
                </a:solidFill>
              </a:rPr>
              <a:t>약속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828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밥은 꼭 함께 먹기</a:t>
            </a:r>
          </a:p>
        </p:txBody>
      </p:sp>
      <p:sp>
        <p:nvSpPr>
          <p:cNvPr id="10" name="줄 2"/>
          <p:cNvSpPr/>
          <p:nvPr/>
        </p:nvSpPr>
        <p:spPr>
          <a:xfrm>
            <a:off x="640080" y="292608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FBF6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822959" y="3200400"/>
            <a:ext cx="457200" cy="457200"/>
          </a:xfrm>
          <a:prstGeom prst="ellipse">
            <a:avLst/>
          </a:prstGeom>
          <a:noFill/>
          <a:ln w="19050">
            <a:solidFill>
              <a:srgbClr val="D8B879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E27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971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E27"/>
                </a:solidFill>
              </a:rPr>
              <a:t>약속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971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잠들기 전에 사랑한다고 말하기</a:t>
            </a:r>
          </a:p>
        </p:txBody>
      </p:sp>
      <p:sp>
        <p:nvSpPr>
          <p:cNvPr id="14" name="줄 3"/>
          <p:cNvSpPr/>
          <p:nvPr/>
        </p:nvSpPr>
        <p:spPr>
          <a:xfrm>
            <a:off x="640080" y="4069080"/>
            <a:ext cx="10911535" cy="1005840"/>
          </a:xfrm>
          <a:prstGeom prst="roundRect">
            <a:avLst>
              <a:gd name="adj" fmla="val 7000"/>
            </a:avLst>
          </a:prstGeom>
          <a:solidFill>
            <a:srgbClr val="FBF6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2959" y="4343400"/>
            <a:ext cx="457200" cy="457200"/>
          </a:xfrm>
          <a:prstGeom prst="ellipse">
            <a:avLst/>
          </a:prstGeom>
          <a:noFill/>
          <a:ln w="19050">
            <a:solidFill>
              <a:srgbClr val="D8B879"/>
            </a:solidFill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493E27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11480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3E27"/>
                </a:solidFill>
              </a:rPr>
              <a:t>약속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411480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주말에는 함께 산책하기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64008" cy="868680"/>
          </a:xfrm>
          <a:prstGeom prst="roundRect">
            <a:avLst>
              <a:gd name="adj" fmla="val 50000"/>
            </a:avLst>
          </a:prstGeom>
          <a:solidFill>
            <a:srgbClr val="D8B87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868680" y="274320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8E8780"/>
                </a:solidFill>
              </a:rPr>
              <a:t>FAMILY ALBUM</a:t>
            </a:r>
          </a:p>
        </p:txBody>
      </p:sp>
      <p:sp>
        <p:nvSpPr>
          <p:cNvPr id="5" name="포인트"/>
          <p:cNvSpPr/>
          <p:nvPr/>
        </p:nvSpPr>
        <p:spPr>
          <a:xfrm>
            <a:off x="11167567" y="667512"/>
            <a:ext cx="310896" cy="310896"/>
          </a:xfrm>
          <a:prstGeom prst="moon">
            <a:avLst/>
          </a:prstGeom>
          <a:solidFill>
            <a:srgbClr val="EBD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8680" y="566928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가족 사진</a:t>
            </a:r>
          </a:p>
        </p:txBody>
      </p:sp>
      <p:sp>
        <p:nvSpPr>
          <p:cNvPr id="6" name="사진 자리"/>
          <p:cNvSpPr/>
          <p:nvPr/>
        </p:nvSpPr>
        <p:spPr>
          <a:xfrm>
            <a:off x="640080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B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1</a:t>
            </a:r>
          </a:p>
        </p:txBody>
      </p:sp>
      <p:sp>
        <p:nvSpPr>
          <p:cNvPr id="7" name="사진 자리"/>
          <p:cNvSpPr/>
          <p:nvPr/>
        </p:nvSpPr>
        <p:spPr>
          <a:xfrm>
            <a:off x="4338218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B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2</a:t>
            </a:r>
          </a:p>
        </p:txBody>
      </p:sp>
      <p:sp>
        <p:nvSpPr>
          <p:cNvPr id="8" name="사진 자리"/>
          <p:cNvSpPr/>
          <p:nvPr/>
        </p:nvSpPr>
        <p:spPr>
          <a:xfrm>
            <a:off x="8036356" y="178308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B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3</a:t>
            </a:r>
          </a:p>
        </p:txBody>
      </p:sp>
      <p:sp>
        <p:nvSpPr>
          <p:cNvPr id="9" name="사진 자리"/>
          <p:cNvSpPr/>
          <p:nvPr/>
        </p:nvSpPr>
        <p:spPr>
          <a:xfrm>
            <a:off x="640080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B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4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4338218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B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5</a:t>
            </a:r>
          </a:p>
        </p:txBody>
      </p:sp>
      <p:sp>
        <p:nvSpPr>
          <p:cNvPr id="11" name="사진 자리"/>
          <p:cNvSpPr/>
          <p:nvPr/>
        </p:nvSpPr>
        <p:spPr>
          <a:xfrm>
            <a:off x="8036356" y="4160520"/>
            <a:ext cx="3515258" cy="2194560"/>
          </a:xfrm>
          <a:prstGeom prst="roundRect">
            <a:avLst>
              <a:gd name="adj" fmla="val 6000"/>
            </a:avLst>
          </a:prstGeom>
          <a:solidFill>
            <a:srgbClr val="F6EBD5"/>
          </a:solidFill>
          <a:ln w="19050">
            <a:noFill/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8E8780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6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사진 자리"/>
          <p:cNvSpPr/>
          <p:nvPr/>
        </p:nvSpPr>
        <p:spPr>
          <a:xfrm>
            <a:off x="1463003" y="685800"/>
            <a:ext cx="3169840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EBD6AD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493E27"/>
                </a:solidFill>
              </a:rPr>
              <a:t>사진을 넣어 주세요</a:t>
            </a:r>
          </a:p>
        </p:txBody>
      </p:sp>
      <p:sp>
        <p:nvSpPr>
          <p:cNvPr id="4" name="장식"/>
          <p:cNvSpPr/>
          <p:nvPr/>
        </p:nvSpPr>
        <p:spPr>
          <a:xfrm>
            <a:off x="4358505" y="4251960"/>
            <a:ext cx="1005840" cy="1005840"/>
          </a:xfrm>
          <a:prstGeom prst="ellipse">
            <a:avLst/>
          </a:prstGeom>
          <a:solidFill>
            <a:srgbClr val="EBD6A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FAMILY ALBUM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우리 가족 소개를 마칩니다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읽어 주셔서 고맙습니다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아이와 함께 가족 소개">
  <a:themeElements>
    <a:clrScheme name="Office">
      <a:dk1>
        <a:sysClr val="windowText" lastClr="000000"/>
      </a:dk1>
      <a:lt1>
        <a:sysClr val="window" lastClr="FFFFFF"/>
      </a:lt1>
      <a:dk2>
        <a:srgbClr val="493E27"/>
      </a:dk2>
      <a:lt2>
        <a:srgbClr val="FBF6EC"/>
      </a:lt2>
      <a:accent1>
        <a:srgbClr val="D8B879"/>
      </a:accent1>
      <a:accent2>
        <a:srgbClr val="D7E198"/>
      </a:accent2>
      <a:accent3>
        <a:srgbClr val="493E27"/>
      </a:accent3>
      <a:accent4>
        <a:srgbClr val="F6EBD5"/>
      </a:accent4>
      <a:accent5>
        <a:srgbClr val="D8CC88"/>
      </a:accent5>
      <a:accent6>
        <a:srgbClr val="928B7D"/>
      </a:accent6>
      <a:hlink>
        <a:srgbClr val="D8B879"/>
      </a:hlink>
      <a:folHlink>
        <a:srgbClr val="493E27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아이와 함께 가족 소개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