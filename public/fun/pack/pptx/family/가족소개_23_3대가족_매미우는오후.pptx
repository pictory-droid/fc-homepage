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7AA9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36454" y="530040"/>
            <a:ext cx="546217" cy="5462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094260" y="3720413"/>
            <a:ext cx="618972" cy="61897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217132" y="1276566"/>
            <a:ext cx="506859" cy="50685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2541412" y="4144525"/>
            <a:ext cx="484077" cy="4840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213588" y="3551097"/>
            <a:ext cx="667992" cy="66799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91595" y="1555373"/>
            <a:ext cx="682733" cy="68273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2536144" y="4013377"/>
            <a:ext cx="778231" cy="7782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218543" y="558655"/>
            <a:ext cx="292039" cy="292039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2113401" y="1674958"/>
            <a:ext cx="495635" cy="495635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543038" y="1384291"/>
            <a:ext cx="546888" cy="5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2065202" y="493764"/>
            <a:ext cx="391634" cy="391634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F22"/>
                </a:solidFill>
              </a:rPr>
              <a:t>우리 가족을 소개합니다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매미 소리 가득한 할머니 댁의 여름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가족 구성원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777240" y="1600200"/>
            <a:ext cx="1353769" cy="1353769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할아버지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2633929" y="1600200"/>
            <a:ext cx="1353769" cy="1353769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769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할머니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820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4490618" y="1600200"/>
            <a:ext cx="1353769" cy="1353769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3458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아빠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4898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6347307" y="1600200"/>
            <a:ext cx="1353769" cy="1353769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0147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엄마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1587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8203996" y="1600200"/>
            <a:ext cx="1353769" cy="1353769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683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큰아이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8276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31" name="사진 자리"/>
          <p:cNvSpPr/>
          <p:nvPr/>
        </p:nvSpPr>
        <p:spPr>
          <a:xfrm>
            <a:off x="10060686" y="1600200"/>
            <a:ext cx="1353769" cy="1353769"/>
          </a:xfrm>
          <a:prstGeom prst="ellipse">
            <a:avLst/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352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F22"/>
                </a:solidFill>
              </a:rPr>
              <a:t>작은아이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4965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우리 가족 이야기</a:t>
            </a:r>
          </a:p>
        </p:txBody>
      </p:sp>
      <p:sp>
        <p:nvSpPr>
          <p:cNvPr id="16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5D964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D9640"/>
                </a:solidFill>
              </a:rPr>
              <a:t>할아버지 할머니의 이야기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뿌리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21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5D964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D9640"/>
                </a:solidFill>
              </a:rPr>
              <a:t>부모가 된 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새로운 가지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5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5D964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D9640"/>
                </a:solidFill>
              </a:rPr>
              <a:t>온 가족 모임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한자리에 모인 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29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5D964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D9640"/>
                </a:solidFill>
              </a:rPr>
              <a:t>지금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오늘의 우리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우리 가족의 약속</a:t>
            </a:r>
          </a:p>
        </p:txBody>
      </p:sp>
      <p:sp>
        <p:nvSpPr>
          <p:cNvPr id="16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27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약속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20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27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약속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24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27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약속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가족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7AA9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36454" y="530040"/>
            <a:ext cx="546217" cy="5462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094260" y="3720413"/>
            <a:ext cx="618972" cy="61897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217132" y="1276566"/>
            <a:ext cx="506859" cy="50685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2541412" y="4144525"/>
            <a:ext cx="484077" cy="4840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213588" y="3551097"/>
            <a:ext cx="667992" cy="66799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91595" y="1555373"/>
            <a:ext cx="682733" cy="68273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2536144" y="4013377"/>
            <a:ext cx="778231" cy="7782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218543" y="558655"/>
            <a:ext cx="292039" cy="292039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2113401" y="1674958"/>
            <a:ext cx="495635" cy="495635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543038" y="1384291"/>
            <a:ext cx="546888" cy="5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2065202" y="493764"/>
            <a:ext cx="391634" cy="391634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F22"/>
                </a:solidFill>
              </a:rPr>
              <a:t>우리 가족을 소개했어요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함께여서 늘 든든합니다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314F22"/>
      </a:dk2>
      <a:lt2>
        <a:srgbClr val="F3F9F1"/>
      </a:lt2>
      <a:accent1>
        <a:srgbClr val="5D9640"/>
      </a:accent1>
      <a:accent2>
        <a:srgbClr val="4B3D8F"/>
      </a:accent2>
      <a:accent3>
        <a:srgbClr val="314F22"/>
      </a:accent3>
      <a:accent4>
        <a:srgbClr val="DCEED3"/>
      </a:accent4>
      <a:accent5>
        <a:srgbClr val="546A68"/>
      </a:accent5>
      <a:accent6>
        <a:srgbClr val="83957A"/>
      </a:accent6>
      <a:hlink>
        <a:srgbClr val="5D9640"/>
      </a:hlink>
      <a:folHlink>
        <a:srgbClr val="314F2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