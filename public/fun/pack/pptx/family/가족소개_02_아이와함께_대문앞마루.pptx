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대문 앞 마루에 앉아 아이와 한 장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783080"/>
            <a:ext cx="2282113" cy="2282113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783080"/>
            <a:ext cx="2282113" cy="2282113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783080"/>
            <a:ext cx="2282113" cy="2282113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783080"/>
            <a:ext cx="2282113" cy="2282113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EE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D3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EDD3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F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D3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EDD3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F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D3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EDD3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F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round2Same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