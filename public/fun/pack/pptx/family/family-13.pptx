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82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0F1D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6668797" y="1317686"/>
            <a:ext cx="279806" cy="729871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6270217" y="971513"/>
            <a:ext cx="279806" cy="86581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5856383" y="1405971"/>
            <a:ext cx="279806" cy="937396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5417607" y="839014"/>
            <a:ext cx="279806" cy="81309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5440681" y="935019"/>
            <a:ext cx="279806" cy="760831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6060196" y="1289571"/>
            <a:ext cx="279806" cy="787212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43D21"/>
                </a:solidFill>
              </a:rPr>
              <a:t>우리 가족을 소개합니다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푸른 계절을 함께 걸어온 우리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가족 구성원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914400" y="1554480"/>
            <a:ext cx="1308049" cy="1308049"/>
          </a:xfrm>
          <a:prstGeom prst="ellipse">
            <a:avLst/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5396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43D21"/>
                </a:solidFill>
              </a:rPr>
              <a:t>할아버지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11169"/>
            <a:ext cx="1399489" cy="280675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2725369" y="1554480"/>
            <a:ext cx="1308049" cy="1308049"/>
          </a:xfrm>
          <a:prstGeom prst="ellipse">
            <a:avLst/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8209" y="295396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43D21"/>
                </a:solidFill>
              </a:rPr>
              <a:t>할머니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649" y="3411169"/>
            <a:ext cx="1399489" cy="280675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536338" y="1554480"/>
            <a:ext cx="1308049" cy="1308049"/>
          </a:xfrm>
          <a:prstGeom prst="ellipse">
            <a:avLst/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178" y="295396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43D21"/>
                </a:solidFill>
              </a:rPr>
              <a:t>아빠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411169"/>
            <a:ext cx="1399489" cy="280675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347307" y="1554480"/>
            <a:ext cx="1308049" cy="1308049"/>
          </a:xfrm>
          <a:prstGeom prst="ellipse">
            <a:avLst/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295396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43D21"/>
                </a:solidFill>
              </a:rPr>
              <a:t>엄마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1587" y="3411169"/>
            <a:ext cx="1399489" cy="280675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8158276" y="1554480"/>
            <a:ext cx="1308049" cy="1308049"/>
          </a:xfrm>
          <a:prstGeom prst="ellipse">
            <a:avLst/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1116" y="295396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43D21"/>
                </a:solidFill>
              </a:rPr>
              <a:t>큰아이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2556" y="3411169"/>
            <a:ext cx="1399489" cy="280675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9969246" y="1554480"/>
            <a:ext cx="1308049" cy="1308049"/>
          </a:xfrm>
          <a:prstGeom prst="ellipse">
            <a:avLst/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32086" y="2953969"/>
            <a:ext cx="158236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43D21"/>
                </a:solidFill>
              </a:rPr>
              <a:t>작은아이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3526" y="3411169"/>
            <a:ext cx="1399489" cy="280675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우리 가족 이야기</a:t>
            </a:r>
          </a:p>
        </p:txBody>
      </p:sp>
      <p:sp>
        <p:nvSpPr>
          <p:cNvPr id="10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때 1"/>
          <p:cNvSpPr/>
          <p:nvPr/>
        </p:nvSpPr>
        <p:spPr>
          <a:xfrm>
            <a:off x="1905723" y="3108960"/>
            <a:ext cx="402336" cy="402336"/>
          </a:xfrm>
          <a:prstGeom prst="ellipse">
            <a:avLst/>
          </a:prstGeom>
          <a:solidFill>
            <a:srgbClr val="2B82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B8245"/>
                </a:solidFill>
              </a:rPr>
              <a:t>할아버지 할머니의 이야기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79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뿌리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79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15" name="때 2"/>
          <p:cNvSpPr/>
          <p:nvPr/>
        </p:nvSpPr>
        <p:spPr>
          <a:xfrm>
            <a:off x="4565027" y="3108960"/>
            <a:ext cx="402336" cy="402336"/>
          </a:xfrm>
          <a:prstGeom prst="ellipse">
            <a:avLst/>
          </a:prstGeom>
          <a:solidFill>
            <a:srgbClr val="2B82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2263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B8245"/>
                </a:solidFill>
              </a:rPr>
              <a:t>부모가 된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983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새로운 가지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983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9" name="때 3"/>
          <p:cNvSpPr/>
          <p:nvPr/>
        </p:nvSpPr>
        <p:spPr>
          <a:xfrm>
            <a:off x="7224331" y="3108960"/>
            <a:ext cx="402336" cy="402336"/>
          </a:xfrm>
          <a:prstGeom prst="ellipse">
            <a:avLst/>
          </a:prstGeom>
          <a:solidFill>
            <a:srgbClr val="2B82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1567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B8245"/>
                </a:solidFill>
              </a:rPr>
              <a:t>온 가족 모임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한자리에 모인 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23" name="때 4"/>
          <p:cNvSpPr/>
          <p:nvPr/>
        </p:nvSpPr>
        <p:spPr>
          <a:xfrm>
            <a:off x="9883635" y="3108960"/>
            <a:ext cx="402336" cy="402336"/>
          </a:xfrm>
          <a:prstGeom prst="ellipse">
            <a:avLst/>
          </a:prstGeom>
          <a:solidFill>
            <a:srgbClr val="2B82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0871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B8245"/>
                </a:solidFill>
              </a:rPr>
              <a:t>지금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6591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오늘의 우리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6591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우리 가족의 약속</a:t>
            </a:r>
          </a:p>
        </p:txBody>
      </p:sp>
      <p:sp>
        <p:nvSpPr>
          <p:cNvPr id="10" name="줄 1"/>
          <p:cNvSpPr/>
          <p:nvPr/>
        </p:nvSpPr>
        <p:spPr>
          <a:xfrm>
            <a:off x="777240" y="1554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약속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00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14" name="줄 2"/>
          <p:cNvSpPr/>
          <p:nvPr/>
        </p:nvSpPr>
        <p:spPr>
          <a:xfrm>
            <a:off x="777240" y="2697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960120" y="297180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약속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743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18" name="줄 3"/>
          <p:cNvSpPr/>
          <p:nvPr/>
        </p:nvSpPr>
        <p:spPr>
          <a:xfrm>
            <a:off x="777240" y="3840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약속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886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11321280" y="892068"/>
            <a:ext cx="155448" cy="40548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11099847" y="699749"/>
            <a:ext cx="155448" cy="481008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10869939" y="941115"/>
            <a:ext cx="155448" cy="520775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10626174" y="626139"/>
            <a:ext cx="155448" cy="451719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10638994" y="679475"/>
            <a:ext cx="155448" cy="42268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10983169" y="876448"/>
            <a:ext cx="155448" cy="437340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가족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82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0F1D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90045">
            <a:off x="6668797" y="1317686"/>
            <a:ext cx="279806" cy="729871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756906">
            <a:off x="6270217" y="971513"/>
            <a:ext cx="279806" cy="865814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024567">
            <a:off x="5856383" y="1405971"/>
            <a:ext cx="279806" cy="937396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65516">
            <a:off x="5417607" y="839014"/>
            <a:ext cx="279806" cy="813094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27404">
            <a:off x="5440681" y="935019"/>
            <a:ext cx="279806" cy="760831"/>
          </a:xfrm>
          <a:prstGeom prst="ellipse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375483">
            <a:off x="6060196" y="1289571"/>
            <a:ext cx="279806" cy="787212"/>
          </a:xfrm>
          <a:prstGeom prst="ellipse">
            <a:avLst/>
          </a:prstGeom>
          <a:solidFill>
            <a:srgbClr val="80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43D21"/>
                </a:solidFill>
              </a:rPr>
              <a:t>우리 가족을 소개했어요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함께여서 늘 든든합니다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143D21"/>
      </a:dk2>
      <a:lt2>
        <a:srgbClr val="F0FAF3"/>
      </a:lt2>
      <a:accent1>
        <a:srgbClr val="2B8245"/>
      </a:accent1>
      <a:accent2>
        <a:srgbClr val="803B91"/>
      </a:accent2>
      <a:accent3>
        <a:srgbClr val="143D21"/>
      </a:accent3>
      <a:accent4>
        <a:srgbClr val="D0F1DA"/>
      </a:accent4>
      <a:accent5>
        <a:srgbClr val="565E6B"/>
      </a:accent5>
      <a:accent6>
        <a:srgbClr val="728B7A"/>
      </a:accent6>
      <a:hlink>
        <a:srgbClr val="2B8245"/>
      </a:hlink>
      <a:folHlink>
        <a:srgbClr val="143D2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