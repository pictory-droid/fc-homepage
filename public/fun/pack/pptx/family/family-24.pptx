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38100">
            <a:solidFill>
              <a:srgbClr val="4B86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223510" y="960120"/>
            <a:ext cx="493775" cy="822959"/>
          </a:xfrm>
          <a:prstGeom prst="round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346954" y="877824"/>
            <a:ext cx="246887" cy="82296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346954" y="1783080"/>
            <a:ext cx="246887" cy="82296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848959" y="1256385"/>
            <a:ext cx="493775" cy="691286"/>
          </a:xfrm>
          <a:prstGeom prst="roundRect">
            <a:avLst/>
          </a:prstGeom>
          <a:solidFill>
            <a:srgbClr val="D6E9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972403" y="1174089"/>
            <a:ext cx="246887" cy="82296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972403" y="1947672"/>
            <a:ext cx="246887" cy="82296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474409" y="960120"/>
            <a:ext cx="493775" cy="822959"/>
          </a:xfrm>
          <a:prstGeom prst="round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597853" y="877824"/>
            <a:ext cx="246887" cy="82296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6597853" y="1783080"/>
            <a:ext cx="246887" cy="82296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74649"/>
                </a:solidFill>
              </a:rPr>
              <a:t>우리 가족을 소개합니다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1463003" y="379476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274649"/>
                </a:solidFill>
              </a:rPr>
              <a:t>처마 끝 풍경처럼 맑게 울리는 우리 웃음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1463003" y="466344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나 혼자 · 1인 가구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4B86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564063" y="731520"/>
            <a:ext cx="274320" cy="457200"/>
          </a:xfrm>
          <a:prstGeom prst="round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32643" y="68580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632643" y="118872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911535" y="896112"/>
            <a:ext cx="274320" cy="384048"/>
          </a:xfrm>
          <a:prstGeom prst="roundRect">
            <a:avLst/>
          </a:prstGeom>
          <a:solidFill>
            <a:srgbClr val="D6E9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980115" y="850392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980115" y="128016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259007" y="731520"/>
            <a:ext cx="274320" cy="457200"/>
          </a:xfrm>
          <a:prstGeom prst="round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327587" y="68580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327587" y="118872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74649"/>
                </a:solidFill>
              </a:rPr>
              <a:t>가족 구성원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1349959" y="1554480"/>
            <a:ext cx="2308860" cy="2308860"/>
          </a:xfrm>
          <a:prstGeom prst="ellipse">
            <a:avLst/>
          </a:prstGeom>
          <a:solidFill>
            <a:srgbClr val="D6E9EB"/>
          </a:solidFill>
          <a:ln w="19050">
            <a:solidFill>
              <a:srgbClr val="4B868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74649"/>
                </a:solidFill>
              </a:rPr>
              <a:t>사진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54779"/>
            <a:ext cx="336285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4649"/>
                </a:solidFill>
              </a:rPr>
              <a:t>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11979"/>
            <a:ext cx="3179978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요즘 관심사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4941417" y="1554480"/>
            <a:ext cx="2308860" cy="2308860"/>
          </a:xfrm>
          <a:prstGeom prst="ellipse">
            <a:avLst/>
          </a:prstGeom>
          <a:solidFill>
            <a:srgbClr val="D6E9EB"/>
          </a:solidFill>
          <a:ln w="19050">
            <a:solidFill>
              <a:srgbClr val="4B868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74649"/>
                </a:solidFill>
              </a:rPr>
              <a:t>사진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4418" y="3954779"/>
            <a:ext cx="336285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4649"/>
                </a:solidFill>
              </a:rPr>
              <a:t>내 공간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5858" y="4411979"/>
            <a:ext cx="3179978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자리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아끼는 물건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나만의 규칙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8532876" y="1554480"/>
            <a:ext cx="2308860" cy="2308860"/>
          </a:xfrm>
          <a:prstGeom prst="ellipse">
            <a:avLst/>
          </a:prstGeom>
          <a:solidFill>
            <a:srgbClr val="D6E9EB"/>
          </a:solidFill>
          <a:ln w="19050">
            <a:solidFill>
              <a:srgbClr val="4B868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74649"/>
                </a:solidFill>
              </a:rPr>
              <a:t>사진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5876" y="3954779"/>
            <a:ext cx="336285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4649"/>
                </a:solidFill>
              </a:rPr>
              <a:t>내 하루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7316" y="4411979"/>
            <a:ext cx="3179978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아침 습관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음식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잠들기 전 루틴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4B86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564063" y="731520"/>
            <a:ext cx="274320" cy="457200"/>
          </a:xfrm>
          <a:prstGeom prst="round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32643" y="68580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632643" y="118872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911535" y="896112"/>
            <a:ext cx="274320" cy="384048"/>
          </a:xfrm>
          <a:prstGeom prst="roundRect">
            <a:avLst/>
          </a:prstGeom>
          <a:solidFill>
            <a:srgbClr val="D6E9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980115" y="850392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980115" y="128016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259007" y="731520"/>
            <a:ext cx="274320" cy="457200"/>
          </a:xfrm>
          <a:prstGeom prst="round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327587" y="68580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327587" y="118872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74649"/>
                </a:solidFill>
              </a:rPr>
              <a:t>우리 가족 이야기</a:t>
            </a:r>
          </a:p>
        </p:txBody>
      </p:sp>
      <p:sp>
        <p:nvSpPr>
          <p:cNvPr id="14" name="타임라인 선"/>
          <p:cNvSpPr/>
          <p:nvPr/>
        </p:nvSpPr>
        <p:spPr>
          <a:xfrm>
            <a:off x="822960" y="3291840"/>
            <a:ext cx="10545775" cy="54864"/>
          </a:xfrm>
          <a:prstGeom prst="rect">
            <a:avLst/>
          </a:prstGeom>
          <a:solidFill>
            <a:srgbClr val="D6E9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때 1"/>
          <p:cNvSpPr/>
          <p:nvPr/>
        </p:nvSpPr>
        <p:spPr>
          <a:xfrm>
            <a:off x="1940013" y="3108960"/>
            <a:ext cx="402336" cy="402336"/>
          </a:xfrm>
          <a:prstGeom prst="ellipse">
            <a:avLst/>
          </a:prstGeom>
          <a:solidFill>
            <a:srgbClr val="4B868B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46888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B868B"/>
                </a:solidFill>
              </a:rPr>
              <a:t>태어난 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57600"/>
            <a:ext cx="2453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4649"/>
                </a:solidFill>
              </a:rPr>
              <a:t>나의 뿌리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2453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고향의 기억을 적어요</a:t>
            </a:r>
          </a:p>
        </p:txBody>
      </p:sp>
      <p:sp>
        <p:nvSpPr>
          <p:cNvPr id="19" name="때 2"/>
          <p:cNvSpPr/>
          <p:nvPr/>
        </p:nvSpPr>
        <p:spPr>
          <a:xfrm>
            <a:off x="4576457" y="3108960"/>
            <a:ext cx="402336" cy="402336"/>
          </a:xfrm>
          <a:prstGeom prst="ellipse">
            <a:avLst/>
          </a:prstGeom>
          <a:solidFill>
            <a:srgbClr val="4B868B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5123" y="246888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B868B"/>
                </a:solidFill>
              </a:rPr>
              <a:t>학창 시절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50843" y="3657600"/>
            <a:ext cx="2453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4649"/>
                </a:solidFill>
              </a:rPr>
              <a:t>자라던 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50843" y="4160520"/>
            <a:ext cx="2453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좋았던 기억</a:t>
            </a:r>
          </a:p>
        </p:txBody>
      </p:sp>
      <p:sp>
        <p:nvSpPr>
          <p:cNvPr id="23" name="때 3"/>
          <p:cNvSpPr/>
          <p:nvPr/>
        </p:nvSpPr>
        <p:spPr>
          <a:xfrm>
            <a:off x="7212901" y="3108960"/>
            <a:ext cx="402336" cy="402336"/>
          </a:xfrm>
          <a:prstGeom prst="ellipse">
            <a:avLst/>
          </a:prstGeom>
          <a:solidFill>
            <a:srgbClr val="4B868B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41567" y="246888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B868B"/>
                </a:solidFill>
              </a:rPr>
              <a:t>혼자 시작한 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7287" y="3657600"/>
            <a:ext cx="2453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4649"/>
                </a:solidFill>
              </a:rPr>
              <a:t>나의 첫 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7287" y="4160520"/>
            <a:ext cx="2453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독립하던 날</a:t>
            </a:r>
          </a:p>
        </p:txBody>
      </p:sp>
      <p:sp>
        <p:nvSpPr>
          <p:cNvPr id="27" name="때 4"/>
          <p:cNvSpPr/>
          <p:nvPr/>
        </p:nvSpPr>
        <p:spPr>
          <a:xfrm>
            <a:off x="9849345" y="3108960"/>
            <a:ext cx="402336" cy="402336"/>
          </a:xfrm>
          <a:prstGeom prst="ellipse">
            <a:avLst/>
          </a:prstGeom>
          <a:solidFill>
            <a:srgbClr val="4B868B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011" y="246888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B868B"/>
                </a:solidFill>
              </a:rPr>
              <a:t>지금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731" y="3657600"/>
            <a:ext cx="2453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4649"/>
                </a:solidFill>
              </a:rPr>
              <a:t>오늘의 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731" y="4160520"/>
            <a:ext cx="2453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내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4B86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564063" y="731520"/>
            <a:ext cx="274320" cy="457200"/>
          </a:xfrm>
          <a:prstGeom prst="round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32643" y="68580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632643" y="118872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911535" y="896112"/>
            <a:ext cx="274320" cy="384048"/>
          </a:xfrm>
          <a:prstGeom prst="roundRect">
            <a:avLst/>
          </a:prstGeom>
          <a:solidFill>
            <a:srgbClr val="D6E9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980115" y="850392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980115" y="128016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259007" y="731520"/>
            <a:ext cx="274320" cy="457200"/>
          </a:xfrm>
          <a:prstGeom prst="round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327587" y="68580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327587" y="118872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74649"/>
                </a:solidFill>
              </a:rPr>
              <a:t>우리 가족의 약속</a:t>
            </a:r>
          </a:p>
        </p:txBody>
      </p:sp>
      <p:sp>
        <p:nvSpPr>
          <p:cNvPr id="14" name="줄 1"/>
          <p:cNvSpPr/>
          <p:nvPr/>
        </p:nvSpPr>
        <p:spPr>
          <a:xfrm>
            <a:off x="822960" y="1554480"/>
            <a:ext cx="10545775" cy="1005840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 w="12700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1"/>
          <p:cNvSpPr/>
          <p:nvPr/>
        </p:nvSpPr>
        <p:spPr>
          <a:xfrm>
            <a:off x="1005840" y="1828800"/>
            <a:ext cx="457200" cy="457200"/>
          </a:xfrm>
          <a:prstGeom prst="ellipse">
            <a:avLst/>
          </a:prstGeom>
          <a:solidFill>
            <a:srgbClr val="4B868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1600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649"/>
                </a:solidFill>
              </a:rPr>
              <a:t>약속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600200"/>
            <a:ext cx="670529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나를 위한 밥상 차리기</a:t>
            </a:r>
          </a:p>
        </p:txBody>
      </p:sp>
      <p:sp>
        <p:nvSpPr>
          <p:cNvPr id="18" name="줄 2"/>
          <p:cNvSpPr/>
          <p:nvPr/>
        </p:nvSpPr>
        <p:spPr>
          <a:xfrm>
            <a:off x="822960" y="2697480"/>
            <a:ext cx="10545775" cy="1005840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 w="12700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2"/>
          <p:cNvSpPr/>
          <p:nvPr/>
        </p:nvSpPr>
        <p:spPr>
          <a:xfrm>
            <a:off x="1005840" y="2971800"/>
            <a:ext cx="457200" cy="457200"/>
          </a:xfrm>
          <a:prstGeom prst="ellipse">
            <a:avLst/>
          </a:prstGeom>
          <a:solidFill>
            <a:srgbClr val="4B868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2743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649"/>
                </a:solidFill>
              </a:rPr>
              <a:t>약속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743200"/>
            <a:ext cx="670529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하루 십 분 나에게 쓰는 시간</a:t>
            </a:r>
          </a:p>
        </p:txBody>
      </p:sp>
      <p:sp>
        <p:nvSpPr>
          <p:cNvPr id="22" name="줄 3"/>
          <p:cNvSpPr/>
          <p:nvPr/>
        </p:nvSpPr>
        <p:spPr>
          <a:xfrm>
            <a:off x="822960" y="3840480"/>
            <a:ext cx="10545775" cy="1005840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 w="12700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3"/>
          <p:cNvSpPr/>
          <p:nvPr/>
        </p:nvSpPr>
        <p:spPr>
          <a:xfrm>
            <a:off x="1005840" y="4114800"/>
            <a:ext cx="457200" cy="457200"/>
          </a:xfrm>
          <a:prstGeom prst="ellipse">
            <a:avLst/>
          </a:prstGeom>
          <a:solidFill>
            <a:srgbClr val="4B868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3886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649"/>
                </a:solidFill>
              </a:rPr>
              <a:t>약속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886200"/>
            <a:ext cx="670529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안부를 전할 사람 한 명 챙기기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4B86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564063" y="731520"/>
            <a:ext cx="274320" cy="457200"/>
          </a:xfrm>
          <a:prstGeom prst="round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32643" y="68580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632643" y="118872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911535" y="896112"/>
            <a:ext cx="274320" cy="384048"/>
          </a:xfrm>
          <a:prstGeom prst="roundRect">
            <a:avLst/>
          </a:prstGeom>
          <a:solidFill>
            <a:srgbClr val="D6E9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980115" y="850392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980115" y="128016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259007" y="731520"/>
            <a:ext cx="274320" cy="457200"/>
          </a:xfrm>
          <a:prstGeom prst="round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327587" y="68580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327587" y="118872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74649"/>
                </a:solidFill>
              </a:rPr>
              <a:t>가족 사진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822960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D6E9EB"/>
          </a:solidFill>
          <a:ln w="19050">
            <a:solidFill>
              <a:srgbClr val="4B868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74649"/>
                </a:solidFill>
              </a:rPr>
              <a:t>사진 1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4399178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D6E9EB"/>
          </a:solidFill>
          <a:ln w="19050">
            <a:solidFill>
              <a:srgbClr val="4B868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74649"/>
                </a:solidFill>
              </a:rPr>
              <a:t>사진 2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7975396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D6E9EB"/>
          </a:solidFill>
          <a:ln w="19050">
            <a:solidFill>
              <a:srgbClr val="4B868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74649"/>
                </a:solidFill>
              </a:rPr>
              <a:t>사진 3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822960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D6E9EB"/>
          </a:solidFill>
          <a:ln w="19050">
            <a:solidFill>
              <a:srgbClr val="4B868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74649"/>
                </a:solidFill>
              </a:rPr>
              <a:t>사진 4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4399178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D6E9EB"/>
          </a:solidFill>
          <a:ln w="19050">
            <a:solidFill>
              <a:srgbClr val="4B868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74649"/>
                </a:solidFill>
              </a:rPr>
              <a:t>사진 5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7975396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D6E9EB"/>
          </a:solidFill>
          <a:ln w="19050">
            <a:solidFill>
              <a:srgbClr val="4B868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74649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38100">
            <a:solidFill>
              <a:srgbClr val="4B86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223510" y="960120"/>
            <a:ext cx="493775" cy="822959"/>
          </a:xfrm>
          <a:prstGeom prst="round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346954" y="877824"/>
            <a:ext cx="246887" cy="82296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346954" y="1783080"/>
            <a:ext cx="246887" cy="82296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848959" y="1256385"/>
            <a:ext cx="493775" cy="691286"/>
          </a:xfrm>
          <a:prstGeom prst="roundRect">
            <a:avLst/>
          </a:prstGeom>
          <a:solidFill>
            <a:srgbClr val="D6E9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972403" y="1174089"/>
            <a:ext cx="246887" cy="82296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972403" y="1947672"/>
            <a:ext cx="246887" cy="82296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474409" y="960120"/>
            <a:ext cx="493775" cy="822959"/>
          </a:xfrm>
          <a:prstGeom prst="round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597853" y="877824"/>
            <a:ext cx="246887" cy="82296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6597853" y="1783080"/>
            <a:ext cx="246887" cy="82296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74649"/>
                </a:solidFill>
              </a:rPr>
              <a:t>우리 가족을 소개했어요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1463003" y="379476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274649"/>
                </a:solidFill>
              </a:rPr>
              <a:t>함께여서 늘 든든합니다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1463003" y="466344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나 혼자 · 1인 가구 가족 소개">
  <a:themeElements>
    <a:clrScheme name="Office">
      <a:dk1>
        <a:sysClr val="windowText" lastClr="000000"/>
      </a:dk1>
      <a:lt1>
        <a:sysClr val="window" lastClr="FFFFFF"/>
      </a:lt1>
      <a:dk2>
        <a:srgbClr val="274649"/>
      </a:dk2>
      <a:lt2>
        <a:srgbClr val="F2F7F8"/>
      </a:lt2>
      <a:accent1>
        <a:srgbClr val="4B868B"/>
      </a:accent1>
      <a:accent2>
        <a:srgbClr val="854761"/>
      </a:accent2>
      <a:accent3>
        <a:srgbClr val="274649"/>
      </a:accent3>
      <a:accent4>
        <a:srgbClr val="D6E9EB"/>
      </a:accent4>
      <a:accent5>
        <a:srgbClr val="686676"/>
      </a:accent5>
      <a:accent6>
        <a:srgbClr val="7D9092"/>
      </a:accent6>
      <a:hlink>
        <a:srgbClr val="4B868B"/>
      </a:hlink>
      <a:folHlink>
        <a:srgbClr val="2746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 혼자 · 1인 가구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