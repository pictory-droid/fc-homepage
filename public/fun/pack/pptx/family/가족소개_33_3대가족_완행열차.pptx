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22D24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완행열차 창가 자리에 나란히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40" y="1600200"/>
            <a:ext cx="1353769" cy="1353769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할아버지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2633929" y="1600200"/>
            <a:ext cx="1353769" cy="1353769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6769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할머니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8209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490618" y="1600200"/>
            <a:ext cx="1353769" cy="1353769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3458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아빠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4898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347307" y="1600200"/>
            <a:ext cx="1353769" cy="1353769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엄마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203996" y="1600200"/>
            <a:ext cx="1353769" cy="1353769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683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큰아이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10060686" y="1600200"/>
            <a:ext cx="1353769" cy="1353769"/>
          </a:xfrm>
          <a:prstGeom prst="ellipse">
            <a:avLst/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3526" y="304540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22D24"/>
                </a:solidFill>
              </a:rPr>
              <a:t>작은아이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4965" y="3502609"/>
            <a:ext cx="1445209" cy="28981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855A4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5A47"/>
                </a:solidFill>
              </a:rPr>
              <a:t>할아버지 할머니의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855A4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5A47"/>
                </a:solidFill>
              </a:rPr>
              <a:t>부모가 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새로운 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855A4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5A47"/>
                </a:solidFill>
              </a:rPr>
              <a:t>온 가족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한자리에 모인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855A4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5A47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2700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22D24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422D24"/>
      </a:dk2>
      <a:lt2>
        <a:srgbClr val="F8F4F2"/>
      </a:lt2>
      <a:accent1>
        <a:srgbClr val="855A47"/>
      </a:accent1>
      <a:accent2>
        <a:srgbClr val="478578"/>
      </a:accent2>
      <a:accent3>
        <a:srgbClr val="422D24"/>
      </a:accent3>
      <a:accent4>
        <a:srgbClr val="EBDCD6"/>
      </a:accent4>
      <a:accent5>
        <a:srgbClr val="667060"/>
      </a:accent5>
      <a:accent6>
        <a:srgbClr val="8E817C"/>
      </a:accent6>
      <a:hlink>
        <a:srgbClr val="855A47"/>
      </a:hlink>
      <a:folHlink>
        <a:srgbClr val="422D2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