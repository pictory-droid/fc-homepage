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완행열차 창가 자리에 나란히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할아버지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할머니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아빠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엄마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큰아이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작은아이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할아버지 할머니의 이야기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부모가 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새로운 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온 가족 모임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한자리에 모인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