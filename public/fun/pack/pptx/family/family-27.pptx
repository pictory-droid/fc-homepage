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우리 가족을 소개합니다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한가위 보름달 아래 모두 모인 우리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가족 구성원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399" y="1554480"/>
            <a:ext cx="2213533" cy="2213533"/>
          </a:xfrm>
          <a:prstGeom prst="ellipse">
            <a:avLst/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5945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아빠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6653"/>
            <a:ext cx="2304973" cy="190126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630853" y="1554480"/>
            <a:ext cx="2213533" cy="2213533"/>
          </a:xfrm>
          <a:prstGeom prst="ellipse">
            <a:avLst/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693" y="385945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엄마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5133" y="4316653"/>
            <a:ext cx="2304973" cy="190126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47307" y="1554480"/>
            <a:ext cx="2213533" cy="2213533"/>
          </a:xfrm>
          <a:prstGeom prst="ellipse">
            <a:avLst/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85945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첫째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4316653"/>
            <a:ext cx="2304973" cy="190126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9063761" y="1554480"/>
            <a:ext cx="2213533" cy="2213533"/>
          </a:xfrm>
          <a:prstGeom prst="ellipse">
            <a:avLst/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6601" y="385945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둘째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8041" y="4316653"/>
            <a:ext cx="2304973" cy="190126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 가족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가족이 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우리의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3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아이가 태어난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새 식구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7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첫 가족 여행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함께 떠난 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1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C7912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79123"/>
                </a:solidFill>
              </a:rPr>
              <a:t>지금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오늘의 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 가족의 약속</a:t>
            </a:r>
          </a:p>
        </p:txBody>
      </p:sp>
      <p:sp>
        <p:nvSpPr>
          <p:cNvPr id="8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2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6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5214"/>
                </a:solidFill>
              </a:rPr>
              <a:t>약속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98037" y="778531"/>
            <a:ext cx="175894" cy="175894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62018" y="1229409"/>
            <a:ext cx="120475" cy="120475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26802" y="1284896"/>
            <a:ext cx="133782" cy="133782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가족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7E8C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66959" y="1113320"/>
            <a:ext cx="316610" cy="316610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922126" y="1924901"/>
            <a:ext cx="216856" cy="216856"/>
          </a:xfrm>
          <a:prstGeom prst="star5">
            <a:avLst/>
          </a:prstGeom>
          <a:solidFill>
            <a:srgbClr val="3B83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18737" y="2024778"/>
            <a:ext cx="240807" cy="240807"/>
          </a:xfrm>
          <a:prstGeom prst="star5">
            <a:avLst/>
          </a:pr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15214"/>
                </a:solidFill>
              </a:rPr>
              <a:t>우리 가족을 소개했어요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함께여서 늘 든든합니다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