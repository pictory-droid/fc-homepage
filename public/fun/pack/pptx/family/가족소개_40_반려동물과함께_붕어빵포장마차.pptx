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3D15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3D15"/>
                </a:solidFill>
              </a:rPr>
              <a:t>붕어빵 냄새에 멈춰 선 산책길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193749" y="1645920"/>
            <a:ext cx="2377440" cy="2377440"/>
          </a:xfrm>
          <a:prstGeom prst="ellipse">
            <a:avLst/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3D15"/>
                </a:solidFill>
              </a:rPr>
              <a:t>보호자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72000"/>
            <a:ext cx="3301898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907127" y="1645920"/>
            <a:ext cx="2377440" cy="2377440"/>
          </a:xfrm>
          <a:prstGeom prst="ellipse">
            <a:avLst/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3458" y="411480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3D15"/>
                </a:solidFill>
              </a:rPr>
              <a:t>보호자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898" y="4572000"/>
            <a:ext cx="3301898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620505" y="1645920"/>
            <a:ext cx="2377440" cy="2377440"/>
          </a:xfrm>
          <a:prstGeom prst="ellipse">
            <a:avLst/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6836" y="411480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3D15"/>
                </a:solidFill>
              </a:rPr>
              <a:t>우리 반려동물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8276" y="4572000"/>
            <a:ext cx="3301898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83280"/>
            <a:ext cx="10911535" cy="54864"/>
          </a:xfrm>
          <a:prstGeom prst="rect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200400"/>
            <a:ext cx="402336" cy="402336"/>
          </a:xfrm>
          <a:prstGeom prst="ellipse">
            <a:avLst/>
          </a:prstGeom>
          <a:solidFill>
            <a:srgbClr val="AE74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7429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우리의 인연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200400"/>
            <a:ext cx="402336" cy="402336"/>
          </a:xfrm>
          <a:prstGeom prst="ellipse">
            <a:avLst/>
          </a:prstGeom>
          <a:solidFill>
            <a:srgbClr val="AE74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7429"/>
                </a:solidFill>
              </a:rPr>
              <a:t>첫 산책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함께한 첫 걸음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200400"/>
            <a:ext cx="402336" cy="402336"/>
          </a:xfrm>
          <a:prstGeom prst="ellipse">
            <a:avLst/>
          </a:prstGeom>
          <a:solidFill>
            <a:srgbClr val="AE74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7429"/>
                </a:solidFill>
              </a:rPr>
              <a:t>가장 웃었던 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잊지 못할 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200400"/>
            <a:ext cx="402336" cy="402336"/>
          </a:xfrm>
          <a:prstGeom prst="ellipse">
            <a:avLst/>
          </a:prstGeom>
          <a:solidFill>
            <a:srgbClr val="AE74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7429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45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2700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92024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788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2700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834639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834639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931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2700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420624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77639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977639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3D15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3D15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5B3D15"/>
      </a:dk2>
      <a:lt2>
        <a:srgbClr val="FBF6EE"/>
      </a:lt2>
      <a:accent1>
        <a:srgbClr val="AE7429"/>
      </a:accent1>
      <a:accent2>
        <a:srgbClr val="3B8B91"/>
      </a:accent2>
      <a:accent3>
        <a:srgbClr val="5B3D15"/>
      </a:accent3>
      <a:accent4>
        <a:srgbClr val="F5E3CC"/>
      </a:accent4>
      <a:accent5>
        <a:srgbClr val="74805D"/>
      </a:accent5>
      <a:accent6>
        <a:srgbClr val="9D8B73"/>
      </a:accent6>
      <a:hlink>
        <a:srgbClr val="AE7429"/>
      </a:hlink>
      <a:folHlink>
        <a:srgbClr val="5B3D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