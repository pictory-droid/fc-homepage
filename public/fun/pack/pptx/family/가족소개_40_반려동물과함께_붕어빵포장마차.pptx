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붕어빵 한 봉지로 나누던 겨울 저녁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구성원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1193749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보호자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907127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3458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보호자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898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620505" y="1645920"/>
            <a:ext cx="2377440" cy="2377440"/>
          </a:xfrm>
          <a:prstGeom prst="ellipse">
            <a:avLst/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6836" y="4114800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B3D15"/>
                </a:solidFill>
              </a:rPr>
              <a:t>우리 반려동물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4572000"/>
            <a:ext cx="3301898" cy="1828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 이야기</a:t>
            </a:r>
          </a:p>
        </p:txBody>
      </p:sp>
      <p:sp>
        <p:nvSpPr>
          <p:cNvPr id="15" name="타임라인 선"/>
          <p:cNvSpPr/>
          <p:nvPr/>
        </p:nvSpPr>
        <p:spPr>
          <a:xfrm>
            <a:off x="640080" y="3383280"/>
            <a:ext cx="10911535" cy="54864"/>
          </a:xfrm>
          <a:prstGeom prst="rect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때 1"/>
          <p:cNvSpPr/>
          <p:nvPr/>
        </p:nvSpPr>
        <p:spPr>
          <a:xfrm>
            <a:off x="1802853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처음 만난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우리의 인연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20" name="때 2"/>
          <p:cNvSpPr/>
          <p:nvPr/>
        </p:nvSpPr>
        <p:spPr>
          <a:xfrm>
            <a:off x="4530737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3683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첫 산책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9403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함께한 첫 걸음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9403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4" name="때 3"/>
          <p:cNvSpPr/>
          <p:nvPr/>
        </p:nvSpPr>
        <p:spPr>
          <a:xfrm>
            <a:off x="7258621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가장 웃었던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잊지 못할 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8" name="때 4"/>
          <p:cNvSpPr/>
          <p:nvPr/>
        </p:nvSpPr>
        <p:spPr>
          <a:xfrm>
            <a:off x="9986505" y="3200400"/>
            <a:ext cx="402336" cy="402336"/>
          </a:xfrm>
          <a:prstGeom prst="ellipse">
            <a:avLst/>
          </a:prstGeom>
          <a:solidFill>
            <a:srgbClr val="AE742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451" y="256032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AE7429"/>
                </a:solidFill>
              </a:rPr>
              <a:t>지금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171" y="3749039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오늘의 우리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171" y="425196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우리 가족의 약속</a:t>
            </a:r>
          </a:p>
        </p:txBody>
      </p:sp>
      <p:sp>
        <p:nvSpPr>
          <p:cNvPr id="15" name="줄 1"/>
          <p:cNvSpPr/>
          <p:nvPr/>
        </p:nvSpPr>
        <p:spPr>
          <a:xfrm>
            <a:off x="640080" y="1645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9202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9164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약속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9164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9" name="줄 2"/>
          <p:cNvSpPr/>
          <p:nvPr/>
        </p:nvSpPr>
        <p:spPr>
          <a:xfrm>
            <a:off x="640080" y="2788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834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약속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834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23" name="줄 3"/>
          <p:cNvSpPr/>
          <p:nvPr/>
        </p:nvSpPr>
        <p:spPr>
          <a:xfrm>
            <a:off x="640080" y="393192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2959" y="42062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77639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약속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977639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가족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640080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38218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8036356" y="164592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40080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38218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036356" y="4114800"/>
            <a:ext cx="3515258" cy="2286000"/>
          </a:xfrm>
          <a:prstGeom prst="roundRect">
            <a:avLst>
              <a:gd name="adj" fmla="val 6000"/>
            </a:avLst>
          </a:prstGeom>
          <a:solidFill>
            <a:srgbClr val="F5E3CC"/>
          </a:solidFill>
          <a:ln w="19050">
            <a:solidFill>
              <a:srgbClr val="AE74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B3D15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가족을 소개했어요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함께여서 늘 든든합니다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