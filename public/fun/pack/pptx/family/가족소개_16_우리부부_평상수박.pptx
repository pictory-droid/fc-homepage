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A5F3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935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평상에 앉아 수박 나눠 먹던 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우리 부부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EA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ellipse">
            <a:avLst/>
          </a:prstGeom>
          <a:solidFill>
            <a:srgbClr val="A5F3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2167813" y="1783080"/>
            <a:ext cx="2286000" cy="2286000"/>
          </a:xfrm>
          <a:prstGeom prst="ellipse">
            <a:avLst/>
          </a:prstGeom>
          <a:solidFill>
            <a:srgbClr val="D1FAE2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5"/>
                </a:solidFill>
              </a:rPr>
              <a:t>남편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51585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737881" y="1783080"/>
            <a:ext cx="2286000" cy="2286000"/>
          </a:xfrm>
          <a:prstGeom prst="ellipse">
            <a:avLst/>
          </a:prstGeom>
          <a:solidFill>
            <a:srgbClr val="D1FAE2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0147" y="4160520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5"/>
                </a:solidFill>
              </a:rPr>
              <a:t>아내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1587" y="4617720"/>
            <a:ext cx="51585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EA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ellipse">
            <a:avLst/>
          </a:prstGeom>
          <a:solidFill>
            <a:srgbClr val="A5F3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D1FA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7BEAA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EAA9"/>
                </a:solidFill>
              </a:rPr>
              <a:t>처음 만난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5"/>
                </a:solidFill>
              </a:rPr>
              <a:t>첫 만남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어디에서 어떻게 만났나요?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7BEAA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EAA9"/>
                </a:solidFill>
              </a:rPr>
              <a:t>결혼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5"/>
                </a:solidFill>
              </a:rPr>
              <a:t>함께 시작한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7BEAA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EAA9"/>
                </a:solidFill>
              </a:rPr>
              <a:t>첫 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5"/>
                </a:solidFill>
              </a:rPr>
              <a:t>우리의 보금자리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처음 이사한 날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7BEAA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EAA9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5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EA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ellipse">
            <a:avLst/>
          </a:prstGeom>
          <a:solidFill>
            <a:srgbClr val="A5F3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BEAA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noFill/>
          <a:ln w="19050">
            <a:solidFill>
              <a:srgbClr val="7BEAA9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935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5"/>
                </a:solidFill>
              </a:rPr>
              <a:t>약속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하루에 한 번 서로 안아 주기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BEAA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noFill/>
          <a:ln w="19050">
            <a:solidFill>
              <a:srgbClr val="7BEAA9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935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5"/>
                </a:solidFill>
              </a:rPr>
              <a:t>약속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화가 나도 잠자리 전엔 풀기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BEAA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noFill/>
          <a:ln w="19050">
            <a:solidFill>
              <a:srgbClr val="7BEAA9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935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5"/>
                </a:solidFill>
              </a:rPr>
              <a:t>약속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BEA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ellipse">
            <a:avLst/>
          </a:prstGeom>
          <a:solidFill>
            <a:srgbClr val="A5F3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E2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E2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E2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E2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E2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E2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A5F3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935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274935"/>
      </a:dk2>
      <a:lt2>
        <a:srgbClr val="EAFDF2"/>
      </a:lt2>
      <a:accent1>
        <a:srgbClr val="7BEAA9"/>
      </a:accent1>
      <a:accent2>
        <a:srgbClr val="9FEFE6"/>
      </a:accent2>
      <a:accent3>
        <a:srgbClr val="274935"/>
      </a:accent3>
      <a:accent4>
        <a:srgbClr val="D1FAE2"/>
      </a:accent4>
      <a:accent5>
        <a:srgbClr val="8DECC8"/>
      </a:accent5>
      <a:accent6>
        <a:srgbClr val="7D9286"/>
      </a:accent6>
      <a:hlink>
        <a:srgbClr val="7BEAA9"/>
      </a:hlink>
      <a:folHlink>
        <a:srgbClr val="27493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