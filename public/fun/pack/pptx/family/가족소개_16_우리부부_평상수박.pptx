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53C26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53C26"/>
                </a:solidFill>
              </a:rPr>
              <a:t>평상에 앉아 수박 나눠 먹던 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247823" y="1554480"/>
            <a:ext cx="2308860" cy="2308860"/>
          </a:xfrm>
          <a:prstGeom prst="ellipse">
            <a:avLst/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51585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53C26"/>
                </a:solidFill>
              </a:rPr>
              <a:t>남편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49757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635011" y="1554480"/>
            <a:ext cx="2308860" cy="2308860"/>
          </a:xfrm>
          <a:prstGeom prst="ellipse">
            <a:avLst/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3954779"/>
            <a:ext cx="51585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53C26"/>
                </a:solidFill>
              </a:rPr>
              <a:t>아내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411979"/>
            <a:ext cx="49757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08854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08854"/>
                </a:solidFill>
              </a:rPr>
              <a:t>결혼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함께 시작한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08854"/>
                </a:solidFill>
              </a:rPr>
              <a:t>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우리의 보금자리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308854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08854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828800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97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971800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840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0FAF4"/>
          </a:solidFill>
          <a:ln w="12700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53C26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0F1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53C26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0F1DE"/>
          </a:solidFill>
          <a:ln w="19050">
            <a:solidFill>
              <a:srgbClr val="308854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53C26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53C26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53C26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153C26"/>
      </a:dk2>
      <a:lt2>
        <a:srgbClr val="F0FAF4"/>
      </a:lt2>
      <a:accent1>
        <a:srgbClr val="308854"/>
      </a:accent1>
      <a:accent2>
        <a:srgbClr val="8A3B91"/>
      </a:accent2>
      <a:accent3>
        <a:srgbClr val="153C26"/>
      </a:accent3>
      <a:accent4>
        <a:srgbClr val="D0F1DE"/>
      </a:accent4>
      <a:accent5>
        <a:srgbClr val="5D6272"/>
      </a:accent5>
      <a:accent6>
        <a:srgbClr val="738A7D"/>
      </a:accent6>
      <a:hlink>
        <a:srgbClr val="308854"/>
      </a:hlink>
      <a:folHlink>
        <a:srgbClr val="153C26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