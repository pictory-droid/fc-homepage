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평상에 앉아 수박 나눠 먹던 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2247823" y="1554480"/>
            <a:ext cx="2308860" cy="2308860"/>
          </a:xfrm>
          <a:prstGeom prst="ellipse">
            <a:avLst/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51585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9"/>
                </a:solidFill>
              </a:rPr>
              <a:t>남편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49757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7635011" y="1554480"/>
            <a:ext cx="2308860" cy="2308860"/>
          </a:xfrm>
          <a:prstGeom prst="ellipse">
            <a:avLst/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0147" y="3954779"/>
            <a:ext cx="515858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15F59"/>
                </a:solidFill>
              </a:rPr>
              <a:t>아내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411979"/>
            <a:ext cx="4975707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D1FA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26C5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8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첫 만남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26C5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8"/>
                </a:solidFill>
              </a:rPr>
              <a:t>결혼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함께 시작한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26C5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8"/>
                </a:solidFill>
              </a:rPr>
              <a:t>첫 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우리의 보금자리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26C5B8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6C5B8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1FAF7"/>
          </a:solidFill>
          <a:ln w="19050">
            <a:solidFill>
              <a:srgbClr val="26C5B8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15F5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115F59"/>
      </a:dk2>
      <a:lt2>
        <a:srgbClr val="EEFCFB"/>
      </a:lt2>
      <a:accent1>
        <a:srgbClr val="26C5B8"/>
      </a:accent1>
      <a:accent2>
        <a:srgbClr val="209DB6"/>
      </a:accent2>
      <a:accent3>
        <a:srgbClr val="115F59"/>
      </a:accent3>
      <a:accent4>
        <a:srgbClr val="D1FAF7"/>
      </a:accent4>
      <a:accent5>
        <a:srgbClr val="23B1B7"/>
      </a:accent5>
      <a:accent6>
        <a:srgbClr val="709F9B"/>
      </a:accent6>
      <a:hlink>
        <a:srgbClr val="26C5B8"/>
      </a:hlink>
      <a:folHlink>
        <a:srgbClr val="115F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