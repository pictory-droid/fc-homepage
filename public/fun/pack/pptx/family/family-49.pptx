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한 해의 끝에서 서로에게 고마운 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가족 구성원</a:t>
            </a:r>
          </a:p>
        </p:txBody>
      </p:sp>
      <p:sp>
        <p:nvSpPr>
          <p:cNvPr id="8" name="사진 자리"/>
          <p:cNvSpPr/>
          <p:nvPr/>
        </p:nvSpPr>
        <p:spPr>
          <a:xfrm>
            <a:off x="1308049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929987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178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내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551926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1116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내 하루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2556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가족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태어난 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나의 뿌리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3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학창 시절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자라던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7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혼자 시작한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나의 첫 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1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지금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오늘의 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가족의 약속</a:t>
            </a:r>
          </a:p>
        </p:txBody>
      </p:sp>
      <p:sp>
        <p:nvSpPr>
          <p:cNvPr id="8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2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6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가족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