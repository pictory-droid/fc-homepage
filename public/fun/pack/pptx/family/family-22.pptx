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046518" y="3017533"/>
            <a:ext cx="2194505" cy="54862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046518" y="3493009"/>
            <a:ext cx="2194505" cy="548626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046518" y="3968485"/>
            <a:ext cx="2194505" cy="54862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22A3F"/>
                </a:solidFill>
              </a:rPr>
              <a:t>우리 가족을 소개합니다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22A3F"/>
                </a:solidFill>
              </a:rPr>
              <a:t>섬 여행에서 웃음이 끊이지 않던 우리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아이와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55503" y="557784"/>
            <a:ext cx="877824" cy="21945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55503" y="747979"/>
            <a:ext cx="877824" cy="219456"/>
          </a:xfrm>
          <a:prstGeom prst="wave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55503" y="938174"/>
            <a:ext cx="877824" cy="21945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가족 구성원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39" y="1600200"/>
            <a:ext cx="2282113" cy="2282113"/>
          </a:xfrm>
          <a:prstGeom prst="ellipse">
            <a:avLst/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22A3F"/>
                </a:solidFill>
              </a:rPr>
              <a:t>아빠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3562273" y="1600200"/>
            <a:ext cx="2282113" cy="2282113"/>
          </a:xfrm>
          <a:prstGeom prst="ellipse">
            <a:avLst/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5113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22A3F"/>
                </a:solidFill>
              </a:rPr>
              <a:t>엄마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6553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6347307" y="1600200"/>
            <a:ext cx="2282113" cy="2282113"/>
          </a:xfrm>
          <a:prstGeom prst="ellipse">
            <a:avLst/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7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22A3F"/>
                </a:solidFill>
              </a:rPr>
              <a:t>첫째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1587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9132341" y="1600200"/>
            <a:ext cx="2282113" cy="2282113"/>
          </a:xfrm>
          <a:prstGeom prst="ellipse">
            <a:avLst/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5181" y="397375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22A3F"/>
                </a:solidFill>
              </a:rPr>
              <a:t>둘째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6621" y="4430953"/>
            <a:ext cx="2373553" cy="19698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55503" y="557784"/>
            <a:ext cx="877824" cy="21945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55503" y="747979"/>
            <a:ext cx="877824" cy="219456"/>
          </a:xfrm>
          <a:prstGeom prst="wave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55503" y="938174"/>
            <a:ext cx="877824" cy="21945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우리 가족 이야기</a:t>
            </a:r>
          </a:p>
        </p:txBody>
      </p:sp>
      <p:sp>
        <p:nvSpPr>
          <p:cNvPr id="7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275A8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5A86"/>
                </a:solidFill>
              </a:rPr>
              <a:t>가족이 된 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우리의 시작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만난 날의 이야기</a:t>
            </a:r>
          </a:p>
        </p:txBody>
      </p:sp>
      <p:sp>
        <p:nvSpPr>
          <p:cNvPr id="12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275A8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5A86"/>
                </a:solidFill>
              </a:rPr>
              <a:t>아이가 태어난 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새 식구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6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275A8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5A86"/>
                </a:solidFill>
              </a:rPr>
              <a:t>첫 가족 여행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함께 떠난 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가장 웃었던 순간</a:t>
            </a:r>
          </a:p>
        </p:txBody>
      </p:sp>
      <p:sp>
        <p:nvSpPr>
          <p:cNvPr id="20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275A86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5A86"/>
                </a:solidFill>
              </a:rPr>
              <a:t>지금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오늘의 우리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55503" y="557784"/>
            <a:ext cx="877824" cy="21945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55503" y="747979"/>
            <a:ext cx="877824" cy="219456"/>
          </a:xfrm>
          <a:prstGeom prst="wave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55503" y="938174"/>
            <a:ext cx="877824" cy="21945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우리 가족의 약속</a:t>
            </a:r>
          </a:p>
        </p:txBody>
      </p:sp>
      <p:sp>
        <p:nvSpPr>
          <p:cNvPr id="7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270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약속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밥은 꼭 함께 먹기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270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약속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잠들기 전에 사랑한다고 말하기</a:t>
            </a:r>
          </a:p>
        </p:txBody>
      </p:sp>
      <p:sp>
        <p:nvSpPr>
          <p:cNvPr id="15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EFF5FA"/>
          </a:solidFill>
          <a:ln w="12700">
            <a:solidFill>
              <a:srgbClr val="CEE2F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275A8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22A3F"/>
                </a:solidFill>
              </a:rPr>
              <a:t>약속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655503" y="557784"/>
            <a:ext cx="877824" cy="21945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655503" y="747979"/>
            <a:ext cx="877824" cy="219456"/>
          </a:xfrm>
          <a:prstGeom prst="wave">
            <a:avLst/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655503" y="938174"/>
            <a:ext cx="877824" cy="21945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22A3F"/>
                </a:solidFill>
              </a:rPr>
              <a:t>가족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CEE2F3"/>
          </a:solidFill>
          <a:ln w="19050">
            <a:solidFill>
              <a:srgbClr val="275A86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22A3F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75A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046518" y="3017533"/>
            <a:ext cx="2194505" cy="548626"/>
          </a:xfrm>
          <a:prstGeom prst="wave">
            <a:avLst/>
          </a:prstGeom>
          <a:solidFill>
            <a:srgbClr val="CEE2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8046518" y="3493009"/>
            <a:ext cx="2194505" cy="548626"/>
          </a:xfrm>
          <a:prstGeom prst="wav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8046518" y="3968485"/>
            <a:ext cx="2194505" cy="548626"/>
          </a:xfrm>
          <a:prstGeom prst="wave">
            <a:avLst/>
          </a:prstGeom>
          <a:solidFill>
            <a:srgbClr val="913B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22A3F"/>
                </a:solidFill>
              </a:rPr>
              <a:t>우리 가족을 소개했어요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22A3F"/>
                </a:solidFill>
              </a:rPr>
              <a:t>함께여서 늘 든든합니다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122A3F"/>
      </a:dk2>
      <a:lt2>
        <a:srgbClr val="EFF5FA"/>
      </a:lt2>
      <a:accent1>
        <a:srgbClr val="275A86"/>
      </a:accent1>
      <a:accent2>
        <a:srgbClr val="913B3E"/>
      </a:accent2>
      <a:accent3>
        <a:srgbClr val="122A3F"/>
      </a:accent3>
      <a:accent4>
        <a:srgbClr val="CEE2F3"/>
      </a:accent4>
      <a:accent5>
        <a:srgbClr val="5C4A62"/>
      </a:accent5>
      <a:accent6>
        <a:srgbClr val="717F8C"/>
      </a:accent6>
      <a:hlink>
        <a:srgbClr val="275A86"/>
      </a:hlink>
      <a:folHlink>
        <a:srgbClr val="122A3F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