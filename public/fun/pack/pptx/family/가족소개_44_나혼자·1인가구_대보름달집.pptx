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0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대보름 달집 앞에서 혼자 적은 소원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나 혼자 · 1인 가구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6" name="포인트"/>
          <p:cNvSpPr/>
          <p:nvPr/>
        </p:nvSpPr>
        <p:spPr>
          <a:xfrm rot="18900000">
            <a:off x="11204143" y="246888"/>
            <a:ext cx="237744" cy="237744"/>
          </a:xfrm>
          <a:prstGeom prst="teardrop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7" name="사진 자리"/>
          <p:cNvSpPr/>
          <p:nvPr/>
        </p:nvSpPr>
        <p:spPr>
          <a:xfrm>
            <a:off x="1285189" y="1783080"/>
            <a:ext cx="2194560" cy="2194560"/>
          </a:xfrm>
          <a:prstGeom prst="ellipse">
            <a:avLst/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027"/>
                </a:solidFill>
              </a:rPr>
              <a:t>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5262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998567" y="1783080"/>
            <a:ext cx="2194560" cy="2194560"/>
          </a:xfrm>
          <a:prstGeom prst="ellipse">
            <a:avLst/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40690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027"/>
                </a:solidFill>
              </a:rPr>
              <a:t>내 공간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4898" y="45262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711946" y="1783080"/>
            <a:ext cx="2194560" cy="2194560"/>
          </a:xfrm>
          <a:prstGeom prst="ellipse">
            <a:avLst/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836" y="40690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027"/>
                </a:solidFill>
              </a:rPr>
              <a:t>내 하루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45262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6" name="포인트"/>
          <p:cNvSpPr/>
          <p:nvPr/>
        </p:nvSpPr>
        <p:spPr>
          <a:xfrm rot="18900000">
            <a:off x="11204143" y="246888"/>
            <a:ext cx="237744" cy="237744"/>
          </a:xfrm>
          <a:prstGeom prst="teardrop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7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ED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E1CE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CE98"/>
                </a:solidFill>
              </a:rPr>
              <a:t>태어난 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나의 뿌리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고향의 기억을 적어요</a:t>
            </a:r>
          </a:p>
        </p:txBody>
      </p:sp>
      <p:sp>
        <p:nvSpPr>
          <p:cNvPr id="12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E1CE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CE98"/>
                </a:solidFill>
              </a:rPr>
              <a:t>학창 시절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자라던 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좋았던 기억</a:t>
            </a:r>
          </a:p>
        </p:txBody>
      </p:sp>
      <p:sp>
        <p:nvSpPr>
          <p:cNvPr id="16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E1CE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CE98"/>
                </a:solidFill>
              </a:rPr>
              <a:t>혼자 시작한 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나의 첫 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독립하던 날</a:t>
            </a:r>
          </a:p>
        </p:txBody>
      </p:sp>
      <p:sp>
        <p:nvSpPr>
          <p:cNvPr id="20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E1CE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CE98"/>
                </a:solidFill>
              </a:rPr>
              <a:t>지금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오늘의 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6" name="포인트"/>
          <p:cNvSpPr/>
          <p:nvPr/>
        </p:nvSpPr>
        <p:spPr>
          <a:xfrm rot="18900000">
            <a:off x="11204143" y="246888"/>
            <a:ext cx="237744" cy="237744"/>
          </a:xfrm>
          <a:prstGeom prst="teardrop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7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나를 위한 밥상 차리기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약속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 십 분 나에게 쓰는 시간</a:t>
            </a:r>
          </a:p>
        </p:txBody>
      </p:sp>
      <p:sp>
        <p:nvSpPr>
          <p:cNvPr id="15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B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E1CE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027"/>
                </a:solidFill>
              </a:rPr>
              <a:t>약속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6" name="포인트"/>
          <p:cNvSpPr/>
          <p:nvPr/>
        </p:nvSpPr>
        <p:spPr>
          <a:xfrm rot="18900000">
            <a:off x="11204143" y="246888"/>
            <a:ext cx="237744" cy="237744"/>
          </a:xfrm>
          <a:prstGeom prst="teardrop">
            <a:avLst/>
          </a:prstGeom>
          <a:solidFill>
            <a:srgbClr val="E1CE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D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0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D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494027"/>
      </a:dk2>
      <a:lt2>
        <a:srgbClr val="FBF7EC"/>
      </a:lt2>
      <a:accent1>
        <a:srgbClr val="E1CE98"/>
      </a:accent1>
      <a:accent2>
        <a:srgbClr val="E0EAB8"/>
      </a:accent2>
      <a:accent3>
        <a:srgbClr val="494027"/>
      </a:accent3>
      <a:accent4>
        <a:srgbClr val="F6EDD5"/>
      </a:accent4>
      <a:accent5>
        <a:srgbClr val="E0DCA8"/>
      </a:accent5>
      <a:accent6>
        <a:srgbClr val="928C7D"/>
      </a:accent6>
      <a:hlink>
        <a:srgbClr val="E1CE98"/>
      </a:hlink>
      <a:folHlink>
        <a:srgbClr val="494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