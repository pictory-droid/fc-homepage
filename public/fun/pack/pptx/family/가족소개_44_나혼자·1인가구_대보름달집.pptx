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대보름 달집 앞에서 혼자 적은 소원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내 공간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내 하루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태어난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나의 뿌리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학창 시절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자라던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혼자 시작한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나의 첫 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오늘의 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