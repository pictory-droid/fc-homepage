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12842">
            <a:off x="9769615" y="5970263"/>
            <a:ext cx="652092" cy="652092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90837">
            <a:off x="11392094" y="4365368"/>
            <a:ext cx="385284" cy="38528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193618">
            <a:off x="9691086" y="3199032"/>
            <a:ext cx="585667" cy="585667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996890">
            <a:off x="11344552" y="4917092"/>
            <a:ext cx="530257" cy="53025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031246">
            <a:off x="10556842" y="3356582"/>
            <a:ext cx="490238" cy="490238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21529189">
            <a:off x="10658927" y="5116916"/>
            <a:ext cx="863210" cy="8632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D2019"/>
                </a:solidFill>
              </a:rPr>
              <a:t>우리 가족을 소개합니다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고추잠자리 날던 마당의 기억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가족 구성원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019"/>
                </a:solidFill>
              </a:rPr>
              <a:t>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019"/>
                </a:solidFill>
              </a:rPr>
              <a:t>내 공간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019"/>
                </a:solidFill>
              </a:rPr>
              <a:t>내 하루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우리 가족 이야기</a:t>
            </a:r>
          </a:p>
        </p:txBody>
      </p:sp>
      <p:sp>
        <p:nvSpPr>
          <p:cNvPr id="11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99413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4133"/>
                </a:solidFill>
              </a:rPr>
              <a:t>태어난 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나의 뿌리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6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99413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4133"/>
                </a:solidFill>
              </a:rPr>
              <a:t>학창 시절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자라던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20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99413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4133"/>
                </a:solidFill>
              </a:rPr>
              <a:t>혼자 시작한 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나의 첫 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24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99413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4133"/>
                </a:solidFill>
              </a:rPr>
              <a:t>지금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오늘의 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우리 가족의 약속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약속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약속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약속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가족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12842">
            <a:off x="9769615" y="5970263"/>
            <a:ext cx="652092" cy="652092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90837">
            <a:off x="11392094" y="4365368"/>
            <a:ext cx="385284" cy="38528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193618">
            <a:off x="9691086" y="3199032"/>
            <a:ext cx="585667" cy="585667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996890">
            <a:off x="11344552" y="4917092"/>
            <a:ext cx="530257" cy="53025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031246">
            <a:off x="10556842" y="3356582"/>
            <a:ext cx="490238" cy="490238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21529189">
            <a:off x="10658927" y="5116916"/>
            <a:ext cx="863210" cy="8632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D2019"/>
                </a:solidFill>
              </a:rPr>
              <a:t>우리 가족을 소개했어요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함께여서 늘 든든합니다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4D2019"/>
      </a:dk2>
      <a:lt2>
        <a:srgbClr val="FAF1F0"/>
      </a:lt2>
      <a:accent1>
        <a:srgbClr val="994133"/>
      </a:accent1>
      <a:accent2>
        <a:srgbClr val="3B9171"/>
      </a:accent2>
      <a:accent3>
        <a:srgbClr val="4D2019"/>
      </a:accent3>
      <a:accent4>
        <a:srgbClr val="F1D4D0"/>
      </a:accent4>
      <a:accent5>
        <a:srgbClr val="6A6952"/>
      </a:accent5>
      <a:accent6>
        <a:srgbClr val="947975"/>
      </a:accent6>
      <a:hlink>
        <a:srgbClr val="994133"/>
      </a:hlink>
      <a:folHlink>
        <a:srgbClr val="4D201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