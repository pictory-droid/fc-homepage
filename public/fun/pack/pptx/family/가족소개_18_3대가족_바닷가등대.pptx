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394A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바닷가 등대까지 걸어간 여름휴가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645920"/>
            <a:ext cx="1353769" cy="1353769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할아버지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2633929" y="1645920"/>
            <a:ext cx="1353769" cy="1353769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769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할머니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8209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490618" y="1645920"/>
            <a:ext cx="1353769" cy="1353769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3458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아빠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4898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347307" y="1645920"/>
            <a:ext cx="1353769" cy="1353769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7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엄마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7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8203996" y="1645920"/>
            <a:ext cx="1353769" cy="1353769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6836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큰아이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276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19" name="사진 자리"/>
          <p:cNvSpPr/>
          <p:nvPr/>
        </p:nvSpPr>
        <p:spPr>
          <a:xfrm>
            <a:off x="10060686" y="1645920"/>
            <a:ext cx="1353769" cy="1353769"/>
          </a:xfrm>
          <a:prstGeom prst="ellipse">
            <a:avLst/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3526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394A"/>
                </a:solidFill>
              </a:rPr>
              <a:t>작은아이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4965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200400"/>
            <a:ext cx="402336" cy="402336"/>
          </a:xfrm>
          <a:prstGeom prst="ellipse">
            <a:avLst/>
          </a:prstGeom>
          <a:solidFill>
            <a:srgbClr val="25799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799D"/>
                </a:solidFill>
              </a:rPr>
              <a:t>할아버지 할머니의 이야기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뿌리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200400"/>
            <a:ext cx="402336" cy="402336"/>
          </a:xfrm>
          <a:prstGeom prst="ellipse">
            <a:avLst/>
          </a:prstGeom>
          <a:solidFill>
            <a:srgbClr val="25799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799D"/>
                </a:solidFill>
              </a:rPr>
              <a:t>부모가 된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새로운 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200400"/>
            <a:ext cx="402336" cy="402336"/>
          </a:xfrm>
          <a:prstGeom prst="ellipse">
            <a:avLst/>
          </a:prstGeom>
          <a:solidFill>
            <a:srgbClr val="25799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799D"/>
                </a:solidFill>
              </a:rPr>
              <a:t>온 가족 모임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한자리에 모인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200400"/>
            <a:ext cx="402336" cy="402336"/>
          </a:xfrm>
          <a:prstGeom prst="ellipse">
            <a:avLst/>
          </a:prstGeom>
          <a:solidFill>
            <a:srgbClr val="25799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799D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2700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92024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88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2700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834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931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7FB"/>
          </a:solidFill>
          <a:ln w="12700">
            <a:solidFill>
              <a:srgbClr val="CCE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206240"/>
            <a:ext cx="457200" cy="4572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77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394A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394A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11394A"/>
      </a:dk2>
      <a:lt2>
        <a:srgbClr val="EEF7FB"/>
      </a:lt2>
      <a:accent1>
        <a:srgbClr val="25799D"/>
      </a:accent1>
      <a:accent2>
        <a:srgbClr val="913B4C"/>
      </a:accent2>
      <a:accent3>
        <a:srgbClr val="11394A"/>
      </a:accent3>
      <a:accent4>
        <a:srgbClr val="CCE9F5"/>
      </a:accent4>
      <a:accent5>
        <a:srgbClr val="5B5A74"/>
      </a:accent5>
      <a:accent6>
        <a:srgbClr val="708892"/>
      </a:accent6>
      <a:hlink>
        <a:srgbClr val="25799D"/>
      </a:hlink>
      <a:folHlink>
        <a:srgbClr val="1139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