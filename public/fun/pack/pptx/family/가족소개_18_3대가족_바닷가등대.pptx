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5DC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F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바닷가 등대까지 걸어간 휴가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3대 가족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40" y="1783080"/>
            <a:ext cx="1353769" cy="1353769"/>
          </a:xfrm>
          <a:prstGeom prst="ellipse">
            <a:avLst/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F49"/>
                </a:solidFill>
              </a:rPr>
              <a:t>할아버지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2633929" y="1783080"/>
            <a:ext cx="1353769" cy="1353769"/>
          </a:xfrm>
          <a:prstGeom prst="ellipse">
            <a:avLst/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769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F49"/>
                </a:solidFill>
              </a:rPr>
              <a:t>할머니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8209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490618" y="1783080"/>
            <a:ext cx="1353769" cy="1353769"/>
          </a:xfrm>
          <a:prstGeom prst="ellipse">
            <a:avLst/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458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F49"/>
                </a:solidFill>
              </a:rPr>
              <a:t>아빠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898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347307" y="1783080"/>
            <a:ext cx="1353769" cy="1353769"/>
          </a:xfrm>
          <a:prstGeom prst="ellipse">
            <a:avLst/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F49"/>
                </a:solidFill>
              </a:rPr>
              <a:t>엄마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203996" y="1783080"/>
            <a:ext cx="1353769" cy="1353769"/>
          </a:xfrm>
          <a:prstGeom prst="ellipse">
            <a:avLst/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683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F49"/>
                </a:solidFill>
              </a:rPr>
              <a:t>큰아이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10060686" y="1783080"/>
            <a:ext cx="1353769" cy="1353769"/>
          </a:xfrm>
          <a:prstGeom prst="ellipse">
            <a:avLst/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352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F49"/>
                </a:solidFill>
              </a:rPr>
              <a:t>작은아이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4965" y="368548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1EE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7BC9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C9EA"/>
                </a:solidFill>
              </a:rPr>
              <a:t>할아버지 할머니의 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F49"/>
                </a:solidFill>
              </a:rPr>
              <a:t>뿌리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가족의 시작을 적어요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7BC9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C9EA"/>
                </a:solidFill>
              </a:rPr>
              <a:t>부모가 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F49"/>
                </a:solidFill>
              </a:rPr>
              <a:t>새로운 가지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7BC9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C9EA"/>
                </a:solidFill>
              </a:rPr>
              <a:t>온 가족 모임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F49"/>
                </a:solidFill>
              </a:rPr>
              <a:t>한자리에 모인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즐거웠던 명절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7BC9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C9EA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F49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DC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2011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C9E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F49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명절에는 모두 한자리에 모이기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DC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731519" y="3154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C9E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F49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어른께 먼저 안부 전하기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DC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731519" y="4297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C9E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F49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C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E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5DC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F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273F49"/>
      </a:dk2>
      <a:lt2>
        <a:srgbClr val="EAF7FD"/>
      </a:lt2>
      <a:accent1>
        <a:srgbClr val="7BC9EA"/>
      </a:accent1>
      <a:accent2>
        <a:srgbClr val="9FB1EF"/>
      </a:accent2>
      <a:accent3>
        <a:srgbClr val="273F49"/>
      </a:accent3>
      <a:accent4>
        <a:srgbClr val="D1EEFA"/>
      </a:accent4>
      <a:accent5>
        <a:srgbClr val="8DBDEC"/>
      </a:accent5>
      <a:accent6>
        <a:srgbClr val="7D8C92"/>
      </a:accent6>
      <a:hlink>
        <a:srgbClr val="7BC9EA"/>
      </a:hlink>
      <a:folHlink>
        <a:srgbClr val="273F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