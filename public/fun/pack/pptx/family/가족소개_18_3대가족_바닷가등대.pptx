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485F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485F"/>
                </a:solidFill>
              </a:rPr>
              <a:t>바닷가 등대까지 걸어간 여름휴가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3대 가족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645920"/>
            <a:ext cx="1353769" cy="1353769"/>
          </a:xfrm>
          <a:prstGeom prst="ellipse">
            <a:avLst/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485F"/>
                </a:solidFill>
              </a:rPr>
              <a:t>할아버지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2633929" y="1645920"/>
            <a:ext cx="1353769" cy="1353769"/>
          </a:xfrm>
          <a:prstGeom prst="ellipse">
            <a:avLst/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6769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485F"/>
                </a:solidFill>
              </a:rPr>
              <a:t>할머니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8209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성함 · 연세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좋아하시는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손주에게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490618" y="1645920"/>
            <a:ext cx="1353769" cy="1353769"/>
          </a:xfrm>
          <a:prstGeom prst="ellipse">
            <a:avLst/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3458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485F"/>
                </a:solidFill>
              </a:rPr>
              <a:t>아빠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4898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6347307" y="1645920"/>
            <a:ext cx="1353769" cy="1353769"/>
          </a:xfrm>
          <a:prstGeom prst="ellipse">
            <a:avLst/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7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485F"/>
                </a:solidFill>
              </a:rPr>
              <a:t>엄마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7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6" name="사진 자리"/>
          <p:cNvSpPr/>
          <p:nvPr/>
        </p:nvSpPr>
        <p:spPr>
          <a:xfrm>
            <a:off x="8203996" y="1645920"/>
            <a:ext cx="1353769" cy="1353769"/>
          </a:xfrm>
          <a:prstGeom prst="ellipse">
            <a:avLst/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6836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485F"/>
                </a:solidFill>
              </a:rPr>
              <a:t>큰아이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8276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  <p:sp>
        <p:nvSpPr>
          <p:cNvPr id="19" name="사진 자리"/>
          <p:cNvSpPr/>
          <p:nvPr/>
        </p:nvSpPr>
        <p:spPr>
          <a:xfrm>
            <a:off x="10060686" y="1645920"/>
            <a:ext cx="1353769" cy="1353769"/>
          </a:xfrm>
          <a:prstGeom prst="ellipse">
            <a:avLst/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3526" y="3091129"/>
            <a:ext cx="1628089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485F"/>
                </a:solidFill>
              </a:rPr>
              <a:t>작은아이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4965" y="3548329"/>
            <a:ext cx="1445209" cy="285247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D1EE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200400"/>
            <a:ext cx="402336" cy="402336"/>
          </a:xfrm>
          <a:prstGeom prst="ellipse">
            <a:avLst/>
          </a:prstGeom>
          <a:solidFill>
            <a:srgbClr val="2695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95C5"/>
                </a:solidFill>
              </a:rPr>
              <a:t>할아버지 할머니의 이야기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뿌리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가족의 시작을 적어요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200400"/>
            <a:ext cx="402336" cy="402336"/>
          </a:xfrm>
          <a:prstGeom prst="ellipse">
            <a:avLst/>
          </a:prstGeom>
          <a:solidFill>
            <a:srgbClr val="2695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95C5"/>
                </a:solidFill>
              </a:rPr>
              <a:t>부모가 된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새로운 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200400"/>
            <a:ext cx="402336" cy="402336"/>
          </a:xfrm>
          <a:prstGeom prst="ellipse">
            <a:avLst/>
          </a:prstGeom>
          <a:solidFill>
            <a:srgbClr val="2695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95C5"/>
                </a:solidFill>
              </a:rPr>
              <a:t>온 가족 모임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한자리에 모인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즐거웠던 명절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200400"/>
            <a:ext cx="402336" cy="402336"/>
          </a:xfrm>
          <a:prstGeom prst="ellipse">
            <a:avLst/>
          </a:prstGeom>
          <a:solidFill>
            <a:srgbClr val="2695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95C5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2700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920240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명절에는 모두 한자리에 모이기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88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2700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834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어른께 먼저 안부 전하기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931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8FC"/>
          </a:solidFill>
          <a:ln w="12700">
            <a:solidFill>
              <a:srgbClr val="D1EE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206240"/>
            <a:ext cx="457200" cy="457200"/>
          </a:xfrm>
          <a:prstGeom prst="ellipse">
            <a:avLst/>
          </a:prstGeom>
          <a:solidFill>
            <a:srgbClr val="2695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77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485F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가족 식사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2695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D1EEFA"/>
          </a:solidFill>
          <a:ln w="19050">
            <a:solidFill>
              <a:srgbClr val="2695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485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485F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485F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대 가족 가족 소개">
  <a:themeElements>
    <a:clrScheme name="Office">
      <a:dk1>
        <a:sysClr val="windowText" lastClr="000000"/>
      </a:dk1>
      <a:lt1>
        <a:sysClr val="window" lastClr="FFFFFF"/>
      </a:lt1>
      <a:dk2>
        <a:srgbClr val="11485F"/>
      </a:dk2>
      <a:lt2>
        <a:srgbClr val="EEF8FC"/>
      </a:lt2>
      <a:accent1>
        <a:srgbClr val="2695C5"/>
      </a:accent1>
      <a:accent2>
        <a:srgbClr val="209DB6"/>
      </a:accent2>
      <a:accent3>
        <a:srgbClr val="11485F"/>
      </a:accent3>
      <a:accent4>
        <a:srgbClr val="D1EEFA"/>
      </a:accent4>
      <a:accent5>
        <a:srgbClr val="2399BE"/>
      </a:accent5>
      <a:accent6>
        <a:srgbClr val="70919F"/>
      </a:accent6>
      <a:hlink>
        <a:srgbClr val="2695C5"/>
      </a:hlink>
      <a:folHlink>
        <a:srgbClr val="1148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3대 가족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