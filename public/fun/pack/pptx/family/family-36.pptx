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서리 내린 아침에도 따뜻했던 부엌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110663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남편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680731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아내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처음 만난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첫 만남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결혼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함께 시작한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첫 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우리의 보금자리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