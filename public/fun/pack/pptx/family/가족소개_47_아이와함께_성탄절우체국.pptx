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성탄 카드 부치러 간 우체국 앞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아빠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엄마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6553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첫째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둘째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6621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가족이 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우리의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아이가 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새 식구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첫 가족 여행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함께 떠난 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