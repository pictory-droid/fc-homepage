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83A23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83A23"/>
                </a:solidFill>
              </a:rPr>
              <a:t>성탄 카드 부치러 간 우체국 앞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777239" y="1600200"/>
            <a:ext cx="2282113" cy="2282113"/>
          </a:xfrm>
          <a:prstGeom prst="ellipse">
            <a:avLst/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83A23"/>
                </a:solidFill>
              </a:rPr>
              <a:t>아빠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562273" y="1600200"/>
            <a:ext cx="2282113" cy="2282113"/>
          </a:xfrm>
          <a:prstGeom prst="ellipse">
            <a:avLst/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5113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83A23"/>
                </a:solidFill>
              </a:rPr>
              <a:t>엄마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47307" y="1600200"/>
            <a:ext cx="2282113" cy="2282113"/>
          </a:xfrm>
          <a:prstGeom prst="ellipse">
            <a:avLst/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0147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83A23"/>
                </a:solidFill>
              </a:rPr>
              <a:t>첫째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1587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9132341" y="1600200"/>
            <a:ext cx="2282113" cy="2282113"/>
          </a:xfrm>
          <a:prstGeom prst="ellipse">
            <a:avLst/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5181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83A23"/>
                </a:solidFill>
              </a:rPr>
              <a:t>둘째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621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9653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653D"/>
                </a:solidFill>
              </a:rPr>
              <a:t>가족이 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우리의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9653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653D"/>
                </a:solidFill>
              </a:rPr>
              <a:t>아이가 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새 식구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9653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653D"/>
                </a:solidFill>
              </a:rPr>
              <a:t>첫 가족 여행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함께 떠난 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9653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9653D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27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27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27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83A23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83A23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183A23"/>
      </a:dk2>
      <a:lt2>
        <a:srgbClr val="F1F9F3"/>
      </a:lt2>
      <a:accent1>
        <a:srgbClr val="29653D"/>
      </a:accent1>
      <a:accent2>
        <a:srgbClr val="833B91"/>
      </a:accent2>
      <a:accent3>
        <a:srgbClr val="183A23"/>
      </a:accent3>
      <a:accent4>
        <a:srgbClr val="D2EFDC"/>
      </a:accent4>
      <a:accent5>
        <a:srgbClr val="565067"/>
      </a:accent5>
      <a:accent6>
        <a:srgbClr val="74897B"/>
      </a:accent6>
      <a:hlink>
        <a:srgbClr val="29653D"/>
      </a:hlink>
      <a:folHlink>
        <a:srgbClr val="183A2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