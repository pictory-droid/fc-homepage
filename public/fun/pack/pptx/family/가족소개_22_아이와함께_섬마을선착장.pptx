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3B5F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B5F"/>
                </a:solidFill>
              </a:rPr>
              <a:t>섬 가는 배를 기다리던 선착장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아이와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39" y="1600200"/>
            <a:ext cx="2282113" cy="2282113"/>
          </a:xfrm>
          <a:prstGeom prst="ellipse">
            <a:avLst/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B5F"/>
                </a:solidFill>
              </a:rPr>
              <a:t>아빠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562273" y="1600200"/>
            <a:ext cx="2282113" cy="2282113"/>
          </a:xfrm>
          <a:prstGeom prst="ellipse">
            <a:avLst/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5113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B5F"/>
                </a:solidFill>
              </a:rPr>
              <a:t>엄마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6553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347307" y="1600200"/>
            <a:ext cx="2282113" cy="2282113"/>
          </a:xfrm>
          <a:prstGeom prst="ellipse">
            <a:avLst/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B5F"/>
                </a:solidFill>
              </a:rPr>
              <a:t>첫째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1587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9132341" y="1600200"/>
            <a:ext cx="2282113" cy="2282113"/>
          </a:xfrm>
          <a:prstGeom prst="ellipse">
            <a:avLst/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5181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B5F"/>
                </a:solidFill>
              </a:rPr>
              <a:t>둘째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6621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267B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7BC5"/>
                </a:solidFill>
              </a:rPr>
              <a:t>가족이 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우리의 시작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만난 날의 이야기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267B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7BC5"/>
                </a:solidFill>
              </a:rPr>
              <a:t>아이가 태어난 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새 식구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267B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7BC5"/>
                </a:solidFill>
              </a:rPr>
              <a:t>첫 가족 여행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함께 떠난 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웃었던 순간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267B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7BC5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2700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267B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밥은 꼭 함께 먹기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2700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267B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잠들기 전에 사랑한다고 말하기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2700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267B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3B5F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B5F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113B5F"/>
      </a:dk2>
      <a:lt2>
        <a:srgbClr val="EEF5FC"/>
      </a:lt2>
      <a:accent1>
        <a:srgbClr val="267BC5"/>
      </a:accent1>
      <a:accent2>
        <a:srgbClr val="209DB6"/>
      </a:accent2>
      <a:accent3>
        <a:srgbClr val="113B5F"/>
      </a:accent3>
      <a:accent4>
        <a:srgbClr val="D1E7FA"/>
      </a:accent4>
      <a:accent5>
        <a:srgbClr val="238CBE"/>
      </a:accent5>
      <a:accent6>
        <a:srgbClr val="70899F"/>
      </a:accent6>
      <a:hlink>
        <a:srgbClr val="267BC5"/>
      </a:hlink>
      <a:folHlink>
        <a:srgbClr val="113B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