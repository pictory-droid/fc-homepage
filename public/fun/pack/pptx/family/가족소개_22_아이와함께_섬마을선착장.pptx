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22A3F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22A3F"/>
                </a:solidFill>
              </a:rPr>
              <a:t>섬 가는 배를 기다리던 선착장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가족 구성원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39" y="1600200"/>
            <a:ext cx="2282113" cy="2282113"/>
          </a:xfrm>
          <a:prstGeom prst="ellipse">
            <a:avLst/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22A3F"/>
                </a:solidFill>
              </a:rPr>
              <a:t>아빠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3562273" y="1600200"/>
            <a:ext cx="2282113" cy="2282113"/>
          </a:xfrm>
          <a:prstGeom prst="ellipse">
            <a:avLst/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5113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22A3F"/>
                </a:solidFill>
              </a:rPr>
              <a:t>엄마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6553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347307" y="1600200"/>
            <a:ext cx="2282113" cy="2282113"/>
          </a:xfrm>
          <a:prstGeom prst="ellipse">
            <a:avLst/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22A3F"/>
                </a:solidFill>
              </a:rPr>
              <a:t>첫째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1587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9132341" y="1600200"/>
            <a:ext cx="2282113" cy="2282113"/>
          </a:xfrm>
          <a:prstGeom prst="ellipse">
            <a:avLst/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5181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22A3F"/>
                </a:solidFill>
              </a:rPr>
              <a:t>둘째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6621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우리 가족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275A8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5A86"/>
                </a:solidFill>
              </a:rPr>
              <a:t>가족이 된 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우리의 시작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9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275A8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5A86"/>
                </a:solidFill>
              </a:rPr>
              <a:t>아이가 태어난 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새 식구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3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275A8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5A86"/>
                </a:solidFill>
              </a:rPr>
              <a:t>첫 가족 여행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함께 떠난 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17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275A8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5A86"/>
                </a:solidFill>
              </a:rPr>
              <a:t>지금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오늘의 우리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우리 가족의 약속</a:t>
            </a:r>
          </a:p>
        </p:txBody>
      </p:sp>
      <p:sp>
        <p:nvSpPr>
          <p:cNvPr id="4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270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약속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8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270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약속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12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270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약속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가족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22A3F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22A3F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122A3F"/>
      </a:dk2>
      <a:lt2>
        <a:srgbClr val="EFF5FA"/>
      </a:lt2>
      <a:accent1>
        <a:srgbClr val="275A86"/>
      </a:accent1>
      <a:accent2>
        <a:srgbClr val="913B3E"/>
      </a:accent2>
      <a:accent3>
        <a:srgbClr val="122A3F"/>
      </a:accent3>
      <a:accent4>
        <a:srgbClr val="CEE2F3"/>
      </a:accent4>
      <a:accent5>
        <a:srgbClr val="5C4A62"/>
      </a:accent5>
      <a:accent6>
        <a:srgbClr val="717F8C"/>
      </a:accent6>
      <a:hlink>
        <a:srgbClr val="275A86"/>
      </a:hlink>
      <a:folHlink>
        <a:srgbClr val="122A3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