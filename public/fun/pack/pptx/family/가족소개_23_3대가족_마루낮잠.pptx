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FF3A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249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마루에서 삼대가 같이 낮잠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3대 가족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77240" y="1600200"/>
            <a:ext cx="1353769" cy="1353769"/>
          </a:xfrm>
          <a:prstGeom prst="ellipse">
            <a:avLst/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24927"/>
                </a:solidFill>
              </a:rPr>
              <a:t>할아버지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2633929" y="1600200"/>
            <a:ext cx="1353769" cy="1353769"/>
          </a:xfrm>
          <a:prstGeom prst="ellipse">
            <a:avLst/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769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24927"/>
                </a:solidFill>
              </a:rPr>
              <a:t>할머니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8209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490618" y="1600200"/>
            <a:ext cx="1353769" cy="1353769"/>
          </a:xfrm>
          <a:prstGeom prst="ellipse">
            <a:avLst/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458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24927"/>
                </a:solidFill>
              </a:rPr>
              <a:t>아빠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898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347307" y="1600200"/>
            <a:ext cx="1353769" cy="1353769"/>
          </a:xfrm>
          <a:prstGeom prst="ellipse">
            <a:avLst/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147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24927"/>
                </a:solidFill>
              </a:rPr>
              <a:t>엄마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203996" y="1600200"/>
            <a:ext cx="1353769" cy="1353769"/>
          </a:xfrm>
          <a:prstGeom prst="ellipse">
            <a:avLst/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683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24927"/>
                </a:solidFill>
              </a:rPr>
              <a:t>큰아이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10060686" y="1600200"/>
            <a:ext cx="1353769" cy="1353769"/>
          </a:xfrm>
          <a:prstGeom prst="ellipse">
            <a:avLst/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352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24927"/>
                </a:solidFill>
              </a:rPr>
              <a:t>작은아이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4965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FFA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A0EA7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0EA7B"/>
                </a:solidFill>
              </a:rPr>
              <a:t>할아버지 할머니의 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뿌리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가족의 시작을 적어요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A0EA7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0EA7B"/>
                </a:solidFill>
              </a:rPr>
              <a:t>부모가 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새로운 가지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A0EA7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0EA7B"/>
                </a:solidFill>
              </a:rPr>
              <a:t>온 가족 모임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한자리에 모인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즐거웠던 명절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A0EA7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0EA7B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FF3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87451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A0EA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명절에는 모두 한자리에 모이기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FF3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17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A0EA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어른께 먼저 안부 전하기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FF3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60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A0EA7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FF3A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249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324927"/>
      </a:dk2>
      <a:lt2>
        <a:srgbClr val="F0FDEA"/>
      </a:lt2>
      <a:accent1>
        <a:srgbClr val="A0EA7B"/>
      </a:accent1>
      <a:accent2>
        <a:srgbClr val="9FEFA9"/>
      </a:accent2>
      <a:accent3>
        <a:srgbClr val="324927"/>
      </a:accent3>
      <a:accent4>
        <a:srgbClr val="DFFAD1"/>
      </a:accent4>
      <a:accent5>
        <a:srgbClr val="A0EC92"/>
      </a:accent5>
      <a:accent6>
        <a:srgbClr val="84927D"/>
      </a:accent6>
      <a:hlink>
        <a:srgbClr val="A0EA7B"/>
      </a:hlink>
      <a:folHlink>
        <a:srgbClr val="32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