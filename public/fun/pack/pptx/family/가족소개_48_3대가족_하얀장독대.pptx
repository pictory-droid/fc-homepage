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DC2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2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하얀 장독대 옆에서 한 장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3대 가족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6" name="포인트"/>
          <p:cNvSpPr/>
          <p:nvPr/>
        </p:nvSpPr>
        <p:spPr>
          <a:xfrm>
            <a:off x="11213287" y="6473952"/>
            <a:ext cx="219456" cy="219456"/>
          </a:xfrm>
          <a:prstGeom prst="moon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77240" y="1600200"/>
            <a:ext cx="1353769" cy="1353769"/>
          </a:xfrm>
          <a:prstGeom prst="ellipse">
            <a:avLst/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249"/>
                </a:solidFill>
              </a:rPr>
              <a:t>할아버지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50260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2633929" y="1600200"/>
            <a:ext cx="1353769" cy="1353769"/>
          </a:xfrm>
          <a:prstGeom prst="ellipse">
            <a:avLst/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6769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249"/>
                </a:solidFill>
              </a:rPr>
              <a:t>할머니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8209" y="350260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4490618" y="1600200"/>
            <a:ext cx="1353769" cy="1353769"/>
          </a:xfrm>
          <a:prstGeom prst="ellipse">
            <a:avLst/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3458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249"/>
                </a:solidFill>
              </a:rPr>
              <a:t>아빠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4898" y="350260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347307" y="1600200"/>
            <a:ext cx="1353769" cy="1353769"/>
          </a:xfrm>
          <a:prstGeom prst="ellipse">
            <a:avLst/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147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249"/>
                </a:solidFill>
              </a:rPr>
              <a:t>엄마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1587" y="350260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8203996" y="1600200"/>
            <a:ext cx="1353769" cy="1353769"/>
          </a:xfrm>
          <a:prstGeom prst="ellipse">
            <a:avLst/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6836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249"/>
                </a:solidFill>
              </a:rPr>
              <a:t>큰아이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8276" y="350260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  <p:sp>
        <p:nvSpPr>
          <p:cNvPr id="22" name="사진 자리"/>
          <p:cNvSpPr/>
          <p:nvPr/>
        </p:nvSpPr>
        <p:spPr>
          <a:xfrm>
            <a:off x="10060686" y="1600200"/>
            <a:ext cx="1353769" cy="1353769"/>
          </a:xfrm>
          <a:prstGeom prst="ellipse">
            <a:avLst/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3526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249"/>
                </a:solidFill>
              </a:rPr>
              <a:t>작은아이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4965" y="3502609"/>
            <a:ext cx="1445209" cy="26695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6" name="포인트"/>
          <p:cNvSpPr/>
          <p:nvPr/>
        </p:nvSpPr>
        <p:spPr>
          <a:xfrm>
            <a:off x="11213287" y="6473952"/>
            <a:ext cx="219456" cy="219456"/>
          </a:xfrm>
          <a:prstGeom prst="moon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7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5E0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98B1E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8B1E1"/>
                </a:solidFill>
              </a:rPr>
              <a:t>할아버지 할머니의 이야기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3249"/>
                </a:solidFill>
              </a:rPr>
              <a:t>뿌리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가족의 시작을 적어요</a:t>
            </a:r>
          </a:p>
        </p:txBody>
      </p:sp>
      <p:sp>
        <p:nvSpPr>
          <p:cNvPr id="12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98B1E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8B1E1"/>
                </a:solidFill>
              </a:rPr>
              <a:t>부모가 된 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3249"/>
                </a:solidFill>
              </a:rPr>
              <a:t>새로운 가지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기억을 적어요</a:t>
            </a:r>
          </a:p>
        </p:txBody>
      </p:sp>
      <p:sp>
        <p:nvSpPr>
          <p:cNvPr id="16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98B1E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8B1E1"/>
                </a:solidFill>
              </a:rPr>
              <a:t>온 가족 모임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3249"/>
                </a:solidFill>
              </a:rPr>
              <a:t>한자리에 모인 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가장 즐거웠던 명절</a:t>
            </a:r>
          </a:p>
        </p:txBody>
      </p:sp>
      <p:sp>
        <p:nvSpPr>
          <p:cNvPr id="20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98B1E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8B1E1"/>
                </a:solidFill>
              </a:rPr>
              <a:t>지금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3249"/>
                </a:solidFill>
              </a:rPr>
              <a:t>오늘의 우리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6" name="포인트"/>
          <p:cNvSpPr/>
          <p:nvPr/>
        </p:nvSpPr>
        <p:spPr>
          <a:xfrm>
            <a:off x="11213287" y="6473952"/>
            <a:ext cx="219456" cy="219456"/>
          </a:xfrm>
          <a:prstGeom prst="moon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7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0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쪽 띠"/>
          <p:cNvSpPr/>
          <p:nvPr/>
        </p:nvSpPr>
        <p:spPr>
          <a:xfrm>
            <a:off x="649224" y="1609344"/>
            <a:ext cx="10893247" cy="82296"/>
          </a:xfrm>
          <a:prstGeom prst="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1874519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8B1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249"/>
                </a:solidFill>
              </a:rPr>
              <a:t>약속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명절에는 모두 한자리에 모이기</a:t>
            </a:r>
          </a:p>
        </p:txBody>
      </p:sp>
      <p:sp>
        <p:nvSpPr>
          <p:cNvPr id="12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0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위쪽 띠"/>
          <p:cNvSpPr/>
          <p:nvPr/>
        </p:nvSpPr>
        <p:spPr>
          <a:xfrm>
            <a:off x="649224" y="2752344"/>
            <a:ext cx="10893247" cy="82296"/>
          </a:xfrm>
          <a:prstGeom prst="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822959" y="30175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8B1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249"/>
                </a:solidFill>
              </a:rPr>
              <a:t>약속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어른께 먼저 안부 전하기</a:t>
            </a:r>
          </a:p>
        </p:txBody>
      </p:sp>
      <p:sp>
        <p:nvSpPr>
          <p:cNvPr id="17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0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위쪽 띠"/>
          <p:cNvSpPr/>
          <p:nvPr/>
        </p:nvSpPr>
        <p:spPr>
          <a:xfrm>
            <a:off x="649224" y="3895344"/>
            <a:ext cx="10893247" cy="82296"/>
          </a:xfrm>
          <a:prstGeom prst="rect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2959" y="41605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8B1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249"/>
                </a:solidFill>
              </a:rPr>
              <a:t>약속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한 달에 한 번 가족 식사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6" name="포인트"/>
          <p:cNvSpPr/>
          <p:nvPr/>
        </p:nvSpPr>
        <p:spPr>
          <a:xfrm>
            <a:off x="11213287" y="6473952"/>
            <a:ext cx="219456" cy="219456"/>
          </a:xfrm>
          <a:prstGeom prst="moon">
            <a:avLst/>
          </a:prstGeom>
          <a:solidFill>
            <a:srgbClr val="98B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38218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36356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E0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DC2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2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ADC2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대 가족 가족 소개">
  <a:themeElements>
    <a:clrScheme name="Office">
      <a:dk1>
        <a:sysClr val="windowText" lastClr="000000"/>
      </a:dk1>
      <a:lt1>
        <a:sysClr val="window" lastClr="FFFFFF"/>
      </a:lt1>
      <a:dk2>
        <a:srgbClr val="273249"/>
      </a:dk2>
      <a:lt2>
        <a:srgbClr val="ECF1FB"/>
      </a:lt2>
      <a:accent1>
        <a:srgbClr val="98B1E1"/>
      </a:accent1>
      <a:accent2>
        <a:srgbClr val="BFB8EA"/>
      </a:accent2>
      <a:accent3>
        <a:srgbClr val="273249"/>
      </a:accent3>
      <a:accent4>
        <a:srgbClr val="D5E0F6"/>
      </a:accent4>
      <a:accent5>
        <a:srgbClr val="ACB4E6"/>
      </a:accent5>
      <a:accent6>
        <a:srgbClr val="7D8492"/>
      </a:accent6>
      <a:hlink>
        <a:srgbClr val="98B1E1"/>
      </a:hlink>
      <a:folHlink>
        <a:srgbClr val="2732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