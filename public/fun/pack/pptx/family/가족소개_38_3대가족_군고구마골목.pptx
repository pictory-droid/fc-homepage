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family-3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492713"/>
                </a:solidFill>
              </a:rPr>
              <a:t>우리 가족을 소개합니다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492713"/>
                </a:solidFill>
              </a:rPr>
              <a:t>군고구마 한 봉지 나눠 들고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3대 가족 · 2027. 00. 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3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56032" y="256032"/>
            <a:ext cx="11679631" cy="6345936"/>
          </a:xfrm>
          <a:prstGeom prst="rect">
            <a:avLst/>
          </a:prstGeom>
          <a:noFill/>
          <a:ln w="28575">
            <a:solidFill>
              <a:srgbClr val="99522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9525">
            <a:solidFill>
              <a:srgbClr val="F4DBC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48640"/>
            <a:ext cx="926561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492713"/>
                </a:solidFill>
              </a:rPr>
              <a:t>가족 구성원</a:t>
            </a:r>
          </a:p>
        </p:txBody>
      </p:sp>
      <p:sp>
        <p:nvSpPr>
          <p:cNvPr id="5" name="사진 자리"/>
          <p:cNvSpPr/>
          <p:nvPr/>
        </p:nvSpPr>
        <p:spPr>
          <a:xfrm>
            <a:off x="960120" y="1554480"/>
            <a:ext cx="1292809" cy="1292809"/>
          </a:xfrm>
          <a:prstGeom prst="ellipse">
            <a:avLst/>
          </a:prstGeom>
          <a:solidFill>
            <a:srgbClr val="F4DBCD"/>
          </a:solidFill>
          <a:ln w="19050">
            <a:solidFill>
              <a:srgbClr val="995229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92713"/>
                </a:solidFill>
              </a:rPr>
              <a:t>사진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938729"/>
            <a:ext cx="1567129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492713"/>
                </a:solidFill>
              </a:rPr>
              <a:t>할아버지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395929"/>
            <a:ext cx="1384249" cy="277627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성함 · 연세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좋아하시는 것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손주에게 한마디</a:t>
            </a:r>
          </a:p>
        </p:txBody>
      </p:sp>
      <p:sp>
        <p:nvSpPr>
          <p:cNvPr id="8" name="사진 자리"/>
          <p:cNvSpPr/>
          <p:nvPr/>
        </p:nvSpPr>
        <p:spPr>
          <a:xfrm>
            <a:off x="2755849" y="1554480"/>
            <a:ext cx="1292809" cy="1292809"/>
          </a:xfrm>
          <a:prstGeom prst="ellipse">
            <a:avLst/>
          </a:prstGeom>
          <a:solidFill>
            <a:srgbClr val="F4DBCD"/>
          </a:solidFill>
          <a:ln w="19050">
            <a:solidFill>
              <a:srgbClr val="995229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92713"/>
                </a:solidFill>
              </a:rPr>
              <a:t>사진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18689" y="2938729"/>
            <a:ext cx="1567129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492713"/>
                </a:solidFill>
              </a:rPr>
              <a:t>할머니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10129" y="3395929"/>
            <a:ext cx="1384249" cy="277627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성함 · 연세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좋아하시는 것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손주에게 한마디</a:t>
            </a:r>
          </a:p>
        </p:txBody>
      </p:sp>
      <p:sp>
        <p:nvSpPr>
          <p:cNvPr id="11" name="사진 자리"/>
          <p:cNvSpPr/>
          <p:nvPr/>
        </p:nvSpPr>
        <p:spPr>
          <a:xfrm>
            <a:off x="4551578" y="1554480"/>
            <a:ext cx="1292809" cy="1292809"/>
          </a:xfrm>
          <a:prstGeom prst="ellipse">
            <a:avLst/>
          </a:prstGeom>
          <a:solidFill>
            <a:srgbClr val="F4DBCD"/>
          </a:solidFill>
          <a:ln w="19050">
            <a:solidFill>
              <a:srgbClr val="995229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92713"/>
                </a:solidFill>
              </a:rPr>
              <a:t>사진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14418" y="2938729"/>
            <a:ext cx="1567129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492713"/>
                </a:solidFill>
              </a:rPr>
              <a:t>아빠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05858" y="3395929"/>
            <a:ext cx="1384249" cy="277627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나의 한마디</a:t>
            </a:r>
          </a:p>
        </p:txBody>
      </p:sp>
      <p:sp>
        <p:nvSpPr>
          <p:cNvPr id="14" name="사진 자리"/>
          <p:cNvSpPr/>
          <p:nvPr/>
        </p:nvSpPr>
        <p:spPr>
          <a:xfrm>
            <a:off x="6347307" y="1554480"/>
            <a:ext cx="1292809" cy="1292809"/>
          </a:xfrm>
          <a:prstGeom prst="ellipse">
            <a:avLst/>
          </a:prstGeom>
          <a:solidFill>
            <a:srgbClr val="F4DBCD"/>
          </a:solidFill>
          <a:ln w="19050">
            <a:solidFill>
              <a:srgbClr val="995229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92713"/>
                </a:solidFill>
              </a:rPr>
              <a:t>사진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0147" y="2938729"/>
            <a:ext cx="1567129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492713"/>
                </a:solidFill>
              </a:rPr>
              <a:t>엄마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1587" y="3395929"/>
            <a:ext cx="1384249" cy="277627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나의 한마디</a:t>
            </a:r>
          </a:p>
        </p:txBody>
      </p:sp>
      <p:sp>
        <p:nvSpPr>
          <p:cNvPr id="17" name="사진 자리"/>
          <p:cNvSpPr/>
          <p:nvPr/>
        </p:nvSpPr>
        <p:spPr>
          <a:xfrm>
            <a:off x="8143036" y="1554480"/>
            <a:ext cx="1292809" cy="1292809"/>
          </a:xfrm>
          <a:prstGeom prst="ellipse">
            <a:avLst/>
          </a:prstGeom>
          <a:solidFill>
            <a:srgbClr val="F4DBCD"/>
          </a:solidFill>
          <a:ln w="19050">
            <a:solidFill>
              <a:srgbClr val="995229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92713"/>
                </a:solidFill>
              </a:rPr>
              <a:t>사진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05876" y="2938729"/>
            <a:ext cx="1567129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492713"/>
                </a:solidFill>
              </a:rPr>
              <a:t>큰아이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97316" y="3395929"/>
            <a:ext cx="1384249" cy="277627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좋아하는 것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한마디</a:t>
            </a:r>
          </a:p>
        </p:txBody>
      </p:sp>
      <p:sp>
        <p:nvSpPr>
          <p:cNvPr id="20" name="사진 자리"/>
          <p:cNvSpPr/>
          <p:nvPr/>
        </p:nvSpPr>
        <p:spPr>
          <a:xfrm>
            <a:off x="9938766" y="1554480"/>
            <a:ext cx="1292809" cy="1292809"/>
          </a:xfrm>
          <a:prstGeom prst="ellipse">
            <a:avLst/>
          </a:prstGeom>
          <a:solidFill>
            <a:srgbClr val="F4DBCD"/>
          </a:solidFill>
          <a:ln w="19050">
            <a:solidFill>
              <a:srgbClr val="995229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92713"/>
                </a:solidFill>
              </a:rPr>
              <a:t>사진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01606" y="2938729"/>
            <a:ext cx="1567129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492713"/>
                </a:solidFill>
              </a:rPr>
              <a:t>작은아이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93046" y="3395929"/>
            <a:ext cx="1384249" cy="277627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좋아하는 것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한마디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3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56032" y="256032"/>
            <a:ext cx="11679631" cy="6345936"/>
          </a:xfrm>
          <a:prstGeom prst="rect">
            <a:avLst/>
          </a:prstGeom>
          <a:noFill/>
          <a:ln w="28575">
            <a:solidFill>
              <a:srgbClr val="99522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9525">
            <a:solidFill>
              <a:srgbClr val="F4DBC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48640"/>
            <a:ext cx="926561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492713"/>
                </a:solidFill>
              </a:rPr>
              <a:t>우리 가족 이야기</a:t>
            </a:r>
          </a:p>
        </p:txBody>
      </p:sp>
      <p:sp>
        <p:nvSpPr>
          <p:cNvPr id="5" name="타임라인 선"/>
          <p:cNvSpPr/>
          <p:nvPr/>
        </p:nvSpPr>
        <p:spPr>
          <a:xfrm>
            <a:off x="822960" y="3291840"/>
            <a:ext cx="10545775" cy="54864"/>
          </a:xfrm>
          <a:prstGeom prst="rect">
            <a:avLst/>
          </a:prstGeom>
          <a:solidFill>
            <a:srgbClr val="F4DB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때 1"/>
          <p:cNvSpPr/>
          <p:nvPr/>
        </p:nvSpPr>
        <p:spPr>
          <a:xfrm>
            <a:off x="1940013" y="3108960"/>
            <a:ext cx="402336" cy="402336"/>
          </a:xfrm>
          <a:prstGeom prst="ellipse">
            <a:avLst/>
          </a:prstGeom>
          <a:solidFill>
            <a:srgbClr val="995229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46888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995229"/>
                </a:solidFill>
              </a:rPr>
              <a:t>할아버지 할머니의 이야기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657600"/>
            <a:ext cx="245356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492713"/>
                </a:solidFill>
              </a:rPr>
              <a:t>뿌리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160520"/>
            <a:ext cx="245356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가족의 시작을 적어요</a:t>
            </a:r>
          </a:p>
        </p:txBody>
      </p:sp>
      <p:sp>
        <p:nvSpPr>
          <p:cNvPr id="10" name="때 2"/>
          <p:cNvSpPr/>
          <p:nvPr/>
        </p:nvSpPr>
        <p:spPr>
          <a:xfrm>
            <a:off x="4576457" y="3108960"/>
            <a:ext cx="402336" cy="402336"/>
          </a:xfrm>
          <a:prstGeom prst="ellipse">
            <a:avLst/>
          </a:prstGeom>
          <a:solidFill>
            <a:srgbClr val="995229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05123" y="246888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995229"/>
                </a:solidFill>
              </a:rPr>
              <a:t>부모가 된 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50843" y="3657600"/>
            <a:ext cx="245356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492713"/>
                </a:solidFill>
              </a:rPr>
              <a:t>새로운 가지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50843" y="4160520"/>
            <a:ext cx="245356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그날의 기억을 적어요</a:t>
            </a:r>
          </a:p>
        </p:txBody>
      </p:sp>
      <p:sp>
        <p:nvSpPr>
          <p:cNvPr id="14" name="때 3"/>
          <p:cNvSpPr/>
          <p:nvPr/>
        </p:nvSpPr>
        <p:spPr>
          <a:xfrm>
            <a:off x="7212901" y="3108960"/>
            <a:ext cx="402336" cy="402336"/>
          </a:xfrm>
          <a:prstGeom prst="ellipse">
            <a:avLst/>
          </a:prstGeom>
          <a:solidFill>
            <a:srgbClr val="995229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41567" y="246888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995229"/>
                </a:solidFill>
              </a:rPr>
              <a:t>온 가족 모임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87287" y="3657600"/>
            <a:ext cx="245356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492713"/>
                </a:solidFill>
              </a:rPr>
              <a:t>한자리에 모인 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87287" y="4160520"/>
            <a:ext cx="245356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가장 즐거웠던 명절</a:t>
            </a:r>
          </a:p>
        </p:txBody>
      </p:sp>
      <p:sp>
        <p:nvSpPr>
          <p:cNvPr id="18" name="때 4"/>
          <p:cNvSpPr/>
          <p:nvPr/>
        </p:nvSpPr>
        <p:spPr>
          <a:xfrm>
            <a:off x="9849345" y="3108960"/>
            <a:ext cx="402336" cy="402336"/>
          </a:xfrm>
          <a:prstGeom prst="ellipse">
            <a:avLst/>
          </a:prstGeom>
          <a:solidFill>
            <a:srgbClr val="995229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78011" y="246888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995229"/>
                </a:solidFill>
              </a:rPr>
              <a:t>지금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23731" y="3657600"/>
            <a:ext cx="245356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492713"/>
                </a:solidFill>
              </a:rPr>
              <a:t>오늘의 우리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23731" y="4160520"/>
            <a:ext cx="245356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요즘 우리 이야기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3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56032" y="256032"/>
            <a:ext cx="11679631" cy="6345936"/>
          </a:xfrm>
          <a:prstGeom prst="rect">
            <a:avLst/>
          </a:prstGeom>
          <a:noFill/>
          <a:ln w="28575">
            <a:solidFill>
              <a:srgbClr val="99522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9525">
            <a:solidFill>
              <a:srgbClr val="F4DBC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48640"/>
            <a:ext cx="926561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492713"/>
                </a:solidFill>
              </a:rPr>
              <a:t>우리 가족의 약속</a:t>
            </a:r>
          </a:p>
        </p:txBody>
      </p:sp>
      <p:sp>
        <p:nvSpPr>
          <p:cNvPr id="5" name="줄 1"/>
          <p:cNvSpPr/>
          <p:nvPr/>
        </p:nvSpPr>
        <p:spPr>
          <a:xfrm>
            <a:off x="822960" y="1554480"/>
            <a:ext cx="10545775" cy="1005840"/>
          </a:xfrm>
          <a:prstGeom prst="roundRect">
            <a:avLst>
              <a:gd name="adj" fmla="val 8000"/>
            </a:avLst>
          </a:prstGeom>
          <a:solidFill>
            <a:srgbClr val="FBF3EF"/>
          </a:solidFill>
          <a:ln w="12700">
            <a:solidFill>
              <a:srgbClr val="F4DBC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번호 1"/>
          <p:cNvSpPr/>
          <p:nvPr/>
        </p:nvSpPr>
        <p:spPr>
          <a:xfrm>
            <a:off x="1005840" y="1828800"/>
            <a:ext cx="457200" cy="457200"/>
          </a:xfrm>
          <a:prstGeom prst="ellipse">
            <a:avLst/>
          </a:prstGeom>
          <a:solidFill>
            <a:srgbClr val="995229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1640" y="160020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2713"/>
                </a:solidFill>
              </a:rPr>
              <a:t>약속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0560" y="1600200"/>
            <a:ext cx="670529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B2B2B"/>
                </a:solidFill>
              </a:rPr>
              <a:t>명절에는 모두 한자리에 모이기</a:t>
            </a:r>
          </a:p>
        </p:txBody>
      </p:sp>
      <p:sp>
        <p:nvSpPr>
          <p:cNvPr id="9" name="줄 2"/>
          <p:cNvSpPr/>
          <p:nvPr/>
        </p:nvSpPr>
        <p:spPr>
          <a:xfrm>
            <a:off x="822960" y="2697480"/>
            <a:ext cx="10545775" cy="1005840"/>
          </a:xfrm>
          <a:prstGeom prst="roundRect">
            <a:avLst>
              <a:gd name="adj" fmla="val 8000"/>
            </a:avLst>
          </a:prstGeom>
          <a:solidFill>
            <a:srgbClr val="FBF3EF"/>
          </a:solidFill>
          <a:ln w="12700">
            <a:solidFill>
              <a:srgbClr val="F4DBC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번호 2"/>
          <p:cNvSpPr/>
          <p:nvPr/>
        </p:nvSpPr>
        <p:spPr>
          <a:xfrm>
            <a:off x="1005840" y="2971800"/>
            <a:ext cx="457200" cy="457200"/>
          </a:xfrm>
          <a:prstGeom prst="ellipse">
            <a:avLst/>
          </a:prstGeom>
          <a:solidFill>
            <a:srgbClr val="995229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274320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2713"/>
                </a:solidFill>
              </a:rPr>
              <a:t>약속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2743200"/>
            <a:ext cx="670529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B2B2B"/>
                </a:solidFill>
              </a:rPr>
              <a:t>어른께 먼저 안부 전하기</a:t>
            </a:r>
          </a:p>
        </p:txBody>
      </p:sp>
      <p:sp>
        <p:nvSpPr>
          <p:cNvPr id="13" name="줄 3"/>
          <p:cNvSpPr/>
          <p:nvPr/>
        </p:nvSpPr>
        <p:spPr>
          <a:xfrm>
            <a:off x="822960" y="3840480"/>
            <a:ext cx="10545775" cy="1005840"/>
          </a:xfrm>
          <a:prstGeom prst="roundRect">
            <a:avLst>
              <a:gd name="adj" fmla="val 8000"/>
            </a:avLst>
          </a:prstGeom>
          <a:solidFill>
            <a:srgbClr val="FBF3EF"/>
          </a:solidFill>
          <a:ln w="12700">
            <a:solidFill>
              <a:srgbClr val="F4DBC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3"/>
          <p:cNvSpPr/>
          <p:nvPr/>
        </p:nvSpPr>
        <p:spPr>
          <a:xfrm>
            <a:off x="1005840" y="4114800"/>
            <a:ext cx="457200" cy="457200"/>
          </a:xfrm>
          <a:prstGeom prst="ellipse">
            <a:avLst/>
          </a:prstGeom>
          <a:solidFill>
            <a:srgbClr val="995229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88620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2713"/>
                </a:solidFill>
              </a:rPr>
              <a:t>약속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3886200"/>
            <a:ext cx="670529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B2B2B"/>
                </a:solidFill>
              </a:rPr>
              <a:t>한 달에 한 번 가족 식사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3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56032" y="256032"/>
            <a:ext cx="11679631" cy="6345936"/>
          </a:xfrm>
          <a:prstGeom prst="rect">
            <a:avLst/>
          </a:prstGeom>
          <a:noFill/>
          <a:ln w="28575">
            <a:solidFill>
              <a:srgbClr val="99522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9525">
            <a:solidFill>
              <a:srgbClr val="F4DBC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48640"/>
            <a:ext cx="926561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492713"/>
                </a:solidFill>
              </a:rPr>
              <a:t>가족 사진</a:t>
            </a:r>
          </a:p>
        </p:txBody>
      </p:sp>
      <p:sp>
        <p:nvSpPr>
          <p:cNvPr id="5" name="사진 자리"/>
          <p:cNvSpPr/>
          <p:nvPr/>
        </p:nvSpPr>
        <p:spPr>
          <a:xfrm>
            <a:off x="822960" y="1554480"/>
            <a:ext cx="3393338" cy="2217420"/>
          </a:xfrm>
          <a:prstGeom prst="roundRect">
            <a:avLst>
              <a:gd name="adj" fmla="val 6000"/>
            </a:avLst>
          </a:prstGeom>
          <a:solidFill>
            <a:srgbClr val="F4DBCD"/>
          </a:solidFill>
          <a:ln w="19050">
            <a:solidFill>
              <a:srgbClr val="995229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92713"/>
                </a:solidFill>
              </a:rPr>
              <a:t>사진 1</a:t>
            </a:r>
          </a:p>
        </p:txBody>
      </p:sp>
      <p:sp>
        <p:nvSpPr>
          <p:cNvPr id="6" name="사진 자리"/>
          <p:cNvSpPr/>
          <p:nvPr/>
        </p:nvSpPr>
        <p:spPr>
          <a:xfrm>
            <a:off x="4399178" y="1554480"/>
            <a:ext cx="3393338" cy="2217420"/>
          </a:xfrm>
          <a:prstGeom prst="roundRect">
            <a:avLst>
              <a:gd name="adj" fmla="val 6000"/>
            </a:avLst>
          </a:prstGeom>
          <a:solidFill>
            <a:srgbClr val="F4DBCD"/>
          </a:solidFill>
          <a:ln w="19050">
            <a:solidFill>
              <a:srgbClr val="995229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92713"/>
                </a:solidFill>
              </a:rPr>
              <a:t>사진 2</a:t>
            </a:r>
          </a:p>
        </p:txBody>
      </p:sp>
      <p:sp>
        <p:nvSpPr>
          <p:cNvPr id="7" name="사진 자리"/>
          <p:cNvSpPr/>
          <p:nvPr/>
        </p:nvSpPr>
        <p:spPr>
          <a:xfrm>
            <a:off x="7975396" y="1554480"/>
            <a:ext cx="3393338" cy="2217420"/>
          </a:xfrm>
          <a:prstGeom prst="roundRect">
            <a:avLst>
              <a:gd name="adj" fmla="val 6000"/>
            </a:avLst>
          </a:prstGeom>
          <a:solidFill>
            <a:srgbClr val="F4DBCD"/>
          </a:solidFill>
          <a:ln w="19050">
            <a:solidFill>
              <a:srgbClr val="995229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92713"/>
                </a:solidFill>
              </a:rPr>
              <a:t>사진 3</a:t>
            </a:r>
          </a:p>
        </p:txBody>
      </p:sp>
      <p:sp>
        <p:nvSpPr>
          <p:cNvPr id="8" name="사진 자리"/>
          <p:cNvSpPr/>
          <p:nvPr/>
        </p:nvSpPr>
        <p:spPr>
          <a:xfrm>
            <a:off x="822960" y="3954780"/>
            <a:ext cx="3393338" cy="2217420"/>
          </a:xfrm>
          <a:prstGeom prst="roundRect">
            <a:avLst>
              <a:gd name="adj" fmla="val 6000"/>
            </a:avLst>
          </a:prstGeom>
          <a:solidFill>
            <a:srgbClr val="F4DBCD"/>
          </a:solidFill>
          <a:ln w="19050">
            <a:solidFill>
              <a:srgbClr val="995229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92713"/>
                </a:solidFill>
              </a:rPr>
              <a:t>사진 4</a:t>
            </a:r>
          </a:p>
        </p:txBody>
      </p:sp>
      <p:sp>
        <p:nvSpPr>
          <p:cNvPr id="9" name="사진 자리"/>
          <p:cNvSpPr/>
          <p:nvPr/>
        </p:nvSpPr>
        <p:spPr>
          <a:xfrm>
            <a:off x="4399178" y="3954780"/>
            <a:ext cx="3393338" cy="2217420"/>
          </a:xfrm>
          <a:prstGeom prst="roundRect">
            <a:avLst>
              <a:gd name="adj" fmla="val 6000"/>
            </a:avLst>
          </a:prstGeom>
          <a:solidFill>
            <a:srgbClr val="F4DBCD"/>
          </a:solidFill>
          <a:ln w="19050">
            <a:solidFill>
              <a:srgbClr val="995229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92713"/>
                </a:solidFill>
              </a:rPr>
              <a:t>사진 5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7975396" y="3954780"/>
            <a:ext cx="3393338" cy="2217420"/>
          </a:xfrm>
          <a:prstGeom prst="roundRect">
            <a:avLst>
              <a:gd name="adj" fmla="val 6000"/>
            </a:avLst>
          </a:prstGeom>
          <a:solidFill>
            <a:srgbClr val="F4DBCD"/>
          </a:solidFill>
          <a:ln w="19050">
            <a:solidFill>
              <a:srgbClr val="995229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92713"/>
                </a:solidFill>
              </a:rPr>
              <a:t>사진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family-3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492713"/>
                </a:solidFill>
              </a:rPr>
              <a:t>우리 가족 소개를 마칩니다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492713"/>
                </a:solidFill>
              </a:rPr>
              <a:t>읽어 주셔서 고맙습니다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고맙습니다 · 가족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3대 가족 가족 소개">
  <a:themeElements>
    <a:clrScheme name="Office">
      <a:dk1>
        <a:sysClr val="windowText" lastClr="000000"/>
      </a:dk1>
      <a:lt1>
        <a:sysClr val="window" lastClr="FFFFFF"/>
      </a:lt1>
      <a:dk2>
        <a:srgbClr val="492713"/>
      </a:dk2>
      <a:lt2>
        <a:srgbClr val="FBF3EF"/>
      </a:lt2>
      <a:accent1>
        <a:srgbClr val="995229"/>
      </a:accent1>
      <a:accent2>
        <a:srgbClr val="3B9185"/>
      </a:accent2>
      <a:accent3>
        <a:srgbClr val="492713"/>
      </a:accent3>
      <a:accent4>
        <a:srgbClr val="F4DBCD"/>
      </a:accent4>
      <a:accent5>
        <a:srgbClr val="6A7257"/>
      </a:accent5>
      <a:accent6>
        <a:srgbClr val="927D71"/>
      </a:accent6>
      <a:hlink>
        <a:srgbClr val="995229"/>
      </a:hlink>
      <a:folHlink>
        <a:srgbClr val="492713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3대 가족 가족 소개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