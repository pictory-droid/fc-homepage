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1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EBC4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4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군고구마 한 봉지 나눠 들고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3대 가족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donut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77240" y="1783080"/>
            <a:ext cx="1353769" cy="1353769"/>
          </a:xfrm>
          <a:prstGeom prst="ellipse">
            <a:avLst/>
          </a:prstGeom>
          <a:solidFill>
            <a:srgbClr val="F6E1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427"/>
                </a:solidFill>
              </a:rPr>
              <a:t>할아버지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685489"/>
            <a:ext cx="1445209" cy="24867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2633929" y="1783080"/>
            <a:ext cx="1353769" cy="1353769"/>
          </a:xfrm>
          <a:prstGeom prst="ellipse">
            <a:avLst/>
          </a:prstGeom>
          <a:solidFill>
            <a:srgbClr val="F6E1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769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427"/>
                </a:solidFill>
              </a:rPr>
              <a:t>할머니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8209" y="3685489"/>
            <a:ext cx="1445209" cy="24867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490618" y="1783080"/>
            <a:ext cx="1353769" cy="1353769"/>
          </a:xfrm>
          <a:prstGeom prst="ellipse">
            <a:avLst/>
          </a:prstGeom>
          <a:solidFill>
            <a:srgbClr val="F6E1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3458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427"/>
                </a:solidFill>
              </a:rPr>
              <a:t>아빠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4898" y="3685489"/>
            <a:ext cx="1445209" cy="24867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347307" y="1783080"/>
            <a:ext cx="1353769" cy="1353769"/>
          </a:xfrm>
          <a:prstGeom prst="ellipse">
            <a:avLst/>
          </a:prstGeom>
          <a:solidFill>
            <a:srgbClr val="F6E1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427"/>
                </a:solidFill>
              </a:rPr>
              <a:t>엄마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1587" y="3685489"/>
            <a:ext cx="1445209" cy="24867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203996" y="1783080"/>
            <a:ext cx="1353769" cy="1353769"/>
          </a:xfrm>
          <a:prstGeom prst="ellipse">
            <a:avLst/>
          </a:prstGeom>
          <a:solidFill>
            <a:srgbClr val="F6E1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6836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427"/>
                </a:solidFill>
              </a:rPr>
              <a:t>큰아이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8276" y="3685489"/>
            <a:ext cx="1445209" cy="24867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10060686" y="1783080"/>
            <a:ext cx="1353769" cy="1353769"/>
          </a:xfrm>
          <a:prstGeom prst="ellipse">
            <a:avLst/>
          </a:prstGeom>
          <a:solidFill>
            <a:srgbClr val="F6E1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3526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427"/>
                </a:solidFill>
              </a:rPr>
              <a:t>작은아이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4965" y="3685489"/>
            <a:ext cx="1445209" cy="24867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donut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7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6E1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D89C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9C79"/>
                </a:solidFill>
              </a:rPr>
              <a:t>할아버지 할머니의 이야기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427"/>
                </a:solidFill>
              </a:rPr>
              <a:t>뿌리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가족의 시작을 적어요</a:t>
            </a:r>
          </a:p>
        </p:txBody>
      </p:sp>
      <p:sp>
        <p:nvSpPr>
          <p:cNvPr id="12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D89C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9C79"/>
                </a:solidFill>
              </a:rPr>
              <a:t>부모가 된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427"/>
                </a:solidFill>
              </a:rPr>
              <a:t>새로운 가지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6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D89C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9C79"/>
                </a:solidFill>
              </a:rPr>
              <a:t>온 가족 모임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427"/>
                </a:solidFill>
              </a:rPr>
              <a:t>한자리에 모인 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즐거웠던 명절</a:t>
            </a:r>
          </a:p>
        </p:txBody>
      </p:sp>
      <p:sp>
        <p:nvSpPr>
          <p:cNvPr id="20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D89C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9C79"/>
                </a:solidFill>
              </a:rPr>
              <a:t>지금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427"/>
                </a:solidFill>
              </a:rPr>
              <a:t>오늘의 우리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donut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7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D89C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noFill/>
          <a:ln w="19050">
            <a:solidFill>
              <a:srgbClr val="D89C79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427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427"/>
                </a:solidFill>
              </a:rPr>
              <a:t>약속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명절에는 모두 한자리에 모이기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D89C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noFill/>
          <a:ln w="19050">
            <a:solidFill>
              <a:srgbClr val="D89C79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427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427"/>
                </a:solidFill>
              </a:rPr>
              <a:t>약속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어른께 먼저 안부 전하기</a:t>
            </a:r>
          </a:p>
        </p:txBody>
      </p:sp>
      <p:sp>
        <p:nvSpPr>
          <p:cNvPr id="15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D89C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noFill/>
          <a:ln w="19050">
            <a:solidFill>
              <a:srgbClr val="D89C79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427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427"/>
                </a:solidFill>
              </a:rPr>
              <a:t>약속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9C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donut">
            <a:avLst/>
          </a:prstGeom>
          <a:solidFill>
            <a:srgbClr val="EBC4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1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1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1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1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1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1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1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EBC4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4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493427"/>
      </a:dk2>
      <a:lt2>
        <a:srgbClr val="FBF2EC"/>
      </a:lt2>
      <a:accent1>
        <a:srgbClr val="D89C79"/>
      </a:accent1>
      <a:accent2>
        <a:srgbClr val="E1D598"/>
      </a:accent2>
      <a:accent3>
        <a:srgbClr val="493427"/>
      </a:accent3>
      <a:accent4>
        <a:srgbClr val="F6E1D5"/>
      </a:accent4>
      <a:accent5>
        <a:srgbClr val="DCB888"/>
      </a:accent5>
      <a:accent6>
        <a:srgbClr val="92857D"/>
      </a:accent6>
      <a:hlink>
        <a:srgbClr val="D89C79"/>
      </a:hlink>
      <a:folHlink>
        <a:srgbClr val="4934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