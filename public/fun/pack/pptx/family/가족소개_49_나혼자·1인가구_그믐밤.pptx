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AD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그믐밤 혼자 켜 놓은 텔레비전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나 혼자 · 1인 가구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1285189" y="1783080"/>
            <a:ext cx="2194560" cy="2194560"/>
          </a:xfrm>
          <a:prstGeom prst="ellipse">
            <a:avLst/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749"/>
                </a:solidFill>
              </a:rPr>
              <a:t>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998567" y="1783080"/>
            <a:ext cx="2194560" cy="2194560"/>
          </a:xfrm>
          <a:prstGeom prst="ellipse">
            <a:avLst/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749"/>
                </a:solidFill>
              </a:rPr>
              <a:t>내 공간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711946" y="1783080"/>
            <a:ext cx="2194560" cy="2194560"/>
          </a:xfrm>
          <a:prstGeom prst="ellipse">
            <a:avLst/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40690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749"/>
                </a:solidFill>
              </a:rPr>
              <a:t>내 하루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45262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D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9898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98E1"/>
                </a:solidFill>
              </a:rPr>
              <a:t>태어난 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나의 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고향의 기억을 적어요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9898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98E1"/>
                </a:solidFill>
              </a:rPr>
              <a:t>학창 시절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자라던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좋았던 기억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9898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98E1"/>
                </a:solidFill>
              </a:rPr>
              <a:t>혼자 시작한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나의 첫 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독립하던 날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9898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98E1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오늘의 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9898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74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나를 위한 밥상 차리기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9898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74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약속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 십 분 나에게 쓰는 시간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9898E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74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약속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AD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272749"/>
      </a:dk2>
      <a:lt2>
        <a:srgbClr val="ECECFB"/>
      </a:lt2>
      <a:accent1>
        <a:srgbClr val="9898E1"/>
      </a:accent1>
      <a:accent2>
        <a:srgbClr val="CFB8EA"/>
      </a:accent2>
      <a:accent3>
        <a:srgbClr val="272749"/>
      </a:accent3>
      <a:accent4>
        <a:srgbClr val="D5D5F6"/>
      </a:accent4>
      <a:accent5>
        <a:srgbClr val="B4A8E6"/>
      </a:accent5>
      <a:accent6>
        <a:srgbClr val="7D7D92"/>
      </a:accent6>
      <a:hlink>
        <a:srgbClr val="9898E1"/>
      </a:hlink>
      <a:folHlink>
        <a:srgbClr val="27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