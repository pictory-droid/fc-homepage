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91938"/>
                </a:solidFill>
              </a:rPr>
              <a:t>우리 가족을 소개합니다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91938"/>
                </a:solidFill>
              </a:rPr>
              <a:t>그믐밤 혼자 켜 놓은 텔레비전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나 혼자 · 1인 가구 · 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D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9295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1938"/>
                </a:solidFill>
              </a:rPr>
              <a:t>가족 구성원</a:t>
            </a:r>
          </a:p>
        </p:txBody>
      </p:sp>
      <p:sp>
        <p:nvSpPr>
          <p:cNvPr id="4" name="사진 자리"/>
          <p:cNvSpPr/>
          <p:nvPr/>
        </p:nvSpPr>
        <p:spPr>
          <a:xfrm>
            <a:off x="1308049" y="1554480"/>
            <a:ext cx="2331720" cy="2331720"/>
          </a:xfrm>
          <a:prstGeom prst="ellipse">
            <a:avLst/>
          </a:prstGeom>
          <a:solidFill>
            <a:srgbClr val="D3D3EE"/>
          </a:solidFill>
          <a:ln w="19050">
            <a:solidFill>
              <a:srgbClr val="29295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1938"/>
                </a:solidFill>
              </a:rPr>
              <a:t>사진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977639"/>
            <a:ext cx="339333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91938"/>
                </a:solidFill>
              </a:rPr>
              <a:t>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434840"/>
            <a:ext cx="3210458" cy="17830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요즘 관심사</a:t>
            </a:r>
          </a:p>
        </p:txBody>
      </p:sp>
      <p:sp>
        <p:nvSpPr>
          <p:cNvPr id="7" name="사진 자리"/>
          <p:cNvSpPr/>
          <p:nvPr/>
        </p:nvSpPr>
        <p:spPr>
          <a:xfrm>
            <a:off x="4929987" y="1554480"/>
            <a:ext cx="2331720" cy="2331720"/>
          </a:xfrm>
          <a:prstGeom prst="ellipse">
            <a:avLst/>
          </a:prstGeom>
          <a:solidFill>
            <a:srgbClr val="D3D3EE"/>
          </a:solidFill>
          <a:ln w="19050">
            <a:solidFill>
              <a:srgbClr val="29295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1938"/>
                </a:solidFill>
              </a:rPr>
              <a:t>사진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99178" y="3977639"/>
            <a:ext cx="339333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91938"/>
                </a:solidFill>
              </a:rPr>
              <a:t>내 공간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0618" y="4434840"/>
            <a:ext cx="3210458" cy="17830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자리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아끼는 물건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나만의 규칙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551926" y="1554480"/>
            <a:ext cx="2331720" cy="2331720"/>
          </a:xfrm>
          <a:prstGeom prst="ellipse">
            <a:avLst/>
          </a:prstGeom>
          <a:solidFill>
            <a:srgbClr val="D3D3EE"/>
          </a:solidFill>
          <a:ln w="19050">
            <a:solidFill>
              <a:srgbClr val="29295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1938"/>
                </a:solidFill>
              </a:rPr>
              <a:t>사진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1116" y="3977639"/>
            <a:ext cx="339333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91938"/>
                </a:solidFill>
              </a:rPr>
              <a:t>내 하루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2556" y="4434840"/>
            <a:ext cx="3210458" cy="17830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아침 습관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음식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잠들기 전 루틴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D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9295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1938"/>
                </a:solidFill>
              </a:rPr>
              <a:t>우리 가족 이야기</a:t>
            </a:r>
          </a:p>
        </p:txBody>
      </p:sp>
      <p:sp>
        <p:nvSpPr>
          <p:cNvPr id="4" name="타임라인 선"/>
          <p:cNvSpPr/>
          <p:nvPr/>
        </p:nvSpPr>
        <p:spPr>
          <a:xfrm>
            <a:off x="777240" y="3291840"/>
            <a:ext cx="10637215" cy="54864"/>
          </a:xfrm>
          <a:prstGeom prst="rect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때 1"/>
          <p:cNvSpPr/>
          <p:nvPr/>
        </p:nvSpPr>
        <p:spPr>
          <a:xfrm>
            <a:off x="1905723" y="3108960"/>
            <a:ext cx="402336" cy="402336"/>
          </a:xfrm>
          <a:prstGeom prst="ellipse">
            <a:avLst/>
          </a:prstGeom>
          <a:solidFill>
            <a:srgbClr val="29295B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46888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9295B"/>
                </a:solidFill>
              </a:rPr>
              <a:t>태어난 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79" y="365760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91938"/>
                </a:solidFill>
              </a:rPr>
              <a:t>나의 뿌리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79" y="416052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고향의 기억을 적어요</a:t>
            </a:r>
          </a:p>
        </p:txBody>
      </p:sp>
      <p:sp>
        <p:nvSpPr>
          <p:cNvPr id="9" name="때 2"/>
          <p:cNvSpPr/>
          <p:nvPr/>
        </p:nvSpPr>
        <p:spPr>
          <a:xfrm>
            <a:off x="4565027" y="3108960"/>
            <a:ext cx="402336" cy="402336"/>
          </a:xfrm>
          <a:prstGeom prst="ellipse">
            <a:avLst/>
          </a:prstGeom>
          <a:solidFill>
            <a:srgbClr val="29295B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82263" y="246888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9295B"/>
                </a:solidFill>
              </a:rPr>
              <a:t>학창 시절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7983" y="365760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91938"/>
                </a:solidFill>
              </a:rPr>
              <a:t>자라던 시간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7983" y="416052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가장 좋았던 기억</a:t>
            </a:r>
          </a:p>
        </p:txBody>
      </p:sp>
      <p:sp>
        <p:nvSpPr>
          <p:cNvPr id="13" name="때 3"/>
          <p:cNvSpPr/>
          <p:nvPr/>
        </p:nvSpPr>
        <p:spPr>
          <a:xfrm>
            <a:off x="7224331" y="3108960"/>
            <a:ext cx="402336" cy="402336"/>
          </a:xfrm>
          <a:prstGeom prst="ellipse">
            <a:avLst/>
          </a:prstGeom>
          <a:solidFill>
            <a:srgbClr val="29295B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1567" y="246888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9295B"/>
                </a:solidFill>
              </a:rPr>
              <a:t>혼자 시작한 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7287" y="365760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91938"/>
                </a:solidFill>
              </a:rPr>
              <a:t>나의 첫 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416052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독립하던 날</a:t>
            </a:r>
          </a:p>
        </p:txBody>
      </p:sp>
      <p:sp>
        <p:nvSpPr>
          <p:cNvPr id="17" name="때 4"/>
          <p:cNvSpPr/>
          <p:nvPr/>
        </p:nvSpPr>
        <p:spPr>
          <a:xfrm>
            <a:off x="9883635" y="3108960"/>
            <a:ext cx="402336" cy="402336"/>
          </a:xfrm>
          <a:prstGeom prst="ellipse">
            <a:avLst/>
          </a:prstGeom>
          <a:solidFill>
            <a:srgbClr val="29295B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00871" y="246888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9295B"/>
                </a:solidFill>
              </a:rPr>
              <a:t>지금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6591" y="365760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91938"/>
                </a:solidFill>
              </a:rPr>
              <a:t>오늘의 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46591" y="416052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내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D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9295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1938"/>
                </a:solidFill>
              </a:rPr>
              <a:t>우리 가족의 약속</a:t>
            </a:r>
          </a:p>
        </p:txBody>
      </p:sp>
      <p:sp>
        <p:nvSpPr>
          <p:cNvPr id="4" name="줄 1"/>
          <p:cNvSpPr/>
          <p:nvPr/>
        </p:nvSpPr>
        <p:spPr>
          <a:xfrm>
            <a:off x="777240" y="1554480"/>
            <a:ext cx="10637215" cy="1005840"/>
          </a:xfrm>
          <a:prstGeom prst="roundRect">
            <a:avLst>
              <a:gd name="adj" fmla="val 8000"/>
            </a:avLst>
          </a:prstGeom>
          <a:solidFill>
            <a:srgbClr val="F1F1F9"/>
          </a:solidFill>
          <a:ln w="12700">
            <a:solidFill>
              <a:srgbClr val="D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960120" y="1828800"/>
            <a:ext cx="457200" cy="457200"/>
          </a:xfrm>
          <a:prstGeom prst="ellipse">
            <a:avLst/>
          </a:prstGeom>
          <a:solidFill>
            <a:srgbClr val="29295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19" y="1600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1938"/>
                </a:solidFill>
              </a:rPr>
              <a:t>약속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4840" y="1600200"/>
            <a:ext cx="679673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나를 위한 밥상 차리기</a:t>
            </a:r>
          </a:p>
        </p:txBody>
      </p:sp>
      <p:sp>
        <p:nvSpPr>
          <p:cNvPr id="8" name="줄 2"/>
          <p:cNvSpPr/>
          <p:nvPr/>
        </p:nvSpPr>
        <p:spPr>
          <a:xfrm>
            <a:off x="777240" y="2697480"/>
            <a:ext cx="10637215" cy="1005840"/>
          </a:xfrm>
          <a:prstGeom prst="roundRect">
            <a:avLst>
              <a:gd name="adj" fmla="val 8000"/>
            </a:avLst>
          </a:prstGeom>
          <a:solidFill>
            <a:srgbClr val="F1F1F9"/>
          </a:solidFill>
          <a:ln w="12700">
            <a:solidFill>
              <a:srgbClr val="D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960120" y="2971800"/>
            <a:ext cx="457200" cy="457200"/>
          </a:xfrm>
          <a:prstGeom prst="ellipse">
            <a:avLst/>
          </a:prstGeom>
          <a:solidFill>
            <a:srgbClr val="29295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19" y="2743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1938"/>
                </a:solidFill>
              </a:rPr>
              <a:t>약속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743200"/>
            <a:ext cx="679673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하루 십 분 나에게 쓰는 시간</a:t>
            </a:r>
          </a:p>
        </p:txBody>
      </p:sp>
      <p:sp>
        <p:nvSpPr>
          <p:cNvPr id="12" name="줄 3"/>
          <p:cNvSpPr/>
          <p:nvPr/>
        </p:nvSpPr>
        <p:spPr>
          <a:xfrm>
            <a:off x="777240" y="3840480"/>
            <a:ext cx="10637215" cy="1005840"/>
          </a:xfrm>
          <a:prstGeom prst="roundRect">
            <a:avLst>
              <a:gd name="adj" fmla="val 8000"/>
            </a:avLst>
          </a:prstGeom>
          <a:solidFill>
            <a:srgbClr val="F1F1F9"/>
          </a:solidFill>
          <a:ln w="12700">
            <a:solidFill>
              <a:srgbClr val="D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960120" y="4114800"/>
            <a:ext cx="457200" cy="457200"/>
          </a:xfrm>
          <a:prstGeom prst="ellipse">
            <a:avLst/>
          </a:prstGeom>
          <a:solidFill>
            <a:srgbClr val="29295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19" y="3886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1938"/>
                </a:solidFill>
              </a:rPr>
              <a:t>약속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886200"/>
            <a:ext cx="679673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안부를 전할 사람 한 명 챙기기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D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9295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1938"/>
                </a:solidFill>
              </a:rPr>
              <a:t>가족 사진</a:t>
            </a:r>
          </a:p>
        </p:txBody>
      </p:sp>
      <p:sp>
        <p:nvSpPr>
          <p:cNvPr id="4" name="사진 자리"/>
          <p:cNvSpPr/>
          <p:nvPr/>
        </p:nvSpPr>
        <p:spPr>
          <a:xfrm>
            <a:off x="777240" y="1554480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3D3EE"/>
          </a:solidFill>
          <a:ln w="19050">
            <a:solidFill>
              <a:srgbClr val="29295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1938"/>
                </a:solidFill>
              </a:rPr>
              <a:t>사진 1</a:t>
            </a:r>
          </a:p>
        </p:txBody>
      </p:sp>
      <p:sp>
        <p:nvSpPr>
          <p:cNvPr id="5" name="사진 자리"/>
          <p:cNvSpPr/>
          <p:nvPr/>
        </p:nvSpPr>
        <p:spPr>
          <a:xfrm>
            <a:off x="4383938" y="1554480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3D3EE"/>
          </a:solidFill>
          <a:ln w="19050">
            <a:solidFill>
              <a:srgbClr val="29295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1938"/>
                </a:solidFill>
              </a:rPr>
              <a:t>사진 2</a:t>
            </a:r>
          </a:p>
        </p:txBody>
      </p:sp>
      <p:sp>
        <p:nvSpPr>
          <p:cNvPr id="6" name="사진 자리"/>
          <p:cNvSpPr/>
          <p:nvPr/>
        </p:nvSpPr>
        <p:spPr>
          <a:xfrm>
            <a:off x="7990636" y="1554480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3D3EE"/>
          </a:solidFill>
          <a:ln w="19050">
            <a:solidFill>
              <a:srgbClr val="29295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1938"/>
                </a:solidFill>
              </a:rPr>
              <a:t>사진 3</a:t>
            </a:r>
          </a:p>
        </p:txBody>
      </p:sp>
      <p:sp>
        <p:nvSpPr>
          <p:cNvPr id="7" name="사진 자리"/>
          <p:cNvSpPr/>
          <p:nvPr/>
        </p:nvSpPr>
        <p:spPr>
          <a:xfrm>
            <a:off x="777240" y="3977639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3D3EE"/>
          </a:solidFill>
          <a:ln w="19050">
            <a:solidFill>
              <a:srgbClr val="29295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1938"/>
                </a:solidFill>
              </a:rPr>
              <a:t>사진 4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383938" y="3977639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3D3EE"/>
          </a:solidFill>
          <a:ln w="19050">
            <a:solidFill>
              <a:srgbClr val="29295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1938"/>
                </a:solidFill>
              </a:rPr>
              <a:t>사진 5</a:t>
            </a:r>
          </a:p>
        </p:txBody>
      </p:sp>
      <p:sp>
        <p:nvSpPr>
          <p:cNvPr id="9" name="사진 자리"/>
          <p:cNvSpPr/>
          <p:nvPr/>
        </p:nvSpPr>
        <p:spPr>
          <a:xfrm>
            <a:off x="7990636" y="3977639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3D3EE"/>
          </a:solidFill>
          <a:ln w="19050">
            <a:solidFill>
              <a:srgbClr val="29295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1938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91938"/>
                </a:solidFill>
              </a:rPr>
              <a:t>우리 가족 소개를 마칩니다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91938"/>
                </a:solidFill>
              </a:rPr>
              <a:t>읽어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나 혼자 · 1인 가구 가족 소개">
  <a:themeElements>
    <a:clrScheme name="Office">
      <a:dk1>
        <a:sysClr val="windowText" lastClr="000000"/>
      </a:dk1>
      <a:lt1>
        <a:sysClr val="window" lastClr="FFFFFF"/>
      </a:lt1>
      <a:dk2>
        <a:srgbClr val="191938"/>
      </a:dk2>
      <a:lt2>
        <a:srgbClr val="F1F1F9"/>
      </a:lt2>
      <a:accent1>
        <a:srgbClr val="29295B"/>
      </a:accent1>
      <a:accent2>
        <a:srgbClr val="8D663F"/>
      </a:accent2>
      <a:accent3>
        <a:srgbClr val="191938"/>
      </a:accent3>
      <a:accent4>
        <a:srgbClr val="D3D3EE"/>
      </a:accent4>
      <a:accent5>
        <a:srgbClr val="5B484D"/>
      </a:accent5>
      <a:accent6>
        <a:srgbClr val="757588"/>
      </a:accent6>
      <a:hlink>
        <a:srgbClr val="29295B"/>
      </a:hlink>
      <a:folHlink>
        <a:srgbClr val="191938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 혼자 · 1인 가구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