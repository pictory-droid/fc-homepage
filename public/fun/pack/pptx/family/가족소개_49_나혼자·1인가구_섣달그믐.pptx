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91938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1938"/>
                </a:solidFill>
              </a:rPr>
              <a:t>그믐밤 혼자 켜 놓은 텔레비전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308049" y="1554480"/>
            <a:ext cx="2331720" cy="2331720"/>
          </a:xfrm>
          <a:prstGeom prst="ellipse">
            <a:avLst/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91938"/>
                </a:solidFill>
              </a:rPr>
              <a:t>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3210458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929987" y="1554480"/>
            <a:ext cx="2331720" cy="2331720"/>
          </a:xfrm>
          <a:prstGeom prst="ellipse">
            <a:avLst/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178" y="39776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91938"/>
                </a:solidFill>
              </a:rPr>
              <a:t>내 공간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0618" y="4434840"/>
            <a:ext cx="3210458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551926" y="1554480"/>
            <a:ext cx="2331720" cy="2331720"/>
          </a:xfrm>
          <a:prstGeom prst="ellipse">
            <a:avLst/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1116" y="39776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91938"/>
                </a:solidFill>
              </a:rPr>
              <a:t>내 하루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556" y="4434840"/>
            <a:ext cx="3210458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77240" y="3291840"/>
            <a:ext cx="10637215" cy="54864"/>
          </a:xfrm>
          <a:prstGeom prst="rect">
            <a:avLst/>
          </a:prstGeom>
          <a:solidFill>
            <a:srgbClr val="D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905723" y="3108960"/>
            <a:ext cx="402336" cy="402336"/>
          </a:xfrm>
          <a:prstGeom prst="ellipse">
            <a:avLst/>
          </a:prstGeom>
          <a:solidFill>
            <a:srgbClr val="29295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295B"/>
                </a:solidFill>
              </a:rPr>
              <a:t>태어난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79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나의 뿌리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79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9" name="때 2"/>
          <p:cNvSpPr/>
          <p:nvPr/>
        </p:nvSpPr>
        <p:spPr>
          <a:xfrm>
            <a:off x="4565027" y="3108960"/>
            <a:ext cx="402336" cy="402336"/>
          </a:xfrm>
          <a:prstGeom prst="ellipse">
            <a:avLst/>
          </a:prstGeom>
          <a:solidFill>
            <a:srgbClr val="29295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2263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295B"/>
                </a:solidFill>
              </a:rPr>
              <a:t>학창 시절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자라던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3" name="때 3"/>
          <p:cNvSpPr/>
          <p:nvPr/>
        </p:nvSpPr>
        <p:spPr>
          <a:xfrm>
            <a:off x="7224331" y="3108960"/>
            <a:ext cx="402336" cy="402336"/>
          </a:xfrm>
          <a:prstGeom prst="ellipse">
            <a:avLst/>
          </a:prstGeom>
          <a:solidFill>
            <a:srgbClr val="29295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295B"/>
                </a:solidFill>
              </a:rPr>
              <a:t>혼자 시작한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나의 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7" name="때 4"/>
          <p:cNvSpPr/>
          <p:nvPr/>
        </p:nvSpPr>
        <p:spPr>
          <a:xfrm>
            <a:off x="9883635" y="3108960"/>
            <a:ext cx="402336" cy="402336"/>
          </a:xfrm>
          <a:prstGeom prst="ellipse">
            <a:avLst/>
          </a:prstGeom>
          <a:solidFill>
            <a:srgbClr val="29295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0871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295B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6591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오늘의 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6591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82880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97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97180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840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411480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886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91938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1938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191938"/>
      </a:dk2>
      <a:lt2>
        <a:srgbClr val="F1F1F9"/>
      </a:lt2>
      <a:accent1>
        <a:srgbClr val="29295B"/>
      </a:accent1>
      <a:accent2>
        <a:srgbClr val="8D663F"/>
      </a:accent2>
      <a:accent3>
        <a:srgbClr val="191938"/>
      </a:accent3>
      <a:accent4>
        <a:srgbClr val="D3D3EE"/>
      </a:accent4>
      <a:accent5>
        <a:srgbClr val="5B484D"/>
      </a:accent5>
      <a:accent6>
        <a:srgbClr val="757588"/>
      </a:accent6>
      <a:hlink>
        <a:srgbClr val="29295B"/>
      </a:hlink>
      <a:folHlink>
        <a:srgbClr val="191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