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한 상에 둘러앉아 수박을 나누던 여름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2247823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54779"/>
            <a:ext cx="51585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남편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11979"/>
            <a:ext cx="49757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635011" y="1554480"/>
            <a:ext cx="2308860" cy="2308860"/>
          </a:xfrm>
          <a:prstGeom prst="ellipse">
            <a:avLst/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3954779"/>
            <a:ext cx="51585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53C26"/>
                </a:solidFill>
              </a:rPr>
              <a:t>아내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1587" y="4411979"/>
            <a:ext cx="49757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8854"/>
                </a:solidFill>
              </a:rPr>
              <a:t>처음 만난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첫 만남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21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8854"/>
                </a:solidFill>
              </a:rPr>
              <a:t>결혼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함께 시작한 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8854"/>
                </a:solidFill>
              </a:rPr>
              <a:t>첫 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우리의 보금자리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29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30885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8854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20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24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0FAF4"/>
          </a:solidFill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53C26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23557" y="1249765"/>
            <a:ext cx="90298" cy="9029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740320" y="979530"/>
            <a:ext cx="67724" cy="6772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444090" y="771931"/>
            <a:ext cx="161993" cy="161993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329687" y="1267999"/>
            <a:ext cx="109269" cy="109269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15737" y="844278"/>
            <a:ext cx="97378" cy="9737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25636" y="432954"/>
            <a:ext cx="149960" cy="149960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827132" y="678265"/>
            <a:ext cx="194866" cy="194866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519421" y="1021110"/>
            <a:ext cx="155073" cy="15507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618252" y="870382"/>
            <a:ext cx="126332" cy="126332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943307" y="471069"/>
            <a:ext cx="197424" cy="197424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684206" y="724073"/>
            <a:ext cx="64371" cy="6437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0F1DE"/>
          </a:solidFill>
          <a:ln w="19050">
            <a:solidFill>
              <a:srgbClr val="308854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53C26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10599" y="1892961"/>
            <a:ext cx="162537" cy="162537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40774" y="1406538"/>
            <a:ext cx="121904" cy="121904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07558" y="1032861"/>
            <a:ext cx="291588" cy="29158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601632" y="1925783"/>
            <a:ext cx="196685" cy="196685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36524" y="1163085"/>
            <a:ext cx="175281" cy="175281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74342" y="422702"/>
            <a:ext cx="269928" cy="26992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5697034" y="864261"/>
            <a:ext cx="350758" cy="350758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143154" y="1481383"/>
            <a:ext cx="279133" cy="279133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321050" y="1210073"/>
            <a:ext cx="227398" cy="227398"/>
          </a:xfrm>
          <a:prstGeom prst="ellipse">
            <a:avLst/>
          </a:prstGeom>
          <a:solidFill>
            <a:srgbClr val="8A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906149" y="491309"/>
            <a:ext cx="355363" cy="355363"/>
          </a:xfrm>
          <a:prstGeom prst="ellipse">
            <a:avLst/>
          </a:prstGeom>
          <a:solidFill>
            <a:srgbClr val="3088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439767" y="946715"/>
            <a:ext cx="115868" cy="115868"/>
          </a:xfrm>
          <a:prstGeom prst="ellipse">
            <a:avLst/>
          </a:prstGeom>
          <a:solidFill>
            <a:srgbClr val="D0F1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53C26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53C26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