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4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3B2017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B2017"/>
                </a:solidFill>
              </a:rPr>
              <a:t>아랫목에 이불 덮고 둘이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우리 부부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D9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D453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B2017"/>
                </a:solidFill>
              </a:rPr>
              <a:t>가족 구성원</a:t>
            </a:r>
          </a:p>
        </p:txBody>
      </p:sp>
      <p:sp>
        <p:nvSpPr>
          <p:cNvPr id="4" name="사진 자리"/>
          <p:cNvSpPr/>
          <p:nvPr/>
        </p:nvSpPr>
        <p:spPr>
          <a:xfrm>
            <a:off x="2213533" y="1554480"/>
            <a:ext cx="2331720" cy="2331720"/>
          </a:xfrm>
          <a:prstGeom prst="ellipse">
            <a:avLst/>
          </a:prstGeom>
          <a:solidFill>
            <a:srgbClr val="EFD9D1"/>
          </a:solidFill>
          <a:ln w="19050">
            <a:solidFill>
              <a:srgbClr val="7D453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B2017"/>
                </a:solidFill>
              </a:rPr>
              <a:t>사진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977639"/>
            <a:ext cx="520430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B2017"/>
                </a:solidFill>
              </a:rPr>
              <a:t>남편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434840"/>
            <a:ext cx="5021427" cy="178307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646441" y="1554480"/>
            <a:ext cx="2331720" cy="2331720"/>
          </a:xfrm>
          <a:prstGeom prst="ellipse">
            <a:avLst/>
          </a:prstGeom>
          <a:solidFill>
            <a:srgbClr val="EFD9D1"/>
          </a:solidFill>
          <a:ln w="19050">
            <a:solidFill>
              <a:srgbClr val="7D453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B2017"/>
                </a:solidFill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0147" y="3977639"/>
            <a:ext cx="520430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B2017"/>
                </a:solidFill>
              </a:rPr>
              <a:t>아내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4434840"/>
            <a:ext cx="5021427" cy="178307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D9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D453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B2017"/>
                </a:solidFill>
              </a:rPr>
              <a:t>우리 가족 이야기</a:t>
            </a:r>
          </a:p>
        </p:txBody>
      </p:sp>
      <p:sp>
        <p:nvSpPr>
          <p:cNvPr id="4" name="타임라인 선"/>
          <p:cNvSpPr/>
          <p:nvPr/>
        </p:nvSpPr>
        <p:spPr>
          <a:xfrm>
            <a:off x="777240" y="3291840"/>
            <a:ext cx="10637215" cy="54864"/>
          </a:xfrm>
          <a:prstGeom prst="rect">
            <a:avLst/>
          </a:prstGeom>
          <a:solidFill>
            <a:srgbClr val="EFD9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때 1"/>
          <p:cNvSpPr/>
          <p:nvPr/>
        </p:nvSpPr>
        <p:spPr>
          <a:xfrm>
            <a:off x="1905723" y="3108960"/>
            <a:ext cx="402336" cy="402336"/>
          </a:xfrm>
          <a:prstGeom prst="ellipse">
            <a:avLst/>
          </a:prstGeom>
          <a:solidFill>
            <a:srgbClr val="7D4531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46888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D4531"/>
                </a:solidFill>
              </a:rPr>
              <a:t>처음 만난 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79" y="365760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B2017"/>
                </a:solidFill>
              </a:rPr>
              <a:t>첫 만남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79" y="416052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어디에서 어떻게 만났나요?</a:t>
            </a:r>
          </a:p>
        </p:txBody>
      </p:sp>
      <p:sp>
        <p:nvSpPr>
          <p:cNvPr id="9" name="때 2"/>
          <p:cNvSpPr/>
          <p:nvPr/>
        </p:nvSpPr>
        <p:spPr>
          <a:xfrm>
            <a:off x="4565027" y="3108960"/>
            <a:ext cx="402336" cy="402336"/>
          </a:xfrm>
          <a:prstGeom prst="ellipse">
            <a:avLst/>
          </a:prstGeom>
          <a:solidFill>
            <a:srgbClr val="7D4531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2263" y="246888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D4531"/>
                </a:solidFill>
              </a:rPr>
              <a:t>결혼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7983" y="365760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B2017"/>
                </a:solidFill>
              </a:rPr>
              <a:t>함께 시작한 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7983" y="416052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기억을 적어요</a:t>
            </a:r>
          </a:p>
        </p:txBody>
      </p:sp>
      <p:sp>
        <p:nvSpPr>
          <p:cNvPr id="13" name="때 3"/>
          <p:cNvSpPr/>
          <p:nvPr/>
        </p:nvSpPr>
        <p:spPr>
          <a:xfrm>
            <a:off x="7224331" y="3108960"/>
            <a:ext cx="402336" cy="402336"/>
          </a:xfrm>
          <a:prstGeom prst="ellipse">
            <a:avLst/>
          </a:prstGeom>
          <a:solidFill>
            <a:srgbClr val="7D4531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1567" y="246888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D4531"/>
                </a:solidFill>
              </a:rPr>
              <a:t>첫 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7287" y="365760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B2017"/>
                </a:solidFill>
              </a:rPr>
              <a:t>우리의 보금자리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416052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처음 이사한 날</a:t>
            </a:r>
          </a:p>
        </p:txBody>
      </p:sp>
      <p:sp>
        <p:nvSpPr>
          <p:cNvPr id="17" name="때 4"/>
          <p:cNvSpPr/>
          <p:nvPr/>
        </p:nvSpPr>
        <p:spPr>
          <a:xfrm>
            <a:off x="9883635" y="3108960"/>
            <a:ext cx="402336" cy="402336"/>
          </a:xfrm>
          <a:prstGeom prst="ellipse">
            <a:avLst/>
          </a:prstGeom>
          <a:solidFill>
            <a:srgbClr val="7D4531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00871" y="246888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D4531"/>
                </a:solidFill>
              </a:rPr>
              <a:t>지금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46591" y="365760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B2017"/>
                </a:solidFill>
              </a:rPr>
              <a:t>오늘의 우리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46591" y="416052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D9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D453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B2017"/>
                </a:solidFill>
              </a:rPr>
              <a:t>우리 가족의 약속</a:t>
            </a:r>
          </a:p>
        </p:txBody>
      </p:sp>
      <p:sp>
        <p:nvSpPr>
          <p:cNvPr id="4" name="줄 1"/>
          <p:cNvSpPr/>
          <p:nvPr/>
        </p:nvSpPr>
        <p:spPr>
          <a:xfrm>
            <a:off x="777240" y="1554480"/>
            <a:ext cx="10637215" cy="1005840"/>
          </a:xfrm>
          <a:prstGeom prst="roundRect">
            <a:avLst>
              <a:gd name="adj" fmla="val 8000"/>
            </a:avLst>
          </a:prstGeom>
          <a:solidFill>
            <a:srgbClr val="F9F3F0"/>
          </a:solidFill>
          <a:ln w="12700">
            <a:solidFill>
              <a:srgbClr val="EFD9D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60120" y="1828800"/>
            <a:ext cx="457200" cy="457200"/>
          </a:xfrm>
          <a:prstGeom prst="ellipse">
            <a:avLst/>
          </a:prstGeom>
          <a:solidFill>
            <a:srgbClr val="7D453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19" y="1600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B2017"/>
                </a:solidFill>
              </a:rPr>
              <a:t>약속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1600200"/>
            <a:ext cx="679673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하루에 한 번 서로 안아 주기</a:t>
            </a:r>
          </a:p>
        </p:txBody>
      </p:sp>
      <p:sp>
        <p:nvSpPr>
          <p:cNvPr id="8" name="줄 2"/>
          <p:cNvSpPr/>
          <p:nvPr/>
        </p:nvSpPr>
        <p:spPr>
          <a:xfrm>
            <a:off x="777240" y="2697480"/>
            <a:ext cx="10637215" cy="1005840"/>
          </a:xfrm>
          <a:prstGeom prst="roundRect">
            <a:avLst>
              <a:gd name="adj" fmla="val 8000"/>
            </a:avLst>
          </a:prstGeom>
          <a:solidFill>
            <a:srgbClr val="F9F3F0"/>
          </a:solidFill>
          <a:ln w="12700">
            <a:solidFill>
              <a:srgbClr val="EFD9D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960120" y="2971800"/>
            <a:ext cx="457200" cy="457200"/>
          </a:xfrm>
          <a:prstGeom prst="ellipse">
            <a:avLst/>
          </a:prstGeom>
          <a:solidFill>
            <a:srgbClr val="7D453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19" y="2743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B2017"/>
                </a:solidFill>
              </a:rPr>
              <a:t>약속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743200"/>
            <a:ext cx="679673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화가 나도 잠자리 전엔 풀기</a:t>
            </a:r>
          </a:p>
        </p:txBody>
      </p:sp>
      <p:sp>
        <p:nvSpPr>
          <p:cNvPr id="12" name="줄 3"/>
          <p:cNvSpPr/>
          <p:nvPr/>
        </p:nvSpPr>
        <p:spPr>
          <a:xfrm>
            <a:off x="777240" y="3840480"/>
            <a:ext cx="10637215" cy="1005840"/>
          </a:xfrm>
          <a:prstGeom prst="roundRect">
            <a:avLst>
              <a:gd name="adj" fmla="val 8000"/>
            </a:avLst>
          </a:prstGeom>
          <a:solidFill>
            <a:srgbClr val="F9F3F0"/>
          </a:solidFill>
          <a:ln w="12700">
            <a:solidFill>
              <a:srgbClr val="EFD9D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960120" y="4114800"/>
            <a:ext cx="457200" cy="457200"/>
          </a:xfrm>
          <a:prstGeom prst="ellipse">
            <a:avLst/>
          </a:prstGeom>
          <a:solidFill>
            <a:srgbClr val="7D453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19" y="3886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B2017"/>
                </a:solidFill>
              </a:rPr>
              <a:t>약속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3886200"/>
            <a:ext cx="679673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한 달에 한 번 데이트하기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D9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D453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B2017"/>
                </a:solidFill>
              </a:rPr>
              <a:t>가족 사진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77240" y="1554480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EFD9D1"/>
          </a:solidFill>
          <a:ln w="19050">
            <a:solidFill>
              <a:srgbClr val="7D453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B2017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4383938" y="1554480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EFD9D1"/>
          </a:solidFill>
          <a:ln w="19050">
            <a:solidFill>
              <a:srgbClr val="7D453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B2017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7990636" y="1554480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EFD9D1"/>
          </a:solidFill>
          <a:ln w="19050">
            <a:solidFill>
              <a:srgbClr val="7D453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B2017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77240" y="3977639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EFD9D1"/>
          </a:solidFill>
          <a:ln w="19050">
            <a:solidFill>
              <a:srgbClr val="7D453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B2017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83938" y="3977639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EFD9D1"/>
          </a:solidFill>
          <a:ln w="19050">
            <a:solidFill>
              <a:srgbClr val="7D453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B2017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7990636" y="3977639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EFD9D1"/>
          </a:solidFill>
          <a:ln w="19050">
            <a:solidFill>
              <a:srgbClr val="7D453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B2017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4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3B2017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B2017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우리 부부 가족 소개">
  <a:themeElements>
    <a:clrScheme name="Office">
      <a:dk1>
        <a:sysClr val="windowText" lastClr="000000"/>
      </a:dk1>
      <a:lt1>
        <a:sysClr val="window" lastClr="FFFFFF"/>
      </a:lt1>
      <a:dk2>
        <a:srgbClr val="3B2017"/>
      </a:dk2>
      <a:lt2>
        <a:srgbClr val="F9F3F0"/>
      </a:lt2>
      <a:accent1>
        <a:srgbClr val="7D4531"/>
      </a:accent1>
      <a:accent2>
        <a:srgbClr val="3B917D"/>
      </a:accent2>
      <a:accent3>
        <a:srgbClr val="3B2017"/>
      </a:accent3>
      <a:accent4>
        <a:srgbClr val="EFD9D1"/>
      </a:accent4>
      <a:accent5>
        <a:srgbClr val="5C6B57"/>
      </a:accent5>
      <a:accent6>
        <a:srgbClr val="897974"/>
      </a:accent6>
      <a:hlink>
        <a:srgbClr val="7D4531"/>
      </a:hlink>
      <a:folHlink>
        <a:srgbClr val="3B201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우리 부부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