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아랫목에 이불 덮고 둘이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213533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남편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50214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646441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39776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아내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4434840"/>
            <a:ext cx="50214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9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결혼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함께 시작한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첫 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우리의 보금자리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7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