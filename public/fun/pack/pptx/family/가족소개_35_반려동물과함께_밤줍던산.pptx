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CC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8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EBCC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밤 줍는 옆에서 낙엽 물고 온 날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반려동물과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A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CC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239469" y="1783080"/>
            <a:ext cx="2286000" cy="2286000"/>
          </a:xfrm>
          <a:prstGeom prst="ellipse">
            <a:avLst/>
          </a:prstGeom>
          <a:solidFill>
            <a:srgbClr val="F6E6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827"/>
                </a:solidFill>
              </a:rPr>
              <a:t>보호자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952847" y="1783080"/>
            <a:ext cx="2286000" cy="2286000"/>
          </a:xfrm>
          <a:prstGeom prst="ellipse">
            <a:avLst/>
          </a:prstGeom>
          <a:solidFill>
            <a:srgbClr val="F6E6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458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827"/>
                </a:solidFill>
              </a:rPr>
              <a:t>보호자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4898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666226" y="1783080"/>
            <a:ext cx="2286000" cy="2286000"/>
          </a:xfrm>
          <a:prstGeom prst="ellipse">
            <a:avLst/>
          </a:prstGeom>
          <a:solidFill>
            <a:srgbClr val="F6E6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6836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827"/>
                </a:solidFill>
              </a:rPr>
              <a:t>우리 반려동물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A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CC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E6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D8A8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A879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827"/>
                </a:solidFill>
              </a:rPr>
              <a:t>우리의 인연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입양하던 날의 이야기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D8A8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A879"/>
                </a:solidFill>
              </a:rPr>
              <a:t>첫 산책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827"/>
                </a:solidFill>
              </a:rPr>
              <a:t>함께한 첫 걸음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D8A8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A879"/>
                </a:solidFill>
              </a:rPr>
              <a:t>가장 웃었던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827"/>
                </a:solidFill>
              </a:rPr>
              <a:t>잊지 못할 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사진으로 남겨 두세요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D8A8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A879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827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A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CC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B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noFill/>
          <a:ln w="19050">
            <a:solidFill>
              <a:srgbClr val="D8A8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82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827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산책은 하루도 거르지 않기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B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noFill/>
          <a:ln w="19050">
            <a:solidFill>
              <a:srgbClr val="D8A8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82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827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건강 검진 날짜 챙기기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B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noFill/>
          <a:ln w="19050">
            <a:solidFill>
              <a:srgbClr val="D8A8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82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827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A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CC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6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6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6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6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6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6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CC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8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EBCC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493827"/>
      </a:dk2>
      <a:lt2>
        <a:srgbClr val="FBF4EC"/>
      </a:lt2>
      <a:accent1>
        <a:srgbClr val="D8A879"/>
      </a:accent1>
      <a:accent2>
        <a:srgbClr val="E1DF98"/>
      </a:accent2>
      <a:accent3>
        <a:srgbClr val="493827"/>
      </a:accent3>
      <a:accent4>
        <a:srgbClr val="F6E6D5"/>
      </a:accent4>
      <a:accent5>
        <a:srgbClr val="DCC488"/>
      </a:accent5>
      <a:accent6>
        <a:srgbClr val="92887D"/>
      </a:accent6>
      <a:hlink>
        <a:srgbClr val="D8A879"/>
      </a:hlink>
      <a:folHlink>
        <a:srgbClr val="4938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