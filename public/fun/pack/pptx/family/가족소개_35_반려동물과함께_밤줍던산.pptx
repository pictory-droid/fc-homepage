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family-3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3A2918"/>
                </a:solidFill>
              </a:rPr>
              <a:t>우리 가족을 소개합니다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3A2918"/>
                </a:solidFill>
              </a:rPr>
              <a:t>밤 줍는 옆에서 낙엽 물고 온 날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반려동물과 함께 · 2027. 00. 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0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solidFill>
            <a:srgbClr val="FFFFFF"/>
          </a:solidFill>
          <a:ln w="25400">
            <a:solidFill>
              <a:srgbClr val="7B5732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548640"/>
            <a:ext cx="935705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3A2918"/>
                </a:solidFill>
              </a:rPr>
              <a:t>가족 구성원</a:t>
            </a:r>
          </a:p>
        </p:txBody>
      </p:sp>
      <p:sp>
        <p:nvSpPr>
          <p:cNvPr id="4" name="사진 자리"/>
          <p:cNvSpPr/>
          <p:nvPr/>
        </p:nvSpPr>
        <p:spPr>
          <a:xfrm>
            <a:off x="1308049" y="1554480"/>
            <a:ext cx="2331720" cy="2331720"/>
          </a:xfrm>
          <a:prstGeom prst="ellipse">
            <a:avLst/>
          </a:prstGeom>
          <a:solidFill>
            <a:srgbClr val="EFE0D2"/>
          </a:solidFill>
          <a:ln w="19050">
            <a:solidFill>
              <a:srgbClr val="7B5732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A2918"/>
                </a:solidFill>
              </a:rPr>
              <a:t>사진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977639"/>
            <a:ext cx="3393338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3A2918"/>
                </a:solidFill>
              </a:rPr>
              <a:t>보호자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434840"/>
            <a:ext cx="3210458" cy="178307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하는 일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반려동물에게 한마디</a:t>
            </a:r>
          </a:p>
        </p:txBody>
      </p:sp>
      <p:sp>
        <p:nvSpPr>
          <p:cNvPr id="7" name="사진 자리"/>
          <p:cNvSpPr/>
          <p:nvPr/>
        </p:nvSpPr>
        <p:spPr>
          <a:xfrm>
            <a:off x="4929987" y="1554480"/>
            <a:ext cx="2331720" cy="2331720"/>
          </a:xfrm>
          <a:prstGeom prst="ellipse">
            <a:avLst/>
          </a:prstGeom>
          <a:solidFill>
            <a:srgbClr val="EFE0D2"/>
          </a:solidFill>
          <a:ln w="19050">
            <a:solidFill>
              <a:srgbClr val="7B5732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A2918"/>
                </a:solidFill>
              </a:rPr>
              <a:t>사진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99178" y="3977639"/>
            <a:ext cx="3393338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3A2918"/>
                </a:solidFill>
              </a:rPr>
              <a:t>보호자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0618" y="4434840"/>
            <a:ext cx="3210458" cy="178307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하는 일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반려동물에게 한마디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8551926" y="1554480"/>
            <a:ext cx="2331720" cy="2331720"/>
          </a:xfrm>
          <a:prstGeom prst="ellipse">
            <a:avLst/>
          </a:prstGeom>
          <a:solidFill>
            <a:srgbClr val="EFE0D2"/>
          </a:solidFill>
          <a:ln w="19050">
            <a:solidFill>
              <a:srgbClr val="7B5732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A2918"/>
                </a:solidFill>
              </a:rPr>
              <a:t>사진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21116" y="3977639"/>
            <a:ext cx="3393338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3A2918"/>
                </a:solidFill>
              </a:rPr>
              <a:t>우리 반려동물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12556" y="4434840"/>
            <a:ext cx="3210458" cy="178307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좋아하는 것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특징 · 성격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0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solidFill>
            <a:srgbClr val="FFFFFF"/>
          </a:solidFill>
          <a:ln w="25400">
            <a:solidFill>
              <a:srgbClr val="7B5732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548640"/>
            <a:ext cx="935705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3A2918"/>
                </a:solidFill>
              </a:rPr>
              <a:t>우리 가족 이야기</a:t>
            </a:r>
          </a:p>
        </p:txBody>
      </p:sp>
      <p:sp>
        <p:nvSpPr>
          <p:cNvPr id="4" name="타임라인 선"/>
          <p:cNvSpPr/>
          <p:nvPr/>
        </p:nvSpPr>
        <p:spPr>
          <a:xfrm>
            <a:off x="777240" y="3291840"/>
            <a:ext cx="10637215" cy="54864"/>
          </a:xfrm>
          <a:prstGeom prst="rect">
            <a:avLst/>
          </a:prstGeom>
          <a:solidFill>
            <a:srgbClr val="EFE0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때 1"/>
          <p:cNvSpPr/>
          <p:nvPr/>
        </p:nvSpPr>
        <p:spPr>
          <a:xfrm>
            <a:off x="1905723" y="3108960"/>
            <a:ext cx="402336" cy="402336"/>
          </a:xfrm>
          <a:prstGeom prst="ellipse">
            <a:avLst/>
          </a:prstGeom>
          <a:solidFill>
            <a:srgbClr val="7B5732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2468880"/>
            <a:ext cx="256786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7B5732"/>
                </a:solidFill>
              </a:rPr>
              <a:t>처음 만난 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79" y="3657600"/>
            <a:ext cx="247642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3A2918"/>
                </a:solidFill>
              </a:rPr>
              <a:t>우리의 인연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79" y="4160520"/>
            <a:ext cx="247642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입양하던 날의 이야기</a:t>
            </a:r>
          </a:p>
        </p:txBody>
      </p:sp>
      <p:sp>
        <p:nvSpPr>
          <p:cNvPr id="9" name="때 2"/>
          <p:cNvSpPr/>
          <p:nvPr/>
        </p:nvSpPr>
        <p:spPr>
          <a:xfrm>
            <a:off x="4565027" y="3108960"/>
            <a:ext cx="402336" cy="402336"/>
          </a:xfrm>
          <a:prstGeom prst="ellipse">
            <a:avLst/>
          </a:prstGeom>
          <a:solidFill>
            <a:srgbClr val="7B5732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82263" y="2468880"/>
            <a:ext cx="256786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7B5732"/>
                </a:solidFill>
              </a:rPr>
              <a:t>첫 산책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7983" y="3657600"/>
            <a:ext cx="247642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3A2918"/>
                </a:solidFill>
              </a:rPr>
              <a:t>함께한 첫 걸음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7983" y="4160520"/>
            <a:ext cx="247642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그날의 기억을 적어요</a:t>
            </a:r>
          </a:p>
        </p:txBody>
      </p:sp>
      <p:sp>
        <p:nvSpPr>
          <p:cNvPr id="13" name="때 3"/>
          <p:cNvSpPr/>
          <p:nvPr/>
        </p:nvSpPr>
        <p:spPr>
          <a:xfrm>
            <a:off x="7224331" y="3108960"/>
            <a:ext cx="402336" cy="402336"/>
          </a:xfrm>
          <a:prstGeom prst="ellipse">
            <a:avLst/>
          </a:prstGeom>
          <a:solidFill>
            <a:srgbClr val="7B5732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41567" y="2468880"/>
            <a:ext cx="256786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7B5732"/>
                </a:solidFill>
              </a:rPr>
              <a:t>가장 웃었던 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87287" y="3657600"/>
            <a:ext cx="247642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3A2918"/>
                </a:solidFill>
              </a:rPr>
              <a:t>잊지 못할 순간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87287" y="4160520"/>
            <a:ext cx="247642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사진으로 남겨 두세요</a:t>
            </a:r>
          </a:p>
        </p:txBody>
      </p:sp>
      <p:sp>
        <p:nvSpPr>
          <p:cNvPr id="17" name="때 4"/>
          <p:cNvSpPr/>
          <p:nvPr/>
        </p:nvSpPr>
        <p:spPr>
          <a:xfrm>
            <a:off x="9883635" y="3108960"/>
            <a:ext cx="402336" cy="402336"/>
          </a:xfrm>
          <a:prstGeom prst="ellipse">
            <a:avLst/>
          </a:prstGeom>
          <a:solidFill>
            <a:srgbClr val="7B5732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00871" y="2468880"/>
            <a:ext cx="256786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7B5732"/>
                </a:solidFill>
              </a:rPr>
              <a:t>지금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46591" y="3657600"/>
            <a:ext cx="247642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3A2918"/>
                </a:solidFill>
              </a:rPr>
              <a:t>오늘의 우리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46591" y="4160520"/>
            <a:ext cx="247642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요즘 우리 이야기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0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solidFill>
            <a:srgbClr val="FFFFFF"/>
          </a:solidFill>
          <a:ln w="25400">
            <a:solidFill>
              <a:srgbClr val="7B5732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548640"/>
            <a:ext cx="935705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3A2918"/>
                </a:solidFill>
              </a:rPr>
              <a:t>우리 가족의 약속</a:t>
            </a:r>
          </a:p>
        </p:txBody>
      </p:sp>
      <p:sp>
        <p:nvSpPr>
          <p:cNvPr id="4" name="줄 1"/>
          <p:cNvSpPr/>
          <p:nvPr/>
        </p:nvSpPr>
        <p:spPr>
          <a:xfrm>
            <a:off x="777240" y="1554480"/>
            <a:ext cx="10637215" cy="1005840"/>
          </a:xfrm>
          <a:prstGeom prst="roundRect">
            <a:avLst>
              <a:gd name="adj" fmla="val 8000"/>
            </a:avLst>
          </a:prstGeom>
          <a:solidFill>
            <a:srgbClr val="F9F5F1"/>
          </a:solidFill>
          <a:ln w="12700">
            <a:solidFill>
              <a:srgbClr val="EFE0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번호 1"/>
          <p:cNvSpPr/>
          <p:nvPr/>
        </p:nvSpPr>
        <p:spPr>
          <a:xfrm>
            <a:off x="960120" y="1828800"/>
            <a:ext cx="457200" cy="457200"/>
          </a:xfrm>
          <a:prstGeom prst="ellipse">
            <a:avLst/>
          </a:prstGeom>
          <a:solidFill>
            <a:srgbClr val="7B5732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19" y="160020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A2918"/>
                </a:solidFill>
              </a:rPr>
              <a:t>약속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34840" y="1600200"/>
            <a:ext cx="679673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산책은 하루도 거르지 않기</a:t>
            </a:r>
          </a:p>
        </p:txBody>
      </p:sp>
      <p:sp>
        <p:nvSpPr>
          <p:cNvPr id="8" name="줄 2"/>
          <p:cNvSpPr/>
          <p:nvPr/>
        </p:nvSpPr>
        <p:spPr>
          <a:xfrm>
            <a:off x="777240" y="2697480"/>
            <a:ext cx="10637215" cy="1005840"/>
          </a:xfrm>
          <a:prstGeom prst="roundRect">
            <a:avLst>
              <a:gd name="adj" fmla="val 8000"/>
            </a:avLst>
          </a:prstGeom>
          <a:solidFill>
            <a:srgbClr val="F9F5F1"/>
          </a:solidFill>
          <a:ln w="12700">
            <a:solidFill>
              <a:srgbClr val="EFE0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번호 2"/>
          <p:cNvSpPr/>
          <p:nvPr/>
        </p:nvSpPr>
        <p:spPr>
          <a:xfrm>
            <a:off x="960120" y="2971800"/>
            <a:ext cx="457200" cy="457200"/>
          </a:xfrm>
          <a:prstGeom prst="ellipse">
            <a:avLst/>
          </a:prstGeom>
          <a:solidFill>
            <a:srgbClr val="7B5732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19" y="274320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A2918"/>
                </a:solidFill>
              </a:rPr>
              <a:t>약속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2743200"/>
            <a:ext cx="679673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건강 검진 날짜 챙기기</a:t>
            </a:r>
          </a:p>
        </p:txBody>
      </p:sp>
      <p:sp>
        <p:nvSpPr>
          <p:cNvPr id="12" name="줄 3"/>
          <p:cNvSpPr/>
          <p:nvPr/>
        </p:nvSpPr>
        <p:spPr>
          <a:xfrm>
            <a:off x="777240" y="3840480"/>
            <a:ext cx="10637215" cy="1005840"/>
          </a:xfrm>
          <a:prstGeom prst="roundRect">
            <a:avLst>
              <a:gd name="adj" fmla="val 8000"/>
            </a:avLst>
          </a:prstGeom>
          <a:solidFill>
            <a:srgbClr val="F9F5F1"/>
          </a:solidFill>
          <a:ln w="12700">
            <a:solidFill>
              <a:srgbClr val="EFE0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번호 3"/>
          <p:cNvSpPr/>
          <p:nvPr/>
        </p:nvSpPr>
        <p:spPr>
          <a:xfrm>
            <a:off x="960120" y="4114800"/>
            <a:ext cx="457200" cy="457200"/>
          </a:xfrm>
          <a:prstGeom prst="ellipse">
            <a:avLst/>
          </a:prstGeom>
          <a:solidFill>
            <a:srgbClr val="7B5732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19" y="388620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A2918"/>
                </a:solidFill>
              </a:rPr>
              <a:t>약속 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3886200"/>
            <a:ext cx="679673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많이 안아 주고 많이 칭찬하기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0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solidFill>
            <a:srgbClr val="FFFFFF"/>
          </a:solidFill>
          <a:ln w="25400">
            <a:solidFill>
              <a:srgbClr val="7B5732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548640"/>
            <a:ext cx="935705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3A2918"/>
                </a:solidFill>
              </a:rPr>
              <a:t>가족 사진</a:t>
            </a:r>
          </a:p>
        </p:txBody>
      </p:sp>
      <p:sp>
        <p:nvSpPr>
          <p:cNvPr id="4" name="사진 자리"/>
          <p:cNvSpPr/>
          <p:nvPr/>
        </p:nvSpPr>
        <p:spPr>
          <a:xfrm>
            <a:off x="777240" y="1554480"/>
            <a:ext cx="3423818" cy="2240279"/>
          </a:xfrm>
          <a:prstGeom prst="roundRect">
            <a:avLst>
              <a:gd name="adj" fmla="val 6000"/>
            </a:avLst>
          </a:prstGeom>
          <a:solidFill>
            <a:srgbClr val="EFE0D2"/>
          </a:solidFill>
          <a:ln w="19050">
            <a:solidFill>
              <a:srgbClr val="7B5732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A2918"/>
                </a:solidFill>
              </a:rPr>
              <a:t>사진 1</a:t>
            </a:r>
          </a:p>
        </p:txBody>
      </p:sp>
      <p:sp>
        <p:nvSpPr>
          <p:cNvPr id="5" name="사진 자리"/>
          <p:cNvSpPr/>
          <p:nvPr/>
        </p:nvSpPr>
        <p:spPr>
          <a:xfrm>
            <a:off x="4383938" y="1554480"/>
            <a:ext cx="3423818" cy="2240279"/>
          </a:xfrm>
          <a:prstGeom prst="roundRect">
            <a:avLst>
              <a:gd name="adj" fmla="val 6000"/>
            </a:avLst>
          </a:prstGeom>
          <a:solidFill>
            <a:srgbClr val="EFE0D2"/>
          </a:solidFill>
          <a:ln w="19050">
            <a:solidFill>
              <a:srgbClr val="7B5732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A2918"/>
                </a:solidFill>
              </a:rPr>
              <a:t>사진 2</a:t>
            </a:r>
          </a:p>
        </p:txBody>
      </p:sp>
      <p:sp>
        <p:nvSpPr>
          <p:cNvPr id="6" name="사진 자리"/>
          <p:cNvSpPr/>
          <p:nvPr/>
        </p:nvSpPr>
        <p:spPr>
          <a:xfrm>
            <a:off x="7990636" y="1554480"/>
            <a:ext cx="3423818" cy="2240279"/>
          </a:xfrm>
          <a:prstGeom prst="roundRect">
            <a:avLst>
              <a:gd name="adj" fmla="val 6000"/>
            </a:avLst>
          </a:prstGeom>
          <a:solidFill>
            <a:srgbClr val="EFE0D2"/>
          </a:solidFill>
          <a:ln w="19050">
            <a:solidFill>
              <a:srgbClr val="7B5732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A2918"/>
                </a:solidFill>
              </a:rPr>
              <a:t>사진 3</a:t>
            </a:r>
          </a:p>
        </p:txBody>
      </p:sp>
      <p:sp>
        <p:nvSpPr>
          <p:cNvPr id="7" name="사진 자리"/>
          <p:cNvSpPr/>
          <p:nvPr/>
        </p:nvSpPr>
        <p:spPr>
          <a:xfrm>
            <a:off x="777240" y="3977639"/>
            <a:ext cx="3423818" cy="2240279"/>
          </a:xfrm>
          <a:prstGeom prst="roundRect">
            <a:avLst>
              <a:gd name="adj" fmla="val 6000"/>
            </a:avLst>
          </a:prstGeom>
          <a:solidFill>
            <a:srgbClr val="EFE0D2"/>
          </a:solidFill>
          <a:ln w="19050">
            <a:solidFill>
              <a:srgbClr val="7B5732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A2918"/>
                </a:solidFill>
              </a:rPr>
              <a:t>사진 4</a:t>
            </a:r>
          </a:p>
        </p:txBody>
      </p:sp>
      <p:sp>
        <p:nvSpPr>
          <p:cNvPr id="8" name="사진 자리"/>
          <p:cNvSpPr/>
          <p:nvPr/>
        </p:nvSpPr>
        <p:spPr>
          <a:xfrm>
            <a:off x="4383938" y="3977639"/>
            <a:ext cx="3423818" cy="2240279"/>
          </a:xfrm>
          <a:prstGeom prst="roundRect">
            <a:avLst>
              <a:gd name="adj" fmla="val 6000"/>
            </a:avLst>
          </a:prstGeom>
          <a:solidFill>
            <a:srgbClr val="EFE0D2"/>
          </a:solidFill>
          <a:ln w="19050">
            <a:solidFill>
              <a:srgbClr val="7B5732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A2918"/>
                </a:solidFill>
              </a:rPr>
              <a:t>사진 5</a:t>
            </a:r>
          </a:p>
        </p:txBody>
      </p:sp>
      <p:sp>
        <p:nvSpPr>
          <p:cNvPr id="9" name="사진 자리"/>
          <p:cNvSpPr/>
          <p:nvPr/>
        </p:nvSpPr>
        <p:spPr>
          <a:xfrm>
            <a:off x="7990636" y="3977639"/>
            <a:ext cx="3423818" cy="2240279"/>
          </a:xfrm>
          <a:prstGeom prst="roundRect">
            <a:avLst>
              <a:gd name="adj" fmla="val 6000"/>
            </a:avLst>
          </a:prstGeom>
          <a:solidFill>
            <a:srgbClr val="EFE0D2"/>
          </a:solidFill>
          <a:ln w="19050">
            <a:solidFill>
              <a:srgbClr val="7B5732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A2918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family-3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3A2918"/>
                </a:solidFill>
              </a:rPr>
              <a:t>우리 가족 소개를 마칩니다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3A2918"/>
                </a:solidFill>
              </a:rPr>
              <a:t>읽어 주셔서 고맙습니다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고맙습니다 · 가족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반려동물과 함께 가족 소개">
  <a:themeElements>
    <a:clrScheme name="Office">
      <a:dk1>
        <a:sysClr val="windowText" lastClr="000000"/>
      </a:dk1>
      <a:lt1>
        <a:sysClr val="window" lastClr="FFFFFF"/>
      </a:lt1>
      <a:dk2>
        <a:srgbClr val="3A2918"/>
      </a:dk2>
      <a:lt2>
        <a:srgbClr val="F9F5F1"/>
      </a:lt2>
      <a:accent1>
        <a:srgbClr val="7B5732"/>
      </a:accent1>
      <a:accent2>
        <a:srgbClr val="3B9191"/>
      </a:accent2>
      <a:accent3>
        <a:srgbClr val="3A2918"/>
      </a:accent3>
      <a:accent4>
        <a:srgbClr val="EFE0D2"/>
      </a:accent4>
      <a:accent5>
        <a:srgbClr val="5B7462"/>
      </a:accent5>
      <a:accent6>
        <a:srgbClr val="897F74"/>
      </a:accent6>
      <a:hlink>
        <a:srgbClr val="7B5732"/>
      </a:hlink>
      <a:folHlink>
        <a:srgbClr val="3A2918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반려동물과 함께 가족 소개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