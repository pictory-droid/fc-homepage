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562E"/>
                </a:solidFill>
              </a:rPr>
              <a:t>우리 가족을 소개합니다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달콤한 오월, 온 가족이 모인 날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가족 구성원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아빠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엄마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6553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첫째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둘째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6621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우리 가족 이야기</a:t>
            </a:r>
          </a:p>
        </p:txBody>
      </p:sp>
      <p:sp>
        <p:nvSpPr>
          <p:cNvPr id="13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81985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19852"/>
                </a:solidFill>
              </a:rPr>
              <a:t>가족이 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우리의 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8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81985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19852"/>
                </a:solidFill>
              </a:rPr>
              <a:t>아이가 태어난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새 식구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2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81985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19852"/>
                </a:solidFill>
              </a:rPr>
              <a:t>첫 가족 여행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함께 떠난 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26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81985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19852"/>
                </a:solidFill>
              </a:rPr>
              <a:t>지금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오늘의 우리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우리 가족의 약속</a:t>
            </a:r>
          </a:p>
        </p:txBody>
      </p:sp>
      <p:sp>
        <p:nvSpPr>
          <p:cNvPr id="13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약속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17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약속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21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약속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가족 사진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1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2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3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4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5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562E"/>
                </a:solidFill>
              </a:rPr>
              <a:t>우리 가족을 소개했어요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함께여서 늘 든든합니다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49562E"/>
      </a:dk2>
      <a:lt2>
        <a:srgbClr val="F6F8F2"/>
      </a:lt2>
      <a:accent1>
        <a:srgbClr val="819852"/>
      </a:accent1>
      <a:accent2>
        <a:srgbClr val="475285"/>
      </a:accent2>
      <a:accent3>
        <a:srgbClr val="49562E"/>
      </a:accent3>
      <a:accent4>
        <a:srgbClr val="E4EBD6"/>
      </a:accent4>
      <a:accent5>
        <a:srgbClr val="64756C"/>
      </a:accent5>
      <a:accent6>
        <a:srgbClr val="929A82"/>
      </a:accent6>
      <a:hlink>
        <a:srgbClr val="819852"/>
      </a:hlink>
      <a:folHlink>
        <a:srgbClr val="4956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