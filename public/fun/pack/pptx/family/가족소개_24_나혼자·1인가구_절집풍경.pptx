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74649"/>
                </a:solidFill>
              </a:rPr>
              <a:t>우리 가족을 소개합니다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74649"/>
                </a:solidFill>
              </a:rPr>
              <a:t>혼자 올라간 절집 마당에서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나 혼자 · 1인 가구 · 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가족 구성원</a:t>
            </a:r>
          </a:p>
        </p:txBody>
      </p:sp>
      <p:sp>
        <p:nvSpPr>
          <p:cNvPr id="5" name="사진 자리"/>
          <p:cNvSpPr/>
          <p:nvPr/>
        </p:nvSpPr>
        <p:spPr>
          <a:xfrm>
            <a:off x="1349959" y="1554480"/>
            <a:ext cx="2308860" cy="2308860"/>
          </a:xfrm>
          <a:prstGeom prst="ellipse">
            <a:avLst/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54779"/>
            <a:ext cx="336285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649"/>
                </a:solidFill>
              </a:rPr>
              <a:t>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411979"/>
            <a:ext cx="317997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하는 일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요즘 관심사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941417" y="1554480"/>
            <a:ext cx="2308860" cy="2308860"/>
          </a:xfrm>
          <a:prstGeom prst="ellipse">
            <a:avLst/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14418" y="3954779"/>
            <a:ext cx="336285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649"/>
                </a:solidFill>
              </a:rPr>
              <a:t>내 공간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5858" y="4411979"/>
            <a:ext cx="317997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자리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아끼는 물건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나만의 규칙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8532876" y="1554480"/>
            <a:ext cx="2308860" cy="2308860"/>
          </a:xfrm>
          <a:prstGeom prst="ellipse">
            <a:avLst/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876" y="3954779"/>
            <a:ext cx="3362858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274649"/>
                </a:solidFill>
              </a:rPr>
              <a:t>내 하루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7316" y="4411979"/>
            <a:ext cx="3179978" cy="17602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아침 습관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좋아하는 음식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잠들기 전 루틴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우리 가족 이야기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822960" y="3291840"/>
            <a:ext cx="10545775" cy="54864"/>
          </a:xfrm>
          <a:prstGeom prst="rect">
            <a:avLst/>
          </a:prstGeom>
          <a:solidFill>
            <a:srgbClr val="D6E9E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940013" y="3108960"/>
            <a:ext cx="402336" cy="402336"/>
          </a:xfrm>
          <a:prstGeom prst="ellipse">
            <a:avLst/>
          </a:prstGeom>
          <a:solidFill>
            <a:srgbClr val="4B868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B868B"/>
                </a:solidFill>
              </a:rPr>
              <a:t>태어난 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나의 뿌리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고향의 기억을 적어요</a:t>
            </a:r>
          </a:p>
        </p:txBody>
      </p:sp>
      <p:sp>
        <p:nvSpPr>
          <p:cNvPr id="10" name="때 2"/>
          <p:cNvSpPr/>
          <p:nvPr/>
        </p:nvSpPr>
        <p:spPr>
          <a:xfrm>
            <a:off x="4576457" y="3108960"/>
            <a:ext cx="402336" cy="402336"/>
          </a:xfrm>
          <a:prstGeom prst="ellipse">
            <a:avLst/>
          </a:prstGeom>
          <a:solidFill>
            <a:srgbClr val="4B868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123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B868B"/>
                </a:solidFill>
              </a:rPr>
              <a:t>학창 시절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50843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자라던 시간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0843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가장 좋았던 기억</a:t>
            </a:r>
          </a:p>
        </p:txBody>
      </p:sp>
      <p:sp>
        <p:nvSpPr>
          <p:cNvPr id="14" name="때 3"/>
          <p:cNvSpPr/>
          <p:nvPr/>
        </p:nvSpPr>
        <p:spPr>
          <a:xfrm>
            <a:off x="7212901" y="3108960"/>
            <a:ext cx="402336" cy="402336"/>
          </a:xfrm>
          <a:prstGeom prst="ellipse">
            <a:avLst/>
          </a:prstGeom>
          <a:solidFill>
            <a:srgbClr val="4B868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41567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B868B"/>
                </a:solidFill>
              </a:rPr>
              <a:t>혼자 시작한 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87287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나의 첫 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7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독립하던 날</a:t>
            </a:r>
          </a:p>
        </p:txBody>
      </p:sp>
      <p:sp>
        <p:nvSpPr>
          <p:cNvPr id="18" name="때 4"/>
          <p:cNvSpPr/>
          <p:nvPr/>
        </p:nvSpPr>
        <p:spPr>
          <a:xfrm>
            <a:off x="9849345" y="3108960"/>
            <a:ext cx="402336" cy="402336"/>
          </a:xfrm>
          <a:prstGeom prst="ellipse">
            <a:avLst/>
          </a:prstGeom>
          <a:solidFill>
            <a:srgbClr val="4B868B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011" y="2468880"/>
            <a:ext cx="2545003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4B868B"/>
                </a:solidFill>
              </a:rPr>
              <a:t>지금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23731" y="3657600"/>
            <a:ext cx="2453563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오늘의 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23731" y="4160520"/>
            <a:ext cx="2453563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요즘 내 이야기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우리 가족의 약속</a:t>
            </a:r>
          </a:p>
        </p:txBody>
      </p:sp>
      <p:sp>
        <p:nvSpPr>
          <p:cNvPr id="5" name="줄 1"/>
          <p:cNvSpPr/>
          <p:nvPr/>
        </p:nvSpPr>
        <p:spPr>
          <a:xfrm>
            <a:off x="822960" y="1554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2700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1005840" y="182880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1600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약속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600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나를 위한 밥상 차리기</a:t>
            </a:r>
          </a:p>
        </p:txBody>
      </p:sp>
      <p:sp>
        <p:nvSpPr>
          <p:cNvPr id="9" name="줄 2"/>
          <p:cNvSpPr/>
          <p:nvPr/>
        </p:nvSpPr>
        <p:spPr>
          <a:xfrm>
            <a:off x="822960" y="2697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2700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1005840" y="297180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2743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약속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743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하루 십 분 나에게 쓰는 시간</a:t>
            </a:r>
          </a:p>
        </p:txBody>
      </p:sp>
      <p:sp>
        <p:nvSpPr>
          <p:cNvPr id="13" name="줄 3"/>
          <p:cNvSpPr/>
          <p:nvPr/>
        </p:nvSpPr>
        <p:spPr>
          <a:xfrm>
            <a:off x="822960" y="3840480"/>
            <a:ext cx="10545775" cy="1005840"/>
          </a:xfrm>
          <a:prstGeom prst="roundRect">
            <a:avLst>
              <a:gd name="adj" fmla="val 8000"/>
            </a:avLst>
          </a:prstGeom>
          <a:solidFill>
            <a:srgbClr val="F2F7F8"/>
          </a:solidFill>
          <a:ln w="12700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1005840" y="4114800"/>
            <a:ext cx="457200" cy="457200"/>
          </a:xfrm>
          <a:prstGeom prst="ellipse">
            <a:avLst/>
          </a:prstGeom>
          <a:solidFill>
            <a:srgbClr val="4B868B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886200"/>
            <a:ext cx="2743200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274649"/>
                </a:solidFill>
              </a:rPr>
              <a:t>약속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886200"/>
            <a:ext cx="6705295" cy="91440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2B2B2B"/>
                </a:solidFill>
              </a:rPr>
              <a:t>안부를 전할 사람 한 명 챙기기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56032" y="256032"/>
            <a:ext cx="11679631" cy="6345936"/>
          </a:xfrm>
          <a:prstGeom prst="rect">
            <a:avLst/>
          </a:prstGeom>
          <a:noFill/>
          <a:ln w="28575">
            <a:solidFill>
              <a:srgbClr val="4B868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384048" y="384048"/>
            <a:ext cx="11423599" cy="6089904"/>
          </a:xfrm>
          <a:prstGeom prst="rect">
            <a:avLst/>
          </a:prstGeom>
          <a:noFill/>
          <a:ln w="9525">
            <a:solidFill>
              <a:srgbClr val="D6E9EB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48640"/>
            <a:ext cx="9265615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274649"/>
                </a:solidFill>
              </a:rPr>
              <a:t>가족 사진</a:t>
            </a:r>
          </a:p>
        </p:txBody>
      </p:sp>
      <p:sp>
        <p:nvSpPr>
          <p:cNvPr id="5" name="사진 자리"/>
          <p:cNvSpPr/>
          <p:nvPr/>
        </p:nvSpPr>
        <p:spPr>
          <a:xfrm>
            <a:off x="822960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4399178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975396" y="15544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22960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4399178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7975396" y="3954780"/>
            <a:ext cx="3393338" cy="2217420"/>
          </a:xfrm>
          <a:prstGeom prst="roundRect">
            <a:avLst>
              <a:gd name="adj" fmla="val 6000"/>
            </a:avLst>
          </a:prstGeom>
          <a:solidFill>
            <a:srgbClr val="D6E9EB"/>
          </a:solidFill>
          <a:ln w="19050">
            <a:solidFill>
              <a:srgbClr val="4B868B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274649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family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74649"/>
                </a:solidFill>
              </a:rPr>
              <a:t>우리 가족 소개를 마칩니다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274649"/>
                </a:solidFill>
              </a:rPr>
              <a:t>읽어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고맙습니다 · 가족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나 혼자 · 1인 가구 가족 소개">
  <a:themeElements>
    <a:clrScheme name="Office">
      <a:dk1>
        <a:sysClr val="windowText" lastClr="000000"/>
      </a:dk1>
      <a:lt1>
        <a:sysClr val="window" lastClr="FFFFFF"/>
      </a:lt1>
      <a:dk2>
        <a:srgbClr val="274649"/>
      </a:dk2>
      <a:lt2>
        <a:srgbClr val="F2F7F8"/>
      </a:lt2>
      <a:accent1>
        <a:srgbClr val="4B868B"/>
      </a:accent1>
      <a:accent2>
        <a:srgbClr val="854761"/>
      </a:accent2>
      <a:accent3>
        <a:srgbClr val="274649"/>
      </a:accent3>
      <a:accent4>
        <a:srgbClr val="D6E9EB"/>
      </a:accent4>
      <a:accent5>
        <a:srgbClr val="686676"/>
      </a:accent5>
      <a:accent6>
        <a:srgbClr val="7D9092"/>
      </a:accent6>
      <a:hlink>
        <a:srgbClr val="4B868B"/>
      </a:hlink>
      <a:folHlink>
        <a:srgbClr val="274649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나 혼자 · 1인 가구 가족 소개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