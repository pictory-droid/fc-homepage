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A5ED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6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가족을 소개합니다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혼자 올라간 절집 마당에서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나 혼자 · 1인 가구 · 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mathPlus">
            <a:avLst/>
          </a:prstGeom>
          <a:solidFill>
            <a:srgbClr val="A5ED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구성원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239469" y="1783080"/>
            <a:ext cx="2286000" cy="2286000"/>
          </a:xfrm>
          <a:prstGeom prst="ellipse">
            <a:avLst/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649"/>
                </a:solidFill>
              </a:rPr>
              <a:t>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요즘 관심사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952847" y="1783080"/>
            <a:ext cx="2286000" cy="2286000"/>
          </a:xfrm>
          <a:prstGeom prst="ellipse">
            <a:avLst/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3458" y="4160520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649"/>
                </a:solidFill>
              </a:rPr>
              <a:t>내 공간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4898" y="461772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자리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아끼는 물건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나만의 규칙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666226" y="1783080"/>
            <a:ext cx="2286000" cy="2286000"/>
          </a:xfrm>
          <a:prstGeom prst="ellipse">
            <a:avLst/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6836" y="4160520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649"/>
                </a:solidFill>
              </a:rPr>
              <a:t>내 하루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461772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아침 습관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음식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잠들기 전 루틴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mathPlus">
            <a:avLst/>
          </a:prstGeom>
          <a:solidFill>
            <a:srgbClr val="A5ED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D1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337560"/>
            <a:ext cx="402336" cy="402336"/>
          </a:xfrm>
          <a:prstGeom prst="ellipse">
            <a:avLst/>
          </a:prstGeom>
          <a:solidFill>
            <a:srgbClr val="7BE0E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E0EA"/>
                </a:solidFill>
              </a:rPr>
              <a:t>태어난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나의 뿌리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고향의 기억을 적어요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337560"/>
            <a:ext cx="402336" cy="402336"/>
          </a:xfrm>
          <a:prstGeom prst="ellipse">
            <a:avLst/>
          </a:prstGeom>
          <a:solidFill>
            <a:srgbClr val="7BE0E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E0EA"/>
                </a:solidFill>
              </a:rPr>
              <a:t>학창 시절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자라던 시간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가장 좋았던 기억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337560"/>
            <a:ext cx="402336" cy="402336"/>
          </a:xfrm>
          <a:prstGeom prst="ellipse">
            <a:avLst/>
          </a:prstGeom>
          <a:solidFill>
            <a:srgbClr val="7BE0E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E0EA"/>
                </a:solidFill>
              </a:rPr>
              <a:t>혼자 시작한 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나의 첫 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독립하던 날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337560"/>
            <a:ext cx="402336" cy="402336"/>
          </a:xfrm>
          <a:prstGeom prst="ellipse">
            <a:avLst/>
          </a:prstGeom>
          <a:solidFill>
            <a:srgbClr val="7BE0E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E0EA"/>
                </a:solidFill>
              </a:rPr>
              <a:t>지금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오늘의 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요즘 내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mathPlus">
            <a:avLst/>
          </a:prstGeom>
          <a:solidFill>
            <a:srgbClr val="A5ED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가족의 약속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1005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7BE0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2057400"/>
            <a:ext cx="457200" cy="457200"/>
          </a:xfrm>
          <a:prstGeom prst="ellipse">
            <a:avLst/>
          </a:prstGeom>
          <a:noFill/>
          <a:ln w="19050">
            <a:solidFill>
              <a:srgbClr val="7BE0EA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74649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28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약속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828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나를 위한 밥상 차리기</a:t>
            </a:r>
          </a:p>
        </p:txBody>
      </p:sp>
      <p:sp>
        <p:nvSpPr>
          <p:cNvPr id="10" name="줄 2"/>
          <p:cNvSpPr/>
          <p:nvPr/>
        </p:nvSpPr>
        <p:spPr>
          <a:xfrm>
            <a:off x="640080" y="2926080"/>
            <a:ext cx="10911535" cy="1005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7BE0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822959" y="3200400"/>
            <a:ext cx="457200" cy="457200"/>
          </a:xfrm>
          <a:prstGeom prst="ellipse">
            <a:avLst/>
          </a:prstGeom>
          <a:noFill/>
          <a:ln w="19050">
            <a:solidFill>
              <a:srgbClr val="7BE0EA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74649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971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약속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971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하루 십 분 나에게 쓰는 시간</a:t>
            </a:r>
          </a:p>
        </p:txBody>
      </p:sp>
      <p:sp>
        <p:nvSpPr>
          <p:cNvPr id="14" name="줄 3"/>
          <p:cNvSpPr/>
          <p:nvPr/>
        </p:nvSpPr>
        <p:spPr>
          <a:xfrm>
            <a:off x="640080" y="4069080"/>
            <a:ext cx="10911535" cy="1005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7BE0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2959" y="4343400"/>
            <a:ext cx="457200" cy="457200"/>
          </a:xfrm>
          <a:prstGeom prst="ellipse">
            <a:avLst/>
          </a:prstGeom>
          <a:noFill/>
          <a:ln w="19050">
            <a:solidFill>
              <a:srgbClr val="7BE0EA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74649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114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약속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4114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안부를 전할 사람 한 명 챙기기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mathPlus">
            <a:avLst/>
          </a:prstGeom>
          <a:solidFill>
            <a:srgbClr val="A5ED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A5ED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6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 소개를 마칩니다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읽어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나 혼자 · 1인 가구 가족 소개">
  <a:themeElements>
    <a:clrScheme name="Office">
      <a:dk1>
        <a:sysClr val="windowText" lastClr="000000"/>
      </a:dk1>
      <a:lt1>
        <a:sysClr val="window" lastClr="FFFFFF"/>
      </a:lt1>
      <a:dk2>
        <a:srgbClr val="274649"/>
      </a:dk2>
      <a:lt2>
        <a:srgbClr val="EAFBFD"/>
      </a:lt2>
      <a:accent1>
        <a:srgbClr val="7BE0EA"/>
      </a:accent1>
      <a:accent2>
        <a:srgbClr val="9FC3EF"/>
      </a:accent2>
      <a:accent3>
        <a:srgbClr val="274649"/>
      </a:accent3>
      <a:accent4>
        <a:srgbClr val="D1F7FA"/>
      </a:accent4>
      <a:accent5>
        <a:srgbClr val="8DD2EC"/>
      </a:accent5>
      <a:accent6>
        <a:srgbClr val="7D9092"/>
      </a:accent6>
      <a:hlink>
        <a:srgbClr val="7BE0EA"/>
      </a:hlink>
      <a:folHlink>
        <a:srgbClr val="2746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