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95F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95F"/>
                </a:solidFill>
              </a:rPr>
              <a:t>혼자 올라간 절집 마당에서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349959" y="1554480"/>
            <a:ext cx="2308860" cy="2308860"/>
          </a:xfrm>
          <a:prstGeom prst="ellipse">
            <a:avLst/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95F"/>
                </a:solidFill>
              </a:rPr>
              <a:t>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941417" y="1554480"/>
            <a:ext cx="2308860" cy="2308860"/>
          </a:xfrm>
          <a:prstGeom prst="ellipse">
            <a:avLst/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4418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95F"/>
                </a:solidFill>
              </a:rPr>
              <a:t>내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5858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532876" y="1554480"/>
            <a:ext cx="2308860" cy="2308860"/>
          </a:xfrm>
          <a:prstGeom prst="ellipse">
            <a:avLst/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5876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95F"/>
                </a:solidFill>
              </a:rPr>
              <a:t>내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D1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26B8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B8C5"/>
                </a:solidFill>
              </a:rPr>
              <a:t>태어난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나의 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0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26B8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B8C5"/>
                </a:solidFill>
              </a:rPr>
              <a:t>학창 시절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자라던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4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26B8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B8C5"/>
                </a:solidFill>
              </a:rPr>
              <a:t>혼자 시작한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나의 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8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26B8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B8C5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오늘의 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822960" y="1554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2700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9" name="줄 2"/>
          <p:cNvSpPr/>
          <p:nvPr/>
        </p:nvSpPr>
        <p:spPr>
          <a:xfrm>
            <a:off x="822960" y="2697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2700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05840" y="297180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3" name="줄 3"/>
          <p:cNvSpPr/>
          <p:nvPr/>
        </p:nvSpPr>
        <p:spPr>
          <a:xfrm>
            <a:off x="822960" y="3840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2700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886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95F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95F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11595F"/>
      </a:dk2>
      <a:lt2>
        <a:srgbClr val="EEFBFC"/>
      </a:lt2>
      <a:accent1>
        <a:srgbClr val="26B8C5"/>
      </a:accent1>
      <a:accent2>
        <a:srgbClr val="209DB6"/>
      </a:accent2>
      <a:accent3>
        <a:srgbClr val="11595F"/>
      </a:accent3>
      <a:accent4>
        <a:srgbClr val="D1F7FA"/>
      </a:accent4>
      <a:accent5>
        <a:srgbClr val="23AABE"/>
      </a:accent5>
      <a:accent6>
        <a:srgbClr val="709B9F"/>
      </a:accent6>
      <a:hlink>
        <a:srgbClr val="26B8C5"/>
      </a:hlink>
      <a:folHlink>
        <a:srgbClr val="1159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