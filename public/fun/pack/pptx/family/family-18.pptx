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329659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329659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329659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등대처럼 서로의 길을 비춰 주는 우리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할아버지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633929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769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할머니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09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490618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아빠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347307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엄마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03996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6836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큰아이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10060686" y="1645920"/>
            <a:ext cx="1353769" cy="1353769"/>
          </a:xfrm>
          <a:prstGeom prst="ellipse">
            <a:avLst/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3526" y="309112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394A"/>
                </a:solidFill>
              </a:rPr>
              <a:t>작은아이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4965" y="3548329"/>
            <a:ext cx="1445209" cy="28524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25799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799D"/>
                </a:solidFill>
              </a:rPr>
              <a:t>할아버지 할머니의 이야기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25799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799D"/>
                </a:solidFill>
              </a:rPr>
              <a:t>부모가 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새로운 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25799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799D"/>
                </a:solidFill>
              </a:rPr>
              <a:t>온 가족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한자리에 모인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25799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799D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CCE9F5"/>
          </a:solidFill>
          <a:ln w="19050">
            <a:solidFill>
              <a:srgbClr val="25799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394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329659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329659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329659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11394A"/>
      </a:dk2>
      <a:lt2>
        <a:srgbClr val="EEF7FB"/>
      </a:lt2>
      <a:accent1>
        <a:srgbClr val="25799D"/>
      </a:accent1>
      <a:accent2>
        <a:srgbClr val="913B4C"/>
      </a:accent2>
      <a:accent3>
        <a:srgbClr val="11394A"/>
      </a:accent3>
      <a:accent4>
        <a:srgbClr val="CCE9F5"/>
      </a:accent4>
      <a:accent5>
        <a:srgbClr val="5B5A74"/>
      </a:accent5>
      <a:accent6>
        <a:srgbClr val="708892"/>
      </a:accent6>
      <a:hlink>
        <a:srgbClr val="25799D"/>
      </a:hlink>
      <a:folHlink>
        <a:srgbClr val="1139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