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601450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182360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343753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8703713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8277433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8841585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9531012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9465B"/>
                </a:solidFill>
              </a:rPr>
              <a:t>우리 가족을 소개합니다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비 오는 날에도 한 우산을 쓰는 우리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가족 구성원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2316403" y="1600200"/>
            <a:ext cx="2400300" cy="2400300"/>
          </a:xfrm>
          <a:prstGeom prst="ellipse">
            <a:avLst/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1939"/>
            <a:ext cx="52043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남편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49140"/>
            <a:ext cx="50214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749311" y="1600200"/>
            <a:ext cx="2400300" cy="2400300"/>
          </a:xfrm>
          <a:prstGeom prst="ellipse">
            <a:avLst/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4091939"/>
            <a:ext cx="52043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아내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4549140"/>
            <a:ext cx="50214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우리 가족 이야기</a:t>
            </a:r>
          </a:p>
        </p:txBody>
      </p:sp>
      <p:sp>
        <p:nvSpPr>
          <p:cNvPr id="12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DA2"/>
                </a:solidFill>
              </a:rPr>
              <a:t>처음 만난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첫 만남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17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DA2"/>
                </a:solidFill>
              </a:rPr>
              <a:t>결혼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함께 시작한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1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DA2"/>
                </a:solidFill>
              </a:rPr>
              <a:t>첫 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우리의 보금자리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25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DA2"/>
                </a:solidFill>
              </a:rPr>
              <a:t>지금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오늘의 우리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우리 가족의 약속</a:t>
            </a:r>
          </a:p>
        </p:txBody>
      </p:sp>
      <p:sp>
        <p:nvSpPr>
          <p:cNvPr id="12" name="줄 1"/>
          <p:cNvSpPr/>
          <p:nvPr/>
        </p:nvSpPr>
        <p:spPr>
          <a:xfrm>
            <a:off x="914400" y="1600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1097280" y="1874519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약속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16" name="줄 2"/>
          <p:cNvSpPr/>
          <p:nvPr/>
        </p:nvSpPr>
        <p:spPr>
          <a:xfrm>
            <a:off x="914400" y="2743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약속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20" name="줄 3"/>
          <p:cNvSpPr/>
          <p:nvPr/>
        </p:nvSpPr>
        <p:spPr>
          <a:xfrm>
            <a:off x="914400" y="3886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약속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가족 사진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2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3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4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5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601450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182360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343753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8703713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8277433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8841585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9531012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9465B"/>
                </a:solidFill>
              </a:rPr>
              <a:t>우리 가족을 소개했어요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함께여서 늘 든든합니다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29465B"/>
      </a:dk2>
      <a:lt2>
        <a:srgbClr val="F1F5F9"/>
      </a:lt2>
      <a:accent1>
        <a:srgbClr val="497DA2"/>
      </a:accent1>
      <a:accent2>
        <a:srgbClr val="8D3F46"/>
      </a:accent2>
      <a:accent3>
        <a:srgbClr val="29465B"/>
      </a:accent3>
      <a:accent4>
        <a:srgbClr val="D3E3EE"/>
      </a:accent4>
      <a:accent5>
        <a:srgbClr val="6B5E74"/>
      </a:accent5>
      <a:accent6>
        <a:srgbClr val="7F909D"/>
      </a:accent6>
      <a:hlink>
        <a:srgbClr val="497DA2"/>
      </a:hlink>
      <a:folHlink>
        <a:srgbClr val="2946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