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D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07118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C6F2A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3549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7558851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우리 가족을 소개합니다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청보리밭 사이를 뛰어다니던 모습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반려동물과 함께 · 날짜 입력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95097"/>
          </a:xfrm>
          <a:prstGeom prst="wave">
            <a:avLst/>
          </a:prstGeom>
          <a:solidFill>
            <a:srgbClr val="BB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가족 구성원</a:t>
            </a:r>
          </a:p>
        </p:txBody>
      </p:sp>
      <p:sp>
        <p:nvSpPr>
          <p:cNvPr id="6" name="사진 자리"/>
          <p:cNvSpPr/>
          <p:nvPr/>
        </p:nvSpPr>
        <p:spPr>
          <a:xfrm>
            <a:off x="1239469" y="1783080"/>
            <a:ext cx="2286000" cy="2286000"/>
          </a:xfrm>
          <a:prstGeom prst="ellipse">
            <a:avLst/>
          </a:prstGeom>
          <a:solidFill>
            <a:srgbClr val="E2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60520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54927"/>
                </a:solidFill>
              </a:rPr>
              <a:t>보호자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617720"/>
            <a:ext cx="3301898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반려동물에게 한마디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952847" y="1783080"/>
            <a:ext cx="2286000" cy="2286000"/>
          </a:xfrm>
          <a:prstGeom prst="ellipse">
            <a:avLst/>
          </a:prstGeom>
          <a:solidFill>
            <a:srgbClr val="E2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53458" y="4160520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54927"/>
                </a:solidFill>
              </a:rPr>
              <a:t>보호자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4898" y="4617720"/>
            <a:ext cx="3301898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반려동물에게 한마디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8666226" y="1783080"/>
            <a:ext cx="2286000" cy="2286000"/>
          </a:xfrm>
          <a:prstGeom prst="ellipse">
            <a:avLst/>
          </a:prstGeom>
          <a:solidFill>
            <a:srgbClr val="E2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6836" y="4160520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54927"/>
                </a:solidFill>
              </a:rPr>
              <a:t>우리 반려동물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8276" y="4617720"/>
            <a:ext cx="3301898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특징 · 성격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95097"/>
          </a:xfrm>
          <a:prstGeom prst="wave">
            <a:avLst/>
          </a:prstGeom>
          <a:solidFill>
            <a:srgbClr val="BB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가족 이야기</a:t>
            </a:r>
          </a:p>
        </p:txBody>
      </p:sp>
      <p:sp>
        <p:nvSpPr>
          <p:cNvPr id="6" name="타임라인 선"/>
          <p:cNvSpPr/>
          <p:nvPr/>
        </p:nvSpPr>
        <p:spPr>
          <a:xfrm>
            <a:off x="640080" y="3520440"/>
            <a:ext cx="10911535" cy="54864"/>
          </a:xfrm>
          <a:prstGeom prst="rect">
            <a:avLst/>
          </a:prstGeom>
          <a:solidFill>
            <a:srgbClr val="E2FA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때 1"/>
          <p:cNvSpPr/>
          <p:nvPr/>
        </p:nvSpPr>
        <p:spPr>
          <a:xfrm>
            <a:off x="1802853" y="3337560"/>
            <a:ext cx="402336" cy="402336"/>
          </a:xfrm>
          <a:prstGeom prst="ellipse">
            <a:avLst/>
          </a:prstGeom>
          <a:solidFill>
            <a:srgbClr val="BBED97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BBED97"/>
                </a:solidFill>
              </a:rPr>
              <a:t>처음 만난 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54927"/>
                </a:solidFill>
              </a:rPr>
              <a:t>우리의 인연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입양하던 날의 이야기</a:t>
            </a:r>
          </a:p>
        </p:txBody>
      </p:sp>
      <p:sp>
        <p:nvSpPr>
          <p:cNvPr id="11" name="때 2"/>
          <p:cNvSpPr/>
          <p:nvPr/>
        </p:nvSpPr>
        <p:spPr>
          <a:xfrm>
            <a:off x="4530737" y="3337560"/>
            <a:ext cx="402336" cy="402336"/>
          </a:xfrm>
          <a:prstGeom prst="ellipse">
            <a:avLst/>
          </a:prstGeom>
          <a:solidFill>
            <a:srgbClr val="BBED97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3683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BBED97"/>
                </a:solidFill>
              </a:rPr>
              <a:t>첫 산책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54927"/>
                </a:solidFill>
              </a:rPr>
              <a:t>함께한 첫 걸음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03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그날의 기억을 적어요</a:t>
            </a:r>
          </a:p>
        </p:txBody>
      </p:sp>
      <p:sp>
        <p:nvSpPr>
          <p:cNvPr id="15" name="때 3"/>
          <p:cNvSpPr/>
          <p:nvPr/>
        </p:nvSpPr>
        <p:spPr>
          <a:xfrm>
            <a:off x="7258621" y="3337560"/>
            <a:ext cx="402336" cy="402336"/>
          </a:xfrm>
          <a:prstGeom prst="ellipse">
            <a:avLst/>
          </a:prstGeom>
          <a:solidFill>
            <a:srgbClr val="BBED97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41567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BBED97"/>
                </a:solidFill>
              </a:rPr>
              <a:t>가장 웃었던 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54927"/>
                </a:solidFill>
              </a:rPr>
              <a:t>잊지 못할 순간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사진으로 남겨 두세요</a:t>
            </a:r>
          </a:p>
        </p:txBody>
      </p:sp>
      <p:sp>
        <p:nvSpPr>
          <p:cNvPr id="19" name="때 4"/>
          <p:cNvSpPr/>
          <p:nvPr/>
        </p:nvSpPr>
        <p:spPr>
          <a:xfrm>
            <a:off x="9986505" y="3337560"/>
            <a:ext cx="402336" cy="402336"/>
          </a:xfrm>
          <a:prstGeom prst="ellipse">
            <a:avLst/>
          </a:prstGeom>
          <a:solidFill>
            <a:srgbClr val="BBED97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451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BBED97"/>
                </a:solidFill>
              </a:rPr>
              <a:t>지금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54927"/>
                </a:solidFill>
              </a:rPr>
              <a:t>오늘의 우리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171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95097"/>
          </a:xfrm>
          <a:prstGeom prst="wave">
            <a:avLst/>
          </a:prstGeom>
          <a:solidFill>
            <a:srgbClr val="BB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가족의 약속</a:t>
            </a:r>
          </a:p>
        </p:txBody>
      </p:sp>
      <p:sp>
        <p:nvSpPr>
          <p:cNvPr id="6" name="줄 1"/>
          <p:cNvSpPr/>
          <p:nvPr/>
        </p:nvSpPr>
        <p:spPr>
          <a:xfrm>
            <a:off x="640080" y="1783080"/>
            <a:ext cx="10911535" cy="1005840"/>
          </a:xfrm>
          <a:prstGeom prst="roundRect">
            <a:avLst>
              <a:gd name="adj" fmla="val 4000"/>
            </a:avLst>
          </a:prstGeom>
          <a:solidFill>
            <a:srgbClr val="F2F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포인트 막대"/>
          <p:cNvSpPr/>
          <p:nvPr/>
        </p:nvSpPr>
        <p:spPr>
          <a:xfrm>
            <a:off x="640080" y="1892807"/>
            <a:ext cx="54864" cy="786384"/>
          </a:xfrm>
          <a:prstGeom prst="rect">
            <a:avLst/>
          </a:prstGeom>
          <a:solidFill>
            <a:srgbClr val="BB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2057400"/>
            <a:ext cx="457200" cy="457200"/>
          </a:xfrm>
          <a:prstGeom prst="ellipse">
            <a:avLst/>
          </a:prstGeom>
          <a:solidFill>
            <a:srgbClr val="BBED9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8288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54927"/>
                </a:solidFill>
              </a:rPr>
              <a:t>약속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18288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산책은 하루도 거르지 않기</a:t>
            </a:r>
          </a:p>
        </p:txBody>
      </p:sp>
      <p:sp>
        <p:nvSpPr>
          <p:cNvPr id="11" name="줄 2"/>
          <p:cNvSpPr/>
          <p:nvPr/>
        </p:nvSpPr>
        <p:spPr>
          <a:xfrm>
            <a:off x="640080" y="2926080"/>
            <a:ext cx="10911535" cy="1005840"/>
          </a:xfrm>
          <a:prstGeom prst="roundRect">
            <a:avLst>
              <a:gd name="adj" fmla="val 4000"/>
            </a:avLst>
          </a:prstGeom>
          <a:solidFill>
            <a:srgbClr val="F2F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포인트 막대"/>
          <p:cNvSpPr/>
          <p:nvPr/>
        </p:nvSpPr>
        <p:spPr>
          <a:xfrm>
            <a:off x="640080" y="3035808"/>
            <a:ext cx="54864" cy="786384"/>
          </a:xfrm>
          <a:prstGeom prst="rect">
            <a:avLst/>
          </a:prstGeom>
          <a:solidFill>
            <a:srgbClr val="BB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2"/>
          <p:cNvSpPr/>
          <p:nvPr/>
        </p:nvSpPr>
        <p:spPr>
          <a:xfrm>
            <a:off x="822959" y="3200400"/>
            <a:ext cx="457200" cy="457200"/>
          </a:xfrm>
          <a:prstGeom prst="ellipse">
            <a:avLst/>
          </a:prstGeom>
          <a:solidFill>
            <a:srgbClr val="BBED9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29718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54927"/>
                </a:solidFill>
              </a:rPr>
              <a:t>약속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9718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건강 검진 날짜 챙기기</a:t>
            </a:r>
          </a:p>
        </p:txBody>
      </p:sp>
      <p:sp>
        <p:nvSpPr>
          <p:cNvPr id="16" name="줄 3"/>
          <p:cNvSpPr/>
          <p:nvPr/>
        </p:nvSpPr>
        <p:spPr>
          <a:xfrm>
            <a:off x="640080" y="4069080"/>
            <a:ext cx="10911535" cy="1005840"/>
          </a:xfrm>
          <a:prstGeom prst="roundRect">
            <a:avLst>
              <a:gd name="adj" fmla="val 4000"/>
            </a:avLst>
          </a:prstGeom>
          <a:solidFill>
            <a:srgbClr val="F2F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포인트 막대"/>
          <p:cNvSpPr/>
          <p:nvPr/>
        </p:nvSpPr>
        <p:spPr>
          <a:xfrm>
            <a:off x="640080" y="4178808"/>
            <a:ext cx="54864" cy="786384"/>
          </a:xfrm>
          <a:prstGeom prst="rect">
            <a:avLst/>
          </a:prstGeom>
          <a:solidFill>
            <a:srgbClr val="BB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822959" y="4343400"/>
            <a:ext cx="457200" cy="457200"/>
          </a:xfrm>
          <a:prstGeom prst="ellipse">
            <a:avLst/>
          </a:prstGeom>
          <a:solidFill>
            <a:srgbClr val="BBED9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1148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54927"/>
                </a:solidFill>
              </a:rPr>
              <a:t>약속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1148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많이 안아 주고 많이 칭찬하기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95097"/>
          </a:xfrm>
          <a:prstGeom prst="wave">
            <a:avLst/>
          </a:prstGeom>
          <a:solidFill>
            <a:srgbClr val="BB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가족 사진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E2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338218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E2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036356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E2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E2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338218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E2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036356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E2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D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07118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C6F2A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3549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7558851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우리 가족 소개를 마칩니다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읽어 주셔서 고맙습니다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반려동물과 함께 가족 소개">
  <a:themeElements>
    <a:clrScheme name="Office">
      <a:dk1>
        <a:sysClr val="windowText" lastClr="000000"/>
      </a:dk1>
      <a:lt1>
        <a:sysClr val="window" lastClr="FFFFFF"/>
      </a:lt1>
      <a:dk2>
        <a:srgbClr val="354927"/>
      </a:dk2>
      <a:lt2>
        <a:srgbClr val="F2FDEA"/>
      </a:lt2>
      <a:accent1>
        <a:srgbClr val="BBED97"/>
      </a:accent1>
      <a:accent2>
        <a:srgbClr val="BAF3BC"/>
      </a:accent2>
      <a:accent3>
        <a:srgbClr val="354927"/>
      </a:accent3>
      <a:accent4>
        <a:srgbClr val="E2FAD1"/>
      </a:accent4>
      <a:accent5>
        <a:srgbClr val="BAF0AA"/>
      </a:accent5>
      <a:accent6>
        <a:srgbClr val="86927D"/>
      </a:accent6>
      <a:hlink>
        <a:srgbClr val="BBED97"/>
      </a:hlink>
      <a:folHlink>
        <a:srgbClr val="3549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반려동물과 함께 가족 소개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