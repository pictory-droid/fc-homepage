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16F1F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16F1F"/>
                </a:solidFill>
              </a:rPr>
              <a:t>청보리밭 사이를 뛰어다니던 모습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반려동물과 함께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182319" y="1600200"/>
            <a:ext cx="2400300" cy="2400300"/>
          </a:xfrm>
          <a:prstGeom prst="ellipse">
            <a:avLst/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16F1F"/>
                </a:solidFill>
              </a:rPr>
              <a:t>보호자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895697" y="1600200"/>
            <a:ext cx="2400300" cy="2400300"/>
          </a:xfrm>
          <a:prstGeom prst="ellipse">
            <a:avLst/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3458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16F1F"/>
                </a:solidFill>
              </a:rPr>
              <a:t>보호자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4898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609076" y="1600200"/>
            <a:ext cx="2400300" cy="2400300"/>
          </a:xfrm>
          <a:prstGeom prst="ellipse">
            <a:avLst/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66836" y="4091939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16F1F"/>
                </a:solidFill>
              </a:rPr>
              <a:t>우리 반려동물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8276" y="4549140"/>
            <a:ext cx="3301898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82CD4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2CD4C"/>
                </a:solidFill>
              </a:rPr>
              <a:t>처음 만난 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우리의 인연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입양하던 날의 이야기</a:t>
            </a:r>
          </a:p>
        </p:txBody>
      </p:sp>
      <p:sp>
        <p:nvSpPr>
          <p:cNvPr id="10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82CD4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2CD4C"/>
                </a:solidFill>
              </a:rPr>
              <a:t>첫 산책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함께한 첫 걸음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4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82CD4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2CD4C"/>
                </a:solidFill>
              </a:rPr>
              <a:t>가장 웃었던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잊지 못할 순간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사진으로 남겨 두세요</a:t>
            </a:r>
          </a:p>
        </p:txBody>
      </p:sp>
      <p:sp>
        <p:nvSpPr>
          <p:cNvPr id="18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82CD4C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2CD4C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오늘의 우리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2700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산책은 하루도 거르지 않기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2700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건강 검진 날짜 챙기기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7FCF3"/>
          </a:solidFill>
          <a:ln w="12700">
            <a:solidFill>
              <a:srgbClr val="E3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16F1F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9905695" y="-1463040"/>
            <a:ext cx="3840480" cy="3840480"/>
          </a:xfrm>
          <a:prstGeom prst="ellipse">
            <a:avLst/>
          </a:prstGeom>
          <a:solidFill>
            <a:srgbClr val="E3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11094415" y="274320"/>
            <a:ext cx="411480" cy="411480"/>
          </a:xfrm>
          <a:prstGeom prst="ellipse">
            <a:avLst/>
          </a:prstGeom>
          <a:solidFill>
            <a:srgbClr val="82CD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16F1F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E3F7D4"/>
          </a:solidFill>
          <a:ln w="19050">
            <a:solidFill>
              <a:srgbClr val="82CD4C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416F1F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16F1F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16F1F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416F1F"/>
      </a:dk2>
      <a:lt2>
        <a:srgbClr val="F7FCF3"/>
      </a:lt2>
      <a:accent1>
        <a:srgbClr val="82CD4C"/>
      </a:accent1>
      <a:accent2>
        <a:srgbClr val="339941"/>
      </a:accent2>
      <a:accent3>
        <a:srgbClr val="416F1F"/>
      </a:accent3>
      <a:accent4>
        <a:srgbClr val="E3F7D4"/>
      </a:accent4>
      <a:accent5>
        <a:srgbClr val="5AB346"/>
      </a:accent5>
      <a:accent6>
        <a:srgbClr val="8DA979"/>
      </a:accent6>
      <a:hlink>
        <a:srgbClr val="82CD4C"/>
      </a:hlink>
      <a:folHlink>
        <a:srgbClr val="416F1F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