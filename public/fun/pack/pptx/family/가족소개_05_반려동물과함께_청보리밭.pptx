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청보리밭 사이를 뛰어다니던 모습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182319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보호자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895697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53458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보호자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4898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09076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6836" y="4091939"/>
            <a:ext cx="348477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우리 반려동물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8276" y="4549140"/>
            <a:ext cx="330189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우리의 인연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첫 산책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함께한 첫 걸음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가장 웃었던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잊지 못할 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5F913B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5F913B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