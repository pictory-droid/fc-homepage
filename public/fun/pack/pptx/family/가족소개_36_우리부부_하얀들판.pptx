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D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E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하얀 들판을 걷던 아침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우리 부부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2167813" y="1783080"/>
            <a:ext cx="2286000" cy="2286000"/>
          </a:xfrm>
          <a:prstGeom prst="ellipse">
            <a:avLst/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남편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737881" y="1783080"/>
            <a:ext cx="2286000" cy="2286000"/>
          </a:xfrm>
          <a:prstGeom prst="ellipse">
            <a:avLst/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147" y="416052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아내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1587" y="461772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5EB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B8D8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 만났나요?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B8D8"/>
                </a:solidFill>
              </a:rPr>
              <a:t>결혼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함께 시작한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B8D8"/>
                </a:solidFill>
              </a:rPr>
              <a:t>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우리의 보금자리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이사한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B8D8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C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79B8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하루에 한 번 서로 안아 주기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C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79B8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화가 나도 잠자리 전엔 풀기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C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79B8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D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E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273E49"/>
      </a:dk2>
      <a:lt2>
        <a:srgbClr val="ECF6FB"/>
      </a:lt2>
      <a:accent1>
        <a:srgbClr val="79B8D8"/>
      </a:accent1>
      <a:accent2>
        <a:srgbClr val="98A7E1"/>
      </a:accent2>
      <a:accent3>
        <a:srgbClr val="273E49"/>
      </a:accent3>
      <a:accent4>
        <a:srgbClr val="D5EBF6"/>
      </a:accent4>
      <a:accent5>
        <a:srgbClr val="88B0DC"/>
      </a:accent5>
      <a:accent6>
        <a:srgbClr val="7D8B92"/>
      </a:accent6>
      <a:hlink>
        <a:srgbClr val="79B8D8"/>
      </a:hlink>
      <a:folHlink>
        <a:srgbClr val="273E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