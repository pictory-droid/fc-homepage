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family-0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9E2E4A"/>
                </a:solidFill>
              </a:rPr>
              <a:t>우리 가족을 소개합니다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9E2E4A"/>
                </a:solidFill>
              </a:rPr>
              <a:t>할머니가 졸업한 학교 벚나무 앞에서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3대 가족 · 2027. 00. 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1617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11643055" cy="630936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548640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9E2E4A"/>
                </a:solidFill>
              </a:rPr>
              <a:t>가족 구성원</a:t>
            </a:r>
          </a:p>
        </p:txBody>
      </p:sp>
      <p:sp>
        <p:nvSpPr>
          <p:cNvPr id="4" name="사진 자리"/>
          <p:cNvSpPr/>
          <p:nvPr/>
        </p:nvSpPr>
        <p:spPr>
          <a:xfrm>
            <a:off x="868680" y="1600200"/>
            <a:ext cx="1323289" cy="1323289"/>
          </a:xfrm>
          <a:prstGeom prst="ellipse">
            <a:avLst/>
          </a:prstGeom>
          <a:solidFill>
            <a:srgbClr val="F3CED7"/>
          </a:solidFill>
          <a:ln w="19050">
            <a:solidFill>
              <a:srgbClr val="D1617D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9E2E4A"/>
                </a:solidFill>
              </a:rPr>
              <a:t>사진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014929"/>
            <a:ext cx="1597609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9E2E4A"/>
                </a:solidFill>
              </a:rPr>
              <a:t>할아버지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472129"/>
            <a:ext cx="1414729" cy="274579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성함 · 연세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좋아하시는 것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손주에게 한마디</a:t>
            </a:r>
          </a:p>
        </p:txBody>
      </p:sp>
      <p:sp>
        <p:nvSpPr>
          <p:cNvPr id="7" name="사진 자리"/>
          <p:cNvSpPr/>
          <p:nvPr/>
        </p:nvSpPr>
        <p:spPr>
          <a:xfrm>
            <a:off x="2694889" y="1600200"/>
            <a:ext cx="1323289" cy="1323289"/>
          </a:xfrm>
          <a:prstGeom prst="ellipse">
            <a:avLst/>
          </a:prstGeom>
          <a:solidFill>
            <a:srgbClr val="F3CED7"/>
          </a:solidFill>
          <a:ln w="19050">
            <a:solidFill>
              <a:srgbClr val="D1617D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9E2E4A"/>
                </a:solidFill>
              </a:rPr>
              <a:t>사진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57729" y="3014929"/>
            <a:ext cx="1597609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9E2E4A"/>
                </a:solidFill>
              </a:rPr>
              <a:t>할머니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49169" y="3472129"/>
            <a:ext cx="1414729" cy="274579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성함 · 연세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좋아하시는 것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손주에게 한마디</a:t>
            </a:r>
          </a:p>
        </p:txBody>
      </p:sp>
      <p:sp>
        <p:nvSpPr>
          <p:cNvPr id="10" name="사진 자리"/>
          <p:cNvSpPr/>
          <p:nvPr/>
        </p:nvSpPr>
        <p:spPr>
          <a:xfrm>
            <a:off x="4521098" y="1600200"/>
            <a:ext cx="1323289" cy="1323289"/>
          </a:xfrm>
          <a:prstGeom prst="ellipse">
            <a:avLst/>
          </a:prstGeom>
          <a:solidFill>
            <a:srgbClr val="F3CED7"/>
          </a:solidFill>
          <a:ln w="19050">
            <a:solidFill>
              <a:srgbClr val="D1617D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9E2E4A"/>
                </a:solidFill>
              </a:rPr>
              <a:t>사진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3938" y="3014929"/>
            <a:ext cx="1597609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9E2E4A"/>
                </a:solidFill>
              </a:rPr>
              <a:t>아빠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75378" y="3472129"/>
            <a:ext cx="1414729" cy="274579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직업 · 취미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나의 한마디</a:t>
            </a:r>
          </a:p>
        </p:txBody>
      </p:sp>
      <p:sp>
        <p:nvSpPr>
          <p:cNvPr id="13" name="사진 자리"/>
          <p:cNvSpPr/>
          <p:nvPr/>
        </p:nvSpPr>
        <p:spPr>
          <a:xfrm>
            <a:off x="6347307" y="1600200"/>
            <a:ext cx="1323289" cy="1323289"/>
          </a:xfrm>
          <a:prstGeom prst="ellipse">
            <a:avLst/>
          </a:prstGeom>
          <a:solidFill>
            <a:srgbClr val="F3CED7"/>
          </a:solidFill>
          <a:ln w="19050">
            <a:solidFill>
              <a:srgbClr val="D1617D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9E2E4A"/>
                </a:solidFill>
              </a:rPr>
              <a:t>사진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0147" y="3014929"/>
            <a:ext cx="1597609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9E2E4A"/>
                </a:solidFill>
              </a:rPr>
              <a:t>엄마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1587" y="3472129"/>
            <a:ext cx="1414729" cy="274579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직업 · 취미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나의 한마디</a:t>
            </a:r>
          </a:p>
        </p:txBody>
      </p:sp>
      <p:sp>
        <p:nvSpPr>
          <p:cNvPr id="16" name="사진 자리"/>
          <p:cNvSpPr/>
          <p:nvPr/>
        </p:nvSpPr>
        <p:spPr>
          <a:xfrm>
            <a:off x="8173516" y="1600200"/>
            <a:ext cx="1323289" cy="1323289"/>
          </a:xfrm>
          <a:prstGeom prst="ellipse">
            <a:avLst/>
          </a:prstGeom>
          <a:solidFill>
            <a:srgbClr val="F3CED7"/>
          </a:solidFill>
          <a:ln w="19050">
            <a:solidFill>
              <a:srgbClr val="D1617D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9E2E4A"/>
                </a:solidFill>
              </a:rPr>
              <a:t>사진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36356" y="3014929"/>
            <a:ext cx="1597609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9E2E4A"/>
                </a:solidFill>
              </a:rPr>
              <a:t>큰아이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27796" y="3472129"/>
            <a:ext cx="1414729" cy="274579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좋아하는 것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한마디</a:t>
            </a:r>
          </a:p>
        </p:txBody>
      </p:sp>
      <p:sp>
        <p:nvSpPr>
          <p:cNvPr id="19" name="사진 자리"/>
          <p:cNvSpPr/>
          <p:nvPr/>
        </p:nvSpPr>
        <p:spPr>
          <a:xfrm>
            <a:off x="9999726" y="1600200"/>
            <a:ext cx="1323289" cy="1323289"/>
          </a:xfrm>
          <a:prstGeom prst="ellipse">
            <a:avLst/>
          </a:prstGeom>
          <a:solidFill>
            <a:srgbClr val="F3CED7"/>
          </a:solidFill>
          <a:ln w="19050">
            <a:solidFill>
              <a:srgbClr val="D1617D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9E2E4A"/>
                </a:solidFill>
              </a:rPr>
              <a:t>사진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862566" y="3014929"/>
            <a:ext cx="1597609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9E2E4A"/>
                </a:solidFill>
              </a:rPr>
              <a:t>작은아이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54006" y="3472129"/>
            <a:ext cx="1414729" cy="274579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좋아하는 것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한마디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1617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11643055" cy="630936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548640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9E2E4A"/>
                </a:solidFill>
              </a:rPr>
              <a:t>우리 가족 이야기</a:t>
            </a:r>
          </a:p>
        </p:txBody>
      </p:sp>
      <p:sp>
        <p:nvSpPr>
          <p:cNvPr id="4" name="타임라인 선"/>
          <p:cNvSpPr/>
          <p:nvPr/>
        </p:nvSpPr>
        <p:spPr>
          <a:xfrm>
            <a:off x="731520" y="3337560"/>
            <a:ext cx="10728655" cy="54864"/>
          </a:xfrm>
          <a:prstGeom prst="rect">
            <a:avLst/>
          </a:prstGeom>
          <a:solidFill>
            <a:srgbClr val="F3CED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때 1"/>
          <p:cNvSpPr/>
          <p:nvPr/>
        </p:nvSpPr>
        <p:spPr>
          <a:xfrm>
            <a:off x="1871433" y="3154680"/>
            <a:ext cx="402336" cy="402336"/>
          </a:xfrm>
          <a:prstGeom prst="ellipse">
            <a:avLst/>
          </a:prstGeom>
          <a:solidFill>
            <a:srgbClr val="D1617D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514600"/>
            <a:ext cx="259072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D1617D"/>
                </a:solidFill>
              </a:rPr>
              <a:t>할아버지 할머니의 이야기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249928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9E2E4A"/>
                </a:solidFill>
              </a:rPr>
              <a:t>뿌리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206240"/>
            <a:ext cx="249928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가족의 시작을 적어요</a:t>
            </a:r>
          </a:p>
        </p:txBody>
      </p:sp>
      <p:sp>
        <p:nvSpPr>
          <p:cNvPr id="9" name="때 2"/>
          <p:cNvSpPr/>
          <p:nvPr/>
        </p:nvSpPr>
        <p:spPr>
          <a:xfrm>
            <a:off x="4553597" y="3154680"/>
            <a:ext cx="402336" cy="402336"/>
          </a:xfrm>
          <a:prstGeom prst="ellipse">
            <a:avLst/>
          </a:prstGeom>
          <a:solidFill>
            <a:srgbClr val="D1617D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59403" y="2514600"/>
            <a:ext cx="259072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D1617D"/>
                </a:solidFill>
              </a:rPr>
              <a:t>부모가 된 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05123" y="3703320"/>
            <a:ext cx="249928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9E2E4A"/>
                </a:solidFill>
              </a:rPr>
              <a:t>새로운 가지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05123" y="4206240"/>
            <a:ext cx="249928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그날의 기억을 적어요</a:t>
            </a:r>
          </a:p>
        </p:txBody>
      </p:sp>
      <p:sp>
        <p:nvSpPr>
          <p:cNvPr id="13" name="때 3"/>
          <p:cNvSpPr/>
          <p:nvPr/>
        </p:nvSpPr>
        <p:spPr>
          <a:xfrm>
            <a:off x="7235761" y="3154680"/>
            <a:ext cx="402336" cy="402336"/>
          </a:xfrm>
          <a:prstGeom prst="ellipse">
            <a:avLst/>
          </a:prstGeom>
          <a:solidFill>
            <a:srgbClr val="D1617D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41567" y="2514600"/>
            <a:ext cx="259072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D1617D"/>
                </a:solidFill>
              </a:rPr>
              <a:t>온 가족 모임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87287" y="3703320"/>
            <a:ext cx="249928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9E2E4A"/>
                </a:solidFill>
              </a:rPr>
              <a:t>한자리에 모인 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87287" y="4206240"/>
            <a:ext cx="249928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가장 즐거웠던 명절</a:t>
            </a:r>
          </a:p>
        </p:txBody>
      </p:sp>
      <p:sp>
        <p:nvSpPr>
          <p:cNvPr id="17" name="때 4"/>
          <p:cNvSpPr/>
          <p:nvPr/>
        </p:nvSpPr>
        <p:spPr>
          <a:xfrm>
            <a:off x="9917925" y="3154680"/>
            <a:ext cx="402336" cy="402336"/>
          </a:xfrm>
          <a:prstGeom prst="ellipse">
            <a:avLst/>
          </a:prstGeom>
          <a:solidFill>
            <a:srgbClr val="D1617D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23731" y="2514600"/>
            <a:ext cx="259072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D1617D"/>
                </a:solidFill>
              </a:rPr>
              <a:t>지금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69451" y="3703320"/>
            <a:ext cx="249928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9E2E4A"/>
                </a:solidFill>
              </a:rPr>
              <a:t>오늘의 우리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69451" y="4206240"/>
            <a:ext cx="249928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요즘 우리 이야기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1617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11643055" cy="630936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548640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9E2E4A"/>
                </a:solidFill>
              </a:rPr>
              <a:t>우리 가족의 약속</a:t>
            </a:r>
          </a:p>
        </p:txBody>
      </p:sp>
      <p:sp>
        <p:nvSpPr>
          <p:cNvPr id="4" name="줄 1"/>
          <p:cNvSpPr/>
          <p:nvPr/>
        </p:nvSpPr>
        <p:spPr>
          <a:xfrm>
            <a:off x="731520" y="1600200"/>
            <a:ext cx="10728655" cy="1005840"/>
          </a:xfrm>
          <a:prstGeom prst="roundRect">
            <a:avLst>
              <a:gd name="adj" fmla="val 8000"/>
            </a:avLst>
          </a:prstGeom>
          <a:solidFill>
            <a:srgbClr val="FAEFF2"/>
          </a:solidFill>
          <a:ln w="12700">
            <a:solidFill>
              <a:srgbClr val="F3CED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번호 1"/>
          <p:cNvSpPr/>
          <p:nvPr/>
        </p:nvSpPr>
        <p:spPr>
          <a:xfrm>
            <a:off x="914400" y="1874519"/>
            <a:ext cx="457200" cy="457200"/>
          </a:xfrm>
          <a:prstGeom prst="ellipse">
            <a:avLst/>
          </a:prstGeom>
          <a:solidFill>
            <a:srgbClr val="D1617D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00200" y="1645920"/>
            <a:ext cx="2743200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9E2E4A"/>
                </a:solidFill>
              </a:rPr>
              <a:t>약속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1645920"/>
            <a:ext cx="6888175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B2B2B"/>
                </a:solidFill>
              </a:rPr>
              <a:t>명절에는 모두 한자리에 모이기</a:t>
            </a:r>
          </a:p>
        </p:txBody>
      </p:sp>
      <p:sp>
        <p:nvSpPr>
          <p:cNvPr id="8" name="줄 2"/>
          <p:cNvSpPr/>
          <p:nvPr/>
        </p:nvSpPr>
        <p:spPr>
          <a:xfrm>
            <a:off x="731520" y="2743200"/>
            <a:ext cx="10728655" cy="1005840"/>
          </a:xfrm>
          <a:prstGeom prst="roundRect">
            <a:avLst>
              <a:gd name="adj" fmla="val 8000"/>
            </a:avLst>
          </a:prstGeom>
          <a:solidFill>
            <a:srgbClr val="FAEFF2"/>
          </a:solidFill>
          <a:ln w="12700">
            <a:solidFill>
              <a:srgbClr val="F3CED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번호 2"/>
          <p:cNvSpPr/>
          <p:nvPr/>
        </p:nvSpPr>
        <p:spPr>
          <a:xfrm>
            <a:off x="914400" y="3017520"/>
            <a:ext cx="457200" cy="457200"/>
          </a:xfrm>
          <a:prstGeom prst="ellipse">
            <a:avLst/>
          </a:prstGeom>
          <a:solidFill>
            <a:srgbClr val="D1617D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00200" y="2788920"/>
            <a:ext cx="2743200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9E2E4A"/>
                </a:solidFill>
              </a:rPr>
              <a:t>약속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0" y="2788920"/>
            <a:ext cx="6888175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B2B2B"/>
                </a:solidFill>
              </a:rPr>
              <a:t>어른께 먼저 안부 전하기</a:t>
            </a:r>
          </a:p>
        </p:txBody>
      </p:sp>
      <p:sp>
        <p:nvSpPr>
          <p:cNvPr id="12" name="줄 3"/>
          <p:cNvSpPr/>
          <p:nvPr/>
        </p:nvSpPr>
        <p:spPr>
          <a:xfrm>
            <a:off x="731520" y="3886200"/>
            <a:ext cx="10728655" cy="1005840"/>
          </a:xfrm>
          <a:prstGeom prst="roundRect">
            <a:avLst>
              <a:gd name="adj" fmla="val 8000"/>
            </a:avLst>
          </a:prstGeom>
          <a:solidFill>
            <a:srgbClr val="FAEFF2"/>
          </a:solidFill>
          <a:ln w="12700">
            <a:solidFill>
              <a:srgbClr val="F3CED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번호 3"/>
          <p:cNvSpPr/>
          <p:nvPr/>
        </p:nvSpPr>
        <p:spPr>
          <a:xfrm>
            <a:off x="914400" y="4160520"/>
            <a:ext cx="457200" cy="457200"/>
          </a:xfrm>
          <a:prstGeom prst="ellipse">
            <a:avLst/>
          </a:prstGeom>
          <a:solidFill>
            <a:srgbClr val="D1617D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00200" y="3931920"/>
            <a:ext cx="2743200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9E2E4A"/>
                </a:solidFill>
              </a:rPr>
              <a:t>약속 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120" y="3931920"/>
            <a:ext cx="6888175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B2B2B"/>
                </a:solidFill>
              </a:rPr>
              <a:t>한 달에 한 번 가족 식사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1617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11643055" cy="630936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548640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9E2E4A"/>
                </a:solidFill>
              </a:rPr>
              <a:t>가족 사진</a:t>
            </a:r>
          </a:p>
        </p:txBody>
      </p:sp>
      <p:sp>
        <p:nvSpPr>
          <p:cNvPr id="4" name="사진 자리"/>
          <p:cNvSpPr/>
          <p:nvPr/>
        </p:nvSpPr>
        <p:spPr>
          <a:xfrm>
            <a:off x="731520" y="1600200"/>
            <a:ext cx="3454298" cy="2217420"/>
          </a:xfrm>
          <a:prstGeom prst="roundRect">
            <a:avLst>
              <a:gd name="adj" fmla="val 6000"/>
            </a:avLst>
          </a:prstGeom>
          <a:solidFill>
            <a:srgbClr val="F3CED7"/>
          </a:solidFill>
          <a:ln w="19050">
            <a:solidFill>
              <a:srgbClr val="D1617D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9E2E4A"/>
                </a:solidFill>
              </a:rPr>
              <a:t>사진 1</a:t>
            </a:r>
          </a:p>
        </p:txBody>
      </p:sp>
      <p:sp>
        <p:nvSpPr>
          <p:cNvPr id="5" name="사진 자리"/>
          <p:cNvSpPr/>
          <p:nvPr/>
        </p:nvSpPr>
        <p:spPr>
          <a:xfrm>
            <a:off x="4368698" y="1600200"/>
            <a:ext cx="3454298" cy="2217420"/>
          </a:xfrm>
          <a:prstGeom prst="roundRect">
            <a:avLst>
              <a:gd name="adj" fmla="val 6000"/>
            </a:avLst>
          </a:prstGeom>
          <a:solidFill>
            <a:srgbClr val="F3CED7"/>
          </a:solidFill>
          <a:ln w="19050">
            <a:solidFill>
              <a:srgbClr val="D1617D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9E2E4A"/>
                </a:solidFill>
              </a:rPr>
              <a:t>사진 2</a:t>
            </a:r>
          </a:p>
        </p:txBody>
      </p:sp>
      <p:sp>
        <p:nvSpPr>
          <p:cNvPr id="6" name="사진 자리"/>
          <p:cNvSpPr/>
          <p:nvPr/>
        </p:nvSpPr>
        <p:spPr>
          <a:xfrm>
            <a:off x="8005876" y="1600200"/>
            <a:ext cx="3454298" cy="2217420"/>
          </a:xfrm>
          <a:prstGeom prst="roundRect">
            <a:avLst>
              <a:gd name="adj" fmla="val 6000"/>
            </a:avLst>
          </a:prstGeom>
          <a:solidFill>
            <a:srgbClr val="F3CED7"/>
          </a:solidFill>
          <a:ln w="19050">
            <a:solidFill>
              <a:srgbClr val="D1617D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9E2E4A"/>
                </a:solidFill>
              </a:rPr>
              <a:t>사진 3</a:t>
            </a:r>
          </a:p>
        </p:txBody>
      </p:sp>
      <p:sp>
        <p:nvSpPr>
          <p:cNvPr id="7" name="사진 자리"/>
          <p:cNvSpPr/>
          <p:nvPr/>
        </p:nvSpPr>
        <p:spPr>
          <a:xfrm>
            <a:off x="731520" y="4000500"/>
            <a:ext cx="3454298" cy="2217420"/>
          </a:xfrm>
          <a:prstGeom prst="roundRect">
            <a:avLst>
              <a:gd name="adj" fmla="val 6000"/>
            </a:avLst>
          </a:prstGeom>
          <a:solidFill>
            <a:srgbClr val="F3CED7"/>
          </a:solidFill>
          <a:ln w="19050">
            <a:solidFill>
              <a:srgbClr val="D1617D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9E2E4A"/>
                </a:solidFill>
              </a:rPr>
              <a:t>사진 4</a:t>
            </a:r>
          </a:p>
        </p:txBody>
      </p:sp>
      <p:sp>
        <p:nvSpPr>
          <p:cNvPr id="8" name="사진 자리"/>
          <p:cNvSpPr/>
          <p:nvPr/>
        </p:nvSpPr>
        <p:spPr>
          <a:xfrm>
            <a:off x="4368698" y="4000500"/>
            <a:ext cx="3454298" cy="2217420"/>
          </a:xfrm>
          <a:prstGeom prst="roundRect">
            <a:avLst>
              <a:gd name="adj" fmla="val 6000"/>
            </a:avLst>
          </a:prstGeom>
          <a:solidFill>
            <a:srgbClr val="F3CED7"/>
          </a:solidFill>
          <a:ln w="19050">
            <a:solidFill>
              <a:srgbClr val="D1617D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9E2E4A"/>
                </a:solidFill>
              </a:rPr>
              <a:t>사진 5</a:t>
            </a:r>
          </a:p>
        </p:txBody>
      </p:sp>
      <p:sp>
        <p:nvSpPr>
          <p:cNvPr id="9" name="사진 자리"/>
          <p:cNvSpPr/>
          <p:nvPr/>
        </p:nvSpPr>
        <p:spPr>
          <a:xfrm>
            <a:off x="8005876" y="4000500"/>
            <a:ext cx="3454298" cy="2217420"/>
          </a:xfrm>
          <a:prstGeom prst="roundRect">
            <a:avLst>
              <a:gd name="adj" fmla="val 6000"/>
            </a:avLst>
          </a:prstGeom>
          <a:solidFill>
            <a:srgbClr val="F3CED7"/>
          </a:solidFill>
          <a:ln w="19050">
            <a:solidFill>
              <a:srgbClr val="D1617D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9E2E4A"/>
                </a:solidFill>
              </a:rPr>
              <a:t>사진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family-0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9E2E4A"/>
                </a:solidFill>
              </a:rPr>
              <a:t>우리 가족 소개를 마칩니다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9E2E4A"/>
                </a:solidFill>
              </a:rPr>
              <a:t>읽어 주셔서 고맙습니다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고맙습니다 · 가족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3대 가족 가족 소개">
  <a:themeElements>
    <a:clrScheme name="Office">
      <a:dk1>
        <a:sysClr val="windowText" lastClr="000000"/>
      </a:dk1>
      <a:lt1>
        <a:sysClr val="window" lastClr="FFFFFF"/>
      </a:lt1>
      <a:dk2>
        <a:srgbClr val="9E2E4A"/>
      </a:dk2>
      <a:lt2>
        <a:srgbClr val="FAEFF2"/>
      </a:lt2>
      <a:accent1>
        <a:srgbClr val="D1617D"/>
      </a:accent1>
      <a:accent2>
        <a:srgbClr val="3B9151"/>
      </a:accent2>
      <a:accent3>
        <a:srgbClr val="9E2E4A"/>
      </a:accent3>
      <a:accent4>
        <a:srgbClr val="F3CED7"/>
      </a:accent4>
      <a:accent5>
        <a:srgbClr val="867967"/>
      </a:accent5>
      <a:accent6>
        <a:srgbClr val="C58292"/>
      </a:accent6>
      <a:hlink>
        <a:srgbClr val="D1617D"/>
      </a:hlink>
      <a:folHlink>
        <a:srgbClr val="9E2E4A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3대 가족 가족 소개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