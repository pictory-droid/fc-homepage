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21D32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1D32"/>
                </a:solidFill>
              </a:rPr>
              <a:t>할머니가 졸업한 학교 벚나무 앞에서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3대 가족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B3D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32"/>
                </a:solidFill>
              </a:rPr>
              <a:t>가족 구성원</a:t>
            </a:r>
          </a:p>
        </p:txBody>
      </p:sp>
      <p:sp>
        <p:nvSpPr>
          <p:cNvPr id="4" name="사진 자리"/>
          <p:cNvSpPr/>
          <p:nvPr/>
        </p:nvSpPr>
        <p:spPr>
          <a:xfrm>
            <a:off x="868680" y="1600200"/>
            <a:ext cx="1323289" cy="1323289"/>
          </a:xfrm>
          <a:prstGeom prst="ellipse">
            <a:avLst/>
          </a:prstGeom>
          <a:solidFill>
            <a:srgbClr val="F7D4DD"/>
          </a:solidFill>
          <a:ln w="19050">
            <a:solidFill>
              <a:srgbClr val="DB3D6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32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4929"/>
            <a:ext cx="159760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21D32"/>
                </a:solidFill>
              </a:rPr>
              <a:t>할아버지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2129"/>
            <a:ext cx="1414729" cy="27457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7" name="사진 자리"/>
          <p:cNvSpPr/>
          <p:nvPr/>
        </p:nvSpPr>
        <p:spPr>
          <a:xfrm>
            <a:off x="2694889" y="1600200"/>
            <a:ext cx="1323289" cy="1323289"/>
          </a:xfrm>
          <a:prstGeom prst="ellipse">
            <a:avLst/>
          </a:prstGeom>
          <a:solidFill>
            <a:srgbClr val="F7D4DD"/>
          </a:solidFill>
          <a:ln w="19050">
            <a:solidFill>
              <a:srgbClr val="DB3D6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32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7729" y="3014929"/>
            <a:ext cx="159760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21D32"/>
                </a:solidFill>
              </a:rPr>
              <a:t>할머니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9169" y="3472129"/>
            <a:ext cx="1414729" cy="27457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521098" y="1600200"/>
            <a:ext cx="1323289" cy="1323289"/>
          </a:xfrm>
          <a:prstGeom prst="ellipse">
            <a:avLst/>
          </a:prstGeom>
          <a:solidFill>
            <a:srgbClr val="F7D4DD"/>
          </a:solidFill>
          <a:ln w="19050">
            <a:solidFill>
              <a:srgbClr val="DB3D6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32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3938" y="3014929"/>
            <a:ext cx="159760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21D32"/>
                </a:solidFill>
              </a:rPr>
              <a:t>아빠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5378" y="3472129"/>
            <a:ext cx="1414729" cy="27457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347307" y="1600200"/>
            <a:ext cx="1323289" cy="1323289"/>
          </a:xfrm>
          <a:prstGeom prst="ellipse">
            <a:avLst/>
          </a:prstGeom>
          <a:solidFill>
            <a:srgbClr val="F7D4DD"/>
          </a:solidFill>
          <a:ln w="19050">
            <a:solidFill>
              <a:srgbClr val="DB3D6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32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7" y="3014929"/>
            <a:ext cx="159760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21D32"/>
                </a:solidFill>
              </a:rPr>
              <a:t>엄마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1587" y="3472129"/>
            <a:ext cx="1414729" cy="27457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173516" y="1600200"/>
            <a:ext cx="1323289" cy="1323289"/>
          </a:xfrm>
          <a:prstGeom prst="ellipse">
            <a:avLst/>
          </a:prstGeom>
          <a:solidFill>
            <a:srgbClr val="F7D4DD"/>
          </a:solidFill>
          <a:ln w="19050">
            <a:solidFill>
              <a:srgbClr val="DB3D6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32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6356" y="3014929"/>
            <a:ext cx="159760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21D32"/>
                </a:solidFill>
              </a:rPr>
              <a:t>큰아이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6" y="3472129"/>
            <a:ext cx="1414729" cy="27457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9999726" y="1600200"/>
            <a:ext cx="1323289" cy="1323289"/>
          </a:xfrm>
          <a:prstGeom prst="ellipse">
            <a:avLst/>
          </a:prstGeom>
          <a:solidFill>
            <a:srgbClr val="F7D4DD"/>
          </a:solidFill>
          <a:ln w="19050">
            <a:solidFill>
              <a:srgbClr val="DB3D6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32"/>
                </a:solidFill>
              </a:rPr>
              <a:t>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62566" y="3014929"/>
            <a:ext cx="159760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21D32"/>
                </a:solidFill>
              </a:rPr>
              <a:t>작은아이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54006" y="3472129"/>
            <a:ext cx="1414729" cy="27457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B3D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32"/>
                </a:solidFill>
              </a:rPr>
              <a:t>우리 가족 이야기</a:t>
            </a:r>
          </a:p>
        </p:txBody>
      </p:sp>
      <p:sp>
        <p:nvSpPr>
          <p:cNvPr id="4" name="타임라인 선"/>
          <p:cNvSpPr/>
          <p:nvPr/>
        </p:nvSpPr>
        <p:spPr>
          <a:xfrm>
            <a:off x="731520" y="3337560"/>
            <a:ext cx="10728655" cy="54864"/>
          </a:xfrm>
          <a:prstGeom prst="rect">
            <a:avLst/>
          </a:prstGeom>
          <a:solidFill>
            <a:srgbClr val="F7D4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때 1"/>
          <p:cNvSpPr/>
          <p:nvPr/>
        </p:nvSpPr>
        <p:spPr>
          <a:xfrm>
            <a:off x="1871433" y="3154680"/>
            <a:ext cx="402336" cy="402336"/>
          </a:xfrm>
          <a:prstGeom prst="ellipse">
            <a:avLst/>
          </a:prstGeom>
          <a:solidFill>
            <a:srgbClr val="DB3D6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B3D65"/>
                </a:solidFill>
              </a:rPr>
              <a:t>할아버지 할머니의 이야기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21D32"/>
                </a:solidFill>
              </a:rPr>
              <a:t>뿌리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가족의 시작을 적어요</a:t>
            </a:r>
          </a:p>
        </p:txBody>
      </p:sp>
      <p:sp>
        <p:nvSpPr>
          <p:cNvPr id="9" name="때 2"/>
          <p:cNvSpPr/>
          <p:nvPr/>
        </p:nvSpPr>
        <p:spPr>
          <a:xfrm>
            <a:off x="4553597" y="3154680"/>
            <a:ext cx="402336" cy="402336"/>
          </a:xfrm>
          <a:prstGeom prst="ellipse">
            <a:avLst/>
          </a:prstGeom>
          <a:solidFill>
            <a:srgbClr val="DB3D6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9403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B3D65"/>
                </a:solidFill>
              </a:rPr>
              <a:t>부모가 된 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5123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21D32"/>
                </a:solidFill>
              </a:rPr>
              <a:t>새로운 가지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5123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3" name="때 3"/>
          <p:cNvSpPr/>
          <p:nvPr/>
        </p:nvSpPr>
        <p:spPr>
          <a:xfrm>
            <a:off x="7235761" y="3154680"/>
            <a:ext cx="402336" cy="402336"/>
          </a:xfrm>
          <a:prstGeom prst="ellipse">
            <a:avLst/>
          </a:prstGeom>
          <a:solidFill>
            <a:srgbClr val="DB3D6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1567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B3D65"/>
                </a:solidFill>
              </a:rPr>
              <a:t>온 가족 모임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21D32"/>
                </a:solidFill>
              </a:rPr>
              <a:t>한자리에 모인 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즐거웠던 명절</a:t>
            </a:r>
          </a:p>
        </p:txBody>
      </p:sp>
      <p:sp>
        <p:nvSpPr>
          <p:cNvPr id="17" name="때 4"/>
          <p:cNvSpPr/>
          <p:nvPr/>
        </p:nvSpPr>
        <p:spPr>
          <a:xfrm>
            <a:off x="9917925" y="3154680"/>
            <a:ext cx="402336" cy="402336"/>
          </a:xfrm>
          <a:prstGeom prst="ellipse">
            <a:avLst/>
          </a:prstGeom>
          <a:solidFill>
            <a:srgbClr val="DB3D6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731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B3D65"/>
                </a:solidFill>
              </a:rPr>
              <a:t>지금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451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21D32"/>
                </a:solidFill>
              </a:rPr>
              <a:t>오늘의 우리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451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B3D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32"/>
                </a:solidFill>
              </a:rPr>
              <a:t>우리 가족의 약속</a:t>
            </a:r>
          </a:p>
        </p:txBody>
      </p:sp>
      <p:sp>
        <p:nvSpPr>
          <p:cNvPr id="4" name="줄 1"/>
          <p:cNvSpPr/>
          <p:nvPr/>
        </p:nvSpPr>
        <p:spPr>
          <a:xfrm>
            <a:off x="731520" y="1600200"/>
            <a:ext cx="10728655" cy="1005840"/>
          </a:xfrm>
          <a:prstGeom prst="roundRect">
            <a:avLst>
              <a:gd name="adj" fmla="val 8000"/>
            </a:avLst>
          </a:prstGeom>
          <a:solidFill>
            <a:srgbClr val="FCF3F5"/>
          </a:solidFill>
          <a:ln w="12700">
            <a:solidFill>
              <a:srgbClr val="F7D4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14400" y="1874519"/>
            <a:ext cx="457200" cy="457200"/>
          </a:xfrm>
          <a:prstGeom prst="ellipse">
            <a:avLst/>
          </a:prstGeom>
          <a:solidFill>
            <a:srgbClr val="DB3D6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32"/>
                </a:solidFill>
              </a:rPr>
              <a:t>약속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688817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명절에는 모두 한자리에 모이기</a:t>
            </a:r>
          </a:p>
        </p:txBody>
      </p:sp>
      <p:sp>
        <p:nvSpPr>
          <p:cNvPr id="8" name="줄 2"/>
          <p:cNvSpPr/>
          <p:nvPr/>
        </p:nvSpPr>
        <p:spPr>
          <a:xfrm>
            <a:off x="731520" y="2743200"/>
            <a:ext cx="10728655" cy="1005840"/>
          </a:xfrm>
          <a:prstGeom prst="roundRect">
            <a:avLst>
              <a:gd name="adj" fmla="val 8000"/>
            </a:avLst>
          </a:prstGeom>
          <a:solidFill>
            <a:srgbClr val="FCF3F5"/>
          </a:solidFill>
          <a:ln w="12700">
            <a:solidFill>
              <a:srgbClr val="F7D4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DB3D6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32"/>
                </a:solidFill>
              </a:rPr>
              <a:t>약속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788920"/>
            <a:ext cx="688817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어른께 먼저 안부 전하기</a:t>
            </a:r>
          </a:p>
        </p:txBody>
      </p:sp>
      <p:sp>
        <p:nvSpPr>
          <p:cNvPr id="12" name="줄 3"/>
          <p:cNvSpPr/>
          <p:nvPr/>
        </p:nvSpPr>
        <p:spPr>
          <a:xfrm>
            <a:off x="731520" y="3886200"/>
            <a:ext cx="10728655" cy="1005840"/>
          </a:xfrm>
          <a:prstGeom prst="roundRect">
            <a:avLst>
              <a:gd name="adj" fmla="val 8000"/>
            </a:avLst>
          </a:prstGeom>
          <a:solidFill>
            <a:srgbClr val="FCF3F5"/>
          </a:solidFill>
          <a:ln w="12700">
            <a:solidFill>
              <a:srgbClr val="F7D4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914400" y="4160520"/>
            <a:ext cx="457200" cy="457200"/>
          </a:xfrm>
          <a:prstGeom prst="ellipse">
            <a:avLst/>
          </a:prstGeom>
          <a:solidFill>
            <a:srgbClr val="DB3D6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32"/>
                </a:solidFill>
              </a:rPr>
              <a:t>약속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931920"/>
            <a:ext cx="688817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가족 식사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B3D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32"/>
                </a:solidFill>
              </a:rPr>
              <a:t>가족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31520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7D4DD"/>
          </a:solidFill>
          <a:ln w="19050">
            <a:solidFill>
              <a:srgbClr val="DB3D6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32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68698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7D4DD"/>
          </a:solidFill>
          <a:ln w="19050">
            <a:solidFill>
              <a:srgbClr val="DB3D6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32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8005876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7D4DD"/>
          </a:solidFill>
          <a:ln w="19050">
            <a:solidFill>
              <a:srgbClr val="DB3D6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32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31520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7D4DD"/>
          </a:solidFill>
          <a:ln w="19050">
            <a:solidFill>
              <a:srgbClr val="DB3D6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32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68698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7D4DD"/>
          </a:solidFill>
          <a:ln w="19050">
            <a:solidFill>
              <a:srgbClr val="DB3D6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32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05876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7D4DD"/>
          </a:solidFill>
          <a:ln w="19050">
            <a:solidFill>
              <a:srgbClr val="DB3D6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1D32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21D32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1D32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대 가족 가족 소개">
  <a:themeElements>
    <a:clrScheme name="Office">
      <a:dk1>
        <a:sysClr val="windowText" lastClr="000000"/>
      </a:dk1>
      <a:lt1>
        <a:sysClr val="window" lastClr="FFFFFF"/>
      </a:lt1>
      <a:dk2>
        <a:srgbClr val="721D32"/>
      </a:dk2>
      <a:lt2>
        <a:srgbClr val="FCF3F5"/>
      </a:lt2>
      <a:accent1>
        <a:srgbClr val="DB3D65"/>
      </a:accent1>
      <a:accent2>
        <a:srgbClr val="339941"/>
      </a:accent2>
      <a:accent3>
        <a:srgbClr val="721D32"/>
      </a:accent3>
      <a:accent4>
        <a:srgbClr val="F7D4DD"/>
      </a:accent4>
      <a:accent5>
        <a:srgbClr val="876B53"/>
      </a:accent5>
      <a:accent6>
        <a:srgbClr val="AA7784"/>
      </a:accent6>
      <a:hlink>
        <a:srgbClr val="DB3D65"/>
      </a:hlink>
      <a:folHlink>
        <a:srgbClr val="721D3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