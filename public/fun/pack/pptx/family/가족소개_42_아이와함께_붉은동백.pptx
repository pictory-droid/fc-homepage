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C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1463003" y="960120"/>
            <a:ext cx="3657508" cy="4526280"/>
          </a:xfrm>
          <a:prstGeom prst="roundRect">
            <a:avLst>
              <a:gd name="adj" fmla="val 4000"/>
            </a:avLst>
          </a:prstGeom>
          <a:solidFill>
            <a:srgbClr val="EBADB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9272A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975335" y="1234439"/>
            <a:ext cx="3657508" cy="4526280"/>
          </a:xfrm>
          <a:prstGeom prst="roundRect">
            <a:avLst>
              <a:gd name="adj" fmla="val 4000"/>
            </a:avLst>
          </a:prstGeom>
          <a:noFill/>
          <a:ln w="9525">
            <a:solidFill>
              <a:srgbClr val="2623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6827349" y="2148840"/>
            <a:ext cx="4632844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349" y="2606040"/>
            <a:ext cx="4632844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우리 가족을 소개합니다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6827349" y="3886200"/>
            <a:ext cx="4632844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붉은 동백 앞에서 아이와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6827349" y="4754880"/>
            <a:ext cx="4632844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아이와 함께 · 날짜 입력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D5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EBADB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5" name="포인트"/>
          <p:cNvSpPr/>
          <p:nvPr/>
        </p:nvSpPr>
        <p:spPr>
          <a:xfrm>
            <a:off x="11048695" y="502919"/>
            <a:ext cx="274320" cy="274320"/>
          </a:xfrm>
          <a:prstGeom prst="star4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가족 구성원</a:t>
            </a:r>
          </a:p>
        </p:txBody>
      </p:sp>
      <p:sp>
        <p:nvSpPr>
          <p:cNvPr id="6" name="사진 자리"/>
          <p:cNvSpPr/>
          <p:nvPr/>
        </p:nvSpPr>
        <p:spPr>
          <a:xfrm>
            <a:off x="777239" y="1783080"/>
            <a:ext cx="2282113" cy="2282113"/>
          </a:xfrm>
          <a:prstGeom prst="ellipse">
            <a:avLst/>
          </a:prstGeom>
          <a:solidFill>
            <a:srgbClr val="F6D5D8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56633"/>
            <a:ext cx="2556433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272A"/>
                </a:solidFill>
              </a:rPr>
              <a:t>아빠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4613833"/>
            <a:ext cx="2373553" cy="1741246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9" name="사진 자리"/>
          <p:cNvSpPr/>
          <p:nvPr/>
        </p:nvSpPr>
        <p:spPr>
          <a:xfrm>
            <a:off x="3562273" y="1783080"/>
            <a:ext cx="2282113" cy="2282113"/>
          </a:xfrm>
          <a:prstGeom prst="ellipse">
            <a:avLst/>
          </a:prstGeom>
          <a:solidFill>
            <a:srgbClr val="F6D5D8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5113" y="4156633"/>
            <a:ext cx="2556433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272A"/>
                </a:solidFill>
              </a:rPr>
              <a:t>엄마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16553" y="4613833"/>
            <a:ext cx="2373553" cy="1741246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6347307" y="1783080"/>
            <a:ext cx="2282113" cy="2282113"/>
          </a:xfrm>
          <a:prstGeom prst="ellipse">
            <a:avLst/>
          </a:prstGeom>
          <a:solidFill>
            <a:srgbClr val="F6D5D8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0147" y="4156633"/>
            <a:ext cx="2556433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272A"/>
                </a:solidFill>
              </a:rPr>
              <a:t>첫째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1587" y="4613833"/>
            <a:ext cx="2373553" cy="1741246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자라서 되고 싶은 것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9132341" y="1783080"/>
            <a:ext cx="2282113" cy="2282113"/>
          </a:xfrm>
          <a:prstGeom prst="ellipse">
            <a:avLst/>
          </a:prstGeom>
          <a:solidFill>
            <a:srgbClr val="F6D5D8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5181" y="4156633"/>
            <a:ext cx="2556433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272A"/>
                </a:solidFill>
              </a:rPr>
              <a:t>둘째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86621" y="4613833"/>
            <a:ext cx="2373553" cy="1741246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자라서 되고 싶은 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D5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EBADB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5" name="포인트"/>
          <p:cNvSpPr/>
          <p:nvPr/>
        </p:nvSpPr>
        <p:spPr>
          <a:xfrm>
            <a:off x="11048695" y="502919"/>
            <a:ext cx="274320" cy="274320"/>
          </a:xfrm>
          <a:prstGeom prst="star4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우리 가족 이야기</a:t>
            </a:r>
          </a:p>
        </p:txBody>
      </p:sp>
      <p:sp>
        <p:nvSpPr>
          <p:cNvPr id="6" name="타임라인 선"/>
          <p:cNvSpPr/>
          <p:nvPr/>
        </p:nvSpPr>
        <p:spPr>
          <a:xfrm>
            <a:off x="640080" y="3520440"/>
            <a:ext cx="10911535" cy="54864"/>
          </a:xfrm>
          <a:prstGeom prst="rect">
            <a:avLst/>
          </a:prstGeom>
          <a:solidFill>
            <a:srgbClr val="F6D5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때 1"/>
          <p:cNvSpPr/>
          <p:nvPr/>
        </p:nvSpPr>
        <p:spPr>
          <a:xfrm>
            <a:off x="1802853" y="3337560"/>
            <a:ext cx="402336" cy="402336"/>
          </a:xfrm>
          <a:prstGeom prst="ellipse">
            <a:avLst/>
          </a:prstGeom>
          <a:solidFill>
            <a:srgbClr val="E1989E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E1989E"/>
                </a:solidFill>
              </a:rPr>
              <a:t>가족이 된 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9272A"/>
                </a:solidFill>
              </a:rPr>
              <a:t>우리의 시작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처음 만난 날의 이야기</a:t>
            </a:r>
          </a:p>
        </p:txBody>
      </p:sp>
      <p:sp>
        <p:nvSpPr>
          <p:cNvPr id="11" name="때 2"/>
          <p:cNvSpPr/>
          <p:nvPr/>
        </p:nvSpPr>
        <p:spPr>
          <a:xfrm>
            <a:off x="4530737" y="3337560"/>
            <a:ext cx="402336" cy="402336"/>
          </a:xfrm>
          <a:prstGeom prst="ellipse">
            <a:avLst/>
          </a:prstGeom>
          <a:solidFill>
            <a:srgbClr val="E1989E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3683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E1989E"/>
                </a:solidFill>
              </a:rPr>
              <a:t>아이가 태어난 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9403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9272A"/>
                </a:solidFill>
              </a:rPr>
              <a:t>새 식구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9403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그날의 기억을 적어요</a:t>
            </a:r>
          </a:p>
        </p:txBody>
      </p:sp>
      <p:sp>
        <p:nvSpPr>
          <p:cNvPr id="15" name="때 3"/>
          <p:cNvSpPr/>
          <p:nvPr/>
        </p:nvSpPr>
        <p:spPr>
          <a:xfrm>
            <a:off x="7258621" y="3337560"/>
            <a:ext cx="402336" cy="402336"/>
          </a:xfrm>
          <a:prstGeom prst="ellipse">
            <a:avLst/>
          </a:prstGeom>
          <a:solidFill>
            <a:srgbClr val="E1989E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41567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E1989E"/>
                </a:solidFill>
              </a:rPr>
              <a:t>첫 가족 여행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287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9272A"/>
                </a:solidFill>
              </a:rPr>
              <a:t>함께 떠난 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7287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가장 웃었던 순간</a:t>
            </a:r>
          </a:p>
        </p:txBody>
      </p:sp>
      <p:sp>
        <p:nvSpPr>
          <p:cNvPr id="19" name="때 4"/>
          <p:cNvSpPr/>
          <p:nvPr/>
        </p:nvSpPr>
        <p:spPr>
          <a:xfrm>
            <a:off x="9986505" y="3337560"/>
            <a:ext cx="402336" cy="402336"/>
          </a:xfrm>
          <a:prstGeom prst="ellipse">
            <a:avLst/>
          </a:prstGeom>
          <a:solidFill>
            <a:srgbClr val="E1989E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451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E1989E"/>
                </a:solidFill>
              </a:rPr>
              <a:t>지금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171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9272A"/>
                </a:solidFill>
              </a:rPr>
              <a:t>오늘의 우리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171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요즘 우리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D5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EBADB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5" name="포인트"/>
          <p:cNvSpPr/>
          <p:nvPr/>
        </p:nvSpPr>
        <p:spPr>
          <a:xfrm>
            <a:off x="11048695" y="502919"/>
            <a:ext cx="274320" cy="274320"/>
          </a:xfrm>
          <a:prstGeom prst="star4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우리 가족의 약속</a:t>
            </a:r>
          </a:p>
        </p:txBody>
      </p:sp>
      <p:sp>
        <p:nvSpPr>
          <p:cNvPr id="6" name="줄 1"/>
          <p:cNvSpPr/>
          <p:nvPr/>
        </p:nvSpPr>
        <p:spPr>
          <a:xfrm>
            <a:off x="640080" y="1783080"/>
            <a:ext cx="10911535" cy="1005840"/>
          </a:xfrm>
          <a:prstGeom prst="roundRect">
            <a:avLst>
              <a:gd name="adj" fmla="val 4000"/>
            </a:avLst>
          </a:prstGeom>
          <a:solidFill>
            <a:srgbClr val="FBEC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포인트 막대"/>
          <p:cNvSpPr/>
          <p:nvPr/>
        </p:nvSpPr>
        <p:spPr>
          <a:xfrm>
            <a:off x="640080" y="1892807"/>
            <a:ext cx="54864" cy="786384"/>
          </a:xfrm>
          <a:prstGeom prst="rect">
            <a:avLst/>
          </a:prstGeom>
          <a:solidFill>
            <a:srgbClr val="E198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번호 1"/>
          <p:cNvSpPr/>
          <p:nvPr/>
        </p:nvSpPr>
        <p:spPr>
          <a:xfrm>
            <a:off x="822959" y="2057400"/>
            <a:ext cx="457200" cy="457200"/>
          </a:xfrm>
          <a:prstGeom prst="ellipse">
            <a:avLst/>
          </a:prstGeom>
          <a:solidFill>
            <a:srgbClr val="EACBB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8288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272A"/>
                </a:solidFill>
              </a:rPr>
              <a:t>약속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82880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밥은 꼭 함께 먹기</a:t>
            </a:r>
          </a:p>
        </p:txBody>
      </p:sp>
      <p:sp>
        <p:nvSpPr>
          <p:cNvPr id="11" name="줄 2"/>
          <p:cNvSpPr/>
          <p:nvPr/>
        </p:nvSpPr>
        <p:spPr>
          <a:xfrm>
            <a:off x="640080" y="2926080"/>
            <a:ext cx="10911535" cy="1005840"/>
          </a:xfrm>
          <a:prstGeom prst="roundRect">
            <a:avLst>
              <a:gd name="adj" fmla="val 4000"/>
            </a:avLst>
          </a:prstGeom>
          <a:solidFill>
            <a:srgbClr val="FBEC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포인트 막대"/>
          <p:cNvSpPr/>
          <p:nvPr/>
        </p:nvSpPr>
        <p:spPr>
          <a:xfrm>
            <a:off x="640080" y="3035808"/>
            <a:ext cx="54864" cy="786384"/>
          </a:xfrm>
          <a:prstGeom prst="rect">
            <a:avLst/>
          </a:prstGeom>
          <a:solidFill>
            <a:srgbClr val="E198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2"/>
          <p:cNvSpPr/>
          <p:nvPr/>
        </p:nvSpPr>
        <p:spPr>
          <a:xfrm>
            <a:off x="822959" y="3200400"/>
            <a:ext cx="457200" cy="457200"/>
          </a:xfrm>
          <a:prstGeom prst="ellipse">
            <a:avLst/>
          </a:prstGeom>
          <a:solidFill>
            <a:srgbClr val="EACBB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9718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272A"/>
                </a:solidFill>
              </a:rPr>
              <a:t>약속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97180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잠들기 전에 사랑한다고 말하기</a:t>
            </a:r>
          </a:p>
        </p:txBody>
      </p:sp>
      <p:sp>
        <p:nvSpPr>
          <p:cNvPr id="16" name="줄 3"/>
          <p:cNvSpPr/>
          <p:nvPr/>
        </p:nvSpPr>
        <p:spPr>
          <a:xfrm>
            <a:off x="640080" y="4069080"/>
            <a:ext cx="10911535" cy="1005840"/>
          </a:xfrm>
          <a:prstGeom prst="roundRect">
            <a:avLst>
              <a:gd name="adj" fmla="val 4000"/>
            </a:avLst>
          </a:prstGeom>
          <a:solidFill>
            <a:srgbClr val="FBEC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포인트 막대"/>
          <p:cNvSpPr/>
          <p:nvPr/>
        </p:nvSpPr>
        <p:spPr>
          <a:xfrm>
            <a:off x="640080" y="4178808"/>
            <a:ext cx="54864" cy="786384"/>
          </a:xfrm>
          <a:prstGeom prst="rect">
            <a:avLst/>
          </a:prstGeom>
          <a:solidFill>
            <a:srgbClr val="E198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3"/>
          <p:cNvSpPr/>
          <p:nvPr/>
        </p:nvSpPr>
        <p:spPr>
          <a:xfrm>
            <a:off x="822959" y="4343400"/>
            <a:ext cx="457200" cy="457200"/>
          </a:xfrm>
          <a:prstGeom prst="ellipse">
            <a:avLst/>
          </a:prstGeom>
          <a:solidFill>
            <a:srgbClr val="EACBB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1148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272A"/>
                </a:solidFill>
              </a:rPr>
              <a:t>약속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411480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주말에는 함께 산책하기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D5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EBADB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5" name="포인트"/>
          <p:cNvSpPr/>
          <p:nvPr/>
        </p:nvSpPr>
        <p:spPr>
          <a:xfrm>
            <a:off x="11048695" y="502919"/>
            <a:ext cx="274320" cy="274320"/>
          </a:xfrm>
          <a:prstGeom prst="star4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가족 사진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40080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6D5D8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1</a:t>
            </a:r>
          </a:p>
        </p:txBody>
      </p:sp>
      <p:sp>
        <p:nvSpPr>
          <p:cNvPr id="7" name="사진 자리"/>
          <p:cNvSpPr/>
          <p:nvPr/>
        </p:nvSpPr>
        <p:spPr>
          <a:xfrm>
            <a:off x="4338218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6D5D8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2</a:t>
            </a:r>
          </a:p>
        </p:txBody>
      </p:sp>
      <p:sp>
        <p:nvSpPr>
          <p:cNvPr id="8" name="사진 자리"/>
          <p:cNvSpPr/>
          <p:nvPr/>
        </p:nvSpPr>
        <p:spPr>
          <a:xfrm>
            <a:off x="8036356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6D5D8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3</a:t>
            </a:r>
          </a:p>
        </p:txBody>
      </p:sp>
      <p:sp>
        <p:nvSpPr>
          <p:cNvPr id="9" name="사진 자리"/>
          <p:cNvSpPr/>
          <p:nvPr/>
        </p:nvSpPr>
        <p:spPr>
          <a:xfrm>
            <a:off x="640080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6D5D8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4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4338218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6D5D8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5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8036356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6D5D8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C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1463003" y="960120"/>
            <a:ext cx="3657508" cy="4526280"/>
          </a:xfrm>
          <a:prstGeom prst="roundRect">
            <a:avLst>
              <a:gd name="adj" fmla="val 4000"/>
            </a:avLst>
          </a:prstGeom>
          <a:solidFill>
            <a:srgbClr val="EBADB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9272A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975335" y="1234439"/>
            <a:ext cx="3657508" cy="4526280"/>
          </a:xfrm>
          <a:prstGeom prst="roundRect">
            <a:avLst>
              <a:gd name="adj" fmla="val 4000"/>
            </a:avLst>
          </a:prstGeom>
          <a:noFill/>
          <a:ln w="9525">
            <a:solidFill>
              <a:srgbClr val="2623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6827349" y="2148840"/>
            <a:ext cx="4632844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349" y="2606040"/>
            <a:ext cx="4632844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우리 가족 소개를 마칩니다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6827349" y="3886200"/>
            <a:ext cx="4632844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읽어 주셔서 고맙습니다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6827349" y="4754880"/>
            <a:ext cx="4632844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아이와 함께 가족 소개">
  <a:themeElements>
    <a:clrScheme name="Office">
      <a:dk1>
        <a:sysClr val="windowText" lastClr="000000"/>
      </a:dk1>
      <a:lt1>
        <a:sysClr val="window" lastClr="FFFFFF"/>
      </a:lt1>
      <a:dk2>
        <a:srgbClr val="49272A"/>
      </a:dk2>
      <a:lt2>
        <a:srgbClr val="FBECED"/>
      </a:lt2>
      <a:accent1>
        <a:srgbClr val="E1989E"/>
      </a:accent1>
      <a:accent2>
        <a:srgbClr val="EACBB8"/>
      </a:accent2>
      <a:accent3>
        <a:srgbClr val="49272A"/>
      </a:accent3>
      <a:accent4>
        <a:srgbClr val="F6D5D8"/>
      </a:accent4>
      <a:accent5>
        <a:srgbClr val="E6B2AB"/>
      </a:accent5>
      <a:accent6>
        <a:srgbClr val="927D7F"/>
      </a:accent6>
      <a:hlink>
        <a:srgbClr val="E1989E"/>
      </a:hlink>
      <a:folHlink>
        <a:srgbClr val="49272A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아이와 함께 가족 소개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