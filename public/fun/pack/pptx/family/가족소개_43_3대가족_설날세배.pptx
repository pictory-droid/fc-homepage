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31920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세배 끝나고 줄 서서 세뱃돈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3대 가족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777240" y="1554480"/>
            <a:ext cx="1353769" cy="1353769"/>
          </a:xfrm>
          <a:prstGeom prst="ellipse">
            <a:avLst/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996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31920"/>
                </a:solidFill>
              </a:rPr>
              <a:t>할아버지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456889"/>
            <a:ext cx="1445209" cy="24867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2633929" y="1554480"/>
            <a:ext cx="1353769" cy="1353769"/>
          </a:xfrm>
          <a:prstGeom prst="ellipse">
            <a:avLst/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6769" y="29996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31920"/>
                </a:solidFill>
              </a:rPr>
              <a:t>할머니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8209" y="3456889"/>
            <a:ext cx="1445209" cy="24867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490618" y="1554480"/>
            <a:ext cx="1353769" cy="1353769"/>
          </a:xfrm>
          <a:prstGeom prst="ellipse">
            <a:avLst/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3458" y="29996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31920"/>
                </a:solidFill>
              </a:rPr>
              <a:t>아빠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4898" y="3456889"/>
            <a:ext cx="1445209" cy="24867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6347307" y="1554480"/>
            <a:ext cx="1353769" cy="1353769"/>
          </a:xfrm>
          <a:prstGeom prst="ellipse">
            <a:avLst/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147" y="29996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31920"/>
                </a:solidFill>
              </a:rPr>
              <a:t>엄마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1587" y="3456889"/>
            <a:ext cx="1445209" cy="24867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7" name="사진 자리"/>
          <p:cNvSpPr/>
          <p:nvPr/>
        </p:nvSpPr>
        <p:spPr>
          <a:xfrm>
            <a:off x="8203996" y="1554480"/>
            <a:ext cx="1353769" cy="1353769"/>
          </a:xfrm>
          <a:prstGeom prst="ellipse">
            <a:avLst/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6836" y="29996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31920"/>
                </a:solidFill>
              </a:rPr>
              <a:t>큰아이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8276" y="3456889"/>
            <a:ext cx="1445209" cy="24867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20" name="사진 자리"/>
          <p:cNvSpPr/>
          <p:nvPr/>
        </p:nvSpPr>
        <p:spPr>
          <a:xfrm>
            <a:off x="10060686" y="1554480"/>
            <a:ext cx="1353769" cy="1353769"/>
          </a:xfrm>
          <a:prstGeom prst="ellipse">
            <a:avLst/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3526" y="299968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31920"/>
                </a:solidFill>
              </a:rPr>
              <a:t>작은아이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4965" y="3456889"/>
            <a:ext cx="1445209" cy="24867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291840"/>
            <a:ext cx="10911535" cy="54864"/>
          </a:xfrm>
          <a:prstGeom prst="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08960"/>
            <a:ext cx="402336" cy="402336"/>
          </a:xfrm>
          <a:prstGeom prst="ellipse">
            <a:avLst/>
          </a:prstGeom>
          <a:solidFill>
            <a:srgbClr val="8D344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D3443"/>
                </a:solidFill>
              </a:rPr>
              <a:t>할아버지 할머니의 이야기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가족의 시작을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08960"/>
            <a:ext cx="402336" cy="402336"/>
          </a:xfrm>
          <a:prstGeom prst="ellipse">
            <a:avLst/>
          </a:prstGeom>
          <a:solidFill>
            <a:srgbClr val="8D344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D3443"/>
                </a:solidFill>
              </a:rPr>
              <a:t>부모가 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새로운 가지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08960"/>
            <a:ext cx="402336" cy="402336"/>
          </a:xfrm>
          <a:prstGeom prst="ellipse">
            <a:avLst/>
          </a:prstGeom>
          <a:solidFill>
            <a:srgbClr val="8D344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D3443"/>
                </a:solidFill>
              </a:rPr>
              <a:t>온 가족 모임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한자리에 모인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즐거웠던 명절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08960"/>
            <a:ext cx="402336" cy="402336"/>
          </a:xfrm>
          <a:prstGeom prst="ellipse">
            <a:avLst/>
          </a:prstGeom>
          <a:solidFill>
            <a:srgbClr val="8D344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D3443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2700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명절에는 모두 한자리에 모이기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97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2700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97180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43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어른께 먼저 안부 전하기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40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2700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886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31920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431920"/>
      </a:dk2>
      <a:lt2>
        <a:srgbClr val="F9F0F2"/>
      </a:lt2>
      <a:accent1>
        <a:srgbClr val="8D3443"/>
      </a:accent1>
      <a:accent2>
        <a:srgbClr val="3B9158"/>
      </a:accent2>
      <a:accent3>
        <a:srgbClr val="431920"/>
      </a:accent3>
      <a:accent4>
        <a:srgbClr val="F0D1D6"/>
      </a:accent4>
      <a:accent5>
        <a:srgbClr val="64624E"/>
      </a:accent5>
      <a:accent6>
        <a:srgbClr val="8E7579"/>
      </a:accent6>
      <a:hlink>
        <a:srgbClr val="8D3443"/>
      </a:hlink>
      <a:folHlink>
        <a:srgbClr val="43192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