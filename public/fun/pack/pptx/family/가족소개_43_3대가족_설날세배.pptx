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AD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세배 끝나고 줄 서서 세뱃돈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3대 가족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1783080"/>
            <a:ext cx="1353769" cy="1353769"/>
          </a:xfrm>
          <a:prstGeom prst="ellipse">
            <a:avLst/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할아버지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2633929" y="1783080"/>
            <a:ext cx="1353769" cy="1353769"/>
          </a:xfrm>
          <a:prstGeom prst="ellipse">
            <a:avLst/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769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할머니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8209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490618" y="1783080"/>
            <a:ext cx="1353769" cy="1353769"/>
          </a:xfrm>
          <a:prstGeom prst="ellipse">
            <a:avLst/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3458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아빠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347307" y="1783080"/>
            <a:ext cx="1353769" cy="1353769"/>
          </a:xfrm>
          <a:prstGeom prst="ellipse">
            <a:avLst/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엄마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1587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03996" y="1783080"/>
            <a:ext cx="1353769" cy="1353769"/>
          </a:xfrm>
          <a:prstGeom prst="ellipse">
            <a:avLst/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683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큰아이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10060686" y="1783080"/>
            <a:ext cx="1353769" cy="1353769"/>
          </a:xfrm>
          <a:prstGeom prst="ellipse">
            <a:avLst/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3526" y="322828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D"/>
                </a:solidFill>
              </a:rPr>
              <a:t>작은아이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4965" y="3685489"/>
            <a:ext cx="1445209" cy="248671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D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98A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A4"/>
                </a:solidFill>
              </a:rPr>
              <a:t>할아버지 할머니의 이야기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가족의 시작을 적어요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98A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A4"/>
                </a:solidFill>
              </a:rPr>
              <a:t>부모가 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새로운 가지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98A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A4"/>
                </a:solidFill>
              </a:rPr>
              <a:t>온 가족 모임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한자리에 모인 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즐거웠던 명절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98A4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A4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2011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A4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명절에는 모두 한자리에 모이기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731519" y="3154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A4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약속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어른께 먼저 안부 전하기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E198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731519" y="4297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E198A4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D"/>
                </a:solidFill>
              </a:rPr>
              <a:t>약속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AD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E198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D5D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ADB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D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49272D"/>
      </a:dk2>
      <a:lt2>
        <a:srgbClr val="FBECEF"/>
      </a:lt2>
      <a:accent1>
        <a:srgbClr val="E198A4"/>
      </a:accent1>
      <a:accent2>
        <a:srgbClr val="EAC7B8"/>
      </a:accent2>
      <a:accent3>
        <a:srgbClr val="49272D"/>
      </a:accent3>
      <a:accent4>
        <a:srgbClr val="F6D5DA"/>
      </a:accent4>
      <a:accent5>
        <a:srgbClr val="E6B0AE"/>
      </a:accent5>
      <a:accent6>
        <a:srgbClr val="927D81"/>
      </a:accent6>
      <a:hlink>
        <a:srgbClr val="E198A4"/>
      </a:hlink>
      <a:folHlink>
        <a:srgbClr val="49272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