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family-2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115F5B"/>
                </a:solidFill>
              </a:rPr>
              <a:t>우리 가족을 소개합니다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15F5B"/>
                </a:solidFill>
              </a:rPr>
              <a:t>대나무 숲길을 팔짱 끼고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우리 부부 · 2027. 00. 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12557455" cy="731520"/>
          </a:xfrm>
          <a:prstGeom prst="wave">
            <a:avLst/>
          </a:prstGeom>
          <a:solidFill>
            <a:srgbClr val="D1FA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12557455" cy="502920"/>
          </a:xfrm>
          <a:prstGeom prst="wave">
            <a:avLst/>
          </a:prstGeom>
          <a:solidFill>
            <a:srgbClr val="26C5B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15F5B"/>
                </a:solidFill>
              </a:rPr>
              <a:t>가족 구성원</a:t>
            </a:r>
          </a:p>
        </p:txBody>
      </p:sp>
      <p:sp>
        <p:nvSpPr>
          <p:cNvPr id="5" name="사진 자리"/>
          <p:cNvSpPr/>
          <p:nvPr/>
        </p:nvSpPr>
        <p:spPr>
          <a:xfrm>
            <a:off x="2213533" y="1554480"/>
            <a:ext cx="2194560" cy="2194560"/>
          </a:xfrm>
          <a:prstGeom prst="ellipse">
            <a:avLst/>
          </a:prstGeom>
          <a:solidFill>
            <a:srgbClr val="D1FAF8"/>
          </a:solidFill>
          <a:ln w="19050">
            <a:solidFill>
              <a:srgbClr val="26C5B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5F5B"/>
                </a:solidFill>
              </a:rPr>
              <a:t>사진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79"/>
            <a:ext cx="53414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15F5B"/>
                </a:solidFill>
              </a:rPr>
              <a:t>남편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4297679"/>
            <a:ext cx="5158587" cy="16459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나의 한마디</a:t>
            </a:r>
          </a:p>
        </p:txBody>
      </p:sp>
      <p:sp>
        <p:nvSpPr>
          <p:cNvPr id="8" name="사진 자리"/>
          <p:cNvSpPr/>
          <p:nvPr/>
        </p:nvSpPr>
        <p:spPr>
          <a:xfrm>
            <a:off x="7783601" y="1554480"/>
            <a:ext cx="2194560" cy="2194560"/>
          </a:xfrm>
          <a:prstGeom prst="ellipse">
            <a:avLst/>
          </a:prstGeom>
          <a:solidFill>
            <a:srgbClr val="D1FAF8"/>
          </a:solidFill>
          <a:ln w="19050">
            <a:solidFill>
              <a:srgbClr val="26C5B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5F5B"/>
                </a:solidFill>
              </a:rPr>
              <a:t>사진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0147" y="3840479"/>
            <a:ext cx="53414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15F5B"/>
                </a:solidFill>
              </a:rPr>
              <a:t>아내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297679"/>
            <a:ext cx="5158587" cy="16459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나의 한마디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12557455" cy="731520"/>
          </a:xfrm>
          <a:prstGeom prst="wave">
            <a:avLst/>
          </a:prstGeom>
          <a:solidFill>
            <a:srgbClr val="D1FA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12557455" cy="502920"/>
          </a:xfrm>
          <a:prstGeom prst="wave">
            <a:avLst/>
          </a:prstGeom>
          <a:solidFill>
            <a:srgbClr val="26C5B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15F5B"/>
                </a:solidFill>
              </a:rPr>
              <a:t>우리 가족 이야기</a:t>
            </a:r>
          </a:p>
        </p:txBody>
      </p:sp>
      <p:sp>
        <p:nvSpPr>
          <p:cNvPr id="5" name="타임라인 선"/>
          <p:cNvSpPr/>
          <p:nvPr/>
        </p:nvSpPr>
        <p:spPr>
          <a:xfrm>
            <a:off x="640080" y="3291840"/>
            <a:ext cx="10911535" cy="54864"/>
          </a:xfrm>
          <a:prstGeom prst="rect">
            <a:avLst/>
          </a:prstGeom>
          <a:solidFill>
            <a:srgbClr val="D1FA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때 1"/>
          <p:cNvSpPr/>
          <p:nvPr/>
        </p:nvSpPr>
        <p:spPr>
          <a:xfrm>
            <a:off x="1802853" y="3108960"/>
            <a:ext cx="402336" cy="402336"/>
          </a:xfrm>
          <a:prstGeom prst="ellipse">
            <a:avLst/>
          </a:prstGeom>
          <a:solidFill>
            <a:srgbClr val="26C5BD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6888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6C5BD"/>
                </a:solidFill>
              </a:rPr>
              <a:t>처음 만난 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365760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15F5B"/>
                </a:solidFill>
              </a:rPr>
              <a:t>첫 만남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416052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어디에서 어떻게 만났나요?</a:t>
            </a:r>
          </a:p>
        </p:txBody>
      </p:sp>
      <p:sp>
        <p:nvSpPr>
          <p:cNvPr id="10" name="때 2"/>
          <p:cNvSpPr/>
          <p:nvPr/>
        </p:nvSpPr>
        <p:spPr>
          <a:xfrm>
            <a:off x="4530737" y="3108960"/>
            <a:ext cx="402336" cy="402336"/>
          </a:xfrm>
          <a:prstGeom prst="ellipse">
            <a:avLst/>
          </a:prstGeom>
          <a:solidFill>
            <a:srgbClr val="26C5BD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13683" y="246888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6C5BD"/>
                </a:solidFill>
              </a:rPr>
              <a:t>결혼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59403" y="365760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15F5B"/>
                </a:solidFill>
              </a:rPr>
              <a:t>함께 시작한 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59403" y="416052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그날의 기억을 적어요</a:t>
            </a:r>
          </a:p>
        </p:txBody>
      </p:sp>
      <p:sp>
        <p:nvSpPr>
          <p:cNvPr id="14" name="때 3"/>
          <p:cNvSpPr/>
          <p:nvPr/>
        </p:nvSpPr>
        <p:spPr>
          <a:xfrm>
            <a:off x="7258621" y="3108960"/>
            <a:ext cx="402336" cy="402336"/>
          </a:xfrm>
          <a:prstGeom prst="ellipse">
            <a:avLst/>
          </a:prstGeom>
          <a:solidFill>
            <a:srgbClr val="26C5BD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41567" y="246888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6C5BD"/>
                </a:solidFill>
              </a:rPr>
              <a:t>첫 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87287" y="365760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15F5B"/>
                </a:solidFill>
              </a:rPr>
              <a:t>우리의 보금자리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87287" y="416052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처음 이사한 날</a:t>
            </a:r>
          </a:p>
        </p:txBody>
      </p:sp>
      <p:sp>
        <p:nvSpPr>
          <p:cNvPr id="18" name="때 4"/>
          <p:cNvSpPr/>
          <p:nvPr/>
        </p:nvSpPr>
        <p:spPr>
          <a:xfrm>
            <a:off x="9986505" y="3108960"/>
            <a:ext cx="402336" cy="402336"/>
          </a:xfrm>
          <a:prstGeom prst="ellipse">
            <a:avLst/>
          </a:prstGeom>
          <a:solidFill>
            <a:srgbClr val="26C5BD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451" y="246888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6C5BD"/>
                </a:solidFill>
              </a:rPr>
              <a:t>지금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5171" y="365760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15F5B"/>
                </a:solidFill>
              </a:rPr>
              <a:t>오늘의 우리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5171" y="416052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요즘 우리 이야기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12557455" cy="731520"/>
          </a:xfrm>
          <a:prstGeom prst="wave">
            <a:avLst/>
          </a:prstGeom>
          <a:solidFill>
            <a:srgbClr val="D1FA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12557455" cy="502920"/>
          </a:xfrm>
          <a:prstGeom prst="wave">
            <a:avLst/>
          </a:prstGeom>
          <a:solidFill>
            <a:srgbClr val="26C5B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15F5B"/>
                </a:solidFill>
              </a:rPr>
              <a:t>우리 가족의 약속</a:t>
            </a:r>
          </a:p>
        </p:txBody>
      </p:sp>
      <p:sp>
        <p:nvSpPr>
          <p:cNvPr id="5" name="줄 1"/>
          <p:cNvSpPr/>
          <p:nvPr/>
        </p:nvSpPr>
        <p:spPr>
          <a:xfrm>
            <a:off x="640080" y="1554480"/>
            <a:ext cx="10911535" cy="1005840"/>
          </a:xfrm>
          <a:prstGeom prst="roundRect">
            <a:avLst>
              <a:gd name="adj" fmla="val 8000"/>
            </a:avLst>
          </a:prstGeom>
          <a:solidFill>
            <a:srgbClr val="EEFCFB"/>
          </a:solidFill>
          <a:ln w="12700">
            <a:solidFill>
              <a:srgbClr val="D1FAF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822959" y="1828800"/>
            <a:ext cx="457200" cy="457200"/>
          </a:xfrm>
          <a:prstGeom prst="ellipse">
            <a:avLst/>
          </a:prstGeom>
          <a:solidFill>
            <a:srgbClr val="26C5B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60020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15F5B"/>
                </a:solidFill>
              </a:rPr>
              <a:t>약속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160020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하루에 한 번 서로 안아 주기</a:t>
            </a:r>
          </a:p>
        </p:txBody>
      </p:sp>
      <p:sp>
        <p:nvSpPr>
          <p:cNvPr id="9" name="줄 2"/>
          <p:cNvSpPr/>
          <p:nvPr/>
        </p:nvSpPr>
        <p:spPr>
          <a:xfrm>
            <a:off x="640080" y="2697480"/>
            <a:ext cx="10911535" cy="1005840"/>
          </a:xfrm>
          <a:prstGeom prst="roundRect">
            <a:avLst>
              <a:gd name="adj" fmla="val 8000"/>
            </a:avLst>
          </a:prstGeom>
          <a:solidFill>
            <a:srgbClr val="EEFCFB"/>
          </a:solidFill>
          <a:ln w="12700">
            <a:solidFill>
              <a:srgbClr val="D1FAF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822959" y="2971800"/>
            <a:ext cx="457200" cy="457200"/>
          </a:xfrm>
          <a:prstGeom prst="ellipse">
            <a:avLst/>
          </a:prstGeom>
          <a:solidFill>
            <a:srgbClr val="26C5B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274320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15F5B"/>
                </a:solidFill>
              </a:rPr>
              <a:t>약속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274320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화가 나도 잠자리 전엔 풀기</a:t>
            </a:r>
          </a:p>
        </p:txBody>
      </p:sp>
      <p:sp>
        <p:nvSpPr>
          <p:cNvPr id="13" name="줄 3"/>
          <p:cNvSpPr/>
          <p:nvPr/>
        </p:nvSpPr>
        <p:spPr>
          <a:xfrm>
            <a:off x="640080" y="3840480"/>
            <a:ext cx="10911535" cy="1005840"/>
          </a:xfrm>
          <a:prstGeom prst="roundRect">
            <a:avLst>
              <a:gd name="adj" fmla="val 8000"/>
            </a:avLst>
          </a:prstGeom>
          <a:solidFill>
            <a:srgbClr val="EEFCFB"/>
          </a:solidFill>
          <a:ln w="12700">
            <a:solidFill>
              <a:srgbClr val="D1FAF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22959" y="4114800"/>
            <a:ext cx="457200" cy="457200"/>
          </a:xfrm>
          <a:prstGeom prst="ellipse">
            <a:avLst/>
          </a:prstGeom>
          <a:solidFill>
            <a:srgbClr val="26C5B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388620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15F5B"/>
                </a:solidFill>
              </a:rPr>
              <a:t>약속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388620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한 달에 한 번 데이트하기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12557455" cy="731520"/>
          </a:xfrm>
          <a:prstGeom prst="wave">
            <a:avLst/>
          </a:prstGeom>
          <a:solidFill>
            <a:srgbClr val="D1FA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12557455" cy="502920"/>
          </a:xfrm>
          <a:prstGeom prst="wave">
            <a:avLst/>
          </a:prstGeom>
          <a:solidFill>
            <a:srgbClr val="26C5B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15F5B"/>
                </a:solidFill>
              </a:rPr>
              <a:t>가족 사진</a:t>
            </a:r>
          </a:p>
        </p:txBody>
      </p:sp>
      <p:sp>
        <p:nvSpPr>
          <p:cNvPr id="5" name="사진 자리"/>
          <p:cNvSpPr/>
          <p:nvPr/>
        </p:nvSpPr>
        <p:spPr>
          <a:xfrm>
            <a:off x="640080" y="1554480"/>
            <a:ext cx="3515258" cy="2103120"/>
          </a:xfrm>
          <a:prstGeom prst="roundRect">
            <a:avLst>
              <a:gd name="adj" fmla="val 6000"/>
            </a:avLst>
          </a:prstGeom>
          <a:solidFill>
            <a:srgbClr val="D1FAF8"/>
          </a:solidFill>
          <a:ln w="19050">
            <a:solidFill>
              <a:srgbClr val="26C5B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5F5B"/>
                </a:solidFill>
              </a:rPr>
              <a:t>사진 1</a:t>
            </a:r>
          </a:p>
        </p:txBody>
      </p:sp>
      <p:sp>
        <p:nvSpPr>
          <p:cNvPr id="6" name="사진 자리"/>
          <p:cNvSpPr/>
          <p:nvPr/>
        </p:nvSpPr>
        <p:spPr>
          <a:xfrm>
            <a:off x="4338218" y="1554480"/>
            <a:ext cx="3515258" cy="2103120"/>
          </a:xfrm>
          <a:prstGeom prst="roundRect">
            <a:avLst>
              <a:gd name="adj" fmla="val 6000"/>
            </a:avLst>
          </a:prstGeom>
          <a:solidFill>
            <a:srgbClr val="D1FAF8"/>
          </a:solidFill>
          <a:ln w="19050">
            <a:solidFill>
              <a:srgbClr val="26C5B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5F5B"/>
                </a:solidFill>
              </a:rPr>
              <a:t>사진 2</a:t>
            </a:r>
          </a:p>
        </p:txBody>
      </p:sp>
      <p:sp>
        <p:nvSpPr>
          <p:cNvPr id="7" name="사진 자리"/>
          <p:cNvSpPr/>
          <p:nvPr/>
        </p:nvSpPr>
        <p:spPr>
          <a:xfrm>
            <a:off x="8036356" y="1554480"/>
            <a:ext cx="3515258" cy="2103120"/>
          </a:xfrm>
          <a:prstGeom prst="roundRect">
            <a:avLst>
              <a:gd name="adj" fmla="val 6000"/>
            </a:avLst>
          </a:prstGeom>
          <a:solidFill>
            <a:srgbClr val="D1FAF8"/>
          </a:solidFill>
          <a:ln w="19050">
            <a:solidFill>
              <a:srgbClr val="26C5B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5F5B"/>
                </a:solidFill>
              </a:rPr>
              <a:t>사진 3</a:t>
            </a:r>
          </a:p>
        </p:txBody>
      </p:sp>
      <p:sp>
        <p:nvSpPr>
          <p:cNvPr id="8" name="사진 자리"/>
          <p:cNvSpPr/>
          <p:nvPr/>
        </p:nvSpPr>
        <p:spPr>
          <a:xfrm>
            <a:off x="640080" y="3840480"/>
            <a:ext cx="3515258" cy="2103120"/>
          </a:xfrm>
          <a:prstGeom prst="roundRect">
            <a:avLst>
              <a:gd name="adj" fmla="val 6000"/>
            </a:avLst>
          </a:prstGeom>
          <a:solidFill>
            <a:srgbClr val="D1FAF8"/>
          </a:solidFill>
          <a:ln w="19050">
            <a:solidFill>
              <a:srgbClr val="26C5B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5F5B"/>
                </a:solidFill>
              </a:rPr>
              <a:t>사진 4</a:t>
            </a:r>
          </a:p>
        </p:txBody>
      </p:sp>
      <p:sp>
        <p:nvSpPr>
          <p:cNvPr id="9" name="사진 자리"/>
          <p:cNvSpPr/>
          <p:nvPr/>
        </p:nvSpPr>
        <p:spPr>
          <a:xfrm>
            <a:off x="4338218" y="3840480"/>
            <a:ext cx="3515258" cy="2103120"/>
          </a:xfrm>
          <a:prstGeom prst="roundRect">
            <a:avLst>
              <a:gd name="adj" fmla="val 6000"/>
            </a:avLst>
          </a:prstGeom>
          <a:solidFill>
            <a:srgbClr val="D1FAF8"/>
          </a:solidFill>
          <a:ln w="19050">
            <a:solidFill>
              <a:srgbClr val="26C5B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5F5B"/>
                </a:solidFill>
              </a:rPr>
              <a:t>사진 5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8036356" y="3840480"/>
            <a:ext cx="3515258" cy="2103120"/>
          </a:xfrm>
          <a:prstGeom prst="roundRect">
            <a:avLst>
              <a:gd name="adj" fmla="val 6000"/>
            </a:avLst>
          </a:prstGeom>
          <a:solidFill>
            <a:srgbClr val="D1FAF8"/>
          </a:solidFill>
          <a:ln w="19050">
            <a:solidFill>
              <a:srgbClr val="26C5B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5F5B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family-2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115F5B"/>
                </a:solidFill>
              </a:rPr>
              <a:t>우리 가족 소개를 마칩니다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15F5B"/>
                </a:solidFill>
              </a:rPr>
              <a:t>읽어 주셔서 고맙습니다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고맙습니다 · 가족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우리 부부 가족 소개">
  <a:themeElements>
    <a:clrScheme name="Office">
      <a:dk1>
        <a:sysClr val="windowText" lastClr="000000"/>
      </a:dk1>
      <a:lt1>
        <a:sysClr val="window" lastClr="FFFFFF"/>
      </a:lt1>
      <a:dk2>
        <a:srgbClr val="115F5B"/>
      </a:dk2>
      <a:lt2>
        <a:srgbClr val="EEFCFB"/>
      </a:lt2>
      <a:accent1>
        <a:srgbClr val="26C5BD"/>
      </a:accent1>
      <a:accent2>
        <a:srgbClr val="209DB6"/>
      </a:accent2>
      <a:accent3>
        <a:srgbClr val="115F5B"/>
      </a:accent3>
      <a:accent4>
        <a:srgbClr val="D1FAF8"/>
      </a:accent4>
      <a:accent5>
        <a:srgbClr val="23B1BA"/>
      </a:accent5>
      <a:accent6>
        <a:srgbClr val="709F9D"/>
      </a:accent6>
      <a:hlink>
        <a:srgbClr val="26C5BD"/>
      </a:hlink>
      <a:folHlink>
        <a:srgbClr val="115F5B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우리 부부 가족 소개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