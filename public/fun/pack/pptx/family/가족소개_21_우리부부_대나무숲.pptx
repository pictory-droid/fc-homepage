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대나무 숲길을 팔짱 끼고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213533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남편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51585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83601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384047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아내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1587" y="4297679"/>
            <a:ext cx="51585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결혼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함께 시작한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첫 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우리의 보금자리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