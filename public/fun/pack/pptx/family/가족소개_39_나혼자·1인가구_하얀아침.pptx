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A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하얀 아침을 창가에서 혼자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나 혼자 · 1인 가구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1285189" y="1783080"/>
            <a:ext cx="2194560" cy="2194560"/>
          </a:xfrm>
          <a:prstGeom prst="ellipse">
            <a:avLst/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749"/>
                </a:solidFill>
              </a:rPr>
              <a:t>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998567" y="1783080"/>
            <a:ext cx="2194560" cy="2194560"/>
          </a:xfrm>
          <a:prstGeom prst="ellipse">
            <a:avLst/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749"/>
                </a:solidFill>
              </a:rPr>
              <a:t>내 공간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711946" y="1783080"/>
            <a:ext cx="2194560" cy="2194560"/>
          </a:xfrm>
          <a:prstGeom prst="ellipse">
            <a:avLst/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749"/>
                </a:solidFill>
              </a:rPr>
              <a:t>내 하루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5E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98BA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AE1"/>
                </a:solidFill>
              </a:rPr>
              <a:t>태어난 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나의 뿌리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고향의 기억을 적어요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98BA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AE1"/>
                </a:solidFill>
              </a:rPr>
              <a:t>학창 시절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자라던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좋았던 기억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98BA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AE1"/>
                </a:solidFill>
              </a:rPr>
              <a:t>혼자 시작한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나의 첫 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독립하던 날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98BA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AE1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오늘의 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792224"/>
            <a:ext cx="10893247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B8B8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나를 위한 밥상 차리기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49224" y="2935224"/>
            <a:ext cx="10893247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B8B8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 십 분 나에게 쓰는 시간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649224" y="4078224"/>
            <a:ext cx="10893247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B8B8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A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273749"/>
      </a:dk2>
      <a:lt2>
        <a:srgbClr val="ECF3FB"/>
      </a:lt2>
      <a:accent1>
        <a:srgbClr val="98BAE1"/>
      </a:accent1>
      <a:accent2>
        <a:srgbClr val="B8B8EA"/>
      </a:accent2>
      <a:accent3>
        <a:srgbClr val="273749"/>
      </a:accent3>
      <a:accent4>
        <a:srgbClr val="D5E4F6"/>
      </a:accent4>
      <a:accent5>
        <a:srgbClr val="A8B9E6"/>
      </a:accent5>
      <a:accent6>
        <a:srgbClr val="7D8792"/>
      </a:accent6>
      <a:hlink>
        <a:srgbClr val="98BAE1"/>
      </a:hlink>
      <a:folHlink>
        <a:srgbClr val="273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