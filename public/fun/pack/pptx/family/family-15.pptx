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274320" y="4251960"/>
            <a:ext cx="12740335" cy="2743200"/>
          </a:xfrm>
          <a:prstGeom prst="wav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274320" y="5074920"/>
            <a:ext cx="12740335" cy="2331720"/>
          </a:xfrm>
          <a:prstGeom prst="wav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9888231" y="1419499"/>
            <a:ext cx="340925" cy="340925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8286915" y="1531294"/>
            <a:ext cx="527267" cy="527267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8763778" y="1894602"/>
            <a:ext cx="370290" cy="370290"/>
          </a:xfrm>
          <a:prstGeom prst="ellipse">
            <a:avLst/>
          </a:prstGeom>
          <a:solidFill>
            <a:srgbClr val="917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8326878" y="383698"/>
            <a:ext cx="516380" cy="516380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8541295" y="1715794"/>
            <a:ext cx="476379" cy="476379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0360737" y="2657312"/>
            <a:ext cx="388914" cy="388914"/>
          </a:xfrm>
          <a:prstGeom prst="ellipse">
            <a:avLst/>
          </a:prstGeom>
          <a:solidFill>
            <a:srgbClr val="917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0026699" y="1065212"/>
            <a:ext cx="211151" cy="211151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0368594" y="558069"/>
            <a:ext cx="207051" cy="207051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9004839" y="2926884"/>
            <a:ext cx="310829" cy="310829"/>
          </a:xfrm>
          <a:prstGeom prst="ellipse">
            <a:avLst/>
          </a:prstGeom>
          <a:solidFill>
            <a:srgbClr val="917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9154620" y="1436472"/>
            <a:ext cx="494465" cy="494465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1285572" y="1681770"/>
            <a:ext cx="309746" cy="309746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5335" y="1371600"/>
            <a:ext cx="7558851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47347F"/>
                </a:solidFill>
              </a:rPr>
              <a:t>우리 가족을 소개합니다</a:t>
            </a:r>
          </a:p>
        </p:txBody>
      </p:sp>
      <p:sp>
        <p:nvSpPr>
          <p:cNvPr id="16" name="한 줄 문구"/>
          <p:cNvSpPr txBox="1"/>
          <p:nvPr/>
        </p:nvSpPr>
        <p:spPr>
          <a:xfrm>
            <a:off x="975335" y="2926080"/>
            <a:ext cx="731501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47347F"/>
                </a:solidFill>
              </a:rPr>
              <a:t>수국처럼 서로 어우러져 피는 가족</a:t>
            </a:r>
          </a:p>
        </p:txBody>
      </p:sp>
      <p:sp>
        <p:nvSpPr>
          <p:cNvPr id="17" name="안내 문구"/>
          <p:cNvSpPr txBox="1"/>
          <p:nvPr/>
        </p:nvSpPr>
        <p:spPr>
          <a:xfrm>
            <a:off x="975335" y="3794760"/>
            <a:ext cx="731501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반려동물과 함께 · 2026.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283063" y="593635"/>
            <a:ext cx="125005" cy="125005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695914" y="634626"/>
            <a:ext cx="193331" cy="193331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870764" y="767839"/>
            <a:ext cx="135773" cy="135773"/>
          </a:xfrm>
          <a:prstGeom prst="ellipse">
            <a:avLst/>
          </a:prstGeom>
          <a:solidFill>
            <a:srgbClr val="917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710567" y="213841"/>
            <a:ext cx="189339" cy="189339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0789187" y="702276"/>
            <a:ext cx="174672" cy="174672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456315" y="1047499"/>
            <a:ext cx="142602" cy="142602"/>
          </a:xfrm>
          <a:prstGeom prst="ellipse">
            <a:avLst/>
          </a:prstGeom>
          <a:solidFill>
            <a:srgbClr val="917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333835" y="463729"/>
            <a:ext cx="77422" cy="77422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459196" y="277777"/>
            <a:ext cx="75918" cy="75918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0959153" y="1146342"/>
            <a:ext cx="113970" cy="113970"/>
          </a:xfrm>
          <a:prstGeom prst="ellipse">
            <a:avLst/>
          </a:prstGeom>
          <a:solidFill>
            <a:srgbClr val="917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1014073" y="599858"/>
            <a:ext cx="181304" cy="181304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1795422" y="689801"/>
            <a:ext cx="113573" cy="113573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7347F"/>
                </a:solidFill>
              </a:rPr>
              <a:t>가족 구성원</a:t>
            </a:r>
          </a:p>
        </p:txBody>
      </p:sp>
      <p:sp>
        <p:nvSpPr>
          <p:cNvPr id="16" name="사진 자리"/>
          <p:cNvSpPr/>
          <p:nvPr/>
        </p:nvSpPr>
        <p:spPr>
          <a:xfrm>
            <a:off x="1285189" y="1554480"/>
            <a:ext cx="2194560" cy="2194560"/>
          </a:xfrm>
          <a:prstGeom prst="ellipse">
            <a:avLst/>
          </a:prstGeom>
          <a:solidFill>
            <a:srgbClr val="D9D2EF"/>
          </a:solidFill>
          <a:ln w="19050">
            <a:solidFill>
              <a:srgbClr val="745CB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7347F"/>
                </a:solidFill>
              </a:rPr>
              <a:t>사진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840479"/>
            <a:ext cx="3484778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7347F"/>
                </a:solidFill>
              </a:rPr>
              <a:t>보호자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19" y="4297679"/>
            <a:ext cx="3301898" cy="16459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하는 일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반려동물에게 한마디</a:t>
            </a:r>
          </a:p>
        </p:txBody>
      </p:sp>
      <p:sp>
        <p:nvSpPr>
          <p:cNvPr id="19" name="사진 자리"/>
          <p:cNvSpPr/>
          <p:nvPr/>
        </p:nvSpPr>
        <p:spPr>
          <a:xfrm>
            <a:off x="4998567" y="1554480"/>
            <a:ext cx="2194560" cy="2194560"/>
          </a:xfrm>
          <a:prstGeom prst="ellipse">
            <a:avLst/>
          </a:prstGeom>
          <a:solidFill>
            <a:srgbClr val="D9D2EF"/>
          </a:solidFill>
          <a:ln w="19050">
            <a:solidFill>
              <a:srgbClr val="745CB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7347F"/>
                </a:solidFill>
              </a:rPr>
              <a:t>사진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53458" y="3840479"/>
            <a:ext cx="3484778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7347F"/>
                </a:solidFill>
              </a:rPr>
              <a:t>보호자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44898" y="4297679"/>
            <a:ext cx="3301898" cy="16459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하는 일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반려동물에게 한마디</a:t>
            </a:r>
          </a:p>
        </p:txBody>
      </p:sp>
      <p:sp>
        <p:nvSpPr>
          <p:cNvPr id="22" name="사진 자리"/>
          <p:cNvSpPr/>
          <p:nvPr/>
        </p:nvSpPr>
        <p:spPr>
          <a:xfrm>
            <a:off x="8711946" y="1554480"/>
            <a:ext cx="2194560" cy="2194560"/>
          </a:xfrm>
          <a:prstGeom prst="ellipse">
            <a:avLst/>
          </a:prstGeom>
          <a:solidFill>
            <a:srgbClr val="D9D2EF"/>
          </a:solidFill>
          <a:ln w="19050">
            <a:solidFill>
              <a:srgbClr val="745CB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7347F"/>
                </a:solidFill>
              </a:rPr>
              <a:t>사진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66836" y="3840479"/>
            <a:ext cx="3484778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7347F"/>
                </a:solidFill>
              </a:rPr>
              <a:t>우리 반려동물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58276" y="4297679"/>
            <a:ext cx="3301898" cy="16459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특징 · 성격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283063" y="593635"/>
            <a:ext cx="125005" cy="125005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695914" y="634626"/>
            <a:ext cx="193331" cy="193331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870764" y="767839"/>
            <a:ext cx="135773" cy="135773"/>
          </a:xfrm>
          <a:prstGeom prst="ellipse">
            <a:avLst/>
          </a:prstGeom>
          <a:solidFill>
            <a:srgbClr val="917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710567" y="213841"/>
            <a:ext cx="189339" cy="189339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0789187" y="702276"/>
            <a:ext cx="174672" cy="174672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456315" y="1047499"/>
            <a:ext cx="142602" cy="142602"/>
          </a:xfrm>
          <a:prstGeom prst="ellipse">
            <a:avLst/>
          </a:prstGeom>
          <a:solidFill>
            <a:srgbClr val="917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333835" y="463729"/>
            <a:ext cx="77422" cy="77422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459196" y="277777"/>
            <a:ext cx="75918" cy="75918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0959153" y="1146342"/>
            <a:ext cx="113970" cy="113970"/>
          </a:xfrm>
          <a:prstGeom prst="ellipse">
            <a:avLst/>
          </a:prstGeom>
          <a:solidFill>
            <a:srgbClr val="917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1014073" y="599858"/>
            <a:ext cx="181304" cy="181304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1795422" y="689801"/>
            <a:ext cx="113573" cy="113573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7347F"/>
                </a:solidFill>
              </a:rPr>
              <a:t>우리 가족 이야기</a:t>
            </a:r>
          </a:p>
        </p:txBody>
      </p:sp>
      <p:sp>
        <p:nvSpPr>
          <p:cNvPr id="16" name="타임라인 선"/>
          <p:cNvSpPr/>
          <p:nvPr/>
        </p:nvSpPr>
        <p:spPr>
          <a:xfrm>
            <a:off x="640080" y="3291840"/>
            <a:ext cx="10911535" cy="54864"/>
          </a:xfrm>
          <a:prstGeom prst="rect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때 1"/>
          <p:cNvSpPr/>
          <p:nvPr/>
        </p:nvSpPr>
        <p:spPr>
          <a:xfrm>
            <a:off x="1802853" y="3108960"/>
            <a:ext cx="402336" cy="402336"/>
          </a:xfrm>
          <a:prstGeom prst="ellipse">
            <a:avLst/>
          </a:prstGeom>
          <a:solidFill>
            <a:srgbClr val="745CB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24688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45CBC"/>
                </a:solidFill>
              </a:rPr>
              <a:t>처음 만난 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19" y="36576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7347F"/>
                </a:solidFill>
              </a:rPr>
              <a:t>우리의 인연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19" y="41605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입양하던 날의 이야기</a:t>
            </a:r>
          </a:p>
        </p:txBody>
      </p:sp>
      <p:sp>
        <p:nvSpPr>
          <p:cNvPr id="21" name="때 2"/>
          <p:cNvSpPr/>
          <p:nvPr/>
        </p:nvSpPr>
        <p:spPr>
          <a:xfrm>
            <a:off x="4530737" y="3108960"/>
            <a:ext cx="402336" cy="402336"/>
          </a:xfrm>
          <a:prstGeom prst="ellipse">
            <a:avLst/>
          </a:prstGeom>
          <a:solidFill>
            <a:srgbClr val="745CB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13683" y="24688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45CBC"/>
                </a:solidFill>
              </a:rPr>
              <a:t>첫 산책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9403" y="36576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7347F"/>
                </a:solidFill>
              </a:rPr>
              <a:t>함께한 첫 걸음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59403" y="41605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그날의 기억을 적어요</a:t>
            </a:r>
          </a:p>
        </p:txBody>
      </p:sp>
      <p:sp>
        <p:nvSpPr>
          <p:cNvPr id="25" name="때 3"/>
          <p:cNvSpPr/>
          <p:nvPr/>
        </p:nvSpPr>
        <p:spPr>
          <a:xfrm>
            <a:off x="7258621" y="3108960"/>
            <a:ext cx="402336" cy="402336"/>
          </a:xfrm>
          <a:prstGeom prst="ellipse">
            <a:avLst/>
          </a:prstGeom>
          <a:solidFill>
            <a:srgbClr val="745CB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41567" y="24688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45CBC"/>
                </a:solidFill>
              </a:rPr>
              <a:t>가장 웃었던 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87287" y="36576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7347F"/>
                </a:solidFill>
              </a:rPr>
              <a:t>잊지 못할 순간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87287" y="41605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사진으로 남겨 두세요</a:t>
            </a:r>
          </a:p>
        </p:txBody>
      </p:sp>
      <p:sp>
        <p:nvSpPr>
          <p:cNvPr id="29" name="때 4"/>
          <p:cNvSpPr/>
          <p:nvPr/>
        </p:nvSpPr>
        <p:spPr>
          <a:xfrm>
            <a:off x="9986505" y="3108960"/>
            <a:ext cx="402336" cy="402336"/>
          </a:xfrm>
          <a:prstGeom prst="ellipse">
            <a:avLst/>
          </a:prstGeom>
          <a:solidFill>
            <a:srgbClr val="745CB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69451" y="24688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45CBC"/>
                </a:solidFill>
              </a:rPr>
              <a:t>지금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15171" y="36576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7347F"/>
                </a:solidFill>
              </a:rPr>
              <a:t>오늘의 우리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15171" y="41605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요즘 우리 이야기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283063" y="593635"/>
            <a:ext cx="125005" cy="125005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695914" y="634626"/>
            <a:ext cx="193331" cy="193331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870764" y="767839"/>
            <a:ext cx="135773" cy="135773"/>
          </a:xfrm>
          <a:prstGeom prst="ellipse">
            <a:avLst/>
          </a:prstGeom>
          <a:solidFill>
            <a:srgbClr val="917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710567" y="213841"/>
            <a:ext cx="189339" cy="189339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0789187" y="702276"/>
            <a:ext cx="174672" cy="174672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456315" y="1047499"/>
            <a:ext cx="142602" cy="142602"/>
          </a:xfrm>
          <a:prstGeom prst="ellipse">
            <a:avLst/>
          </a:prstGeom>
          <a:solidFill>
            <a:srgbClr val="917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333835" y="463729"/>
            <a:ext cx="77422" cy="77422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459196" y="277777"/>
            <a:ext cx="75918" cy="75918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0959153" y="1146342"/>
            <a:ext cx="113970" cy="113970"/>
          </a:xfrm>
          <a:prstGeom prst="ellipse">
            <a:avLst/>
          </a:prstGeom>
          <a:solidFill>
            <a:srgbClr val="917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1014073" y="599858"/>
            <a:ext cx="181304" cy="181304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1795422" y="689801"/>
            <a:ext cx="113573" cy="113573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7347F"/>
                </a:solidFill>
              </a:rPr>
              <a:t>우리 가족의 약속</a:t>
            </a:r>
          </a:p>
        </p:txBody>
      </p:sp>
      <p:sp>
        <p:nvSpPr>
          <p:cNvPr id="16" name="줄 1"/>
          <p:cNvSpPr/>
          <p:nvPr/>
        </p:nvSpPr>
        <p:spPr>
          <a:xfrm>
            <a:off x="640080" y="155448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3F1F9"/>
          </a:solidFill>
          <a:ln w="12700">
            <a:solidFill>
              <a:srgbClr val="D9D2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번호 1"/>
          <p:cNvSpPr/>
          <p:nvPr/>
        </p:nvSpPr>
        <p:spPr>
          <a:xfrm>
            <a:off x="822959" y="1828800"/>
            <a:ext cx="457200" cy="457200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16002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7347F"/>
                </a:solidFill>
              </a:rPr>
              <a:t>약속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160020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산책은 하루도 거르지 않기</a:t>
            </a:r>
          </a:p>
        </p:txBody>
      </p:sp>
      <p:sp>
        <p:nvSpPr>
          <p:cNvPr id="20" name="줄 2"/>
          <p:cNvSpPr/>
          <p:nvPr/>
        </p:nvSpPr>
        <p:spPr>
          <a:xfrm>
            <a:off x="640080" y="269748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3F1F9"/>
          </a:solidFill>
          <a:ln w="12700">
            <a:solidFill>
              <a:srgbClr val="D9D2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번호 2"/>
          <p:cNvSpPr/>
          <p:nvPr/>
        </p:nvSpPr>
        <p:spPr>
          <a:xfrm>
            <a:off x="822959" y="2971800"/>
            <a:ext cx="457200" cy="457200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27432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7347F"/>
                </a:solidFill>
              </a:rPr>
              <a:t>약속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274320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건강 검진 날짜 챙기기</a:t>
            </a:r>
          </a:p>
        </p:txBody>
      </p:sp>
      <p:sp>
        <p:nvSpPr>
          <p:cNvPr id="24" name="줄 3"/>
          <p:cNvSpPr/>
          <p:nvPr/>
        </p:nvSpPr>
        <p:spPr>
          <a:xfrm>
            <a:off x="640080" y="384048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3F1F9"/>
          </a:solidFill>
          <a:ln w="12700">
            <a:solidFill>
              <a:srgbClr val="D9D2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번호 3"/>
          <p:cNvSpPr/>
          <p:nvPr/>
        </p:nvSpPr>
        <p:spPr>
          <a:xfrm>
            <a:off x="822959" y="4114800"/>
            <a:ext cx="457200" cy="457200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" y="38862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7347F"/>
                </a:solidFill>
              </a:rPr>
              <a:t>약속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388620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많이 안아 주고 많이 칭찬하기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283063" y="593635"/>
            <a:ext cx="125005" cy="125005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695914" y="634626"/>
            <a:ext cx="193331" cy="193331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870764" y="767839"/>
            <a:ext cx="135773" cy="135773"/>
          </a:xfrm>
          <a:prstGeom prst="ellipse">
            <a:avLst/>
          </a:prstGeom>
          <a:solidFill>
            <a:srgbClr val="917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710567" y="213841"/>
            <a:ext cx="189339" cy="189339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0789187" y="702276"/>
            <a:ext cx="174672" cy="174672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456315" y="1047499"/>
            <a:ext cx="142602" cy="142602"/>
          </a:xfrm>
          <a:prstGeom prst="ellipse">
            <a:avLst/>
          </a:prstGeom>
          <a:solidFill>
            <a:srgbClr val="917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333835" y="463729"/>
            <a:ext cx="77422" cy="77422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459196" y="277777"/>
            <a:ext cx="75918" cy="75918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0959153" y="1146342"/>
            <a:ext cx="113970" cy="113970"/>
          </a:xfrm>
          <a:prstGeom prst="ellipse">
            <a:avLst/>
          </a:prstGeom>
          <a:solidFill>
            <a:srgbClr val="917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1014073" y="599858"/>
            <a:ext cx="181304" cy="181304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1795422" y="689801"/>
            <a:ext cx="113573" cy="113573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7347F"/>
                </a:solidFill>
              </a:rPr>
              <a:t>가족 사진</a:t>
            </a:r>
          </a:p>
        </p:txBody>
      </p:sp>
      <p:sp>
        <p:nvSpPr>
          <p:cNvPr id="16" name="사진 자리"/>
          <p:cNvSpPr/>
          <p:nvPr/>
        </p:nvSpPr>
        <p:spPr>
          <a:xfrm>
            <a:off x="640080" y="15544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D9D2EF"/>
          </a:solidFill>
          <a:ln w="19050">
            <a:solidFill>
              <a:srgbClr val="745CB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7347F"/>
                </a:solidFill>
              </a:rPr>
              <a:t>사진 1</a:t>
            </a:r>
          </a:p>
        </p:txBody>
      </p:sp>
      <p:sp>
        <p:nvSpPr>
          <p:cNvPr id="17" name="사진 자리"/>
          <p:cNvSpPr/>
          <p:nvPr/>
        </p:nvSpPr>
        <p:spPr>
          <a:xfrm>
            <a:off x="4338218" y="15544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D9D2EF"/>
          </a:solidFill>
          <a:ln w="19050">
            <a:solidFill>
              <a:srgbClr val="745CB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7347F"/>
                </a:solidFill>
              </a:rPr>
              <a:t>사진 2</a:t>
            </a:r>
          </a:p>
        </p:txBody>
      </p:sp>
      <p:sp>
        <p:nvSpPr>
          <p:cNvPr id="18" name="사진 자리"/>
          <p:cNvSpPr/>
          <p:nvPr/>
        </p:nvSpPr>
        <p:spPr>
          <a:xfrm>
            <a:off x="8036356" y="15544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D9D2EF"/>
          </a:solidFill>
          <a:ln w="19050">
            <a:solidFill>
              <a:srgbClr val="745CB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7347F"/>
                </a:solidFill>
              </a:rPr>
              <a:t>사진 3</a:t>
            </a:r>
          </a:p>
        </p:txBody>
      </p:sp>
      <p:sp>
        <p:nvSpPr>
          <p:cNvPr id="19" name="사진 자리"/>
          <p:cNvSpPr/>
          <p:nvPr/>
        </p:nvSpPr>
        <p:spPr>
          <a:xfrm>
            <a:off x="640080" y="38404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D9D2EF"/>
          </a:solidFill>
          <a:ln w="19050">
            <a:solidFill>
              <a:srgbClr val="745CB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7347F"/>
                </a:solidFill>
              </a:rPr>
              <a:t>사진 4</a:t>
            </a:r>
          </a:p>
        </p:txBody>
      </p:sp>
      <p:sp>
        <p:nvSpPr>
          <p:cNvPr id="20" name="사진 자리"/>
          <p:cNvSpPr/>
          <p:nvPr/>
        </p:nvSpPr>
        <p:spPr>
          <a:xfrm>
            <a:off x="4338218" y="38404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D9D2EF"/>
          </a:solidFill>
          <a:ln w="19050">
            <a:solidFill>
              <a:srgbClr val="745CB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7347F"/>
                </a:solidFill>
              </a:rPr>
              <a:t>사진 5</a:t>
            </a:r>
          </a:p>
        </p:txBody>
      </p:sp>
      <p:sp>
        <p:nvSpPr>
          <p:cNvPr id="21" name="사진 자리"/>
          <p:cNvSpPr/>
          <p:nvPr/>
        </p:nvSpPr>
        <p:spPr>
          <a:xfrm>
            <a:off x="8036356" y="38404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D9D2EF"/>
          </a:solidFill>
          <a:ln w="19050">
            <a:solidFill>
              <a:srgbClr val="745CB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7347F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274320" y="4251960"/>
            <a:ext cx="12740335" cy="2743200"/>
          </a:xfrm>
          <a:prstGeom prst="wav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274320" y="5074920"/>
            <a:ext cx="12740335" cy="2331720"/>
          </a:xfrm>
          <a:prstGeom prst="wav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9888231" y="1419499"/>
            <a:ext cx="340925" cy="340925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8286915" y="1531294"/>
            <a:ext cx="527267" cy="527267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8763778" y="1894602"/>
            <a:ext cx="370290" cy="370290"/>
          </a:xfrm>
          <a:prstGeom prst="ellipse">
            <a:avLst/>
          </a:prstGeom>
          <a:solidFill>
            <a:srgbClr val="917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8326878" y="383698"/>
            <a:ext cx="516380" cy="516380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8541295" y="1715794"/>
            <a:ext cx="476379" cy="476379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0360737" y="2657312"/>
            <a:ext cx="388914" cy="388914"/>
          </a:xfrm>
          <a:prstGeom prst="ellipse">
            <a:avLst/>
          </a:prstGeom>
          <a:solidFill>
            <a:srgbClr val="917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0026699" y="1065212"/>
            <a:ext cx="211151" cy="211151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0368594" y="558069"/>
            <a:ext cx="207051" cy="207051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9004839" y="2926884"/>
            <a:ext cx="310829" cy="310829"/>
          </a:xfrm>
          <a:prstGeom prst="ellipse">
            <a:avLst/>
          </a:prstGeom>
          <a:solidFill>
            <a:srgbClr val="917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9154620" y="1436472"/>
            <a:ext cx="494465" cy="494465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1285572" y="1681770"/>
            <a:ext cx="309746" cy="309746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5335" y="1371600"/>
            <a:ext cx="7558851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47347F"/>
                </a:solidFill>
              </a:rPr>
              <a:t>우리 가족을 소개했어요</a:t>
            </a:r>
          </a:p>
        </p:txBody>
      </p:sp>
      <p:sp>
        <p:nvSpPr>
          <p:cNvPr id="16" name="한 줄 문구"/>
          <p:cNvSpPr txBox="1"/>
          <p:nvPr/>
        </p:nvSpPr>
        <p:spPr>
          <a:xfrm>
            <a:off x="975335" y="2926080"/>
            <a:ext cx="731501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47347F"/>
                </a:solidFill>
              </a:rPr>
              <a:t>함께여서 늘 든든합니다</a:t>
            </a:r>
          </a:p>
        </p:txBody>
      </p:sp>
      <p:sp>
        <p:nvSpPr>
          <p:cNvPr id="17" name="안내 문구"/>
          <p:cNvSpPr txBox="1"/>
          <p:nvPr/>
        </p:nvSpPr>
        <p:spPr>
          <a:xfrm>
            <a:off x="975335" y="3794760"/>
            <a:ext cx="731501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고맙습니다 · 가족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반려동물과 함께 가족 소개">
  <a:themeElements>
    <a:clrScheme name="Office">
      <a:dk1>
        <a:sysClr val="windowText" lastClr="000000"/>
      </a:dk1>
      <a:lt1>
        <a:sysClr val="window" lastClr="FFFFFF"/>
      </a:lt1>
      <a:dk2>
        <a:srgbClr val="47347F"/>
      </a:dk2>
      <a:lt2>
        <a:srgbClr val="F3F1F9"/>
      </a:lt2>
      <a:accent1>
        <a:srgbClr val="745CBC"/>
      </a:accent1>
      <a:accent2>
        <a:srgbClr val="917B3B"/>
      </a:accent2>
      <a:accent3>
        <a:srgbClr val="47347F"/>
      </a:accent3>
      <a:accent4>
        <a:srgbClr val="D9D2EF"/>
      </a:accent4>
      <a:accent5>
        <a:srgbClr val="826C7C"/>
      </a:accent5>
      <a:accent6>
        <a:srgbClr val="9185B2"/>
      </a:accent6>
      <a:hlink>
        <a:srgbClr val="745CBC"/>
      </a:hlink>
      <a:folHlink>
        <a:srgbClr val="47347F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반려동물과 함께 가족 소개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