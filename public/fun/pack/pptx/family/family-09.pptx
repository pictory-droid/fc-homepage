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401C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함께 심고 가꾸는 우리 집 이야기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가족 구성원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401C"/>
                </a:solidFill>
              </a:rPr>
              <a:t>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401C"/>
                </a:solidFill>
              </a:rPr>
              <a:t>내 공간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401C"/>
                </a:solidFill>
              </a:rPr>
              <a:t>내 하루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우리 가족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A88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883A"/>
                </a:solidFill>
              </a:rPr>
              <a:t>태어난 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나의 뿌리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A88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883A"/>
                </a:solidFill>
              </a:rPr>
              <a:t>학창 시절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자라던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A88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883A"/>
                </a:solidFill>
              </a:rPr>
              <a:t>혼자 시작한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나의 첫 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A88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883A"/>
                </a:solidFill>
              </a:rPr>
              <a:t>지금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오늘의 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우리 가족의 약속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약속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약속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약속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가족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401C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1C401C"/>
      </a:dk2>
      <a:lt2>
        <a:srgbClr val="F1F9F1"/>
      </a:lt2>
      <a:accent1>
        <a:srgbClr val="3A883A"/>
      </a:accent1>
      <a:accent2>
        <a:srgbClr val="663D8F"/>
      </a:accent2>
      <a:accent3>
        <a:srgbClr val="1C401C"/>
      </a:accent3>
      <a:accent4>
        <a:srgbClr val="D3EED3"/>
      </a:accent4>
      <a:accent5>
        <a:srgbClr val="506264"/>
      </a:accent5>
      <a:accent6>
        <a:srgbClr val="778C77"/>
      </a:accent6>
      <a:hlink>
        <a:srgbClr val="3A883A"/>
      </a:hlink>
      <a:folHlink>
        <a:srgbClr val="1C40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