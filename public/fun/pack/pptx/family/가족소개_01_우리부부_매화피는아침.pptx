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2F4C"/>
                </a:solidFill>
              </a:rPr>
              <a:t>우리 가족을 소개합니다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봄날 매화처럼 조용히 피어난 우리 가족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가족 구성원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2110663" y="1600200"/>
            <a:ext cx="2400300" cy="2400300"/>
          </a:xfrm>
          <a:prstGeom prst="ellipse">
            <a:avLst/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남편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7680731" y="1600200"/>
            <a:ext cx="2400300" cy="2400300"/>
          </a:xfrm>
          <a:prstGeom prst="ellipse">
            <a:avLst/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147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2F4C"/>
                </a:solidFill>
              </a:rPr>
              <a:t>아내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1587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우리 가족 이야기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517C"/>
                </a:solidFill>
              </a:rPr>
              <a:t>처음 만난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첫 만남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28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517C"/>
                </a:solidFill>
              </a:rPr>
              <a:t>결혼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함께 시작한 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32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517C"/>
                </a:solidFill>
              </a:rPr>
              <a:t>첫 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우리의 보금자리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36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B8517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8517C"/>
                </a:solidFill>
              </a:rPr>
              <a:t>지금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오늘의 우리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우리 가족의 약속</a:t>
            </a:r>
          </a:p>
        </p:txBody>
      </p:sp>
      <p:sp>
        <p:nvSpPr>
          <p:cNvPr id="23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약속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27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약속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31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1F4"/>
          </a:solidFill>
          <a:ln w="12700">
            <a:solidFill>
              <a:srgbClr val="EFD2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42F4C"/>
                </a:solidFill>
              </a:rPr>
              <a:t>약속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42F4C"/>
                </a:solidFill>
              </a:rPr>
              <a:t>가족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FD2DE"/>
          </a:solidFill>
          <a:ln w="19050">
            <a:solidFill>
              <a:srgbClr val="B8517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42F4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B851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570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822658" y="887010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2727067" y="1544102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2381614" y="2607299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263702" y="2607299"/>
            <a:ext cx="987527" cy="1536153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918249" y="1544102"/>
            <a:ext cx="987527" cy="153615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987246" y="2276864"/>
            <a:ext cx="658351" cy="658351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220532" y="3421079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533097" y="3884474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88969" y="4324937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-336277" y="4133763"/>
            <a:ext cx="493763" cy="768076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-316769" y="3575148"/>
            <a:ext cx="493763" cy="7680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40204" y="4087330"/>
            <a:ext cx="329175" cy="329175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4377400" y="3806243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4490988" y="4261819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4092810" y="4510629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3733135" y="4208825"/>
            <a:ext cx="414761" cy="645184"/>
          </a:xfrm>
          <a:prstGeom prst="ellipse">
            <a:avLst/>
          </a:prstGeom>
          <a:solidFill>
            <a:srgbClr val="EFD2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3909021" y="3773491"/>
            <a:ext cx="414761" cy="645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4189797" y="4296540"/>
            <a:ext cx="276507" cy="276507"/>
          </a:xfrm>
          <a:prstGeom prst="ellipse">
            <a:avLst/>
          </a:prstGeom>
          <a:solidFill>
            <a:srgbClr val="3B91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42F4C"/>
                </a:solidFill>
              </a:rPr>
              <a:t>우리 가족을 소개했어요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42F4C"/>
                </a:solidFill>
              </a:rPr>
              <a:t>함께여서 늘 든든합니다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742F4C"/>
      </a:dk2>
      <a:lt2>
        <a:srgbClr val="F9F1F4"/>
      </a:lt2>
      <a:accent1>
        <a:srgbClr val="B8517C"/>
      </a:accent1>
      <a:accent2>
        <a:srgbClr val="3B9142"/>
      </a:accent2>
      <a:accent3>
        <a:srgbClr val="742F4C"/>
      </a:accent3>
      <a:accent4>
        <a:srgbClr val="EFD2DE"/>
      </a:accent4>
      <a:accent5>
        <a:srgbClr val="7A715F"/>
      </a:accent5>
      <a:accent6>
        <a:srgbClr val="AC8294"/>
      </a:accent6>
      <a:hlink>
        <a:srgbClr val="B8517C"/>
      </a:hlink>
      <a:folHlink>
        <a:srgbClr val="742F4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