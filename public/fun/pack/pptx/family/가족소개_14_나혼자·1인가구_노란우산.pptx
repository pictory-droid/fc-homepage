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0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5BC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1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퇴근길에 노란 우산 하나 사 들고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나 혼자 · 1인 가구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109728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239469" y="1783080"/>
            <a:ext cx="2286000" cy="2286000"/>
          </a:xfrm>
          <a:prstGeom prst="ellipse">
            <a:avLst/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149"/>
                </a:solidFill>
              </a:rPr>
              <a:t>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952847" y="1783080"/>
            <a:ext cx="2286000" cy="2286000"/>
          </a:xfrm>
          <a:prstGeom prst="ellipse">
            <a:avLst/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3458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149"/>
                </a:solidFill>
              </a:rPr>
              <a:t>내 공간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4898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666226" y="1783080"/>
            <a:ext cx="2286000" cy="2286000"/>
          </a:xfrm>
          <a:prstGeom prst="ellipse">
            <a:avLst/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6836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149"/>
                </a:solidFill>
              </a:rPr>
              <a:t>내 하루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109728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D1D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7B9C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9CEA"/>
                </a:solidFill>
              </a:rPr>
              <a:t>태어난 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나의 뿌리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고향의 기억을 적어요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7B9C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9CEA"/>
                </a:solidFill>
              </a:rPr>
              <a:t>학창 시절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자라던 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좋았던 기억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7B9C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9CEA"/>
                </a:solidFill>
              </a:rPr>
              <a:t>혼자 시작한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나의 첫 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독립하던 날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7B9C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9CEA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오늘의 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109728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EAF0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786384"/>
          </a:xfrm>
          <a:prstGeom prst="rect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solidFill>
            <a:srgbClr val="AC9FE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약속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나를 위한 밥상 차리기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EAF0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40080" y="3035808"/>
            <a:ext cx="54864" cy="786384"/>
          </a:xfrm>
          <a:prstGeom prst="rect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AC9FE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약속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하루 십 분 나에게 쓰는 시간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EAF0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640080" y="4178808"/>
            <a:ext cx="54864" cy="786384"/>
          </a:xfrm>
          <a:prstGeom prst="rect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solidFill>
            <a:srgbClr val="AC9FE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약속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109728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0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5BC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1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273149"/>
      </a:dk2>
      <a:lt2>
        <a:srgbClr val="EAF0FD"/>
      </a:lt2>
      <a:accent1>
        <a:srgbClr val="7B9CEA"/>
      </a:accent1>
      <a:accent2>
        <a:srgbClr val="AC9FEF"/>
      </a:accent2>
      <a:accent3>
        <a:srgbClr val="273149"/>
      </a:accent3>
      <a:accent4>
        <a:srgbClr val="D1DDFA"/>
      </a:accent4>
      <a:accent5>
        <a:srgbClr val="949EEC"/>
      </a:accent5>
      <a:accent6>
        <a:srgbClr val="7D8392"/>
      </a:accent6>
      <a:hlink>
        <a:srgbClr val="7B9CEA"/>
      </a:hlink>
      <a:folHlink>
        <a:srgbClr val="273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